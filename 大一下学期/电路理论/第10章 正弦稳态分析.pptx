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5"/>
  </p:notesMasterIdLst>
  <p:handoutMasterIdLst>
    <p:handoutMasterId r:id="rId86"/>
  </p:handoutMasterIdLst>
  <p:sldIdLst>
    <p:sldId id="330" r:id="rId2"/>
    <p:sldId id="533" r:id="rId3"/>
    <p:sldId id="534" r:id="rId4"/>
    <p:sldId id="535" r:id="rId5"/>
    <p:sldId id="536" r:id="rId6"/>
    <p:sldId id="537" r:id="rId7"/>
    <p:sldId id="538" r:id="rId8"/>
    <p:sldId id="539" r:id="rId9"/>
    <p:sldId id="540" r:id="rId10"/>
    <p:sldId id="541" r:id="rId11"/>
    <p:sldId id="542" r:id="rId12"/>
    <p:sldId id="543" r:id="rId13"/>
    <p:sldId id="544" r:id="rId14"/>
    <p:sldId id="545" r:id="rId15"/>
    <p:sldId id="546" r:id="rId16"/>
    <p:sldId id="547" r:id="rId17"/>
    <p:sldId id="555" r:id="rId18"/>
    <p:sldId id="556" r:id="rId19"/>
    <p:sldId id="557" r:id="rId20"/>
    <p:sldId id="558" r:id="rId21"/>
    <p:sldId id="496" r:id="rId22"/>
    <p:sldId id="497" r:id="rId23"/>
    <p:sldId id="498" r:id="rId24"/>
    <p:sldId id="499" r:id="rId25"/>
    <p:sldId id="559" r:id="rId26"/>
    <p:sldId id="560" r:id="rId27"/>
    <p:sldId id="561" r:id="rId28"/>
    <p:sldId id="562" r:id="rId29"/>
    <p:sldId id="563" r:id="rId30"/>
    <p:sldId id="564" r:id="rId31"/>
    <p:sldId id="565" r:id="rId32"/>
    <p:sldId id="567" r:id="rId33"/>
    <p:sldId id="568" r:id="rId34"/>
    <p:sldId id="508" r:id="rId35"/>
    <p:sldId id="509" r:id="rId36"/>
    <p:sldId id="510" r:id="rId37"/>
    <p:sldId id="511" r:id="rId38"/>
    <p:sldId id="512" r:id="rId39"/>
    <p:sldId id="513" r:id="rId40"/>
    <p:sldId id="514" r:id="rId41"/>
    <p:sldId id="515" r:id="rId42"/>
    <p:sldId id="569" r:id="rId43"/>
    <p:sldId id="516" r:id="rId44"/>
    <p:sldId id="517" r:id="rId45"/>
    <p:sldId id="518" r:id="rId46"/>
    <p:sldId id="570" r:id="rId47"/>
    <p:sldId id="571" r:id="rId48"/>
    <p:sldId id="572" r:id="rId49"/>
    <p:sldId id="573" r:id="rId50"/>
    <p:sldId id="574" r:id="rId51"/>
    <p:sldId id="575" r:id="rId52"/>
    <p:sldId id="519" r:id="rId53"/>
    <p:sldId id="520" r:id="rId54"/>
    <p:sldId id="578" r:id="rId55"/>
    <p:sldId id="579" r:id="rId56"/>
    <p:sldId id="580" r:id="rId57"/>
    <p:sldId id="521" r:id="rId58"/>
    <p:sldId id="522" r:id="rId59"/>
    <p:sldId id="523" r:id="rId60"/>
    <p:sldId id="524" r:id="rId61"/>
    <p:sldId id="576" r:id="rId62"/>
    <p:sldId id="577" r:id="rId63"/>
    <p:sldId id="582" r:id="rId64"/>
    <p:sldId id="583" r:id="rId65"/>
    <p:sldId id="584" r:id="rId66"/>
    <p:sldId id="585" r:id="rId67"/>
    <p:sldId id="586" r:id="rId68"/>
    <p:sldId id="587" r:id="rId69"/>
    <p:sldId id="588" r:id="rId70"/>
    <p:sldId id="589" r:id="rId71"/>
    <p:sldId id="590" r:id="rId72"/>
    <p:sldId id="591" r:id="rId73"/>
    <p:sldId id="592" r:id="rId74"/>
    <p:sldId id="593" r:id="rId75"/>
    <p:sldId id="594" r:id="rId76"/>
    <p:sldId id="595" r:id="rId77"/>
    <p:sldId id="596" r:id="rId78"/>
    <p:sldId id="597" r:id="rId79"/>
    <p:sldId id="598" r:id="rId80"/>
    <p:sldId id="599" r:id="rId81"/>
    <p:sldId id="600" r:id="rId82"/>
    <p:sldId id="601" r:id="rId83"/>
    <p:sldId id="581" r:id="rId84"/>
  </p:sldIdLst>
  <p:sldSz cx="9144000" cy="6858000" type="screen4x3"/>
  <p:notesSz cx="6272213" cy="9061450"/>
  <p:defaultTextStyle>
    <a:defPPr>
      <a:defRPr lang="zh-CN"/>
    </a:defPPr>
    <a:lvl1pPr algn="l" rtl="0" eaLnBrk="0" fontAlgn="base" hangingPunct="0">
      <a:spcBef>
        <a:spcPct val="0"/>
      </a:spcBef>
      <a:spcAft>
        <a:spcPct val="0"/>
      </a:spcAft>
      <a:defRPr kumimoji="1" b="1" kern="1200">
        <a:solidFill>
          <a:schemeClr val="tx1"/>
        </a:solidFill>
        <a:latin typeface="Times New Roman" panose="02020603050405020304" pitchFamily="18" charset="0"/>
        <a:ea typeface="隶书" panose="02010509060101010101" pitchFamily="49" charset="-122"/>
        <a:cs typeface="+mn-cs"/>
      </a:defRPr>
    </a:lvl1pPr>
    <a:lvl2pPr marL="457200" algn="l" rtl="0" eaLnBrk="0" fontAlgn="base" hangingPunct="0">
      <a:spcBef>
        <a:spcPct val="0"/>
      </a:spcBef>
      <a:spcAft>
        <a:spcPct val="0"/>
      </a:spcAft>
      <a:defRPr kumimoji="1" b="1"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b="1"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b="1"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b="1"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b="1"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b="1"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b="1"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b="1" kern="1200">
        <a:solidFill>
          <a:schemeClr val="tx1"/>
        </a:solidFill>
        <a:latin typeface="Times New Roman" panose="02020603050405020304" pitchFamily="18" charset="0"/>
        <a:ea typeface="隶书" panose="02010509060101010101" pitchFamily="49" charset="-122"/>
        <a:cs typeface="+mn-cs"/>
      </a:defRPr>
    </a:lvl9pPr>
  </p:defaultTextStyle>
  <p:extLst>
    <p:ext uri="{EFAFB233-063F-42B5-8137-9DF3F51BA10A}">
      <p15:sldGuideLst xmlns:p15="http://schemas.microsoft.com/office/powerpoint/2012/main">
        <p15:guide id="1" orient="horz" pos="2296">
          <p15:clr>
            <a:srgbClr val="A4A3A4"/>
          </p15:clr>
        </p15:guide>
        <p15:guide id="2" pos="2880">
          <p15:clr>
            <a:srgbClr val="A4A3A4"/>
          </p15:clr>
        </p15:guide>
      </p15:sldGuideLst>
    </p:ext>
    <p:ext uri="{2D200454-40CA-4A62-9FC3-DE9A4176ACB9}">
      <p15:notesGuideLst xmlns:p15="http://schemas.microsoft.com/office/powerpoint/2012/main">
        <p15:guide id="1" orient="horz" pos="2854">
          <p15:clr>
            <a:srgbClr val="A4A3A4"/>
          </p15:clr>
        </p15:guide>
        <p15:guide id="2" pos="197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CC00FF"/>
    <a:srgbClr val="FF6600"/>
    <a:srgbClr val="FF0000"/>
    <a:srgbClr val="336600"/>
    <a:srgbClr val="003300"/>
    <a:srgbClr val="006600"/>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762" autoAdjust="0"/>
    <p:restoredTop sz="95208" autoAdjust="0"/>
  </p:normalViewPr>
  <p:slideViewPr>
    <p:cSldViewPr>
      <p:cViewPr varScale="1">
        <p:scale>
          <a:sx n="110" d="100"/>
          <a:sy n="110" d="100"/>
        </p:scale>
        <p:origin x="1737" y="54"/>
      </p:cViewPr>
      <p:guideLst>
        <p:guide orient="horz" pos="2296"/>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344"/>
    </p:cViewPr>
  </p:sorterViewPr>
  <p:notesViewPr>
    <p:cSldViewPr>
      <p:cViewPr varScale="1">
        <p:scale>
          <a:sx n="58" d="100"/>
          <a:sy n="58" d="100"/>
        </p:scale>
        <p:origin x="-1920" y="-84"/>
      </p:cViewPr>
      <p:guideLst>
        <p:guide orient="horz" pos="2854"/>
        <p:guide pos="1975"/>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5" Type="http://schemas.openxmlformats.org/officeDocument/2006/relationships/image" Target="../media/image8.wmf"/><Relationship Id="rId4"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 Id="rId4"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image" Target="../media/image18.wmf"/><Relationship Id="rId7" Type="http://schemas.openxmlformats.org/officeDocument/2006/relationships/image" Target="../media/image22.wmf"/><Relationship Id="rId2" Type="http://schemas.openxmlformats.org/officeDocument/2006/relationships/image" Target="../media/image17.wmf"/><Relationship Id="rId1" Type="http://schemas.openxmlformats.org/officeDocument/2006/relationships/image" Target="../media/image16.wmf"/><Relationship Id="rId6" Type="http://schemas.openxmlformats.org/officeDocument/2006/relationships/image" Target="../media/image21.wmf"/><Relationship Id="rId5" Type="http://schemas.openxmlformats.org/officeDocument/2006/relationships/image" Target="../media/image20.wmf"/><Relationship Id="rId10" Type="http://schemas.openxmlformats.org/officeDocument/2006/relationships/image" Target="../media/image25.wmf"/><Relationship Id="rId4" Type="http://schemas.openxmlformats.org/officeDocument/2006/relationships/image" Target="../media/image19.wmf"/><Relationship Id="rId9" Type="http://schemas.openxmlformats.org/officeDocument/2006/relationships/image" Target="../media/image24.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8.wmf"/><Relationship Id="rId7" Type="http://schemas.openxmlformats.org/officeDocument/2006/relationships/image" Target="../media/image32.wmf"/><Relationship Id="rId2" Type="http://schemas.openxmlformats.org/officeDocument/2006/relationships/image" Target="../media/image27.wmf"/><Relationship Id="rId1" Type="http://schemas.openxmlformats.org/officeDocument/2006/relationships/image" Target="../media/image26.wmf"/><Relationship Id="rId6" Type="http://schemas.openxmlformats.org/officeDocument/2006/relationships/image" Target="../media/image31.wmf"/><Relationship Id="rId5" Type="http://schemas.openxmlformats.org/officeDocument/2006/relationships/image" Target="../media/image30.wmf"/><Relationship Id="rId4" Type="http://schemas.openxmlformats.org/officeDocument/2006/relationships/image" Target="../media/image2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8.wmf"/><Relationship Id="rId7" Type="http://schemas.openxmlformats.org/officeDocument/2006/relationships/image" Target="../media/image42.wmf"/><Relationship Id="rId2" Type="http://schemas.openxmlformats.org/officeDocument/2006/relationships/image" Target="../media/image37.wmf"/><Relationship Id="rId1" Type="http://schemas.openxmlformats.org/officeDocument/2006/relationships/image" Target="../media/image36.wmf"/><Relationship Id="rId6" Type="http://schemas.openxmlformats.org/officeDocument/2006/relationships/image" Target="../media/image41.wmf"/><Relationship Id="rId5" Type="http://schemas.openxmlformats.org/officeDocument/2006/relationships/image" Target="../media/image40.wmf"/><Relationship Id="rId4" Type="http://schemas.openxmlformats.org/officeDocument/2006/relationships/image" Target="../media/image39.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50.emf"/><Relationship Id="rId3" Type="http://schemas.openxmlformats.org/officeDocument/2006/relationships/image" Target="../media/image45.wmf"/><Relationship Id="rId7" Type="http://schemas.openxmlformats.org/officeDocument/2006/relationships/image" Target="../media/image49.emf"/><Relationship Id="rId2" Type="http://schemas.openxmlformats.org/officeDocument/2006/relationships/image" Target="../media/image44.wmf"/><Relationship Id="rId1" Type="http://schemas.openxmlformats.org/officeDocument/2006/relationships/image" Target="../media/image43.wmf"/><Relationship Id="rId6" Type="http://schemas.openxmlformats.org/officeDocument/2006/relationships/image" Target="../media/image48.emf"/><Relationship Id="rId11" Type="http://schemas.openxmlformats.org/officeDocument/2006/relationships/image" Target="../media/image53.emf"/><Relationship Id="rId5" Type="http://schemas.openxmlformats.org/officeDocument/2006/relationships/image" Target="../media/image47.emf"/><Relationship Id="rId10" Type="http://schemas.openxmlformats.org/officeDocument/2006/relationships/image" Target="../media/image52.emf"/><Relationship Id="rId4" Type="http://schemas.openxmlformats.org/officeDocument/2006/relationships/image" Target="../media/image46.wmf"/><Relationship Id="rId9" Type="http://schemas.openxmlformats.org/officeDocument/2006/relationships/image" Target="../media/image51.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 Id="rId5" Type="http://schemas.openxmlformats.org/officeDocument/2006/relationships/image" Target="../media/image58.wmf"/><Relationship Id="rId4" Type="http://schemas.openxmlformats.org/officeDocument/2006/relationships/image" Target="../media/image57.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60.wmf"/><Relationship Id="rId1" Type="http://schemas.openxmlformats.org/officeDocument/2006/relationships/image" Target="../media/image59.wmf"/><Relationship Id="rId5" Type="http://schemas.openxmlformats.org/officeDocument/2006/relationships/image" Target="../media/image54.wmf"/><Relationship Id="rId4" Type="http://schemas.openxmlformats.org/officeDocument/2006/relationships/image" Target="../media/image62.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 Id="rId4" Type="http://schemas.openxmlformats.org/officeDocument/2006/relationships/image" Target="../media/image66.e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 Id="rId5" Type="http://schemas.openxmlformats.org/officeDocument/2006/relationships/image" Target="../media/image71.wmf"/><Relationship Id="rId4" Type="http://schemas.openxmlformats.org/officeDocument/2006/relationships/image" Target="../media/image70.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74.wmf"/><Relationship Id="rId7" Type="http://schemas.openxmlformats.org/officeDocument/2006/relationships/image" Target="../media/image78.wmf"/><Relationship Id="rId2" Type="http://schemas.openxmlformats.org/officeDocument/2006/relationships/image" Target="../media/image73.wmf"/><Relationship Id="rId1" Type="http://schemas.openxmlformats.org/officeDocument/2006/relationships/image" Target="../media/image72.wmf"/><Relationship Id="rId6" Type="http://schemas.openxmlformats.org/officeDocument/2006/relationships/image" Target="../media/image77.wmf"/><Relationship Id="rId5" Type="http://schemas.openxmlformats.org/officeDocument/2006/relationships/image" Target="../media/image76.wmf"/><Relationship Id="rId4" Type="http://schemas.openxmlformats.org/officeDocument/2006/relationships/image" Target="../media/image75.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wmf"/><Relationship Id="rId4" Type="http://schemas.openxmlformats.org/officeDocument/2006/relationships/image" Target="../media/image82.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84.wmf"/><Relationship Id="rId1" Type="http://schemas.openxmlformats.org/officeDocument/2006/relationships/image" Target="../media/image83.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image" Target="../media/image86.wmf"/><Relationship Id="rId1" Type="http://schemas.openxmlformats.org/officeDocument/2006/relationships/image" Target="../media/image85.wmf"/><Relationship Id="rId5" Type="http://schemas.openxmlformats.org/officeDocument/2006/relationships/image" Target="../media/image89.wmf"/><Relationship Id="rId4" Type="http://schemas.openxmlformats.org/officeDocument/2006/relationships/image" Target="../media/image88.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92.wmf"/><Relationship Id="rId2" Type="http://schemas.openxmlformats.org/officeDocument/2006/relationships/image" Target="../media/image91.wmf"/><Relationship Id="rId1" Type="http://schemas.openxmlformats.org/officeDocument/2006/relationships/image" Target="../media/image90.wmf"/><Relationship Id="rId4" Type="http://schemas.openxmlformats.org/officeDocument/2006/relationships/image" Target="../media/image93.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image" Target="../media/image95.wmf"/><Relationship Id="rId1" Type="http://schemas.openxmlformats.org/officeDocument/2006/relationships/image" Target="../media/image94.wmf"/><Relationship Id="rId5" Type="http://schemas.openxmlformats.org/officeDocument/2006/relationships/image" Target="../media/image98.emf"/><Relationship Id="rId4" Type="http://schemas.openxmlformats.org/officeDocument/2006/relationships/image" Target="../media/image97.e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106.wmf"/><Relationship Id="rId3" Type="http://schemas.openxmlformats.org/officeDocument/2006/relationships/image" Target="../media/image101.wmf"/><Relationship Id="rId7" Type="http://schemas.openxmlformats.org/officeDocument/2006/relationships/image" Target="../media/image105.wmf"/><Relationship Id="rId2" Type="http://schemas.openxmlformats.org/officeDocument/2006/relationships/image" Target="../media/image100.wmf"/><Relationship Id="rId1" Type="http://schemas.openxmlformats.org/officeDocument/2006/relationships/image" Target="../media/image99.wmf"/><Relationship Id="rId6" Type="http://schemas.openxmlformats.org/officeDocument/2006/relationships/image" Target="../media/image104.wmf"/><Relationship Id="rId5" Type="http://schemas.openxmlformats.org/officeDocument/2006/relationships/image" Target="../media/image103.wmf"/><Relationship Id="rId4" Type="http://schemas.openxmlformats.org/officeDocument/2006/relationships/image" Target="../media/image102.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09.wmf"/><Relationship Id="rId7" Type="http://schemas.openxmlformats.org/officeDocument/2006/relationships/image" Target="../media/image113.wmf"/><Relationship Id="rId2" Type="http://schemas.openxmlformats.org/officeDocument/2006/relationships/image" Target="../media/image108.wmf"/><Relationship Id="rId1" Type="http://schemas.openxmlformats.org/officeDocument/2006/relationships/image" Target="../media/image107.wmf"/><Relationship Id="rId6" Type="http://schemas.openxmlformats.org/officeDocument/2006/relationships/image" Target="../media/image112.wmf"/><Relationship Id="rId5" Type="http://schemas.openxmlformats.org/officeDocument/2006/relationships/image" Target="../media/image111.wmf"/><Relationship Id="rId4" Type="http://schemas.openxmlformats.org/officeDocument/2006/relationships/image" Target="../media/image110.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21.wmf"/><Relationship Id="rId3" Type="http://schemas.openxmlformats.org/officeDocument/2006/relationships/image" Target="../media/image116.wmf"/><Relationship Id="rId7" Type="http://schemas.openxmlformats.org/officeDocument/2006/relationships/image" Target="../media/image120.wmf"/><Relationship Id="rId2" Type="http://schemas.openxmlformats.org/officeDocument/2006/relationships/image" Target="../media/image115.wmf"/><Relationship Id="rId1" Type="http://schemas.openxmlformats.org/officeDocument/2006/relationships/image" Target="../media/image114.wmf"/><Relationship Id="rId6" Type="http://schemas.openxmlformats.org/officeDocument/2006/relationships/image" Target="../media/image119.wmf"/><Relationship Id="rId11" Type="http://schemas.openxmlformats.org/officeDocument/2006/relationships/image" Target="../media/image124.wmf"/><Relationship Id="rId5" Type="http://schemas.openxmlformats.org/officeDocument/2006/relationships/image" Target="../media/image118.wmf"/><Relationship Id="rId10" Type="http://schemas.openxmlformats.org/officeDocument/2006/relationships/image" Target="../media/image123.wmf"/><Relationship Id="rId4" Type="http://schemas.openxmlformats.org/officeDocument/2006/relationships/image" Target="../media/image117.wmf"/><Relationship Id="rId9" Type="http://schemas.openxmlformats.org/officeDocument/2006/relationships/image" Target="../media/image122.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27.wmf"/><Relationship Id="rId2" Type="http://schemas.openxmlformats.org/officeDocument/2006/relationships/image" Target="../media/image126.wmf"/><Relationship Id="rId1" Type="http://schemas.openxmlformats.org/officeDocument/2006/relationships/image" Target="../media/image125.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30.wmf"/><Relationship Id="rId2" Type="http://schemas.openxmlformats.org/officeDocument/2006/relationships/image" Target="../media/image129.wmf"/><Relationship Id="rId1" Type="http://schemas.openxmlformats.org/officeDocument/2006/relationships/image" Target="../media/image128.wmf"/><Relationship Id="rId4" Type="http://schemas.openxmlformats.org/officeDocument/2006/relationships/image" Target="../media/image131.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39.wmf"/><Relationship Id="rId3" Type="http://schemas.openxmlformats.org/officeDocument/2006/relationships/image" Target="../media/image134.wmf"/><Relationship Id="rId7" Type="http://schemas.openxmlformats.org/officeDocument/2006/relationships/image" Target="../media/image138.wmf"/><Relationship Id="rId2" Type="http://schemas.openxmlformats.org/officeDocument/2006/relationships/image" Target="../media/image133.wmf"/><Relationship Id="rId1" Type="http://schemas.openxmlformats.org/officeDocument/2006/relationships/image" Target="../media/image132.wmf"/><Relationship Id="rId6" Type="http://schemas.openxmlformats.org/officeDocument/2006/relationships/image" Target="../media/image137.wmf"/><Relationship Id="rId5" Type="http://schemas.openxmlformats.org/officeDocument/2006/relationships/image" Target="../media/image136.wmf"/><Relationship Id="rId4" Type="http://schemas.openxmlformats.org/officeDocument/2006/relationships/image" Target="../media/image135.w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148.emf"/><Relationship Id="rId3" Type="http://schemas.openxmlformats.org/officeDocument/2006/relationships/image" Target="../media/image143.wmf"/><Relationship Id="rId7" Type="http://schemas.openxmlformats.org/officeDocument/2006/relationships/image" Target="../media/image147.emf"/><Relationship Id="rId2" Type="http://schemas.openxmlformats.org/officeDocument/2006/relationships/image" Target="../media/image142.wmf"/><Relationship Id="rId1" Type="http://schemas.openxmlformats.org/officeDocument/2006/relationships/image" Target="../media/image141.wmf"/><Relationship Id="rId6" Type="http://schemas.openxmlformats.org/officeDocument/2006/relationships/image" Target="../media/image146.emf"/><Relationship Id="rId5" Type="http://schemas.openxmlformats.org/officeDocument/2006/relationships/image" Target="../media/image145.wmf"/><Relationship Id="rId4" Type="http://schemas.openxmlformats.org/officeDocument/2006/relationships/image" Target="../media/image144.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51.wmf"/><Relationship Id="rId7" Type="http://schemas.openxmlformats.org/officeDocument/2006/relationships/image" Target="../media/image154.wmf"/><Relationship Id="rId2" Type="http://schemas.openxmlformats.org/officeDocument/2006/relationships/image" Target="../media/image150.wmf"/><Relationship Id="rId1" Type="http://schemas.openxmlformats.org/officeDocument/2006/relationships/image" Target="../media/image149.wmf"/><Relationship Id="rId6" Type="http://schemas.openxmlformats.org/officeDocument/2006/relationships/image" Target="../media/image153.wmf"/><Relationship Id="rId5" Type="http://schemas.openxmlformats.org/officeDocument/2006/relationships/image" Target="../media/image152.wmf"/><Relationship Id="rId4" Type="http://schemas.openxmlformats.org/officeDocument/2006/relationships/image" Target="../media/image145.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57.wmf"/><Relationship Id="rId2" Type="http://schemas.openxmlformats.org/officeDocument/2006/relationships/image" Target="../media/image156.wmf"/><Relationship Id="rId1" Type="http://schemas.openxmlformats.org/officeDocument/2006/relationships/image" Target="../media/image155.w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162.wmf"/><Relationship Id="rId3" Type="http://schemas.openxmlformats.org/officeDocument/2006/relationships/image" Target="../media/image160.wmf"/><Relationship Id="rId7" Type="http://schemas.openxmlformats.org/officeDocument/2006/relationships/image" Target="../media/image145.wmf"/><Relationship Id="rId2" Type="http://schemas.openxmlformats.org/officeDocument/2006/relationships/image" Target="../media/image159.wmf"/><Relationship Id="rId1" Type="http://schemas.openxmlformats.org/officeDocument/2006/relationships/image" Target="../media/image158.wmf"/><Relationship Id="rId6" Type="http://schemas.openxmlformats.org/officeDocument/2006/relationships/image" Target="../media/image152.wmf"/><Relationship Id="rId5" Type="http://schemas.openxmlformats.org/officeDocument/2006/relationships/image" Target="../media/image151.wmf"/><Relationship Id="rId4" Type="http://schemas.openxmlformats.org/officeDocument/2006/relationships/image" Target="../media/image161.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65.wmf"/><Relationship Id="rId2" Type="http://schemas.openxmlformats.org/officeDocument/2006/relationships/image" Target="../media/image164.wmf"/><Relationship Id="rId1" Type="http://schemas.openxmlformats.org/officeDocument/2006/relationships/image" Target="../media/image163.wmf"/><Relationship Id="rId6" Type="http://schemas.openxmlformats.org/officeDocument/2006/relationships/image" Target="../media/image168.wmf"/><Relationship Id="rId5" Type="http://schemas.openxmlformats.org/officeDocument/2006/relationships/image" Target="../media/image167.wmf"/><Relationship Id="rId4" Type="http://schemas.openxmlformats.org/officeDocument/2006/relationships/image" Target="../media/image166.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71.wmf"/><Relationship Id="rId2" Type="http://schemas.openxmlformats.org/officeDocument/2006/relationships/image" Target="../media/image170.wmf"/><Relationship Id="rId1" Type="http://schemas.openxmlformats.org/officeDocument/2006/relationships/image" Target="../media/image169.wmf"/><Relationship Id="rId5" Type="http://schemas.openxmlformats.org/officeDocument/2006/relationships/image" Target="../media/image173.wmf"/><Relationship Id="rId4" Type="http://schemas.openxmlformats.org/officeDocument/2006/relationships/image" Target="../media/image172.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76.wmf"/><Relationship Id="rId2" Type="http://schemas.openxmlformats.org/officeDocument/2006/relationships/image" Target="../media/image175.wmf"/><Relationship Id="rId1" Type="http://schemas.openxmlformats.org/officeDocument/2006/relationships/image" Target="../media/image174.jpeg"/></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184.wmf"/><Relationship Id="rId3" Type="http://schemas.openxmlformats.org/officeDocument/2006/relationships/image" Target="../media/image179.wmf"/><Relationship Id="rId7" Type="http://schemas.openxmlformats.org/officeDocument/2006/relationships/image" Target="../media/image183.wmf"/><Relationship Id="rId2" Type="http://schemas.openxmlformats.org/officeDocument/2006/relationships/image" Target="../media/image178.wmf"/><Relationship Id="rId1" Type="http://schemas.openxmlformats.org/officeDocument/2006/relationships/image" Target="../media/image177.wmf"/><Relationship Id="rId6" Type="http://schemas.openxmlformats.org/officeDocument/2006/relationships/image" Target="../media/image182.wmf"/><Relationship Id="rId5" Type="http://schemas.openxmlformats.org/officeDocument/2006/relationships/image" Target="../media/image181.wmf"/><Relationship Id="rId10" Type="http://schemas.openxmlformats.org/officeDocument/2006/relationships/image" Target="../media/image186.wmf"/><Relationship Id="rId4" Type="http://schemas.openxmlformats.org/officeDocument/2006/relationships/image" Target="../media/image180.wmf"/><Relationship Id="rId9" Type="http://schemas.openxmlformats.org/officeDocument/2006/relationships/image" Target="../media/image185.wmf"/></Relationships>
</file>

<file path=ppt/drawings/_rels/vmlDrawing35.vml.rels><?xml version="1.0" encoding="UTF-8" standalone="yes"?>
<Relationships xmlns="http://schemas.openxmlformats.org/package/2006/relationships"><Relationship Id="rId8" Type="http://schemas.openxmlformats.org/officeDocument/2006/relationships/image" Target="../media/image178.wmf"/><Relationship Id="rId13" Type="http://schemas.openxmlformats.org/officeDocument/2006/relationships/image" Target="../media/image195.wmf"/><Relationship Id="rId3" Type="http://schemas.openxmlformats.org/officeDocument/2006/relationships/image" Target="../media/image188.wmf"/><Relationship Id="rId7" Type="http://schemas.openxmlformats.org/officeDocument/2006/relationships/image" Target="../media/image151.wmf"/><Relationship Id="rId12" Type="http://schemas.openxmlformats.org/officeDocument/2006/relationships/image" Target="../media/image194.wmf"/><Relationship Id="rId2" Type="http://schemas.openxmlformats.org/officeDocument/2006/relationships/image" Target="../media/image187.wmf"/><Relationship Id="rId1" Type="http://schemas.openxmlformats.org/officeDocument/2006/relationships/image" Target="../media/image111.wmf"/><Relationship Id="rId6" Type="http://schemas.openxmlformats.org/officeDocument/2006/relationships/image" Target="../media/image191.wmf"/><Relationship Id="rId11" Type="http://schemas.openxmlformats.org/officeDocument/2006/relationships/image" Target="../media/image193.wmf"/><Relationship Id="rId5" Type="http://schemas.openxmlformats.org/officeDocument/2006/relationships/image" Target="../media/image190.wmf"/><Relationship Id="rId10" Type="http://schemas.openxmlformats.org/officeDocument/2006/relationships/image" Target="../media/image180.wmf"/><Relationship Id="rId4" Type="http://schemas.openxmlformats.org/officeDocument/2006/relationships/image" Target="../media/image189.wmf"/><Relationship Id="rId9" Type="http://schemas.openxmlformats.org/officeDocument/2006/relationships/image" Target="../media/image192.wmf"/><Relationship Id="rId14" Type="http://schemas.openxmlformats.org/officeDocument/2006/relationships/image" Target="../media/image196.wmf"/></Relationships>
</file>

<file path=ppt/drawings/_rels/vmlDrawing36.vml.rels><?xml version="1.0" encoding="UTF-8" standalone="yes"?>
<Relationships xmlns="http://schemas.openxmlformats.org/package/2006/relationships"><Relationship Id="rId8" Type="http://schemas.openxmlformats.org/officeDocument/2006/relationships/image" Target="../media/image204.wmf"/><Relationship Id="rId3" Type="http://schemas.openxmlformats.org/officeDocument/2006/relationships/image" Target="../media/image199.wmf"/><Relationship Id="rId7" Type="http://schemas.openxmlformats.org/officeDocument/2006/relationships/image" Target="../media/image203.wmf"/><Relationship Id="rId2" Type="http://schemas.openxmlformats.org/officeDocument/2006/relationships/image" Target="../media/image198.wmf"/><Relationship Id="rId1" Type="http://schemas.openxmlformats.org/officeDocument/2006/relationships/image" Target="../media/image197.wmf"/><Relationship Id="rId6" Type="http://schemas.openxmlformats.org/officeDocument/2006/relationships/image" Target="../media/image202.wmf"/><Relationship Id="rId5" Type="http://schemas.openxmlformats.org/officeDocument/2006/relationships/image" Target="../media/image201.wmf"/><Relationship Id="rId4" Type="http://schemas.openxmlformats.org/officeDocument/2006/relationships/image" Target="../media/image200.wmf"/><Relationship Id="rId9" Type="http://schemas.openxmlformats.org/officeDocument/2006/relationships/image" Target="../media/image205.wmf"/></Relationships>
</file>

<file path=ppt/drawings/_rels/vmlDrawing37.vml.rels><?xml version="1.0" encoding="UTF-8" standalone="yes"?>
<Relationships xmlns="http://schemas.openxmlformats.org/package/2006/relationships"><Relationship Id="rId8" Type="http://schemas.openxmlformats.org/officeDocument/2006/relationships/image" Target="../media/image205.wmf"/><Relationship Id="rId3" Type="http://schemas.openxmlformats.org/officeDocument/2006/relationships/image" Target="../media/image208.wmf"/><Relationship Id="rId7" Type="http://schemas.openxmlformats.org/officeDocument/2006/relationships/image" Target="../media/image204.wmf"/><Relationship Id="rId2" Type="http://schemas.openxmlformats.org/officeDocument/2006/relationships/image" Target="../media/image207.wmf"/><Relationship Id="rId1" Type="http://schemas.openxmlformats.org/officeDocument/2006/relationships/image" Target="../media/image206.wmf"/><Relationship Id="rId6" Type="http://schemas.openxmlformats.org/officeDocument/2006/relationships/image" Target="../media/image203.wmf"/><Relationship Id="rId5" Type="http://schemas.openxmlformats.org/officeDocument/2006/relationships/image" Target="../media/image202.wmf"/><Relationship Id="rId4" Type="http://schemas.openxmlformats.org/officeDocument/2006/relationships/image" Target="../media/image201.wmf"/></Relationships>
</file>

<file path=ppt/drawings/_rels/vmlDrawing38.vml.rels><?xml version="1.0" encoding="UTF-8" standalone="yes"?>
<Relationships xmlns="http://schemas.openxmlformats.org/package/2006/relationships"><Relationship Id="rId8" Type="http://schemas.openxmlformats.org/officeDocument/2006/relationships/image" Target="../media/image216.wmf"/><Relationship Id="rId3" Type="http://schemas.openxmlformats.org/officeDocument/2006/relationships/image" Target="../media/image211.wmf"/><Relationship Id="rId7" Type="http://schemas.openxmlformats.org/officeDocument/2006/relationships/image" Target="../media/image215.wmf"/><Relationship Id="rId2" Type="http://schemas.openxmlformats.org/officeDocument/2006/relationships/image" Target="../media/image210.wmf"/><Relationship Id="rId1" Type="http://schemas.openxmlformats.org/officeDocument/2006/relationships/image" Target="../media/image209.wmf"/><Relationship Id="rId6" Type="http://schemas.openxmlformats.org/officeDocument/2006/relationships/image" Target="../media/image214.wmf"/><Relationship Id="rId5" Type="http://schemas.openxmlformats.org/officeDocument/2006/relationships/image" Target="../media/image213.wmf"/><Relationship Id="rId4" Type="http://schemas.openxmlformats.org/officeDocument/2006/relationships/image" Target="../media/image212.wmf"/><Relationship Id="rId9" Type="http://schemas.openxmlformats.org/officeDocument/2006/relationships/image" Target="../media/image217.w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225.wmf"/><Relationship Id="rId3" Type="http://schemas.openxmlformats.org/officeDocument/2006/relationships/image" Target="../media/image220.wmf"/><Relationship Id="rId7" Type="http://schemas.openxmlformats.org/officeDocument/2006/relationships/image" Target="../media/image224.wmf"/><Relationship Id="rId2" Type="http://schemas.openxmlformats.org/officeDocument/2006/relationships/image" Target="../media/image219.wmf"/><Relationship Id="rId1" Type="http://schemas.openxmlformats.org/officeDocument/2006/relationships/image" Target="../media/image218.wmf"/><Relationship Id="rId6" Type="http://schemas.openxmlformats.org/officeDocument/2006/relationships/image" Target="../media/image223.wmf"/><Relationship Id="rId11" Type="http://schemas.openxmlformats.org/officeDocument/2006/relationships/image" Target="../media/image228.wmf"/><Relationship Id="rId5" Type="http://schemas.openxmlformats.org/officeDocument/2006/relationships/image" Target="../media/image222.wmf"/><Relationship Id="rId10" Type="http://schemas.openxmlformats.org/officeDocument/2006/relationships/image" Target="../media/image227.wmf"/><Relationship Id="rId4" Type="http://schemas.openxmlformats.org/officeDocument/2006/relationships/image" Target="../media/image221.wmf"/><Relationship Id="rId9" Type="http://schemas.openxmlformats.org/officeDocument/2006/relationships/image" Target="../media/image226.wmf"/></Relationships>
</file>

<file path=ppt/drawings/_rels/vmlDrawing40.vml.rels><?xml version="1.0" encoding="UTF-8" standalone="yes"?>
<Relationships xmlns="http://schemas.openxmlformats.org/package/2006/relationships"><Relationship Id="rId8" Type="http://schemas.openxmlformats.org/officeDocument/2006/relationships/image" Target="../media/image236.wmf"/><Relationship Id="rId3" Type="http://schemas.openxmlformats.org/officeDocument/2006/relationships/image" Target="../media/image231.wmf"/><Relationship Id="rId7" Type="http://schemas.openxmlformats.org/officeDocument/2006/relationships/image" Target="../media/image235.wmf"/><Relationship Id="rId2" Type="http://schemas.openxmlformats.org/officeDocument/2006/relationships/image" Target="../media/image230.wmf"/><Relationship Id="rId1" Type="http://schemas.openxmlformats.org/officeDocument/2006/relationships/image" Target="../media/image229.wmf"/><Relationship Id="rId6" Type="http://schemas.openxmlformats.org/officeDocument/2006/relationships/image" Target="../media/image234.wmf"/><Relationship Id="rId5" Type="http://schemas.openxmlformats.org/officeDocument/2006/relationships/image" Target="../media/image233.wmf"/><Relationship Id="rId10" Type="http://schemas.openxmlformats.org/officeDocument/2006/relationships/image" Target="../media/image238.wmf"/><Relationship Id="rId4" Type="http://schemas.openxmlformats.org/officeDocument/2006/relationships/image" Target="../media/image232.wmf"/><Relationship Id="rId9" Type="http://schemas.openxmlformats.org/officeDocument/2006/relationships/image" Target="../media/image237.wmf"/></Relationships>
</file>

<file path=ppt/drawings/_rels/vmlDrawing41.vml.rels><?xml version="1.0" encoding="UTF-8" standalone="yes"?>
<Relationships xmlns="http://schemas.openxmlformats.org/package/2006/relationships"><Relationship Id="rId8" Type="http://schemas.openxmlformats.org/officeDocument/2006/relationships/image" Target="../media/image246.wmf"/><Relationship Id="rId13" Type="http://schemas.openxmlformats.org/officeDocument/2006/relationships/image" Target="../media/image237.wmf"/><Relationship Id="rId3" Type="http://schemas.openxmlformats.org/officeDocument/2006/relationships/image" Target="../media/image241.wmf"/><Relationship Id="rId7" Type="http://schemas.openxmlformats.org/officeDocument/2006/relationships/image" Target="../media/image245.wmf"/><Relationship Id="rId12" Type="http://schemas.openxmlformats.org/officeDocument/2006/relationships/image" Target="../media/image236.wmf"/><Relationship Id="rId2" Type="http://schemas.openxmlformats.org/officeDocument/2006/relationships/image" Target="../media/image240.wmf"/><Relationship Id="rId1" Type="http://schemas.openxmlformats.org/officeDocument/2006/relationships/image" Target="../media/image239.wmf"/><Relationship Id="rId6" Type="http://schemas.openxmlformats.org/officeDocument/2006/relationships/image" Target="../media/image244.wmf"/><Relationship Id="rId11" Type="http://schemas.openxmlformats.org/officeDocument/2006/relationships/image" Target="../media/image235.wmf"/><Relationship Id="rId5" Type="http://schemas.openxmlformats.org/officeDocument/2006/relationships/image" Target="../media/image243.wmf"/><Relationship Id="rId10" Type="http://schemas.openxmlformats.org/officeDocument/2006/relationships/image" Target="../media/image248.wmf"/><Relationship Id="rId4" Type="http://schemas.openxmlformats.org/officeDocument/2006/relationships/image" Target="../media/image242.wmf"/><Relationship Id="rId9" Type="http://schemas.openxmlformats.org/officeDocument/2006/relationships/image" Target="../media/image247.wmf"/><Relationship Id="rId14" Type="http://schemas.openxmlformats.org/officeDocument/2006/relationships/image" Target="../media/image238.wmf"/></Relationships>
</file>

<file path=ppt/drawings/_rels/vmlDrawing42.vml.rels><?xml version="1.0" encoding="UTF-8" standalone="yes"?>
<Relationships xmlns="http://schemas.openxmlformats.org/package/2006/relationships"><Relationship Id="rId8" Type="http://schemas.openxmlformats.org/officeDocument/2006/relationships/image" Target="../media/image256.wmf"/><Relationship Id="rId13" Type="http://schemas.openxmlformats.org/officeDocument/2006/relationships/image" Target="../media/image261.wmf"/><Relationship Id="rId3" Type="http://schemas.openxmlformats.org/officeDocument/2006/relationships/image" Target="../media/image251.wmf"/><Relationship Id="rId7" Type="http://schemas.openxmlformats.org/officeDocument/2006/relationships/image" Target="../media/image255.wmf"/><Relationship Id="rId12" Type="http://schemas.openxmlformats.org/officeDocument/2006/relationships/image" Target="../media/image260.wmf"/><Relationship Id="rId2" Type="http://schemas.openxmlformats.org/officeDocument/2006/relationships/image" Target="../media/image250.wmf"/><Relationship Id="rId1" Type="http://schemas.openxmlformats.org/officeDocument/2006/relationships/image" Target="../media/image249.wmf"/><Relationship Id="rId6" Type="http://schemas.openxmlformats.org/officeDocument/2006/relationships/image" Target="../media/image254.wmf"/><Relationship Id="rId11" Type="http://schemas.openxmlformats.org/officeDocument/2006/relationships/image" Target="../media/image259.wmf"/><Relationship Id="rId5" Type="http://schemas.openxmlformats.org/officeDocument/2006/relationships/image" Target="../media/image253.wmf"/><Relationship Id="rId10" Type="http://schemas.openxmlformats.org/officeDocument/2006/relationships/image" Target="../media/image258.wmf"/><Relationship Id="rId4" Type="http://schemas.openxmlformats.org/officeDocument/2006/relationships/image" Target="../media/image252.wmf"/><Relationship Id="rId9" Type="http://schemas.openxmlformats.org/officeDocument/2006/relationships/image" Target="../media/image257.wmf"/><Relationship Id="rId14" Type="http://schemas.openxmlformats.org/officeDocument/2006/relationships/image" Target="../media/image262.w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265.wmf"/><Relationship Id="rId7" Type="http://schemas.openxmlformats.org/officeDocument/2006/relationships/image" Target="../media/image268.wmf"/><Relationship Id="rId2" Type="http://schemas.openxmlformats.org/officeDocument/2006/relationships/image" Target="../media/image264.wmf"/><Relationship Id="rId1" Type="http://schemas.openxmlformats.org/officeDocument/2006/relationships/image" Target="../media/image263.wmf"/><Relationship Id="rId6" Type="http://schemas.openxmlformats.org/officeDocument/2006/relationships/image" Target="../media/image267.wmf"/><Relationship Id="rId5" Type="http://schemas.openxmlformats.org/officeDocument/2006/relationships/image" Target="../media/image111.wmf"/><Relationship Id="rId4" Type="http://schemas.openxmlformats.org/officeDocument/2006/relationships/image" Target="../media/image266.wmf"/></Relationships>
</file>

<file path=ppt/drawings/_rels/vmlDrawing44.vml.rels><?xml version="1.0" encoding="UTF-8" standalone="yes"?>
<Relationships xmlns="http://schemas.openxmlformats.org/package/2006/relationships"><Relationship Id="rId8" Type="http://schemas.openxmlformats.org/officeDocument/2006/relationships/image" Target="../media/image276.emf"/><Relationship Id="rId13" Type="http://schemas.openxmlformats.org/officeDocument/2006/relationships/image" Target="../media/image281.emf"/><Relationship Id="rId3" Type="http://schemas.openxmlformats.org/officeDocument/2006/relationships/image" Target="../media/image271.wmf"/><Relationship Id="rId7" Type="http://schemas.openxmlformats.org/officeDocument/2006/relationships/image" Target="../media/image275.wmf"/><Relationship Id="rId12" Type="http://schemas.openxmlformats.org/officeDocument/2006/relationships/image" Target="../media/image280.emf"/><Relationship Id="rId2" Type="http://schemas.openxmlformats.org/officeDocument/2006/relationships/image" Target="../media/image270.wmf"/><Relationship Id="rId1" Type="http://schemas.openxmlformats.org/officeDocument/2006/relationships/image" Target="../media/image269.wmf"/><Relationship Id="rId6" Type="http://schemas.openxmlformats.org/officeDocument/2006/relationships/image" Target="../media/image274.wmf"/><Relationship Id="rId11" Type="http://schemas.openxmlformats.org/officeDocument/2006/relationships/image" Target="../media/image279.emf"/><Relationship Id="rId5" Type="http://schemas.openxmlformats.org/officeDocument/2006/relationships/image" Target="../media/image273.wmf"/><Relationship Id="rId10" Type="http://schemas.openxmlformats.org/officeDocument/2006/relationships/image" Target="../media/image278.emf"/><Relationship Id="rId4" Type="http://schemas.openxmlformats.org/officeDocument/2006/relationships/image" Target="../media/image272.wmf"/><Relationship Id="rId9" Type="http://schemas.openxmlformats.org/officeDocument/2006/relationships/image" Target="../media/image277.emf"/></Relationships>
</file>

<file path=ppt/drawings/_rels/vmlDrawing45.vml.rels><?xml version="1.0" encoding="UTF-8" standalone="yes"?>
<Relationships xmlns="http://schemas.openxmlformats.org/package/2006/relationships"><Relationship Id="rId8" Type="http://schemas.openxmlformats.org/officeDocument/2006/relationships/image" Target="../media/image289.wmf"/><Relationship Id="rId3" Type="http://schemas.openxmlformats.org/officeDocument/2006/relationships/image" Target="../media/image284.wmf"/><Relationship Id="rId7" Type="http://schemas.openxmlformats.org/officeDocument/2006/relationships/image" Target="../media/image288.wmf"/><Relationship Id="rId2" Type="http://schemas.openxmlformats.org/officeDocument/2006/relationships/image" Target="../media/image283.wmf"/><Relationship Id="rId1" Type="http://schemas.openxmlformats.org/officeDocument/2006/relationships/image" Target="../media/image282.wmf"/><Relationship Id="rId6" Type="http://schemas.openxmlformats.org/officeDocument/2006/relationships/image" Target="../media/image287.wmf"/><Relationship Id="rId5" Type="http://schemas.openxmlformats.org/officeDocument/2006/relationships/image" Target="../media/image286.wmf"/><Relationship Id="rId4" Type="http://schemas.openxmlformats.org/officeDocument/2006/relationships/image" Target="../media/image285.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292.wmf"/><Relationship Id="rId2" Type="http://schemas.openxmlformats.org/officeDocument/2006/relationships/image" Target="../media/image291.wmf"/><Relationship Id="rId1" Type="http://schemas.openxmlformats.org/officeDocument/2006/relationships/image" Target="../media/image290.wmf"/><Relationship Id="rId5" Type="http://schemas.openxmlformats.org/officeDocument/2006/relationships/image" Target="../media/image294.wmf"/><Relationship Id="rId4" Type="http://schemas.openxmlformats.org/officeDocument/2006/relationships/image" Target="../media/image293.wmf"/></Relationships>
</file>

<file path=ppt/drawings/_rels/vmlDrawing47.vml.rels><?xml version="1.0" encoding="UTF-8" standalone="yes"?>
<Relationships xmlns="http://schemas.openxmlformats.org/package/2006/relationships"><Relationship Id="rId8" Type="http://schemas.openxmlformats.org/officeDocument/2006/relationships/image" Target="../media/image300.wmf"/><Relationship Id="rId13" Type="http://schemas.openxmlformats.org/officeDocument/2006/relationships/image" Target="../media/image305.wmf"/><Relationship Id="rId3" Type="http://schemas.openxmlformats.org/officeDocument/2006/relationships/image" Target="../media/image296.wmf"/><Relationship Id="rId7" Type="http://schemas.openxmlformats.org/officeDocument/2006/relationships/image" Target="../media/image299.wmf"/><Relationship Id="rId12" Type="http://schemas.openxmlformats.org/officeDocument/2006/relationships/image" Target="../media/image304.wmf"/><Relationship Id="rId2" Type="http://schemas.openxmlformats.org/officeDocument/2006/relationships/image" Target="../media/image295.wmf"/><Relationship Id="rId1" Type="http://schemas.openxmlformats.org/officeDocument/2006/relationships/image" Target="../media/image249.wmf"/><Relationship Id="rId6" Type="http://schemas.openxmlformats.org/officeDocument/2006/relationships/image" Target="../media/image298.wmf"/><Relationship Id="rId11" Type="http://schemas.openxmlformats.org/officeDocument/2006/relationships/image" Target="../media/image303.wmf"/><Relationship Id="rId5" Type="http://schemas.openxmlformats.org/officeDocument/2006/relationships/image" Target="../media/image253.wmf"/><Relationship Id="rId10" Type="http://schemas.openxmlformats.org/officeDocument/2006/relationships/image" Target="../media/image302.wmf"/><Relationship Id="rId4" Type="http://schemas.openxmlformats.org/officeDocument/2006/relationships/image" Target="../media/image297.wmf"/><Relationship Id="rId9" Type="http://schemas.openxmlformats.org/officeDocument/2006/relationships/image" Target="../media/image301.wmf"/></Relationships>
</file>

<file path=ppt/drawings/_rels/vmlDrawing48.vml.rels><?xml version="1.0" encoding="UTF-8" standalone="yes"?>
<Relationships xmlns="http://schemas.openxmlformats.org/package/2006/relationships"><Relationship Id="rId8" Type="http://schemas.openxmlformats.org/officeDocument/2006/relationships/image" Target="../media/image296.wmf"/><Relationship Id="rId13" Type="http://schemas.openxmlformats.org/officeDocument/2006/relationships/image" Target="../media/image310.wmf"/><Relationship Id="rId3" Type="http://schemas.openxmlformats.org/officeDocument/2006/relationships/image" Target="../media/image145.wmf"/><Relationship Id="rId7" Type="http://schemas.openxmlformats.org/officeDocument/2006/relationships/image" Target="../media/image295.wmf"/><Relationship Id="rId12" Type="http://schemas.openxmlformats.org/officeDocument/2006/relationships/image" Target="../media/image309.wmf"/><Relationship Id="rId2" Type="http://schemas.openxmlformats.org/officeDocument/2006/relationships/image" Target="../media/image307.wmf"/><Relationship Id="rId1" Type="http://schemas.openxmlformats.org/officeDocument/2006/relationships/image" Target="../media/image306.wmf"/><Relationship Id="rId6" Type="http://schemas.openxmlformats.org/officeDocument/2006/relationships/image" Target="../media/image249.wmf"/><Relationship Id="rId11" Type="http://schemas.openxmlformats.org/officeDocument/2006/relationships/image" Target="../media/image298.wmf"/><Relationship Id="rId5" Type="http://schemas.openxmlformats.org/officeDocument/2006/relationships/image" Target="../media/image111.wmf"/><Relationship Id="rId10" Type="http://schemas.openxmlformats.org/officeDocument/2006/relationships/image" Target="../media/image253.wmf"/><Relationship Id="rId4" Type="http://schemas.openxmlformats.org/officeDocument/2006/relationships/image" Target="../media/image308.wmf"/><Relationship Id="rId9" Type="http://schemas.openxmlformats.org/officeDocument/2006/relationships/image" Target="../media/image297.wmf"/><Relationship Id="rId14" Type="http://schemas.openxmlformats.org/officeDocument/2006/relationships/image" Target="../media/image311.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314.wmf"/><Relationship Id="rId2" Type="http://schemas.openxmlformats.org/officeDocument/2006/relationships/image" Target="../media/image313.wmf"/><Relationship Id="rId1" Type="http://schemas.openxmlformats.org/officeDocument/2006/relationships/image" Target="../media/image312.wmf"/><Relationship Id="rId6" Type="http://schemas.openxmlformats.org/officeDocument/2006/relationships/image" Target="../media/image317.wmf"/><Relationship Id="rId5" Type="http://schemas.openxmlformats.org/officeDocument/2006/relationships/image" Target="../media/image316.wmf"/><Relationship Id="rId4" Type="http://schemas.openxmlformats.org/officeDocument/2006/relationships/image" Target="../media/image315.wmf"/></Relationships>
</file>

<file path=ppt/drawings/_rels/vmlDrawing50.vml.rels><?xml version="1.0" encoding="UTF-8" standalone="yes"?>
<Relationships xmlns="http://schemas.openxmlformats.org/package/2006/relationships"><Relationship Id="rId3" Type="http://schemas.openxmlformats.org/officeDocument/2006/relationships/image" Target="../media/image320.wmf"/><Relationship Id="rId2" Type="http://schemas.openxmlformats.org/officeDocument/2006/relationships/image" Target="../media/image319.wmf"/><Relationship Id="rId1" Type="http://schemas.openxmlformats.org/officeDocument/2006/relationships/image" Target="../media/image318.emf"/><Relationship Id="rId5" Type="http://schemas.openxmlformats.org/officeDocument/2006/relationships/image" Target="../media/image322.wmf"/><Relationship Id="rId4" Type="http://schemas.openxmlformats.org/officeDocument/2006/relationships/image" Target="../media/image321.w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325.wmf"/><Relationship Id="rId2" Type="http://schemas.openxmlformats.org/officeDocument/2006/relationships/image" Target="../media/image324.wmf"/><Relationship Id="rId1" Type="http://schemas.openxmlformats.org/officeDocument/2006/relationships/image" Target="../media/image323.w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326.wmf"/></Relationships>
</file>

<file path=ppt/drawings/_rels/vmlDrawing53.vml.rels><?xml version="1.0" encoding="UTF-8" standalone="yes"?>
<Relationships xmlns="http://schemas.openxmlformats.org/package/2006/relationships"><Relationship Id="rId2" Type="http://schemas.openxmlformats.org/officeDocument/2006/relationships/image" Target="../media/image328.wmf"/><Relationship Id="rId1" Type="http://schemas.openxmlformats.org/officeDocument/2006/relationships/image" Target="../media/image327.wmf"/></Relationships>
</file>

<file path=ppt/drawings/_rels/vmlDrawing54.vml.rels><?xml version="1.0" encoding="UTF-8" standalone="yes"?>
<Relationships xmlns="http://schemas.openxmlformats.org/package/2006/relationships"><Relationship Id="rId8" Type="http://schemas.openxmlformats.org/officeDocument/2006/relationships/image" Target="../media/image336.wmf"/><Relationship Id="rId3" Type="http://schemas.openxmlformats.org/officeDocument/2006/relationships/image" Target="../media/image331.wmf"/><Relationship Id="rId7" Type="http://schemas.openxmlformats.org/officeDocument/2006/relationships/image" Target="../media/image335.wmf"/><Relationship Id="rId2" Type="http://schemas.openxmlformats.org/officeDocument/2006/relationships/image" Target="../media/image330.wmf"/><Relationship Id="rId1" Type="http://schemas.openxmlformats.org/officeDocument/2006/relationships/image" Target="../media/image329.wmf"/><Relationship Id="rId6" Type="http://schemas.openxmlformats.org/officeDocument/2006/relationships/image" Target="../media/image334.wmf"/><Relationship Id="rId5" Type="http://schemas.openxmlformats.org/officeDocument/2006/relationships/image" Target="../media/image333.wmf"/><Relationship Id="rId4" Type="http://schemas.openxmlformats.org/officeDocument/2006/relationships/image" Target="../media/image332.wmf"/></Relationships>
</file>

<file path=ppt/drawings/_rels/vmlDrawing55.vml.rels><?xml version="1.0" encoding="UTF-8" standalone="yes"?>
<Relationships xmlns="http://schemas.openxmlformats.org/package/2006/relationships"><Relationship Id="rId8" Type="http://schemas.openxmlformats.org/officeDocument/2006/relationships/image" Target="../media/image335.wmf"/><Relationship Id="rId3" Type="http://schemas.openxmlformats.org/officeDocument/2006/relationships/image" Target="../media/image339.wmf"/><Relationship Id="rId7" Type="http://schemas.openxmlformats.org/officeDocument/2006/relationships/image" Target="../media/image334.wmf"/><Relationship Id="rId2" Type="http://schemas.openxmlformats.org/officeDocument/2006/relationships/image" Target="../media/image338.wmf"/><Relationship Id="rId1" Type="http://schemas.openxmlformats.org/officeDocument/2006/relationships/image" Target="../media/image337.wmf"/><Relationship Id="rId6" Type="http://schemas.openxmlformats.org/officeDocument/2006/relationships/image" Target="../media/image333.wmf"/><Relationship Id="rId5" Type="http://schemas.openxmlformats.org/officeDocument/2006/relationships/image" Target="../media/image332.wmf"/><Relationship Id="rId4" Type="http://schemas.openxmlformats.org/officeDocument/2006/relationships/image" Target="../media/image331.wmf"/><Relationship Id="rId9" Type="http://schemas.openxmlformats.org/officeDocument/2006/relationships/image" Target="../media/image336.wmf"/></Relationships>
</file>

<file path=ppt/drawings/_rels/vmlDrawing56.vml.rels><?xml version="1.0" encoding="UTF-8" standalone="yes"?>
<Relationships xmlns="http://schemas.openxmlformats.org/package/2006/relationships"><Relationship Id="rId8" Type="http://schemas.openxmlformats.org/officeDocument/2006/relationships/image" Target="../media/image335.wmf"/><Relationship Id="rId3" Type="http://schemas.openxmlformats.org/officeDocument/2006/relationships/image" Target="../media/image342.wmf"/><Relationship Id="rId7" Type="http://schemas.openxmlformats.org/officeDocument/2006/relationships/image" Target="../media/image334.wmf"/><Relationship Id="rId2" Type="http://schemas.openxmlformats.org/officeDocument/2006/relationships/image" Target="../media/image341.wmf"/><Relationship Id="rId1" Type="http://schemas.openxmlformats.org/officeDocument/2006/relationships/image" Target="../media/image340.wmf"/><Relationship Id="rId6" Type="http://schemas.openxmlformats.org/officeDocument/2006/relationships/image" Target="../media/image333.wmf"/><Relationship Id="rId5" Type="http://schemas.openxmlformats.org/officeDocument/2006/relationships/image" Target="../media/image332.wmf"/><Relationship Id="rId4" Type="http://schemas.openxmlformats.org/officeDocument/2006/relationships/image" Target="../media/image331.wmf"/><Relationship Id="rId9" Type="http://schemas.openxmlformats.org/officeDocument/2006/relationships/image" Target="../media/image336.wmf"/></Relationships>
</file>

<file path=ppt/drawings/_rels/vmlDrawing57.vml.rels><?xml version="1.0" encoding="UTF-8" standalone="yes"?>
<Relationships xmlns="http://schemas.openxmlformats.org/package/2006/relationships"><Relationship Id="rId8" Type="http://schemas.openxmlformats.org/officeDocument/2006/relationships/image" Target="../media/image350.emf"/><Relationship Id="rId13" Type="http://schemas.openxmlformats.org/officeDocument/2006/relationships/image" Target="../media/image355.wmf"/><Relationship Id="rId3" Type="http://schemas.openxmlformats.org/officeDocument/2006/relationships/image" Target="../media/image345.wmf"/><Relationship Id="rId7" Type="http://schemas.openxmlformats.org/officeDocument/2006/relationships/image" Target="../media/image349.emf"/><Relationship Id="rId12" Type="http://schemas.openxmlformats.org/officeDocument/2006/relationships/image" Target="../media/image354.wmf"/><Relationship Id="rId2" Type="http://schemas.openxmlformats.org/officeDocument/2006/relationships/image" Target="../media/image344.wmf"/><Relationship Id="rId1" Type="http://schemas.openxmlformats.org/officeDocument/2006/relationships/image" Target="../media/image343.wmf"/><Relationship Id="rId6" Type="http://schemas.openxmlformats.org/officeDocument/2006/relationships/image" Target="../media/image348.emf"/><Relationship Id="rId11" Type="http://schemas.openxmlformats.org/officeDocument/2006/relationships/image" Target="../media/image353.wmf"/><Relationship Id="rId5" Type="http://schemas.openxmlformats.org/officeDocument/2006/relationships/image" Target="../media/image347.emf"/><Relationship Id="rId10" Type="http://schemas.openxmlformats.org/officeDocument/2006/relationships/image" Target="../media/image352.wmf"/><Relationship Id="rId4" Type="http://schemas.openxmlformats.org/officeDocument/2006/relationships/image" Target="../media/image346.wmf"/><Relationship Id="rId9" Type="http://schemas.openxmlformats.org/officeDocument/2006/relationships/image" Target="../media/image351.wmf"/><Relationship Id="rId14" Type="http://schemas.openxmlformats.org/officeDocument/2006/relationships/image" Target="../media/image356.wmf"/></Relationships>
</file>

<file path=ppt/drawings/_rels/vmlDrawing58.vml.rels><?xml version="1.0" encoding="UTF-8" standalone="yes"?>
<Relationships xmlns="http://schemas.openxmlformats.org/package/2006/relationships"><Relationship Id="rId8" Type="http://schemas.openxmlformats.org/officeDocument/2006/relationships/image" Target="../media/image364.wmf"/><Relationship Id="rId3" Type="http://schemas.openxmlformats.org/officeDocument/2006/relationships/image" Target="../media/image359.wmf"/><Relationship Id="rId7" Type="http://schemas.openxmlformats.org/officeDocument/2006/relationships/image" Target="../media/image363.wmf"/><Relationship Id="rId2" Type="http://schemas.openxmlformats.org/officeDocument/2006/relationships/image" Target="../media/image358.wmf"/><Relationship Id="rId1" Type="http://schemas.openxmlformats.org/officeDocument/2006/relationships/image" Target="../media/image357.wmf"/><Relationship Id="rId6" Type="http://schemas.openxmlformats.org/officeDocument/2006/relationships/image" Target="../media/image362.wmf"/><Relationship Id="rId5" Type="http://schemas.openxmlformats.org/officeDocument/2006/relationships/image" Target="../media/image361.wmf"/><Relationship Id="rId10" Type="http://schemas.openxmlformats.org/officeDocument/2006/relationships/image" Target="../media/image366.wmf"/><Relationship Id="rId4" Type="http://schemas.openxmlformats.org/officeDocument/2006/relationships/image" Target="../media/image360.wmf"/><Relationship Id="rId9" Type="http://schemas.openxmlformats.org/officeDocument/2006/relationships/image" Target="../media/image365.wmf"/></Relationships>
</file>

<file path=ppt/drawings/_rels/vmlDrawing59.vml.rels><?xml version="1.0" encoding="UTF-8" standalone="yes"?>
<Relationships xmlns="http://schemas.openxmlformats.org/package/2006/relationships"><Relationship Id="rId8" Type="http://schemas.openxmlformats.org/officeDocument/2006/relationships/image" Target="../media/image374.wmf"/><Relationship Id="rId3" Type="http://schemas.openxmlformats.org/officeDocument/2006/relationships/image" Target="../media/image369.wmf"/><Relationship Id="rId7" Type="http://schemas.openxmlformats.org/officeDocument/2006/relationships/image" Target="../media/image373.wmf"/><Relationship Id="rId2" Type="http://schemas.openxmlformats.org/officeDocument/2006/relationships/image" Target="../media/image368.wmf"/><Relationship Id="rId1" Type="http://schemas.openxmlformats.org/officeDocument/2006/relationships/image" Target="../media/image367.wmf"/><Relationship Id="rId6" Type="http://schemas.openxmlformats.org/officeDocument/2006/relationships/image" Target="../media/image372.wmf"/><Relationship Id="rId5" Type="http://schemas.openxmlformats.org/officeDocument/2006/relationships/image" Target="../media/image371.wmf"/><Relationship Id="rId10" Type="http://schemas.openxmlformats.org/officeDocument/2006/relationships/image" Target="../media/image376.wmf"/><Relationship Id="rId4" Type="http://schemas.openxmlformats.org/officeDocument/2006/relationships/image" Target="../media/image370.wmf"/><Relationship Id="rId9" Type="http://schemas.openxmlformats.org/officeDocument/2006/relationships/image" Target="../media/image375.wmf"/></Relationships>
</file>

<file path=ppt/drawings/_rels/vmlDrawing60.vml.rels><?xml version="1.0" encoding="UTF-8" standalone="yes"?>
<Relationships xmlns="http://schemas.openxmlformats.org/package/2006/relationships"><Relationship Id="rId3" Type="http://schemas.openxmlformats.org/officeDocument/2006/relationships/image" Target="../media/image379.wmf"/><Relationship Id="rId7" Type="http://schemas.openxmlformats.org/officeDocument/2006/relationships/image" Target="../media/image383.wmf"/><Relationship Id="rId2" Type="http://schemas.openxmlformats.org/officeDocument/2006/relationships/image" Target="../media/image378.wmf"/><Relationship Id="rId1" Type="http://schemas.openxmlformats.org/officeDocument/2006/relationships/image" Target="../media/image377.wmf"/><Relationship Id="rId6" Type="http://schemas.openxmlformats.org/officeDocument/2006/relationships/image" Target="../media/image382.wmf"/><Relationship Id="rId5" Type="http://schemas.openxmlformats.org/officeDocument/2006/relationships/image" Target="../media/image381.wmf"/><Relationship Id="rId4" Type="http://schemas.openxmlformats.org/officeDocument/2006/relationships/image" Target="../media/image380.wmf"/></Relationships>
</file>

<file path=ppt/drawings/_rels/vmlDrawing61.vml.rels><?xml version="1.0" encoding="UTF-8" standalone="yes"?>
<Relationships xmlns="http://schemas.openxmlformats.org/package/2006/relationships"><Relationship Id="rId8" Type="http://schemas.openxmlformats.org/officeDocument/2006/relationships/image" Target="../media/image391.emf"/><Relationship Id="rId3" Type="http://schemas.openxmlformats.org/officeDocument/2006/relationships/image" Target="../media/image386.wmf"/><Relationship Id="rId7" Type="http://schemas.openxmlformats.org/officeDocument/2006/relationships/image" Target="../media/image390.wmf"/><Relationship Id="rId2" Type="http://schemas.openxmlformats.org/officeDocument/2006/relationships/image" Target="../media/image385.wmf"/><Relationship Id="rId1" Type="http://schemas.openxmlformats.org/officeDocument/2006/relationships/image" Target="../media/image384.wmf"/><Relationship Id="rId6" Type="http://schemas.openxmlformats.org/officeDocument/2006/relationships/image" Target="../media/image389.wmf"/><Relationship Id="rId5" Type="http://schemas.openxmlformats.org/officeDocument/2006/relationships/image" Target="../media/image388.wmf"/><Relationship Id="rId10" Type="http://schemas.openxmlformats.org/officeDocument/2006/relationships/image" Target="../media/image393.wmf"/><Relationship Id="rId4" Type="http://schemas.openxmlformats.org/officeDocument/2006/relationships/image" Target="../media/image387.wmf"/><Relationship Id="rId9" Type="http://schemas.openxmlformats.org/officeDocument/2006/relationships/image" Target="../media/image392.wmf"/></Relationships>
</file>

<file path=ppt/drawings/_rels/vmlDrawing62.vml.rels><?xml version="1.0" encoding="UTF-8" standalone="yes"?>
<Relationships xmlns="http://schemas.openxmlformats.org/package/2006/relationships"><Relationship Id="rId8" Type="http://schemas.openxmlformats.org/officeDocument/2006/relationships/image" Target="../media/image401.wmf"/><Relationship Id="rId3" Type="http://schemas.openxmlformats.org/officeDocument/2006/relationships/image" Target="../media/image396.wmf"/><Relationship Id="rId7" Type="http://schemas.openxmlformats.org/officeDocument/2006/relationships/image" Target="../media/image400.wmf"/><Relationship Id="rId2" Type="http://schemas.openxmlformats.org/officeDocument/2006/relationships/image" Target="../media/image395.wmf"/><Relationship Id="rId1" Type="http://schemas.openxmlformats.org/officeDocument/2006/relationships/image" Target="../media/image394.wmf"/><Relationship Id="rId6" Type="http://schemas.openxmlformats.org/officeDocument/2006/relationships/image" Target="../media/image399.wmf"/><Relationship Id="rId5" Type="http://schemas.openxmlformats.org/officeDocument/2006/relationships/image" Target="../media/image398.wmf"/><Relationship Id="rId4" Type="http://schemas.openxmlformats.org/officeDocument/2006/relationships/image" Target="../media/image397.wmf"/></Relationships>
</file>

<file path=ppt/drawings/_rels/vmlDrawing63.vml.rels><?xml version="1.0" encoding="UTF-8" standalone="yes"?>
<Relationships xmlns="http://schemas.openxmlformats.org/package/2006/relationships"><Relationship Id="rId8" Type="http://schemas.openxmlformats.org/officeDocument/2006/relationships/image" Target="../media/image409.wmf"/><Relationship Id="rId3" Type="http://schemas.openxmlformats.org/officeDocument/2006/relationships/image" Target="../media/image404.wmf"/><Relationship Id="rId7" Type="http://schemas.openxmlformats.org/officeDocument/2006/relationships/image" Target="../media/image408.wmf"/><Relationship Id="rId12" Type="http://schemas.openxmlformats.org/officeDocument/2006/relationships/image" Target="../media/image413.wmf"/><Relationship Id="rId2" Type="http://schemas.openxmlformats.org/officeDocument/2006/relationships/image" Target="../media/image403.wmf"/><Relationship Id="rId1" Type="http://schemas.openxmlformats.org/officeDocument/2006/relationships/image" Target="../media/image402.wmf"/><Relationship Id="rId6" Type="http://schemas.openxmlformats.org/officeDocument/2006/relationships/image" Target="../media/image407.wmf"/><Relationship Id="rId11" Type="http://schemas.openxmlformats.org/officeDocument/2006/relationships/image" Target="../media/image412.wmf"/><Relationship Id="rId5" Type="http://schemas.openxmlformats.org/officeDocument/2006/relationships/image" Target="../media/image406.wmf"/><Relationship Id="rId10" Type="http://schemas.openxmlformats.org/officeDocument/2006/relationships/image" Target="../media/image411.wmf"/><Relationship Id="rId4" Type="http://schemas.openxmlformats.org/officeDocument/2006/relationships/image" Target="../media/image405.wmf"/><Relationship Id="rId9" Type="http://schemas.openxmlformats.org/officeDocument/2006/relationships/image" Target="../media/image410.wmf"/></Relationships>
</file>

<file path=ppt/drawings/_rels/vmlDrawing64.vml.rels><?xml version="1.0" encoding="UTF-8" standalone="yes"?>
<Relationships xmlns="http://schemas.openxmlformats.org/package/2006/relationships"><Relationship Id="rId8" Type="http://schemas.openxmlformats.org/officeDocument/2006/relationships/image" Target="../media/image409.wmf"/><Relationship Id="rId3" Type="http://schemas.openxmlformats.org/officeDocument/2006/relationships/image" Target="../media/image416.wmf"/><Relationship Id="rId7" Type="http://schemas.openxmlformats.org/officeDocument/2006/relationships/image" Target="../media/image420.emf"/><Relationship Id="rId2" Type="http://schemas.openxmlformats.org/officeDocument/2006/relationships/image" Target="../media/image415.wmf"/><Relationship Id="rId1" Type="http://schemas.openxmlformats.org/officeDocument/2006/relationships/image" Target="../media/image414.wmf"/><Relationship Id="rId6" Type="http://schemas.openxmlformats.org/officeDocument/2006/relationships/image" Target="../media/image419.wmf"/><Relationship Id="rId5" Type="http://schemas.openxmlformats.org/officeDocument/2006/relationships/image" Target="../media/image418.wmf"/><Relationship Id="rId10" Type="http://schemas.openxmlformats.org/officeDocument/2006/relationships/image" Target="../media/image411.wmf"/><Relationship Id="rId4" Type="http://schemas.openxmlformats.org/officeDocument/2006/relationships/image" Target="../media/image417.wmf"/><Relationship Id="rId9" Type="http://schemas.openxmlformats.org/officeDocument/2006/relationships/image" Target="../media/image410.wmf"/></Relationships>
</file>

<file path=ppt/drawings/_rels/vmlDrawing65.vml.rels><?xml version="1.0" encoding="UTF-8" standalone="yes"?>
<Relationships xmlns="http://schemas.openxmlformats.org/package/2006/relationships"><Relationship Id="rId8" Type="http://schemas.openxmlformats.org/officeDocument/2006/relationships/image" Target="../media/image429.wmf"/><Relationship Id="rId3" Type="http://schemas.openxmlformats.org/officeDocument/2006/relationships/image" Target="../media/image424.wmf"/><Relationship Id="rId7" Type="http://schemas.openxmlformats.org/officeDocument/2006/relationships/image" Target="../media/image428.wmf"/><Relationship Id="rId2" Type="http://schemas.openxmlformats.org/officeDocument/2006/relationships/image" Target="../media/image423.wmf"/><Relationship Id="rId1" Type="http://schemas.openxmlformats.org/officeDocument/2006/relationships/image" Target="../media/image422.wmf"/><Relationship Id="rId6" Type="http://schemas.openxmlformats.org/officeDocument/2006/relationships/image" Target="../media/image427.wmf"/><Relationship Id="rId5" Type="http://schemas.openxmlformats.org/officeDocument/2006/relationships/image" Target="../media/image426.wmf"/><Relationship Id="rId4" Type="http://schemas.openxmlformats.org/officeDocument/2006/relationships/image" Target="../media/image425.wmf"/><Relationship Id="rId9" Type="http://schemas.openxmlformats.org/officeDocument/2006/relationships/image" Target="../media/image430.wmf"/></Relationships>
</file>

<file path=ppt/drawings/_rels/vmlDrawing66.vml.rels><?xml version="1.0" encoding="UTF-8" standalone="yes"?>
<Relationships xmlns="http://schemas.openxmlformats.org/package/2006/relationships"><Relationship Id="rId8" Type="http://schemas.openxmlformats.org/officeDocument/2006/relationships/image" Target="../media/image438.wmf"/><Relationship Id="rId13" Type="http://schemas.openxmlformats.org/officeDocument/2006/relationships/image" Target="../media/image443.wmf"/><Relationship Id="rId3" Type="http://schemas.openxmlformats.org/officeDocument/2006/relationships/image" Target="../media/image433.wmf"/><Relationship Id="rId7" Type="http://schemas.openxmlformats.org/officeDocument/2006/relationships/image" Target="../media/image437.wmf"/><Relationship Id="rId12" Type="http://schemas.openxmlformats.org/officeDocument/2006/relationships/image" Target="../media/image442.wmf"/><Relationship Id="rId2" Type="http://schemas.openxmlformats.org/officeDocument/2006/relationships/image" Target="../media/image432.wmf"/><Relationship Id="rId1" Type="http://schemas.openxmlformats.org/officeDocument/2006/relationships/image" Target="../media/image431.wmf"/><Relationship Id="rId6" Type="http://schemas.openxmlformats.org/officeDocument/2006/relationships/image" Target="../media/image436.wmf"/><Relationship Id="rId11" Type="http://schemas.openxmlformats.org/officeDocument/2006/relationships/image" Target="../media/image441.wmf"/><Relationship Id="rId5" Type="http://schemas.openxmlformats.org/officeDocument/2006/relationships/image" Target="../media/image435.wmf"/><Relationship Id="rId10" Type="http://schemas.openxmlformats.org/officeDocument/2006/relationships/image" Target="../media/image440.wmf"/><Relationship Id="rId4" Type="http://schemas.openxmlformats.org/officeDocument/2006/relationships/image" Target="../media/image434.wmf"/><Relationship Id="rId9" Type="http://schemas.openxmlformats.org/officeDocument/2006/relationships/image" Target="../media/image439.wmf"/><Relationship Id="rId14" Type="http://schemas.openxmlformats.org/officeDocument/2006/relationships/image" Target="../media/image444.wmf"/></Relationships>
</file>

<file path=ppt/drawings/_rels/vmlDrawing67.vml.rels><?xml version="1.0" encoding="UTF-8" standalone="yes"?>
<Relationships xmlns="http://schemas.openxmlformats.org/package/2006/relationships"><Relationship Id="rId8" Type="http://schemas.openxmlformats.org/officeDocument/2006/relationships/image" Target="../media/image440.wmf"/><Relationship Id="rId3" Type="http://schemas.openxmlformats.org/officeDocument/2006/relationships/image" Target="../media/image447.wmf"/><Relationship Id="rId7" Type="http://schemas.openxmlformats.org/officeDocument/2006/relationships/image" Target="../media/image439.wmf"/><Relationship Id="rId2" Type="http://schemas.openxmlformats.org/officeDocument/2006/relationships/image" Target="../media/image446.wmf"/><Relationship Id="rId1" Type="http://schemas.openxmlformats.org/officeDocument/2006/relationships/image" Target="../media/image445.wmf"/><Relationship Id="rId6" Type="http://schemas.openxmlformats.org/officeDocument/2006/relationships/image" Target="../media/image438.wmf"/><Relationship Id="rId5" Type="http://schemas.openxmlformats.org/officeDocument/2006/relationships/image" Target="../media/image437.wmf"/><Relationship Id="rId10" Type="http://schemas.openxmlformats.org/officeDocument/2006/relationships/image" Target="../media/image442.wmf"/><Relationship Id="rId4" Type="http://schemas.openxmlformats.org/officeDocument/2006/relationships/image" Target="../media/image436.wmf"/><Relationship Id="rId9" Type="http://schemas.openxmlformats.org/officeDocument/2006/relationships/image" Target="../media/image441.wmf"/></Relationships>
</file>

<file path=ppt/drawings/_rels/vmlDrawing68.vml.rels><?xml version="1.0" encoding="UTF-8" standalone="yes"?>
<Relationships xmlns="http://schemas.openxmlformats.org/package/2006/relationships"><Relationship Id="rId8" Type="http://schemas.openxmlformats.org/officeDocument/2006/relationships/image" Target="../media/image455.wmf"/><Relationship Id="rId3" Type="http://schemas.openxmlformats.org/officeDocument/2006/relationships/image" Target="../media/image450.wmf"/><Relationship Id="rId7" Type="http://schemas.openxmlformats.org/officeDocument/2006/relationships/image" Target="../media/image454.wmf"/><Relationship Id="rId2" Type="http://schemas.openxmlformats.org/officeDocument/2006/relationships/image" Target="../media/image449.wmf"/><Relationship Id="rId1" Type="http://schemas.openxmlformats.org/officeDocument/2006/relationships/image" Target="../media/image448.wmf"/><Relationship Id="rId6" Type="http://schemas.openxmlformats.org/officeDocument/2006/relationships/image" Target="../media/image453.wmf"/><Relationship Id="rId5" Type="http://schemas.openxmlformats.org/officeDocument/2006/relationships/image" Target="../media/image452.wmf"/><Relationship Id="rId4" Type="http://schemas.openxmlformats.org/officeDocument/2006/relationships/image" Target="../media/image451.wmf"/></Relationships>
</file>

<file path=ppt/drawings/_rels/vmlDrawing69.vml.rels><?xml version="1.0" encoding="UTF-8" standalone="yes"?>
<Relationships xmlns="http://schemas.openxmlformats.org/package/2006/relationships"><Relationship Id="rId8" Type="http://schemas.openxmlformats.org/officeDocument/2006/relationships/image" Target="../media/image463.emf"/><Relationship Id="rId13" Type="http://schemas.openxmlformats.org/officeDocument/2006/relationships/image" Target="../media/image468.wmf"/><Relationship Id="rId18" Type="http://schemas.openxmlformats.org/officeDocument/2006/relationships/image" Target="../media/image473.wmf"/><Relationship Id="rId3" Type="http://schemas.openxmlformats.org/officeDocument/2006/relationships/image" Target="../media/image458.wmf"/><Relationship Id="rId21" Type="http://schemas.openxmlformats.org/officeDocument/2006/relationships/image" Target="../media/image476.wmf"/><Relationship Id="rId7" Type="http://schemas.openxmlformats.org/officeDocument/2006/relationships/image" Target="../media/image462.emf"/><Relationship Id="rId12" Type="http://schemas.openxmlformats.org/officeDocument/2006/relationships/image" Target="../media/image467.emf"/><Relationship Id="rId17" Type="http://schemas.openxmlformats.org/officeDocument/2006/relationships/image" Target="../media/image472.emf"/><Relationship Id="rId2" Type="http://schemas.openxmlformats.org/officeDocument/2006/relationships/image" Target="../media/image457.emf"/><Relationship Id="rId16" Type="http://schemas.openxmlformats.org/officeDocument/2006/relationships/image" Target="../media/image471.emf"/><Relationship Id="rId20" Type="http://schemas.openxmlformats.org/officeDocument/2006/relationships/image" Target="../media/image475.wmf"/><Relationship Id="rId1" Type="http://schemas.openxmlformats.org/officeDocument/2006/relationships/image" Target="../media/image456.emf"/><Relationship Id="rId6" Type="http://schemas.openxmlformats.org/officeDocument/2006/relationships/image" Target="../media/image461.emf"/><Relationship Id="rId11" Type="http://schemas.openxmlformats.org/officeDocument/2006/relationships/image" Target="../media/image466.emf"/><Relationship Id="rId24" Type="http://schemas.openxmlformats.org/officeDocument/2006/relationships/image" Target="../media/image479.wmf"/><Relationship Id="rId5" Type="http://schemas.openxmlformats.org/officeDocument/2006/relationships/image" Target="../media/image460.emf"/><Relationship Id="rId15" Type="http://schemas.openxmlformats.org/officeDocument/2006/relationships/image" Target="../media/image470.emf"/><Relationship Id="rId23" Type="http://schemas.openxmlformats.org/officeDocument/2006/relationships/image" Target="../media/image478.wmf"/><Relationship Id="rId10" Type="http://schemas.openxmlformats.org/officeDocument/2006/relationships/image" Target="../media/image465.emf"/><Relationship Id="rId19" Type="http://schemas.openxmlformats.org/officeDocument/2006/relationships/image" Target="../media/image474.wmf"/><Relationship Id="rId4" Type="http://schemas.openxmlformats.org/officeDocument/2006/relationships/image" Target="../media/image459.emf"/><Relationship Id="rId9" Type="http://schemas.openxmlformats.org/officeDocument/2006/relationships/image" Target="../media/image464.emf"/><Relationship Id="rId14" Type="http://schemas.openxmlformats.org/officeDocument/2006/relationships/image" Target="../media/image469.emf"/><Relationship Id="rId22" Type="http://schemas.openxmlformats.org/officeDocument/2006/relationships/image" Target="../media/image477.wmf"/></Relationships>
</file>

<file path=ppt/drawings/_rels/vmlDrawing70.vml.rels><?xml version="1.0" encoding="UTF-8" standalone="yes"?>
<Relationships xmlns="http://schemas.openxmlformats.org/package/2006/relationships"><Relationship Id="rId8" Type="http://schemas.openxmlformats.org/officeDocument/2006/relationships/image" Target="../media/image487.wmf"/><Relationship Id="rId13" Type="http://schemas.openxmlformats.org/officeDocument/2006/relationships/image" Target="../media/image492.emf"/><Relationship Id="rId18" Type="http://schemas.openxmlformats.org/officeDocument/2006/relationships/image" Target="../media/image497.emf"/><Relationship Id="rId3" Type="http://schemas.openxmlformats.org/officeDocument/2006/relationships/image" Target="../media/image482.wmf"/><Relationship Id="rId7" Type="http://schemas.openxmlformats.org/officeDocument/2006/relationships/image" Target="../media/image486.wmf"/><Relationship Id="rId12" Type="http://schemas.openxmlformats.org/officeDocument/2006/relationships/image" Target="../media/image491.emf"/><Relationship Id="rId17" Type="http://schemas.openxmlformats.org/officeDocument/2006/relationships/image" Target="../media/image496.emf"/><Relationship Id="rId2" Type="http://schemas.openxmlformats.org/officeDocument/2006/relationships/image" Target="../media/image481.wmf"/><Relationship Id="rId16" Type="http://schemas.openxmlformats.org/officeDocument/2006/relationships/image" Target="../media/image495.emf"/><Relationship Id="rId1" Type="http://schemas.openxmlformats.org/officeDocument/2006/relationships/image" Target="../media/image480.wmf"/><Relationship Id="rId6" Type="http://schemas.openxmlformats.org/officeDocument/2006/relationships/image" Target="../media/image485.wmf"/><Relationship Id="rId11" Type="http://schemas.openxmlformats.org/officeDocument/2006/relationships/image" Target="../media/image490.emf"/><Relationship Id="rId5" Type="http://schemas.openxmlformats.org/officeDocument/2006/relationships/image" Target="../media/image484.wmf"/><Relationship Id="rId15" Type="http://schemas.openxmlformats.org/officeDocument/2006/relationships/image" Target="../media/image494.emf"/><Relationship Id="rId10" Type="http://schemas.openxmlformats.org/officeDocument/2006/relationships/image" Target="../media/image489.wmf"/><Relationship Id="rId19" Type="http://schemas.openxmlformats.org/officeDocument/2006/relationships/image" Target="../media/image498.emf"/><Relationship Id="rId4" Type="http://schemas.openxmlformats.org/officeDocument/2006/relationships/image" Target="../media/image483.wmf"/><Relationship Id="rId9" Type="http://schemas.openxmlformats.org/officeDocument/2006/relationships/image" Target="../media/image488.wmf"/><Relationship Id="rId14" Type="http://schemas.openxmlformats.org/officeDocument/2006/relationships/image" Target="../media/image49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3970" name="Rectangle 2"/>
          <p:cNvSpPr>
            <a:spLocks noGrp="1" noChangeArrowheads="1"/>
          </p:cNvSpPr>
          <p:nvPr>
            <p:ph type="hdr" sz="quarter"/>
          </p:nvPr>
        </p:nvSpPr>
        <p:spPr bwMode="auto">
          <a:xfrm>
            <a:off x="0" y="0"/>
            <a:ext cx="2717800" cy="452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7608" tIns="43804" rIns="87608" bIns="43804" numCol="1" anchor="t" anchorCtr="0" compatLnSpc="1">
            <a:prstTxWarp prst="textNoShape">
              <a:avLst/>
            </a:prstTxWarp>
          </a:bodyPr>
          <a:lstStyle>
            <a:lvl1pPr algn="l" defTabSz="876300" eaLnBrk="1" hangingPunct="1">
              <a:spcBef>
                <a:spcPct val="0"/>
              </a:spcBef>
              <a:defRPr sz="1100" b="0">
                <a:ea typeface="宋体" panose="02010600030101010101" pitchFamily="2" charset="-122"/>
              </a:defRPr>
            </a:lvl1pPr>
          </a:lstStyle>
          <a:p>
            <a:pPr>
              <a:defRPr/>
            </a:pPr>
            <a:endParaRPr lang="en-US" altLang="zh-CN"/>
          </a:p>
        </p:txBody>
      </p:sp>
      <p:sp>
        <p:nvSpPr>
          <p:cNvPr id="83971" name="Rectangle 3"/>
          <p:cNvSpPr>
            <a:spLocks noGrp="1" noChangeArrowheads="1"/>
          </p:cNvSpPr>
          <p:nvPr>
            <p:ph type="dt" sz="quarter" idx="1"/>
          </p:nvPr>
        </p:nvSpPr>
        <p:spPr bwMode="auto">
          <a:xfrm>
            <a:off x="3554413" y="0"/>
            <a:ext cx="2717800" cy="452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7608" tIns="43804" rIns="87608" bIns="43804" numCol="1" anchor="t" anchorCtr="0" compatLnSpc="1">
            <a:prstTxWarp prst="textNoShape">
              <a:avLst/>
            </a:prstTxWarp>
          </a:bodyPr>
          <a:lstStyle>
            <a:lvl1pPr algn="r" defTabSz="876300" eaLnBrk="1" hangingPunct="1">
              <a:spcBef>
                <a:spcPct val="0"/>
              </a:spcBef>
              <a:defRPr sz="1100" b="0">
                <a:ea typeface="宋体" panose="02010600030101010101" pitchFamily="2" charset="-122"/>
              </a:defRPr>
            </a:lvl1pPr>
          </a:lstStyle>
          <a:p>
            <a:pPr>
              <a:defRPr/>
            </a:pPr>
            <a:endParaRPr lang="en-US" altLang="zh-CN"/>
          </a:p>
        </p:txBody>
      </p:sp>
      <p:sp>
        <p:nvSpPr>
          <p:cNvPr id="83972" name="Rectangle 4"/>
          <p:cNvSpPr>
            <a:spLocks noGrp="1" noChangeArrowheads="1"/>
          </p:cNvSpPr>
          <p:nvPr>
            <p:ph type="ftr" sz="quarter" idx="2"/>
          </p:nvPr>
        </p:nvSpPr>
        <p:spPr bwMode="auto">
          <a:xfrm>
            <a:off x="0" y="8609013"/>
            <a:ext cx="2717800" cy="452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7608" tIns="43804" rIns="87608" bIns="43804" numCol="1" anchor="b" anchorCtr="0" compatLnSpc="1">
            <a:prstTxWarp prst="textNoShape">
              <a:avLst/>
            </a:prstTxWarp>
          </a:bodyPr>
          <a:lstStyle>
            <a:lvl1pPr algn="l" defTabSz="876300" eaLnBrk="1" hangingPunct="1">
              <a:spcBef>
                <a:spcPct val="0"/>
              </a:spcBef>
              <a:defRPr sz="1100" b="0">
                <a:ea typeface="宋体" panose="02010600030101010101" pitchFamily="2" charset="-122"/>
              </a:defRPr>
            </a:lvl1pPr>
          </a:lstStyle>
          <a:p>
            <a:pPr>
              <a:defRPr/>
            </a:pPr>
            <a:endParaRPr lang="en-US" altLang="zh-CN"/>
          </a:p>
        </p:txBody>
      </p:sp>
      <p:sp>
        <p:nvSpPr>
          <p:cNvPr id="83973" name="Rectangle 5"/>
          <p:cNvSpPr>
            <a:spLocks noGrp="1" noChangeArrowheads="1"/>
          </p:cNvSpPr>
          <p:nvPr>
            <p:ph type="sldNum" sz="quarter" idx="3"/>
          </p:nvPr>
        </p:nvSpPr>
        <p:spPr bwMode="auto">
          <a:xfrm>
            <a:off x="3554413" y="8609013"/>
            <a:ext cx="2717800" cy="452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7608" tIns="43804" rIns="87608" bIns="43804" numCol="1" anchor="b" anchorCtr="0" compatLnSpc="1">
            <a:prstTxWarp prst="textNoShape">
              <a:avLst/>
            </a:prstTxWarp>
          </a:bodyPr>
          <a:lstStyle>
            <a:lvl1pPr algn="r" defTabSz="876300" eaLnBrk="1" hangingPunct="1">
              <a:spcBef>
                <a:spcPct val="0"/>
              </a:spcBef>
              <a:defRPr sz="1100" b="0">
                <a:ea typeface="宋体" panose="02010600030101010101" pitchFamily="2" charset="-122"/>
              </a:defRPr>
            </a:lvl1pPr>
          </a:lstStyle>
          <a:p>
            <a:pPr>
              <a:defRPr/>
            </a:pPr>
            <a:fld id="{278C8AC7-44E4-4736-851F-30DB04077307}"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9026" name="Rectangle 2"/>
          <p:cNvSpPr>
            <a:spLocks noGrp="1" noChangeArrowheads="1"/>
          </p:cNvSpPr>
          <p:nvPr>
            <p:ph type="hdr" sz="quarter"/>
          </p:nvPr>
        </p:nvSpPr>
        <p:spPr bwMode="auto">
          <a:xfrm>
            <a:off x="0" y="0"/>
            <a:ext cx="2717800" cy="452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7608" tIns="43804" rIns="87608" bIns="43804" numCol="1" anchor="t" anchorCtr="0" compatLnSpc="1">
            <a:prstTxWarp prst="textNoShape">
              <a:avLst/>
            </a:prstTxWarp>
          </a:bodyPr>
          <a:lstStyle>
            <a:lvl1pPr algn="l" defTabSz="876300" eaLnBrk="1" hangingPunct="1">
              <a:spcBef>
                <a:spcPct val="0"/>
              </a:spcBef>
              <a:defRPr sz="1100" b="0">
                <a:ea typeface="宋体" panose="02010600030101010101" pitchFamily="2" charset="-122"/>
              </a:defRPr>
            </a:lvl1pPr>
          </a:lstStyle>
          <a:p>
            <a:pPr>
              <a:defRPr/>
            </a:pPr>
            <a:endParaRPr lang="en-US" altLang="zh-CN"/>
          </a:p>
        </p:txBody>
      </p:sp>
      <p:sp>
        <p:nvSpPr>
          <p:cNvPr id="129027" name="Rectangle 3"/>
          <p:cNvSpPr>
            <a:spLocks noGrp="1" noChangeArrowheads="1"/>
          </p:cNvSpPr>
          <p:nvPr>
            <p:ph type="dt" idx="1"/>
          </p:nvPr>
        </p:nvSpPr>
        <p:spPr bwMode="auto">
          <a:xfrm>
            <a:off x="3552825" y="0"/>
            <a:ext cx="2717800" cy="452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7608" tIns="43804" rIns="87608" bIns="43804" numCol="1" anchor="t" anchorCtr="0" compatLnSpc="1">
            <a:prstTxWarp prst="textNoShape">
              <a:avLst/>
            </a:prstTxWarp>
          </a:bodyPr>
          <a:lstStyle>
            <a:lvl1pPr algn="r" defTabSz="876300" eaLnBrk="1" hangingPunct="1">
              <a:spcBef>
                <a:spcPct val="0"/>
              </a:spcBef>
              <a:defRPr sz="1100" b="0">
                <a:ea typeface="宋体" panose="02010600030101010101" pitchFamily="2" charset="-122"/>
              </a:defRPr>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871538" y="677863"/>
            <a:ext cx="4532312" cy="3398837"/>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9029" name="Rectangle 5"/>
          <p:cNvSpPr>
            <a:spLocks noGrp="1" noChangeArrowheads="1"/>
          </p:cNvSpPr>
          <p:nvPr>
            <p:ph type="body" sz="quarter" idx="3"/>
          </p:nvPr>
        </p:nvSpPr>
        <p:spPr bwMode="auto">
          <a:xfrm>
            <a:off x="628650" y="4303713"/>
            <a:ext cx="5016500" cy="407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7608" tIns="43804" rIns="87608" bIns="43804"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29030" name="Rectangle 6"/>
          <p:cNvSpPr>
            <a:spLocks noGrp="1" noChangeArrowheads="1"/>
          </p:cNvSpPr>
          <p:nvPr>
            <p:ph type="ftr" sz="quarter" idx="4"/>
          </p:nvPr>
        </p:nvSpPr>
        <p:spPr bwMode="auto">
          <a:xfrm>
            <a:off x="0" y="8607425"/>
            <a:ext cx="2717800" cy="452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7608" tIns="43804" rIns="87608" bIns="43804" numCol="1" anchor="b" anchorCtr="0" compatLnSpc="1">
            <a:prstTxWarp prst="textNoShape">
              <a:avLst/>
            </a:prstTxWarp>
          </a:bodyPr>
          <a:lstStyle>
            <a:lvl1pPr algn="l" defTabSz="876300" eaLnBrk="1" hangingPunct="1">
              <a:spcBef>
                <a:spcPct val="0"/>
              </a:spcBef>
              <a:defRPr sz="1100" b="0">
                <a:ea typeface="宋体" panose="02010600030101010101" pitchFamily="2" charset="-122"/>
              </a:defRPr>
            </a:lvl1pPr>
          </a:lstStyle>
          <a:p>
            <a:pPr>
              <a:defRPr/>
            </a:pPr>
            <a:endParaRPr lang="en-US" altLang="zh-CN"/>
          </a:p>
        </p:txBody>
      </p:sp>
      <p:sp>
        <p:nvSpPr>
          <p:cNvPr id="129031" name="Rectangle 7"/>
          <p:cNvSpPr>
            <a:spLocks noGrp="1" noChangeArrowheads="1"/>
          </p:cNvSpPr>
          <p:nvPr>
            <p:ph type="sldNum" sz="quarter" idx="5"/>
          </p:nvPr>
        </p:nvSpPr>
        <p:spPr bwMode="auto">
          <a:xfrm>
            <a:off x="3552825" y="8607425"/>
            <a:ext cx="2717800" cy="452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7608" tIns="43804" rIns="87608" bIns="43804" numCol="1" anchor="b" anchorCtr="0" compatLnSpc="1">
            <a:prstTxWarp prst="textNoShape">
              <a:avLst/>
            </a:prstTxWarp>
          </a:bodyPr>
          <a:lstStyle>
            <a:lvl1pPr algn="r" defTabSz="876300" eaLnBrk="1" hangingPunct="1">
              <a:spcBef>
                <a:spcPct val="0"/>
              </a:spcBef>
              <a:defRPr sz="1100" b="0">
                <a:ea typeface="宋体" panose="02010600030101010101" pitchFamily="2" charset="-122"/>
              </a:defRPr>
            </a:lvl1pPr>
          </a:lstStyle>
          <a:p>
            <a:pPr>
              <a:defRPr/>
            </a:pPr>
            <a:fld id="{26F6F710-2DBD-42C2-B1DC-88F4C9209862}"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F10CBDF-FDFC-44C5-A3F6-553DEEB15BE0}" type="slidenum">
              <a:rPr lang="en-US" altLang="zh-CN"/>
              <a:pPr/>
              <a:t>17</a:t>
            </a:fld>
            <a:endParaRPr lang="en-US" altLang="zh-CN"/>
          </a:p>
        </p:txBody>
      </p:sp>
      <p:sp>
        <p:nvSpPr>
          <p:cNvPr id="11266" name="Rectangle 2"/>
          <p:cNvSpPr>
            <a:spLocks noGrp="1" noRot="1" noChangeAspect="1" noChangeArrowheads="1" noTextEdit="1"/>
          </p:cNvSpPr>
          <p:nvPr>
            <p:ph type="sldImg"/>
          </p:nvPr>
        </p:nvSpPr>
        <p:spPr>
          <a:ln/>
        </p:spPr>
      </p:sp>
      <p:sp>
        <p:nvSpPr>
          <p:cNvPr id="11267"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1778341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26F6F710-2DBD-42C2-B1DC-88F4C9209862}" type="slidenum">
              <a:rPr lang="en-US" altLang="zh-CN" smtClean="0"/>
              <a:pPr>
                <a:defRPr/>
              </a:pPr>
              <a:t>18</a:t>
            </a:fld>
            <a:endParaRPr lang="en-US" altLang="zh-CN"/>
          </a:p>
        </p:txBody>
      </p:sp>
    </p:spTree>
    <p:extLst>
      <p:ext uri="{BB962C8B-B14F-4D97-AF65-F5344CB8AC3E}">
        <p14:creationId xmlns:p14="http://schemas.microsoft.com/office/powerpoint/2010/main" val="1073209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A89AC3-9BA0-42D3-B78D-27E6DB8BFED8}" type="slidenum">
              <a:rPr lang="en-US" altLang="zh-CN"/>
              <a:pPr/>
              <a:t>19</a:t>
            </a:fld>
            <a:endParaRPr lang="en-US" altLang="zh-CN"/>
          </a:p>
        </p:txBody>
      </p:sp>
      <p:sp>
        <p:nvSpPr>
          <p:cNvPr id="13314" name="Rectangle 2"/>
          <p:cNvSpPr>
            <a:spLocks noGrp="1" noRot="1" noChangeAspect="1" noChangeArrowheads="1" noTextEdit="1"/>
          </p:cNvSpPr>
          <p:nvPr>
            <p:ph type="sldImg"/>
          </p:nvPr>
        </p:nvSpPr>
        <p:spPr>
          <a:ln/>
        </p:spPr>
      </p:sp>
      <p:sp>
        <p:nvSpPr>
          <p:cNvPr id="13315"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42133460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9589CD-F36D-488B-B07A-065DFA0E62D1}" type="slidenum">
              <a:rPr lang="en-US" altLang="zh-CN"/>
              <a:pPr/>
              <a:t>20</a:t>
            </a:fld>
            <a:endParaRPr lang="en-US" altLang="zh-CN"/>
          </a:p>
        </p:txBody>
      </p:sp>
      <p:sp>
        <p:nvSpPr>
          <p:cNvPr id="15362" name="Rectangle 2"/>
          <p:cNvSpPr>
            <a:spLocks noGrp="1" noRot="1" noChangeAspect="1" noChangeArrowheads="1" noTextEdit="1"/>
          </p:cNvSpPr>
          <p:nvPr>
            <p:ph type="sldImg"/>
          </p:nvPr>
        </p:nvSpPr>
        <p:spPr>
          <a:ln/>
        </p:spPr>
      </p:sp>
      <p:sp>
        <p:nvSpPr>
          <p:cNvPr id="15363"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31483662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A82F473-3F6B-49EB-867D-BEE5B8D5EC48}" type="slidenum">
              <a:rPr lang="en-US" altLang="zh-CN"/>
              <a:pPr/>
              <a:t>21</a:t>
            </a:fld>
            <a:endParaRPr lang="en-US" altLang="zh-CN"/>
          </a:p>
        </p:txBody>
      </p:sp>
      <p:sp>
        <p:nvSpPr>
          <p:cNvPr id="17410" name="Rectangle 2"/>
          <p:cNvSpPr>
            <a:spLocks noGrp="1" noRot="1" noChangeAspect="1" noChangeArrowheads="1" noTextEdit="1"/>
          </p:cNvSpPr>
          <p:nvPr>
            <p:ph type="sldImg"/>
          </p:nvPr>
        </p:nvSpPr>
        <p:spPr>
          <a:ln/>
        </p:spPr>
      </p:sp>
      <p:sp>
        <p:nvSpPr>
          <p:cNvPr id="17411"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6462267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A5B2BBD-06DE-4E5E-8A80-486EA82EC977}" type="slidenum">
              <a:rPr lang="en-US" altLang="zh-CN"/>
              <a:pPr/>
              <a:t>22</a:t>
            </a:fld>
            <a:endParaRPr lang="en-US" altLang="zh-CN"/>
          </a:p>
        </p:txBody>
      </p:sp>
      <p:sp>
        <p:nvSpPr>
          <p:cNvPr id="19458" name="Rectangle 2"/>
          <p:cNvSpPr>
            <a:spLocks noGrp="1" noRot="1" noChangeAspect="1" noChangeArrowheads="1" noTextEdit="1"/>
          </p:cNvSpPr>
          <p:nvPr>
            <p:ph type="sldImg"/>
          </p:nvPr>
        </p:nvSpPr>
        <p:spPr>
          <a:ln/>
        </p:spPr>
      </p:sp>
      <p:sp>
        <p:nvSpPr>
          <p:cNvPr id="19459"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8614813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7BF2291-2633-4534-835F-A49B8DB916BC}" type="slidenum">
              <a:rPr lang="en-US" altLang="zh-CN"/>
              <a:pPr/>
              <a:t>23</a:t>
            </a:fld>
            <a:endParaRPr lang="en-US" altLang="zh-CN"/>
          </a:p>
        </p:txBody>
      </p:sp>
      <p:sp>
        <p:nvSpPr>
          <p:cNvPr id="21506" name="Rectangle 2"/>
          <p:cNvSpPr>
            <a:spLocks noGrp="1" noRot="1" noChangeAspect="1" noChangeArrowheads="1" noTextEdit="1"/>
          </p:cNvSpPr>
          <p:nvPr>
            <p:ph type="sldImg"/>
          </p:nvPr>
        </p:nvSpPr>
        <p:spPr>
          <a:ln/>
        </p:spPr>
      </p:sp>
      <p:sp>
        <p:nvSpPr>
          <p:cNvPr id="21507"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3470032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4A9E972-9B34-4889-A405-DD28A1292582}" type="slidenum">
              <a:rPr lang="en-US" altLang="zh-CN"/>
              <a:pPr/>
              <a:t>24</a:t>
            </a:fld>
            <a:endParaRPr lang="en-US" altLang="zh-CN"/>
          </a:p>
        </p:txBody>
      </p:sp>
      <p:sp>
        <p:nvSpPr>
          <p:cNvPr id="25602" name="Rectangle 2"/>
          <p:cNvSpPr>
            <a:spLocks noGrp="1" noRot="1" noChangeAspect="1" noChangeArrowheads="1" noTextEdit="1"/>
          </p:cNvSpPr>
          <p:nvPr>
            <p:ph type="sldImg"/>
          </p:nvPr>
        </p:nvSpPr>
        <p:spPr>
          <a:ln/>
        </p:spPr>
      </p:sp>
      <p:sp>
        <p:nvSpPr>
          <p:cNvPr id="25603"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11232422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26F6F710-2DBD-42C2-B1DC-88F4C9209862}" type="slidenum">
              <a:rPr lang="en-US" altLang="zh-CN" smtClean="0"/>
              <a:pPr>
                <a:defRPr/>
              </a:pPr>
              <a:t>28</a:t>
            </a:fld>
            <a:endParaRPr lang="en-US" altLang="zh-CN"/>
          </a:p>
        </p:txBody>
      </p:sp>
    </p:spTree>
    <p:extLst>
      <p:ext uri="{BB962C8B-B14F-4D97-AF65-F5344CB8AC3E}">
        <p14:creationId xmlns:p14="http://schemas.microsoft.com/office/powerpoint/2010/main" val="22825865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BA0F41F-D3EB-4B28-9F16-B2C10459028F}" type="slidenum">
              <a:rPr lang="en-US" altLang="zh-CN"/>
              <a:pPr/>
              <a:t>32</a:t>
            </a:fld>
            <a:endParaRPr lang="en-US" altLang="zh-CN"/>
          </a:p>
        </p:txBody>
      </p:sp>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35731594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618FD9C-A314-4FCC-8141-5FE561F791D6}" type="slidenum">
              <a:rPr lang="en-US" altLang="zh-CN"/>
              <a:pPr/>
              <a:t>34</a:t>
            </a:fld>
            <a:endParaRPr lang="en-US" altLang="zh-CN"/>
          </a:p>
        </p:txBody>
      </p:sp>
      <p:sp>
        <p:nvSpPr>
          <p:cNvPr id="50178" name="Rectangle 2"/>
          <p:cNvSpPr>
            <a:spLocks noGrp="1" noRot="1" noChangeAspect="1" noChangeArrowheads="1" noTextEdit="1"/>
          </p:cNvSpPr>
          <p:nvPr>
            <p:ph type="sldImg"/>
          </p:nvPr>
        </p:nvSpPr>
        <p:spPr>
          <a:ln/>
        </p:spPr>
      </p:sp>
      <p:sp>
        <p:nvSpPr>
          <p:cNvPr id="50179"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4787097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DF528E-6DA0-4F1B-B852-E683F08308C9}" type="slidenum">
              <a:rPr lang="en-US" altLang="zh-CN"/>
              <a:pPr/>
              <a:t>35</a:t>
            </a:fld>
            <a:endParaRPr lang="en-US" altLang="zh-CN"/>
          </a:p>
        </p:txBody>
      </p:sp>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15081081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EC00880-F706-41CC-986B-F9032D01B4CA}" type="slidenum">
              <a:rPr lang="en-US" altLang="zh-CN"/>
              <a:pPr/>
              <a:t>36</a:t>
            </a:fld>
            <a:endParaRPr lang="en-US" altLang="zh-CN"/>
          </a:p>
        </p:txBody>
      </p:sp>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14228837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557E939-05DB-43F6-A508-1686D8442E61}" type="slidenum">
              <a:rPr lang="en-US" altLang="zh-CN"/>
              <a:pPr/>
              <a:t>37</a:t>
            </a:fld>
            <a:endParaRPr lang="en-US" altLang="zh-CN"/>
          </a:p>
        </p:txBody>
      </p:sp>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4107020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B6264B2-DA1B-40D9-BC1E-742CC84673A9}" type="slidenum">
              <a:rPr lang="en-US" altLang="zh-CN"/>
              <a:pPr/>
              <a:t>38</a:t>
            </a:fld>
            <a:endParaRPr lang="en-US" altLang="zh-CN"/>
          </a:p>
        </p:txBody>
      </p:sp>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a:xfrm>
            <a:off x="914400" y="4343400"/>
            <a:ext cx="5029200" cy="4114800"/>
          </a:xfrm>
        </p:spPr>
        <p:txBody>
          <a:bodyPr/>
          <a:lstStyle/>
          <a:p>
            <a:endParaRPr lang="zh-CN" altLang="zh-CN" dirty="0"/>
          </a:p>
        </p:txBody>
      </p:sp>
    </p:spTree>
    <p:extLst>
      <p:ext uri="{BB962C8B-B14F-4D97-AF65-F5344CB8AC3E}">
        <p14:creationId xmlns:p14="http://schemas.microsoft.com/office/powerpoint/2010/main" val="9471284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C47A00B-1DC4-4881-81B6-7014C2D79FB1}" type="slidenum">
              <a:rPr lang="en-US" altLang="zh-CN"/>
              <a:pPr/>
              <a:t>39</a:t>
            </a:fld>
            <a:endParaRPr lang="en-US" altLang="zh-CN"/>
          </a:p>
        </p:txBody>
      </p:sp>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xfrm>
            <a:off x="914400" y="4343400"/>
            <a:ext cx="5029200" cy="4114800"/>
          </a:xfrm>
        </p:spPr>
        <p:txBody>
          <a:bodyPr/>
          <a:lstStyle/>
          <a:p>
            <a:endParaRPr lang="zh-CN" altLang="zh-CN" dirty="0"/>
          </a:p>
        </p:txBody>
      </p:sp>
    </p:spTree>
    <p:extLst>
      <p:ext uri="{BB962C8B-B14F-4D97-AF65-F5344CB8AC3E}">
        <p14:creationId xmlns:p14="http://schemas.microsoft.com/office/powerpoint/2010/main" val="25896756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AB6FFFC-18D4-41F1-8510-694E8664936D}" type="slidenum">
              <a:rPr lang="en-US" altLang="zh-CN"/>
              <a:pPr/>
              <a:t>40</a:t>
            </a:fld>
            <a:endParaRPr lang="en-US" altLang="zh-CN"/>
          </a:p>
        </p:txBody>
      </p:sp>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37312656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E1E33B8-154A-4B26-819F-809A36EE244E}" type="slidenum">
              <a:rPr lang="en-US" altLang="zh-CN"/>
              <a:pPr/>
              <a:t>41</a:t>
            </a:fld>
            <a:endParaRPr lang="en-US" altLang="zh-CN"/>
          </a:p>
        </p:txBody>
      </p:sp>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4090828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DF50A2B-DF83-4510-86B2-0D71E319B998}" type="slidenum">
              <a:rPr lang="en-US" altLang="zh-CN"/>
              <a:pPr/>
              <a:t>43</a:t>
            </a:fld>
            <a:endParaRPr lang="en-US" altLang="zh-CN"/>
          </a:p>
        </p:txBody>
      </p:sp>
      <p:sp>
        <p:nvSpPr>
          <p:cNvPr id="70658" name="Rectangle 2"/>
          <p:cNvSpPr>
            <a:spLocks noGrp="1" noRot="1" noChangeAspect="1" noChangeArrowheads="1" noTextEdit="1"/>
          </p:cNvSpPr>
          <p:nvPr>
            <p:ph type="sldImg"/>
          </p:nvPr>
        </p:nvSpPr>
        <p:spPr>
          <a:ln/>
        </p:spPr>
      </p:sp>
      <p:sp>
        <p:nvSpPr>
          <p:cNvPr id="70659"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41445629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9AADD70-14EC-4423-A3B5-A2DE5AADD23B}" type="slidenum">
              <a:rPr lang="en-US" altLang="zh-CN"/>
              <a:pPr/>
              <a:t>44</a:t>
            </a:fld>
            <a:endParaRPr lang="en-US" altLang="zh-CN"/>
          </a:p>
        </p:txBody>
      </p:sp>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42125092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2F41B63-06A2-4B99-AA29-03B6A858E523}" type="slidenum">
              <a:rPr lang="en-US" altLang="zh-CN"/>
              <a:pPr/>
              <a:t>45</a:t>
            </a:fld>
            <a:endParaRPr lang="en-US" altLang="zh-CN"/>
          </a:p>
        </p:txBody>
      </p:sp>
      <p:sp>
        <p:nvSpPr>
          <p:cNvPr id="74754" name="Rectangle 2"/>
          <p:cNvSpPr>
            <a:spLocks noGrp="1" noRot="1" noChangeAspect="1" noChangeArrowheads="1" noTextEdit="1"/>
          </p:cNvSpPr>
          <p:nvPr>
            <p:ph type="sldImg"/>
          </p:nvPr>
        </p:nvSpPr>
        <p:spPr>
          <a:ln/>
        </p:spPr>
      </p:sp>
      <p:sp>
        <p:nvSpPr>
          <p:cNvPr id="74755"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32103945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1" dirty="0"/>
          </a:p>
        </p:txBody>
      </p:sp>
      <p:sp>
        <p:nvSpPr>
          <p:cNvPr id="4" name="灯片编号占位符 3"/>
          <p:cNvSpPr>
            <a:spLocks noGrp="1"/>
          </p:cNvSpPr>
          <p:nvPr>
            <p:ph type="sldNum" sz="quarter" idx="10"/>
          </p:nvPr>
        </p:nvSpPr>
        <p:spPr/>
        <p:txBody>
          <a:bodyPr/>
          <a:lstStyle/>
          <a:p>
            <a:pPr>
              <a:defRPr/>
            </a:pPr>
            <a:fld id="{26F6F710-2DBD-42C2-B1DC-88F4C9209862}" type="slidenum">
              <a:rPr lang="en-US" altLang="zh-CN" smtClean="0"/>
              <a:pPr>
                <a:defRPr/>
              </a:pPr>
              <a:t>49</a:t>
            </a:fld>
            <a:endParaRPr lang="en-US" altLang="zh-CN"/>
          </a:p>
        </p:txBody>
      </p:sp>
    </p:spTree>
    <p:extLst>
      <p:ext uri="{BB962C8B-B14F-4D97-AF65-F5344CB8AC3E}">
        <p14:creationId xmlns:p14="http://schemas.microsoft.com/office/powerpoint/2010/main" val="18677201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9CD87CA-02CB-46B9-B30E-7CC06F3D85A7}" type="slidenum">
              <a:rPr lang="en-US" altLang="zh-CN"/>
              <a:pPr/>
              <a:t>52</a:t>
            </a:fld>
            <a:endParaRPr lang="en-US" altLang="zh-CN"/>
          </a:p>
        </p:txBody>
      </p:sp>
      <p:sp>
        <p:nvSpPr>
          <p:cNvPr id="78850" name="Rectangle 2"/>
          <p:cNvSpPr>
            <a:spLocks noGrp="1" noRot="1" noChangeAspect="1" noChangeArrowheads="1" noTextEdit="1"/>
          </p:cNvSpPr>
          <p:nvPr>
            <p:ph type="sldImg"/>
          </p:nvPr>
        </p:nvSpPr>
        <p:spPr>
          <a:ln/>
        </p:spPr>
      </p:sp>
      <p:sp>
        <p:nvSpPr>
          <p:cNvPr id="78851"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39561829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FF7942E-9428-445D-A14C-9561BF063D39}" type="slidenum">
              <a:rPr lang="en-US" altLang="zh-CN"/>
              <a:pPr/>
              <a:t>53</a:t>
            </a:fld>
            <a:endParaRPr lang="en-US" altLang="zh-CN"/>
          </a:p>
        </p:txBody>
      </p:sp>
      <p:sp>
        <p:nvSpPr>
          <p:cNvPr id="82946" name="Rectangle 2"/>
          <p:cNvSpPr>
            <a:spLocks noGrp="1" noRot="1" noChangeAspect="1" noChangeArrowheads="1" noTextEdit="1"/>
          </p:cNvSpPr>
          <p:nvPr>
            <p:ph type="sldImg"/>
          </p:nvPr>
        </p:nvSpPr>
        <p:spPr>
          <a:ln/>
        </p:spPr>
      </p:sp>
      <p:sp>
        <p:nvSpPr>
          <p:cNvPr id="82947"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23759136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A22127-BA01-4025-9984-27C3B289246D}" type="slidenum">
              <a:rPr lang="en-US" altLang="zh-CN"/>
              <a:pPr/>
              <a:t>57</a:t>
            </a:fld>
            <a:endParaRPr lang="en-US" altLang="zh-CN"/>
          </a:p>
        </p:txBody>
      </p:sp>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29633407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4BC49C5-EC99-4185-B0EE-1D6E985C6FAA}" type="slidenum">
              <a:rPr lang="en-US" altLang="zh-CN"/>
              <a:pPr/>
              <a:t>58</a:t>
            </a:fld>
            <a:endParaRPr lang="en-US" altLang="zh-CN"/>
          </a:p>
        </p:txBody>
      </p:sp>
      <p:sp>
        <p:nvSpPr>
          <p:cNvPr id="93186" name="Rectangle 2"/>
          <p:cNvSpPr>
            <a:spLocks noGrp="1" noRot="1" noChangeAspect="1" noChangeArrowheads="1" noTextEdit="1"/>
          </p:cNvSpPr>
          <p:nvPr>
            <p:ph type="sldImg"/>
          </p:nvPr>
        </p:nvSpPr>
        <p:spPr>
          <a:ln/>
        </p:spPr>
      </p:sp>
      <p:sp>
        <p:nvSpPr>
          <p:cNvPr id="93187"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3303777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6A893E5-080F-42DE-986C-90FA2783370D}" type="slidenum">
              <a:rPr lang="en-US" altLang="zh-CN"/>
              <a:pPr/>
              <a:t>59</a:t>
            </a:fld>
            <a:endParaRPr lang="en-US" altLang="zh-CN"/>
          </a:p>
        </p:txBody>
      </p:sp>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4660504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8FE1DC8-9B77-4EAB-8660-1075594506BB}" type="slidenum">
              <a:rPr lang="en-US" altLang="zh-CN"/>
              <a:pPr/>
              <a:t>60</a:t>
            </a:fld>
            <a:endParaRPr lang="en-US" altLang="zh-CN"/>
          </a:p>
        </p:txBody>
      </p:sp>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a:xfrm>
            <a:off x="914400" y="4343400"/>
            <a:ext cx="5029200" cy="4114800"/>
          </a:xfrm>
        </p:spPr>
        <p:txBody>
          <a:bodyPr/>
          <a:lstStyle/>
          <a:p>
            <a:endParaRPr lang="zh-CN" altLang="zh-CN"/>
          </a:p>
        </p:txBody>
      </p:sp>
    </p:spTree>
    <p:extLst>
      <p:ext uri="{BB962C8B-B14F-4D97-AF65-F5344CB8AC3E}">
        <p14:creationId xmlns:p14="http://schemas.microsoft.com/office/powerpoint/2010/main" val="37988019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26F6F710-2DBD-42C2-B1DC-88F4C9209862}" type="slidenum">
              <a:rPr lang="en-US" altLang="zh-CN" smtClean="0"/>
              <a:pPr>
                <a:defRPr/>
              </a:pPr>
              <a:t>61</a:t>
            </a:fld>
            <a:endParaRPr lang="en-US" altLang="zh-CN"/>
          </a:p>
        </p:txBody>
      </p:sp>
    </p:spTree>
    <p:extLst>
      <p:ext uri="{BB962C8B-B14F-4D97-AF65-F5344CB8AC3E}">
        <p14:creationId xmlns:p14="http://schemas.microsoft.com/office/powerpoint/2010/main" val="2088100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26F6F710-2DBD-42C2-B1DC-88F4C9209862}" type="slidenum">
              <a:rPr lang="en-US" altLang="zh-CN" smtClean="0"/>
              <a:pPr>
                <a:defRPr/>
              </a:pPr>
              <a:t>74</a:t>
            </a:fld>
            <a:endParaRPr lang="en-US" altLang="zh-CN"/>
          </a:p>
        </p:txBody>
      </p:sp>
    </p:spTree>
    <p:extLst>
      <p:ext uri="{BB962C8B-B14F-4D97-AF65-F5344CB8AC3E}">
        <p14:creationId xmlns:p14="http://schemas.microsoft.com/office/powerpoint/2010/main" val="2090775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fld id="{FABD0D5C-5335-4793-A846-764E17F5A52E}" type="datetime1">
              <a:rPr lang="zh-CN" altLang="en-US"/>
              <a:pPr>
                <a:defRPr/>
              </a:pPr>
              <a:t>2019/4/28</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电路理论</a:t>
            </a: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7E1DB68-3DEB-46E9-BDC7-49CA7DA4417A}" type="slidenum">
              <a:rPr lang="en-US" altLang="zh-CN"/>
              <a:pPr>
                <a:defRPr/>
              </a:pPr>
              <a:t>‹#›</a:t>
            </a:fld>
            <a:endParaRPr lang="en-US" altLang="zh-CN"/>
          </a:p>
        </p:txBody>
      </p:sp>
    </p:spTree>
    <p:extLst>
      <p:ext uri="{BB962C8B-B14F-4D97-AF65-F5344CB8AC3E}">
        <p14:creationId xmlns:p14="http://schemas.microsoft.com/office/powerpoint/2010/main" val="2227030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ADD7FB95-6483-4932-A5F1-B73F27BAE28F}" type="datetime1">
              <a:rPr lang="zh-CN" altLang="en-US"/>
              <a:pPr>
                <a:defRPr/>
              </a:pPr>
              <a:t>2019/4/28</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电路理论</a:t>
            </a: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0D8D12B-1336-4963-A4C6-07961986C13E}" type="slidenum">
              <a:rPr lang="en-US" altLang="zh-CN"/>
              <a:pPr>
                <a:defRPr/>
              </a:pPr>
              <a:t>‹#›</a:t>
            </a:fld>
            <a:endParaRPr lang="en-US" altLang="zh-CN"/>
          </a:p>
        </p:txBody>
      </p:sp>
    </p:spTree>
    <p:extLst>
      <p:ext uri="{BB962C8B-B14F-4D97-AF65-F5344CB8AC3E}">
        <p14:creationId xmlns:p14="http://schemas.microsoft.com/office/powerpoint/2010/main" val="4066863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910C8B8D-4065-490C-9FF0-43667068DD7C}" type="datetime1">
              <a:rPr lang="zh-CN" altLang="en-US"/>
              <a:pPr>
                <a:defRPr/>
              </a:pPr>
              <a:t>2019/4/28</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电路理论</a:t>
            </a: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1D7BD6C-7C30-48FA-8C40-BD3169E372C1}" type="slidenum">
              <a:rPr lang="en-US" altLang="zh-CN"/>
              <a:pPr>
                <a:defRPr/>
              </a:pPr>
              <a:t>‹#›</a:t>
            </a:fld>
            <a:endParaRPr lang="en-US" altLang="zh-CN"/>
          </a:p>
        </p:txBody>
      </p:sp>
    </p:spTree>
    <p:extLst>
      <p:ext uri="{BB962C8B-B14F-4D97-AF65-F5344CB8AC3E}">
        <p14:creationId xmlns:p14="http://schemas.microsoft.com/office/powerpoint/2010/main" val="1192029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81000" y="914400"/>
            <a:ext cx="4152900" cy="53943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6300" y="914400"/>
            <a:ext cx="4152900" cy="53943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C1214151-4875-4B1B-9F65-2E095D09D1B6}" type="datetime1">
              <a:rPr lang="zh-CN" altLang="en-US"/>
              <a:pPr>
                <a:defRPr/>
              </a:pPr>
              <a:t>2019/4/28</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zh-CN" altLang="en-US"/>
              <a:t>电路理论</a:t>
            </a: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F4C3EC2A-C368-449C-A4ED-C9DDD3214AE0}" type="slidenum">
              <a:rPr lang="en-US" altLang="zh-CN"/>
              <a:pPr>
                <a:defRPr/>
              </a:pPr>
              <a:t>‹#›</a:t>
            </a:fld>
            <a:endParaRPr lang="en-US" altLang="zh-CN"/>
          </a:p>
        </p:txBody>
      </p:sp>
    </p:spTree>
    <p:extLst>
      <p:ext uri="{BB962C8B-B14F-4D97-AF65-F5344CB8AC3E}">
        <p14:creationId xmlns:p14="http://schemas.microsoft.com/office/powerpoint/2010/main" val="14341114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C70A27E4-A35D-45C1-8DD4-4AD7A51A86D8}" type="datetime1">
              <a:rPr lang="zh-CN" altLang="en-US"/>
              <a:pPr>
                <a:defRPr/>
              </a:pPr>
              <a:t>2019/4/28</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r>
              <a:rPr lang="zh-CN" altLang="en-US"/>
              <a:t>电路理论</a:t>
            </a: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5AD7771A-643B-4C51-8051-5BA12F33505D}" type="slidenum">
              <a:rPr lang="en-US" altLang="zh-CN"/>
              <a:pPr>
                <a:defRPr/>
              </a:pPr>
              <a:t>‹#›</a:t>
            </a:fld>
            <a:endParaRPr lang="en-US" altLang="zh-CN"/>
          </a:p>
        </p:txBody>
      </p:sp>
    </p:spTree>
    <p:extLst>
      <p:ext uri="{BB962C8B-B14F-4D97-AF65-F5344CB8AC3E}">
        <p14:creationId xmlns:p14="http://schemas.microsoft.com/office/powerpoint/2010/main" val="1948424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6863260C-8DD2-42A3-956B-9F36C8120909}" type="datetime1">
              <a:rPr lang="zh-CN" altLang="en-US"/>
              <a:pPr>
                <a:defRPr/>
              </a:pPr>
              <a:t>2019/4/28</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r>
              <a:rPr lang="zh-CN" altLang="en-US"/>
              <a:t>电路理论</a:t>
            </a: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72A494F5-E3EF-4E16-B90C-83B5139A79BF}" type="slidenum">
              <a:rPr lang="en-US" altLang="zh-CN"/>
              <a:pPr>
                <a:defRPr/>
              </a:pPr>
              <a:t>‹#›</a:t>
            </a:fld>
            <a:endParaRPr lang="en-US" altLang="zh-CN"/>
          </a:p>
        </p:txBody>
      </p:sp>
    </p:spTree>
    <p:extLst>
      <p:ext uri="{BB962C8B-B14F-4D97-AF65-F5344CB8AC3E}">
        <p14:creationId xmlns:p14="http://schemas.microsoft.com/office/powerpoint/2010/main" val="2657440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02E2F683-F0EA-440B-9756-C6D927D99C99}" type="datetime1">
              <a:rPr lang="zh-CN" altLang="en-US"/>
              <a:pPr>
                <a:defRPr/>
              </a:pPr>
              <a:t>2019/4/28</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r>
              <a:rPr lang="zh-CN" altLang="en-US"/>
              <a:t>电路理论</a:t>
            </a: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49E63585-3FB3-479E-B9AB-FAD04C82F1F6}" type="slidenum">
              <a:rPr lang="en-US" altLang="zh-CN"/>
              <a:pPr>
                <a:defRPr/>
              </a:pPr>
              <a:t>‹#›</a:t>
            </a:fld>
            <a:endParaRPr lang="en-US" altLang="zh-CN"/>
          </a:p>
        </p:txBody>
      </p:sp>
    </p:spTree>
    <p:extLst>
      <p:ext uri="{BB962C8B-B14F-4D97-AF65-F5344CB8AC3E}">
        <p14:creationId xmlns:p14="http://schemas.microsoft.com/office/powerpoint/2010/main" val="984432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CD5F13E5-93C4-4A9B-8BC5-ACCF0B216A4E}" type="datetime1">
              <a:rPr lang="zh-CN" altLang="en-US"/>
              <a:pPr>
                <a:defRPr/>
              </a:pPr>
              <a:t>2019/4/28</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zh-CN" altLang="en-US"/>
              <a:t>电路理论</a:t>
            </a: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21C9F886-38F1-493C-9995-8FC5011F380E}" type="slidenum">
              <a:rPr lang="en-US" altLang="zh-CN"/>
              <a:pPr>
                <a:defRPr/>
              </a:pPr>
              <a:t>‹#›</a:t>
            </a:fld>
            <a:endParaRPr lang="en-US" altLang="zh-CN"/>
          </a:p>
        </p:txBody>
      </p:sp>
    </p:spTree>
    <p:extLst>
      <p:ext uri="{BB962C8B-B14F-4D97-AF65-F5344CB8AC3E}">
        <p14:creationId xmlns:p14="http://schemas.microsoft.com/office/powerpoint/2010/main" val="1797691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FE59BD5B-F9E5-4D14-BDD8-5F009EBD6297}" type="datetime1">
              <a:rPr lang="zh-CN" altLang="en-US"/>
              <a:pPr>
                <a:defRPr/>
              </a:pPr>
              <a:t>2019/4/28</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zh-CN" altLang="en-US"/>
              <a:t>电路理论</a:t>
            </a: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11F11C28-09C6-4939-ADFE-0289EEBC798F}" type="slidenum">
              <a:rPr lang="en-US" altLang="zh-CN"/>
              <a:pPr>
                <a:defRPr/>
              </a:pPr>
              <a:t>‹#›</a:t>
            </a:fld>
            <a:endParaRPr lang="en-US" altLang="zh-CN"/>
          </a:p>
        </p:txBody>
      </p:sp>
    </p:spTree>
    <p:extLst>
      <p:ext uri="{BB962C8B-B14F-4D97-AF65-F5344CB8AC3E}">
        <p14:creationId xmlns:p14="http://schemas.microsoft.com/office/powerpoint/2010/main" val="2960318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8EE083AB-266B-41D2-8A9A-0A20347296E5}" type="datetime1">
              <a:rPr lang="zh-CN" altLang="en-US"/>
              <a:pPr>
                <a:defRPr/>
              </a:pPr>
              <a:t>2019/4/28</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电路理论</a:t>
            </a: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9B5E70BD-2B7D-4DD2-BFD9-92EA70F3F867}" type="slidenum">
              <a:rPr lang="en-US" altLang="zh-CN"/>
              <a:pPr>
                <a:defRPr/>
              </a:pPr>
              <a:t>‹#›</a:t>
            </a:fld>
            <a:endParaRPr lang="en-US" altLang="zh-CN"/>
          </a:p>
        </p:txBody>
      </p:sp>
    </p:spTree>
    <p:extLst>
      <p:ext uri="{BB962C8B-B14F-4D97-AF65-F5344CB8AC3E}">
        <p14:creationId xmlns:p14="http://schemas.microsoft.com/office/powerpoint/2010/main" val="600675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24650" y="188913"/>
            <a:ext cx="2114550" cy="61198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188913"/>
            <a:ext cx="6191250" cy="61198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B446264A-ADD3-4ACA-96B6-FD97EA3EE692}" type="datetime1">
              <a:rPr lang="zh-CN" altLang="en-US"/>
              <a:pPr>
                <a:defRPr/>
              </a:pPr>
              <a:t>2019/4/28</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电路理论</a:t>
            </a: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5039BD1-CF0F-416C-87CE-CCD9F1597AE0}" type="slidenum">
              <a:rPr lang="en-US" altLang="zh-CN"/>
              <a:pPr>
                <a:defRPr/>
              </a:pPr>
              <a:t>‹#›</a:t>
            </a:fld>
            <a:endParaRPr lang="en-US" altLang="zh-CN"/>
          </a:p>
        </p:txBody>
      </p:sp>
    </p:spTree>
    <p:extLst>
      <p:ext uri="{BB962C8B-B14F-4D97-AF65-F5344CB8AC3E}">
        <p14:creationId xmlns:p14="http://schemas.microsoft.com/office/powerpoint/2010/main" val="33805351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81000" y="188913"/>
            <a:ext cx="8458200" cy="61198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a:defRPr/>
            </a:pPr>
            <a:fld id="{116E38CF-7937-49AF-9307-9AD3B4A2986F}" type="datetime1">
              <a:rPr lang="zh-CN" altLang="en-US"/>
              <a:pPr>
                <a:defRPr/>
              </a:pPr>
              <a:t>2019/4/28</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r>
              <a:rPr lang="zh-CN" altLang="en-US"/>
              <a:t>电路理论</a:t>
            </a: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6ACBC23D-E93A-4C08-AC41-1798FF30A952}" type="slidenum">
              <a:rPr lang="en-US" altLang="zh-CN"/>
              <a:pPr>
                <a:defRPr/>
              </a:pPr>
              <a:t>‹#›</a:t>
            </a:fld>
            <a:endParaRPr lang="en-US" altLang="zh-CN"/>
          </a:p>
        </p:txBody>
      </p:sp>
    </p:spTree>
    <p:extLst>
      <p:ext uri="{BB962C8B-B14F-4D97-AF65-F5344CB8AC3E}">
        <p14:creationId xmlns:p14="http://schemas.microsoft.com/office/powerpoint/2010/main" val="3325841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381000" y="188913"/>
            <a:ext cx="8458200" cy="457200"/>
          </a:xfrm>
        </p:spPr>
        <p:txBody>
          <a:bodyPr/>
          <a:lstStyle/>
          <a:p>
            <a:r>
              <a:rPr lang="zh-CN" altLang="en-US"/>
              <a:t>单击此处编辑母版标题样式</a:t>
            </a:r>
          </a:p>
        </p:txBody>
      </p:sp>
      <p:sp>
        <p:nvSpPr>
          <p:cNvPr id="3" name="内容占位符 2"/>
          <p:cNvSpPr>
            <a:spLocks noGrp="1"/>
          </p:cNvSpPr>
          <p:nvPr>
            <p:ph sz="quarter" idx="1"/>
          </p:nvPr>
        </p:nvSpPr>
        <p:spPr>
          <a:xfrm>
            <a:off x="381000" y="914400"/>
            <a:ext cx="4152900" cy="2620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86300" y="914400"/>
            <a:ext cx="4152900" cy="2620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381000" y="3687763"/>
            <a:ext cx="4152900" cy="26209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86300" y="3687763"/>
            <a:ext cx="4152900" cy="26209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EAB31E65-C8A1-4AF1-A9A2-6B478CC99B3A}" type="datetime1">
              <a:rPr lang="zh-CN" altLang="en-US"/>
              <a:pPr>
                <a:defRPr/>
              </a:pPr>
              <a:t>2019/4/28</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r>
              <a:rPr lang="zh-CN" altLang="en-US"/>
              <a:t>电路理论</a:t>
            </a: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187B32C5-49DF-453F-91DA-09EE91BB10A5}" type="slidenum">
              <a:rPr lang="en-US" altLang="zh-CN"/>
              <a:pPr>
                <a:defRPr/>
              </a:pPr>
              <a:t>‹#›</a:t>
            </a:fld>
            <a:endParaRPr lang="en-US" altLang="zh-CN"/>
          </a:p>
        </p:txBody>
      </p:sp>
    </p:spTree>
    <p:extLst>
      <p:ext uri="{BB962C8B-B14F-4D97-AF65-F5344CB8AC3E}">
        <p14:creationId xmlns:p14="http://schemas.microsoft.com/office/powerpoint/2010/main" val="17530795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381000" y="188913"/>
            <a:ext cx="8458200" cy="457200"/>
          </a:xfrm>
        </p:spPr>
        <p:txBody>
          <a:bodyPr/>
          <a:lstStyle/>
          <a:p>
            <a:r>
              <a:rPr lang="zh-CN" altLang="en-US"/>
              <a:t>单击此处编辑母版标题样式</a:t>
            </a:r>
          </a:p>
        </p:txBody>
      </p:sp>
      <p:sp>
        <p:nvSpPr>
          <p:cNvPr id="3" name="内容占位符 2"/>
          <p:cNvSpPr>
            <a:spLocks noGrp="1"/>
          </p:cNvSpPr>
          <p:nvPr>
            <p:ph sz="half" idx="1"/>
          </p:nvPr>
        </p:nvSpPr>
        <p:spPr>
          <a:xfrm>
            <a:off x="381000" y="914400"/>
            <a:ext cx="4152900" cy="53943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86300" y="914400"/>
            <a:ext cx="4152900" cy="2620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86300" y="3687763"/>
            <a:ext cx="4152900" cy="26209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p:cNvSpPr>
            <a:spLocks noGrp="1" noChangeArrowheads="1"/>
          </p:cNvSpPr>
          <p:nvPr>
            <p:ph type="dt" sz="half" idx="10"/>
          </p:nvPr>
        </p:nvSpPr>
        <p:spPr>
          <a:ln/>
        </p:spPr>
        <p:txBody>
          <a:bodyPr/>
          <a:lstStyle>
            <a:lvl1pPr>
              <a:defRPr/>
            </a:lvl1pPr>
          </a:lstStyle>
          <a:p>
            <a:pPr>
              <a:defRPr/>
            </a:pPr>
            <a:fld id="{3E3A8204-61ED-45E7-85CD-4BD227DFA2CF}" type="datetime1">
              <a:rPr lang="zh-CN" altLang="en-US"/>
              <a:pPr>
                <a:defRPr/>
              </a:pPr>
              <a:t>2019/4/28</a:t>
            </a:fld>
            <a:endParaRPr lang="en-US" altLang="zh-CN"/>
          </a:p>
        </p:txBody>
      </p:sp>
      <p:sp>
        <p:nvSpPr>
          <p:cNvPr id="7" name="Rectangle 5"/>
          <p:cNvSpPr>
            <a:spLocks noGrp="1" noChangeArrowheads="1"/>
          </p:cNvSpPr>
          <p:nvPr>
            <p:ph type="ftr" sz="quarter" idx="11"/>
          </p:nvPr>
        </p:nvSpPr>
        <p:spPr>
          <a:ln/>
        </p:spPr>
        <p:txBody>
          <a:bodyPr/>
          <a:lstStyle>
            <a:lvl1pPr>
              <a:defRPr/>
            </a:lvl1pPr>
          </a:lstStyle>
          <a:p>
            <a:pPr>
              <a:defRPr/>
            </a:pPr>
            <a:r>
              <a:rPr lang="zh-CN" altLang="en-US"/>
              <a:t>电路理论</a:t>
            </a:r>
            <a:endParaRPr lang="en-US" altLang="zh-CN"/>
          </a:p>
        </p:txBody>
      </p:sp>
      <p:sp>
        <p:nvSpPr>
          <p:cNvPr id="8" name="Rectangle 6"/>
          <p:cNvSpPr>
            <a:spLocks noGrp="1" noChangeArrowheads="1"/>
          </p:cNvSpPr>
          <p:nvPr>
            <p:ph type="sldNum" sz="quarter" idx="12"/>
          </p:nvPr>
        </p:nvSpPr>
        <p:spPr>
          <a:ln/>
        </p:spPr>
        <p:txBody>
          <a:bodyPr/>
          <a:lstStyle>
            <a:lvl1pPr>
              <a:defRPr/>
            </a:lvl1pPr>
          </a:lstStyle>
          <a:p>
            <a:pPr>
              <a:defRPr/>
            </a:pPr>
            <a:fld id="{567AA0B2-BFE1-4EFC-8791-C1F1F77DE040}" type="slidenum">
              <a:rPr lang="en-US" altLang="zh-CN"/>
              <a:pPr>
                <a:defRPr/>
              </a:pPr>
              <a:t>‹#›</a:t>
            </a:fld>
            <a:endParaRPr lang="en-US" altLang="zh-CN"/>
          </a:p>
        </p:txBody>
      </p:sp>
    </p:spTree>
    <p:extLst>
      <p:ext uri="{BB962C8B-B14F-4D97-AF65-F5344CB8AC3E}">
        <p14:creationId xmlns:p14="http://schemas.microsoft.com/office/powerpoint/2010/main" val="3742792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188913"/>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381000" y="914400"/>
            <a:ext cx="8458200" cy="539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381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spcBef>
                <a:spcPct val="0"/>
              </a:spcBef>
              <a:defRPr sz="1400" b="0">
                <a:solidFill>
                  <a:srgbClr val="FF9900"/>
                </a:solidFill>
                <a:ea typeface="宋体" panose="02010600030101010101" pitchFamily="2" charset="-122"/>
              </a:defRPr>
            </a:lvl1pPr>
          </a:lstStyle>
          <a:p>
            <a:pPr>
              <a:defRPr/>
            </a:pPr>
            <a:fld id="{F9368BE6-910C-4132-AAD2-A11FC55EB9D2}" type="datetime1">
              <a:rPr lang="zh-CN" altLang="en-US"/>
              <a:pPr>
                <a:defRPr/>
              </a:pPr>
              <a:t>2019/4/28</a:t>
            </a:fld>
            <a:endParaRPr lang="en-US" altLang="zh-CN"/>
          </a:p>
        </p:txBody>
      </p:sp>
      <p:sp>
        <p:nvSpPr>
          <p:cNvPr id="1029" name="Rectangle 5"/>
          <p:cNvSpPr>
            <a:spLocks noGrp="1" noChangeArrowheads="1"/>
          </p:cNvSpPr>
          <p:nvPr>
            <p:ph type="ftr" sz="quarter" idx="3"/>
          </p:nvPr>
        </p:nvSpPr>
        <p:spPr bwMode="auto">
          <a:xfrm>
            <a:off x="3124200" y="65722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spcBef>
                <a:spcPct val="0"/>
              </a:spcBef>
              <a:defRPr sz="1400" b="0">
                <a:solidFill>
                  <a:srgbClr val="FF9900"/>
                </a:solidFill>
                <a:ea typeface="宋体" panose="02010600030101010101" pitchFamily="2" charset="-122"/>
              </a:defRPr>
            </a:lvl1pPr>
          </a:lstStyle>
          <a:p>
            <a:pPr>
              <a:defRPr/>
            </a:pPr>
            <a:r>
              <a:rPr lang="zh-CN" altLang="en-US"/>
              <a:t>电路理论</a:t>
            </a:r>
            <a:endParaRPr lang="en-US" altLang="zh-CN"/>
          </a:p>
        </p:txBody>
      </p:sp>
      <p:sp>
        <p:nvSpPr>
          <p:cNvPr id="1030" name="Rectangle 6"/>
          <p:cNvSpPr>
            <a:spLocks noGrp="1" noChangeArrowheads="1"/>
          </p:cNvSpPr>
          <p:nvPr>
            <p:ph type="sldNum" sz="quarter" idx="4"/>
          </p:nvPr>
        </p:nvSpPr>
        <p:spPr bwMode="auto">
          <a:xfrm>
            <a:off x="6858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defRPr sz="1400" b="0">
                <a:solidFill>
                  <a:srgbClr val="FF9900"/>
                </a:solidFill>
                <a:ea typeface="宋体" panose="02010600030101010101" pitchFamily="2" charset="-122"/>
              </a:defRPr>
            </a:lvl1pPr>
          </a:lstStyle>
          <a:p>
            <a:pPr>
              <a:defRPr/>
            </a:pPr>
            <a:fld id="{ADE6A43D-1D6D-4434-B6C0-D2724C9DE188}" type="slidenum">
              <a:rPr lang="en-US" altLang="zh-CN"/>
              <a:pPr>
                <a:defRPr/>
              </a:pPr>
              <a:t>‹#›</a:t>
            </a:fld>
            <a:endParaRPr lang="en-US" altLang="zh-CN"/>
          </a:p>
        </p:txBody>
      </p:sp>
      <p:pic>
        <p:nvPicPr>
          <p:cNvPr id="1031" name="Picture 7" descr="logo1"/>
          <p:cNvPicPr>
            <a:picLocks noChangeAspect="1" noChangeArrowheads="1"/>
          </p:cNvPicPr>
          <p:nvPr/>
        </p:nvPicPr>
        <p:blipFill>
          <a:blip r:embed="rId1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56550" y="85725"/>
            <a:ext cx="936625"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p:txStyles>
    <p:titleStyle>
      <a:lvl1pPr algn="ctr" rtl="0" eaLnBrk="0" fontAlgn="base" hangingPunct="0">
        <a:spcBef>
          <a:spcPct val="0"/>
        </a:spcBef>
        <a:spcAft>
          <a:spcPct val="0"/>
        </a:spcAft>
        <a:defRPr kumimoji="1" sz="3200" kern="1200">
          <a:solidFill>
            <a:schemeClr val="tx2"/>
          </a:solidFill>
          <a:latin typeface="+mj-lt"/>
          <a:ea typeface="+mj-ea"/>
          <a:cs typeface="+mj-cs"/>
        </a:defRPr>
      </a:lvl1pPr>
      <a:lvl2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2pPr>
      <a:lvl3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3pPr>
      <a:lvl4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4pPr>
      <a:lvl5pPr algn="ctr" rtl="0" eaLnBrk="0" fontAlgn="base" hangingPunct="0">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5pPr>
      <a:lvl6pPr marL="4572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6pPr>
      <a:lvl7pPr marL="9144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7pPr>
      <a:lvl8pPr marL="13716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8pPr>
      <a:lvl9pPr marL="1828800" algn="ctr" rtl="0" fontAlgn="base">
        <a:spcBef>
          <a:spcPct val="0"/>
        </a:spcBef>
        <a:spcAft>
          <a:spcPct val="0"/>
        </a:spcAft>
        <a:defRPr kumimoji="1" sz="3200">
          <a:solidFill>
            <a:schemeClr val="tx2"/>
          </a:solidFill>
          <a:latin typeface="Times New Roman" panose="02020603050405020304" pitchFamily="18" charset="0"/>
          <a:ea typeface="华文隶书" panose="02010800040101010101" pitchFamily="2" charset="-122"/>
        </a:defRPr>
      </a:lvl9pPr>
    </p:titleStyle>
    <p:bodyStyle>
      <a:lvl1pPr marL="342900" indent="-342900" algn="l" rtl="0" eaLnBrk="0" fontAlgn="base" hangingPunct="0">
        <a:spcBef>
          <a:spcPct val="20000"/>
        </a:spcBef>
        <a:spcAft>
          <a:spcPct val="0"/>
        </a:spcAft>
        <a:buChar char="•"/>
        <a:defRPr kumimoji="1" sz="24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kern="1200">
          <a:solidFill>
            <a:schemeClr val="tx1"/>
          </a:solidFill>
          <a:latin typeface="+mn-lt"/>
          <a:ea typeface="华文宋体" panose="02010600040101010101" pitchFamily="2" charset="-122"/>
          <a:cs typeface="+mn-cs"/>
        </a:defRPr>
      </a:lvl2pPr>
      <a:lvl3pPr marL="1143000" indent="-228600" algn="l" rtl="0" eaLnBrk="0" fontAlgn="base" hangingPunct="0">
        <a:spcBef>
          <a:spcPct val="20000"/>
        </a:spcBef>
        <a:spcAft>
          <a:spcPct val="0"/>
        </a:spcAft>
        <a:buChar char="•"/>
        <a:defRPr kumimoji="1" sz="2000" kern="1200">
          <a:solidFill>
            <a:schemeClr val="tx1"/>
          </a:solidFill>
          <a:latin typeface="+mn-lt"/>
          <a:ea typeface="宋体" panose="02010600030101010101" pitchFamily="2" charset="-122"/>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华文宋体" panose="02010600040101010101" pitchFamily="2" charset="-122"/>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华文宋体"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image" Target="../media/image9.jpeg"/><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8.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5.w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7.wmf"/><Relationship Id="rId4" Type="http://schemas.openxmlformats.org/officeDocument/2006/relationships/image" Target="../media/image4.wmf"/><Relationship Id="rId9" Type="http://schemas.openxmlformats.org/officeDocument/2006/relationships/oleObject" Target="../embeddings/oleObject4.bin"/></Relationships>
</file>

<file path=ppt/slides/_rels/slide3.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11.wmf"/><Relationship Id="rId5" Type="http://schemas.openxmlformats.org/officeDocument/2006/relationships/oleObject" Target="../embeddings/oleObject7.bin"/><Relationship Id="rId10" Type="http://schemas.openxmlformats.org/officeDocument/2006/relationships/image" Target="../media/image13.wmf"/><Relationship Id="rId4" Type="http://schemas.openxmlformats.org/officeDocument/2006/relationships/image" Target="../media/image10.wmf"/><Relationship Id="rId9" Type="http://schemas.openxmlformats.org/officeDocument/2006/relationships/oleObject" Target="../embeddings/oleObject9.bin"/></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0.bin"/><Relationship Id="rId7" Type="http://schemas.openxmlformats.org/officeDocument/2006/relationships/image" Target="../media/image9.jpeg"/><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5.wmf"/><Relationship Id="rId5" Type="http://schemas.openxmlformats.org/officeDocument/2006/relationships/oleObject" Target="../embeddings/oleObject11.bin"/><Relationship Id="rId4" Type="http://schemas.openxmlformats.org/officeDocument/2006/relationships/image" Target="../media/image14.wmf"/></Relationships>
</file>

<file path=ppt/slides/_rels/slide6.xml.rels><?xml version="1.0" encoding="UTF-8" standalone="yes"?>
<Relationships xmlns="http://schemas.openxmlformats.org/package/2006/relationships"><Relationship Id="rId8" Type="http://schemas.openxmlformats.org/officeDocument/2006/relationships/image" Target="../media/image18.wmf"/><Relationship Id="rId13" Type="http://schemas.openxmlformats.org/officeDocument/2006/relationships/oleObject" Target="../embeddings/oleObject17.bin"/><Relationship Id="rId18" Type="http://schemas.openxmlformats.org/officeDocument/2006/relationships/image" Target="../media/image23.wmf"/><Relationship Id="rId3" Type="http://schemas.openxmlformats.org/officeDocument/2006/relationships/oleObject" Target="../embeddings/oleObject12.bin"/><Relationship Id="rId21" Type="http://schemas.openxmlformats.org/officeDocument/2006/relationships/oleObject" Target="../embeddings/oleObject21.bin"/><Relationship Id="rId7" Type="http://schemas.openxmlformats.org/officeDocument/2006/relationships/oleObject" Target="../embeddings/oleObject14.bin"/><Relationship Id="rId12" Type="http://schemas.openxmlformats.org/officeDocument/2006/relationships/image" Target="../media/image20.wmf"/><Relationship Id="rId17" Type="http://schemas.openxmlformats.org/officeDocument/2006/relationships/oleObject" Target="../embeddings/oleObject19.bin"/><Relationship Id="rId2" Type="http://schemas.openxmlformats.org/officeDocument/2006/relationships/slideLayout" Target="../slideLayouts/slideLayout7.xml"/><Relationship Id="rId16" Type="http://schemas.openxmlformats.org/officeDocument/2006/relationships/image" Target="../media/image22.wmf"/><Relationship Id="rId20" Type="http://schemas.openxmlformats.org/officeDocument/2006/relationships/image" Target="../media/image24.wmf"/><Relationship Id="rId1" Type="http://schemas.openxmlformats.org/officeDocument/2006/relationships/vmlDrawing" Target="../drawings/vmlDrawing4.vml"/><Relationship Id="rId6" Type="http://schemas.openxmlformats.org/officeDocument/2006/relationships/image" Target="../media/image17.wmf"/><Relationship Id="rId11" Type="http://schemas.openxmlformats.org/officeDocument/2006/relationships/oleObject" Target="../embeddings/oleObject16.bin"/><Relationship Id="rId5" Type="http://schemas.openxmlformats.org/officeDocument/2006/relationships/oleObject" Target="../embeddings/oleObject13.bin"/><Relationship Id="rId15" Type="http://schemas.openxmlformats.org/officeDocument/2006/relationships/oleObject" Target="../embeddings/oleObject18.bin"/><Relationship Id="rId10" Type="http://schemas.openxmlformats.org/officeDocument/2006/relationships/image" Target="../media/image19.wmf"/><Relationship Id="rId19" Type="http://schemas.openxmlformats.org/officeDocument/2006/relationships/oleObject" Target="../embeddings/oleObject20.bin"/><Relationship Id="rId4" Type="http://schemas.openxmlformats.org/officeDocument/2006/relationships/image" Target="../media/image16.wmf"/><Relationship Id="rId9" Type="http://schemas.openxmlformats.org/officeDocument/2006/relationships/oleObject" Target="../embeddings/oleObject15.bin"/><Relationship Id="rId14" Type="http://schemas.openxmlformats.org/officeDocument/2006/relationships/image" Target="../media/image21.wmf"/><Relationship Id="rId22" Type="http://schemas.openxmlformats.org/officeDocument/2006/relationships/image" Target="../media/image25.wmf"/></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28.wmf"/><Relationship Id="rId13" Type="http://schemas.openxmlformats.org/officeDocument/2006/relationships/oleObject" Target="../embeddings/oleObject27.bin"/><Relationship Id="rId3" Type="http://schemas.openxmlformats.org/officeDocument/2006/relationships/oleObject" Target="../embeddings/oleObject22.bin"/><Relationship Id="rId7" Type="http://schemas.openxmlformats.org/officeDocument/2006/relationships/oleObject" Target="../embeddings/oleObject24.bin"/><Relationship Id="rId12" Type="http://schemas.openxmlformats.org/officeDocument/2006/relationships/image" Target="../media/image30.wmf"/><Relationship Id="rId2" Type="http://schemas.openxmlformats.org/officeDocument/2006/relationships/slideLayout" Target="../slideLayouts/slideLayout7.xml"/><Relationship Id="rId16" Type="http://schemas.openxmlformats.org/officeDocument/2006/relationships/image" Target="../media/image32.wmf"/><Relationship Id="rId1" Type="http://schemas.openxmlformats.org/officeDocument/2006/relationships/vmlDrawing" Target="../drawings/vmlDrawing5.vml"/><Relationship Id="rId6" Type="http://schemas.openxmlformats.org/officeDocument/2006/relationships/image" Target="../media/image27.wmf"/><Relationship Id="rId11" Type="http://schemas.openxmlformats.org/officeDocument/2006/relationships/oleObject" Target="../embeddings/oleObject26.bin"/><Relationship Id="rId5" Type="http://schemas.openxmlformats.org/officeDocument/2006/relationships/oleObject" Target="../embeddings/oleObject23.bin"/><Relationship Id="rId15" Type="http://schemas.openxmlformats.org/officeDocument/2006/relationships/oleObject" Target="../embeddings/oleObject28.bin"/><Relationship Id="rId10" Type="http://schemas.openxmlformats.org/officeDocument/2006/relationships/image" Target="../media/image29.wmf"/><Relationship Id="rId4" Type="http://schemas.openxmlformats.org/officeDocument/2006/relationships/image" Target="../media/image26.wmf"/><Relationship Id="rId9" Type="http://schemas.openxmlformats.org/officeDocument/2006/relationships/oleObject" Target="../embeddings/oleObject25.bin"/><Relationship Id="rId14" Type="http://schemas.openxmlformats.org/officeDocument/2006/relationships/image" Target="../media/image31.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7.xml"/><Relationship Id="rId1" Type="http://schemas.openxmlformats.org/officeDocument/2006/relationships/vmlDrawing" Target="../drawings/vmlDrawing6.vml"/><Relationship Id="rId5" Type="http://schemas.openxmlformats.org/officeDocument/2006/relationships/image" Target="../media/image9.jpeg"/><Relationship Id="rId4" Type="http://schemas.openxmlformats.org/officeDocument/2006/relationships/image" Target="../media/image33.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34.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35.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38.wmf"/><Relationship Id="rId13" Type="http://schemas.openxmlformats.org/officeDocument/2006/relationships/oleObject" Target="../embeddings/oleObject37.bin"/><Relationship Id="rId3" Type="http://schemas.openxmlformats.org/officeDocument/2006/relationships/oleObject" Target="../embeddings/oleObject32.bin"/><Relationship Id="rId7" Type="http://schemas.openxmlformats.org/officeDocument/2006/relationships/oleObject" Target="../embeddings/oleObject34.bin"/><Relationship Id="rId12" Type="http://schemas.openxmlformats.org/officeDocument/2006/relationships/image" Target="../media/image40.wmf"/><Relationship Id="rId2" Type="http://schemas.openxmlformats.org/officeDocument/2006/relationships/slideLayout" Target="../slideLayouts/slideLayout7.xml"/><Relationship Id="rId16" Type="http://schemas.openxmlformats.org/officeDocument/2006/relationships/image" Target="../media/image42.wmf"/><Relationship Id="rId1" Type="http://schemas.openxmlformats.org/officeDocument/2006/relationships/vmlDrawing" Target="../drawings/vmlDrawing9.vml"/><Relationship Id="rId6" Type="http://schemas.openxmlformats.org/officeDocument/2006/relationships/image" Target="../media/image37.wmf"/><Relationship Id="rId11" Type="http://schemas.openxmlformats.org/officeDocument/2006/relationships/oleObject" Target="../embeddings/oleObject36.bin"/><Relationship Id="rId5" Type="http://schemas.openxmlformats.org/officeDocument/2006/relationships/oleObject" Target="../embeddings/oleObject33.bin"/><Relationship Id="rId15" Type="http://schemas.openxmlformats.org/officeDocument/2006/relationships/oleObject" Target="../embeddings/oleObject38.bin"/><Relationship Id="rId10" Type="http://schemas.openxmlformats.org/officeDocument/2006/relationships/image" Target="../media/image39.wmf"/><Relationship Id="rId4" Type="http://schemas.openxmlformats.org/officeDocument/2006/relationships/image" Target="../media/image36.wmf"/><Relationship Id="rId9" Type="http://schemas.openxmlformats.org/officeDocument/2006/relationships/oleObject" Target="../embeddings/oleObject35.bin"/><Relationship Id="rId14" Type="http://schemas.openxmlformats.org/officeDocument/2006/relationships/image" Target="../media/image41.wmf"/></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41.bin"/><Relationship Id="rId13" Type="http://schemas.openxmlformats.org/officeDocument/2006/relationships/image" Target="../media/image47.emf"/><Relationship Id="rId18" Type="http://schemas.openxmlformats.org/officeDocument/2006/relationships/oleObject" Target="../embeddings/oleObject46.bin"/><Relationship Id="rId3" Type="http://schemas.openxmlformats.org/officeDocument/2006/relationships/notesSlide" Target="../notesSlides/notesSlide2.xml"/><Relationship Id="rId21" Type="http://schemas.openxmlformats.org/officeDocument/2006/relationships/image" Target="../media/image51.emf"/><Relationship Id="rId7" Type="http://schemas.openxmlformats.org/officeDocument/2006/relationships/image" Target="../media/image44.wmf"/><Relationship Id="rId12" Type="http://schemas.openxmlformats.org/officeDocument/2006/relationships/oleObject" Target="../embeddings/oleObject43.bin"/><Relationship Id="rId17" Type="http://schemas.openxmlformats.org/officeDocument/2006/relationships/image" Target="../media/image49.emf"/><Relationship Id="rId25" Type="http://schemas.openxmlformats.org/officeDocument/2006/relationships/image" Target="../media/image53.emf"/><Relationship Id="rId2" Type="http://schemas.openxmlformats.org/officeDocument/2006/relationships/slideLayout" Target="../slideLayouts/slideLayout7.xml"/><Relationship Id="rId16" Type="http://schemas.openxmlformats.org/officeDocument/2006/relationships/oleObject" Target="../embeddings/oleObject45.bin"/><Relationship Id="rId20" Type="http://schemas.openxmlformats.org/officeDocument/2006/relationships/oleObject" Target="../embeddings/oleObject47.bin"/><Relationship Id="rId1" Type="http://schemas.openxmlformats.org/officeDocument/2006/relationships/vmlDrawing" Target="../drawings/vmlDrawing10.vml"/><Relationship Id="rId6" Type="http://schemas.openxmlformats.org/officeDocument/2006/relationships/oleObject" Target="../embeddings/oleObject40.bin"/><Relationship Id="rId11" Type="http://schemas.openxmlformats.org/officeDocument/2006/relationships/image" Target="../media/image46.wmf"/><Relationship Id="rId24" Type="http://schemas.openxmlformats.org/officeDocument/2006/relationships/oleObject" Target="../embeddings/oleObject49.bin"/><Relationship Id="rId5" Type="http://schemas.openxmlformats.org/officeDocument/2006/relationships/image" Target="../media/image43.wmf"/><Relationship Id="rId15" Type="http://schemas.openxmlformats.org/officeDocument/2006/relationships/image" Target="../media/image48.emf"/><Relationship Id="rId23" Type="http://schemas.openxmlformats.org/officeDocument/2006/relationships/image" Target="../media/image52.emf"/><Relationship Id="rId10" Type="http://schemas.openxmlformats.org/officeDocument/2006/relationships/oleObject" Target="../embeddings/oleObject42.bin"/><Relationship Id="rId19" Type="http://schemas.openxmlformats.org/officeDocument/2006/relationships/image" Target="../media/image50.emf"/><Relationship Id="rId4" Type="http://schemas.openxmlformats.org/officeDocument/2006/relationships/oleObject" Target="../embeddings/oleObject39.bin"/><Relationship Id="rId9" Type="http://schemas.openxmlformats.org/officeDocument/2006/relationships/image" Target="../media/image45.wmf"/><Relationship Id="rId14" Type="http://schemas.openxmlformats.org/officeDocument/2006/relationships/oleObject" Target="../embeddings/oleObject44.bin"/><Relationship Id="rId22" Type="http://schemas.openxmlformats.org/officeDocument/2006/relationships/oleObject" Target="../embeddings/oleObject48.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52.bin"/><Relationship Id="rId13" Type="http://schemas.openxmlformats.org/officeDocument/2006/relationships/image" Target="../media/image58.wmf"/><Relationship Id="rId3" Type="http://schemas.openxmlformats.org/officeDocument/2006/relationships/notesSlide" Target="../notesSlides/notesSlide3.xml"/><Relationship Id="rId7" Type="http://schemas.openxmlformats.org/officeDocument/2006/relationships/image" Target="../media/image55.wmf"/><Relationship Id="rId12" Type="http://schemas.openxmlformats.org/officeDocument/2006/relationships/oleObject" Target="../embeddings/oleObject54.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oleObject" Target="../embeddings/oleObject51.bin"/><Relationship Id="rId11" Type="http://schemas.openxmlformats.org/officeDocument/2006/relationships/image" Target="../media/image57.wmf"/><Relationship Id="rId5" Type="http://schemas.openxmlformats.org/officeDocument/2006/relationships/image" Target="../media/image54.wmf"/><Relationship Id="rId10" Type="http://schemas.openxmlformats.org/officeDocument/2006/relationships/oleObject" Target="../embeddings/oleObject53.bin"/><Relationship Id="rId4" Type="http://schemas.openxmlformats.org/officeDocument/2006/relationships/oleObject" Target="../embeddings/oleObject50.bin"/><Relationship Id="rId9" Type="http://schemas.openxmlformats.org/officeDocument/2006/relationships/image" Target="../media/image56.w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57.bin"/><Relationship Id="rId13" Type="http://schemas.openxmlformats.org/officeDocument/2006/relationships/image" Target="../media/image54.wmf"/><Relationship Id="rId3" Type="http://schemas.openxmlformats.org/officeDocument/2006/relationships/notesSlide" Target="../notesSlides/notesSlide4.xml"/><Relationship Id="rId7" Type="http://schemas.openxmlformats.org/officeDocument/2006/relationships/image" Target="../media/image60.wmf"/><Relationship Id="rId12" Type="http://schemas.openxmlformats.org/officeDocument/2006/relationships/oleObject" Target="../embeddings/oleObject59.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oleObject" Target="../embeddings/oleObject56.bin"/><Relationship Id="rId11" Type="http://schemas.openxmlformats.org/officeDocument/2006/relationships/image" Target="../media/image62.wmf"/><Relationship Id="rId5" Type="http://schemas.openxmlformats.org/officeDocument/2006/relationships/image" Target="../media/image59.wmf"/><Relationship Id="rId10" Type="http://schemas.openxmlformats.org/officeDocument/2006/relationships/oleObject" Target="../embeddings/oleObject58.bin"/><Relationship Id="rId4" Type="http://schemas.openxmlformats.org/officeDocument/2006/relationships/oleObject" Target="../embeddings/oleObject55.bin"/><Relationship Id="rId9" Type="http://schemas.openxmlformats.org/officeDocument/2006/relationships/image" Target="../media/image61.e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62.bin"/><Relationship Id="rId3" Type="http://schemas.openxmlformats.org/officeDocument/2006/relationships/notesSlide" Target="../notesSlides/notesSlide5.xml"/><Relationship Id="rId7" Type="http://schemas.openxmlformats.org/officeDocument/2006/relationships/image" Target="../media/image64.wmf"/><Relationship Id="rId2" Type="http://schemas.openxmlformats.org/officeDocument/2006/relationships/slideLayout" Target="../slideLayouts/slideLayout12.xml"/><Relationship Id="rId1" Type="http://schemas.openxmlformats.org/officeDocument/2006/relationships/vmlDrawing" Target="../drawings/vmlDrawing13.vml"/><Relationship Id="rId6" Type="http://schemas.openxmlformats.org/officeDocument/2006/relationships/oleObject" Target="../embeddings/oleObject61.bin"/><Relationship Id="rId11" Type="http://schemas.openxmlformats.org/officeDocument/2006/relationships/image" Target="../media/image66.emf"/><Relationship Id="rId5" Type="http://schemas.openxmlformats.org/officeDocument/2006/relationships/image" Target="../media/image63.wmf"/><Relationship Id="rId10" Type="http://schemas.openxmlformats.org/officeDocument/2006/relationships/oleObject" Target="../embeddings/oleObject63.bin"/><Relationship Id="rId4" Type="http://schemas.openxmlformats.org/officeDocument/2006/relationships/oleObject" Target="../embeddings/oleObject60.bin"/><Relationship Id="rId9" Type="http://schemas.openxmlformats.org/officeDocument/2006/relationships/image" Target="../media/image65.w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66.bin"/><Relationship Id="rId13" Type="http://schemas.openxmlformats.org/officeDocument/2006/relationships/image" Target="../media/image71.wmf"/><Relationship Id="rId3" Type="http://schemas.openxmlformats.org/officeDocument/2006/relationships/notesSlide" Target="../notesSlides/notesSlide6.xml"/><Relationship Id="rId7" Type="http://schemas.openxmlformats.org/officeDocument/2006/relationships/image" Target="../media/image68.wmf"/><Relationship Id="rId12" Type="http://schemas.openxmlformats.org/officeDocument/2006/relationships/oleObject" Target="../embeddings/oleObject68.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oleObject" Target="../embeddings/oleObject65.bin"/><Relationship Id="rId11" Type="http://schemas.openxmlformats.org/officeDocument/2006/relationships/image" Target="../media/image70.wmf"/><Relationship Id="rId5" Type="http://schemas.openxmlformats.org/officeDocument/2006/relationships/image" Target="../media/image67.wmf"/><Relationship Id="rId10" Type="http://schemas.openxmlformats.org/officeDocument/2006/relationships/oleObject" Target="../embeddings/oleObject67.bin"/><Relationship Id="rId4" Type="http://schemas.openxmlformats.org/officeDocument/2006/relationships/oleObject" Target="../embeddings/oleObject64.bin"/><Relationship Id="rId9" Type="http://schemas.openxmlformats.org/officeDocument/2006/relationships/image" Target="../media/image69.wmf"/></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71.bin"/><Relationship Id="rId13" Type="http://schemas.openxmlformats.org/officeDocument/2006/relationships/image" Target="../media/image76.wmf"/><Relationship Id="rId3" Type="http://schemas.openxmlformats.org/officeDocument/2006/relationships/notesSlide" Target="../notesSlides/notesSlide7.xml"/><Relationship Id="rId7" Type="http://schemas.openxmlformats.org/officeDocument/2006/relationships/image" Target="../media/image73.wmf"/><Relationship Id="rId12" Type="http://schemas.openxmlformats.org/officeDocument/2006/relationships/oleObject" Target="../embeddings/oleObject73.bin"/><Relationship Id="rId17" Type="http://schemas.openxmlformats.org/officeDocument/2006/relationships/image" Target="../media/image78.wmf"/><Relationship Id="rId2" Type="http://schemas.openxmlformats.org/officeDocument/2006/relationships/slideLayout" Target="../slideLayouts/slideLayout7.xml"/><Relationship Id="rId16" Type="http://schemas.openxmlformats.org/officeDocument/2006/relationships/oleObject" Target="../embeddings/oleObject75.bin"/><Relationship Id="rId1" Type="http://schemas.openxmlformats.org/officeDocument/2006/relationships/vmlDrawing" Target="../drawings/vmlDrawing15.vml"/><Relationship Id="rId6" Type="http://schemas.openxmlformats.org/officeDocument/2006/relationships/oleObject" Target="../embeddings/oleObject70.bin"/><Relationship Id="rId11" Type="http://schemas.openxmlformats.org/officeDocument/2006/relationships/image" Target="../media/image75.wmf"/><Relationship Id="rId5" Type="http://schemas.openxmlformats.org/officeDocument/2006/relationships/image" Target="../media/image72.wmf"/><Relationship Id="rId15" Type="http://schemas.openxmlformats.org/officeDocument/2006/relationships/image" Target="../media/image77.wmf"/><Relationship Id="rId10" Type="http://schemas.openxmlformats.org/officeDocument/2006/relationships/oleObject" Target="../embeddings/oleObject72.bin"/><Relationship Id="rId4" Type="http://schemas.openxmlformats.org/officeDocument/2006/relationships/oleObject" Target="../embeddings/oleObject69.bin"/><Relationship Id="rId9" Type="http://schemas.openxmlformats.org/officeDocument/2006/relationships/image" Target="../media/image74.wmf"/><Relationship Id="rId14" Type="http://schemas.openxmlformats.org/officeDocument/2006/relationships/oleObject" Target="../embeddings/oleObject74.bin"/></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oleObject" Target="../embeddings/oleObject76.bin"/><Relationship Id="rId7" Type="http://schemas.openxmlformats.org/officeDocument/2006/relationships/oleObject" Target="../embeddings/oleObject78.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80.wmf"/><Relationship Id="rId11" Type="http://schemas.openxmlformats.org/officeDocument/2006/relationships/image" Target="../media/image9.jpeg"/><Relationship Id="rId5" Type="http://schemas.openxmlformats.org/officeDocument/2006/relationships/oleObject" Target="../embeddings/oleObject77.bin"/><Relationship Id="rId10" Type="http://schemas.openxmlformats.org/officeDocument/2006/relationships/image" Target="../media/image82.wmf"/><Relationship Id="rId4" Type="http://schemas.openxmlformats.org/officeDocument/2006/relationships/image" Target="../media/image79.wmf"/><Relationship Id="rId9" Type="http://schemas.openxmlformats.org/officeDocument/2006/relationships/oleObject" Target="../embeddings/oleObject79.bin"/></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80.bin"/><Relationship Id="rId7" Type="http://schemas.openxmlformats.org/officeDocument/2006/relationships/image" Target="../media/image84.wmf"/><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oleObject" Target="../embeddings/oleObject81.bin"/><Relationship Id="rId5" Type="http://schemas.openxmlformats.org/officeDocument/2006/relationships/image" Target="../media/image9.jpeg"/><Relationship Id="rId4" Type="http://schemas.openxmlformats.org/officeDocument/2006/relationships/image" Target="../media/image83.wmf"/></Relationships>
</file>

<file path=ppt/slides/_rels/slide27.xml.rels><?xml version="1.0" encoding="UTF-8" standalone="yes"?>
<Relationships xmlns="http://schemas.openxmlformats.org/package/2006/relationships"><Relationship Id="rId8" Type="http://schemas.openxmlformats.org/officeDocument/2006/relationships/image" Target="../media/image87.wmf"/><Relationship Id="rId3" Type="http://schemas.openxmlformats.org/officeDocument/2006/relationships/oleObject" Target="../embeddings/oleObject82.bin"/><Relationship Id="rId7" Type="http://schemas.openxmlformats.org/officeDocument/2006/relationships/oleObject" Target="../embeddings/oleObject84.bin"/><Relationship Id="rId12" Type="http://schemas.openxmlformats.org/officeDocument/2006/relationships/image" Target="../media/image89.wmf"/><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86.wmf"/><Relationship Id="rId11" Type="http://schemas.openxmlformats.org/officeDocument/2006/relationships/oleObject" Target="../embeddings/oleObject86.bin"/><Relationship Id="rId5" Type="http://schemas.openxmlformats.org/officeDocument/2006/relationships/oleObject" Target="../embeddings/oleObject83.bin"/><Relationship Id="rId10" Type="http://schemas.openxmlformats.org/officeDocument/2006/relationships/image" Target="../media/image88.wmf"/><Relationship Id="rId4" Type="http://schemas.openxmlformats.org/officeDocument/2006/relationships/image" Target="../media/image85.wmf"/><Relationship Id="rId9" Type="http://schemas.openxmlformats.org/officeDocument/2006/relationships/oleObject" Target="../embeddings/oleObject85.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89.bin"/><Relationship Id="rId3" Type="http://schemas.openxmlformats.org/officeDocument/2006/relationships/notesSlide" Target="../notesSlides/notesSlide9.xml"/><Relationship Id="rId7" Type="http://schemas.openxmlformats.org/officeDocument/2006/relationships/image" Target="../media/image91.wmf"/><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oleObject" Target="../embeddings/oleObject88.bin"/><Relationship Id="rId11" Type="http://schemas.openxmlformats.org/officeDocument/2006/relationships/image" Target="../media/image93.wmf"/><Relationship Id="rId5" Type="http://schemas.openxmlformats.org/officeDocument/2006/relationships/image" Target="../media/image90.wmf"/><Relationship Id="rId10" Type="http://schemas.openxmlformats.org/officeDocument/2006/relationships/oleObject" Target="../embeddings/oleObject90.bin"/><Relationship Id="rId4" Type="http://schemas.openxmlformats.org/officeDocument/2006/relationships/oleObject" Target="../embeddings/oleObject87.bin"/><Relationship Id="rId9" Type="http://schemas.openxmlformats.org/officeDocument/2006/relationships/image" Target="../media/image92.wmf"/></Relationships>
</file>

<file path=ppt/slides/_rels/slide29.xml.rels><?xml version="1.0" encoding="UTF-8" standalone="yes"?>
<Relationships xmlns="http://schemas.openxmlformats.org/package/2006/relationships"><Relationship Id="rId8" Type="http://schemas.openxmlformats.org/officeDocument/2006/relationships/image" Target="../media/image97.emf"/><Relationship Id="rId3" Type="http://schemas.openxmlformats.org/officeDocument/2006/relationships/oleObject" Target="../embeddings/oleObject91.bin"/><Relationship Id="rId7" Type="http://schemas.openxmlformats.org/officeDocument/2006/relationships/oleObject" Target="../embeddings/oleObject93.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95.wmf"/><Relationship Id="rId11" Type="http://schemas.openxmlformats.org/officeDocument/2006/relationships/image" Target="../media/image98.emf"/><Relationship Id="rId5" Type="http://schemas.openxmlformats.org/officeDocument/2006/relationships/oleObject" Target="../embeddings/oleObject92.bin"/><Relationship Id="rId10" Type="http://schemas.openxmlformats.org/officeDocument/2006/relationships/oleObject" Target="../embeddings/oleObject94.bin"/><Relationship Id="rId4" Type="http://schemas.openxmlformats.org/officeDocument/2006/relationships/image" Target="../media/image94.wmf"/><Relationship Id="rId9" Type="http://schemas.openxmlformats.org/officeDocument/2006/relationships/image" Target="../media/image96.jpeg"/></Relationships>
</file>

<file path=ppt/slides/_rels/slide30.xml.rels><?xml version="1.0" encoding="UTF-8" standalone="yes"?>
<Relationships xmlns="http://schemas.openxmlformats.org/package/2006/relationships"><Relationship Id="rId8" Type="http://schemas.openxmlformats.org/officeDocument/2006/relationships/image" Target="../media/image101.wmf"/><Relationship Id="rId13" Type="http://schemas.openxmlformats.org/officeDocument/2006/relationships/oleObject" Target="../embeddings/oleObject100.bin"/><Relationship Id="rId18" Type="http://schemas.openxmlformats.org/officeDocument/2006/relationships/image" Target="../media/image106.wmf"/><Relationship Id="rId3" Type="http://schemas.openxmlformats.org/officeDocument/2006/relationships/oleObject" Target="../embeddings/oleObject95.bin"/><Relationship Id="rId7" Type="http://schemas.openxmlformats.org/officeDocument/2006/relationships/oleObject" Target="../embeddings/oleObject97.bin"/><Relationship Id="rId12" Type="http://schemas.openxmlformats.org/officeDocument/2006/relationships/image" Target="../media/image103.wmf"/><Relationship Id="rId17" Type="http://schemas.openxmlformats.org/officeDocument/2006/relationships/oleObject" Target="../embeddings/oleObject102.bin"/><Relationship Id="rId2" Type="http://schemas.openxmlformats.org/officeDocument/2006/relationships/slideLayout" Target="../slideLayouts/slideLayout7.xml"/><Relationship Id="rId16" Type="http://schemas.openxmlformats.org/officeDocument/2006/relationships/image" Target="../media/image105.wmf"/><Relationship Id="rId1" Type="http://schemas.openxmlformats.org/officeDocument/2006/relationships/vmlDrawing" Target="../drawings/vmlDrawing21.vml"/><Relationship Id="rId6" Type="http://schemas.openxmlformats.org/officeDocument/2006/relationships/image" Target="../media/image100.wmf"/><Relationship Id="rId11" Type="http://schemas.openxmlformats.org/officeDocument/2006/relationships/oleObject" Target="../embeddings/oleObject99.bin"/><Relationship Id="rId5" Type="http://schemas.openxmlformats.org/officeDocument/2006/relationships/oleObject" Target="../embeddings/oleObject96.bin"/><Relationship Id="rId15" Type="http://schemas.openxmlformats.org/officeDocument/2006/relationships/oleObject" Target="../embeddings/oleObject101.bin"/><Relationship Id="rId10" Type="http://schemas.openxmlformats.org/officeDocument/2006/relationships/image" Target="../media/image102.wmf"/><Relationship Id="rId4" Type="http://schemas.openxmlformats.org/officeDocument/2006/relationships/image" Target="../media/image99.wmf"/><Relationship Id="rId9" Type="http://schemas.openxmlformats.org/officeDocument/2006/relationships/oleObject" Target="../embeddings/oleObject98.bin"/><Relationship Id="rId14" Type="http://schemas.openxmlformats.org/officeDocument/2006/relationships/image" Target="../media/image104.wmf"/></Relationships>
</file>

<file path=ppt/slides/_rels/slide31.xml.rels><?xml version="1.0" encoding="UTF-8" standalone="yes"?>
<Relationships xmlns="http://schemas.openxmlformats.org/package/2006/relationships"><Relationship Id="rId8" Type="http://schemas.openxmlformats.org/officeDocument/2006/relationships/image" Target="../media/image109.wmf"/><Relationship Id="rId13" Type="http://schemas.openxmlformats.org/officeDocument/2006/relationships/oleObject" Target="../embeddings/oleObject108.bin"/><Relationship Id="rId18" Type="http://schemas.openxmlformats.org/officeDocument/2006/relationships/oleObject" Target="../embeddings/oleObject112.bin"/><Relationship Id="rId3" Type="http://schemas.openxmlformats.org/officeDocument/2006/relationships/oleObject" Target="../embeddings/oleObject103.bin"/><Relationship Id="rId21" Type="http://schemas.openxmlformats.org/officeDocument/2006/relationships/oleObject" Target="../embeddings/oleObject114.bin"/><Relationship Id="rId7" Type="http://schemas.openxmlformats.org/officeDocument/2006/relationships/oleObject" Target="../embeddings/oleObject105.bin"/><Relationship Id="rId12" Type="http://schemas.openxmlformats.org/officeDocument/2006/relationships/image" Target="../media/image111.wmf"/><Relationship Id="rId17" Type="http://schemas.openxmlformats.org/officeDocument/2006/relationships/image" Target="../media/image112.wmf"/><Relationship Id="rId2" Type="http://schemas.openxmlformats.org/officeDocument/2006/relationships/slideLayout" Target="../slideLayouts/slideLayout7.xml"/><Relationship Id="rId16" Type="http://schemas.openxmlformats.org/officeDocument/2006/relationships/oleObject" Target="../embeddings/oleObject111.bin"/><Relationship Id="rId20" Type="http://schemas.openxmlformats.org/officeDocument/2006/relationships/oleObject" Target="../embeddings/oleObject113.bin"/><Relationship Id="rId1" Type="http://schemas.openxmlformats.org/officeDocument/2006/relationships/vmlDrawing" Target="../drawings/vmlDrawing22.vml"/><Relationship Id="rId6" Type="http://schemas.openxmlformats.org/officeDocument/2006/relationships/image" Target="../media/image108.wmf"/><Relationship Id="rId11" Type="http://schemas.openxmlformats.org/officeDocument/2006/relationships/oleObject" Target="../embeddings/oleObject107.bin"/><Relationship Id="rId5" Type="http://schemas.openxmlformats.org/officeDocument/2006/relationships/oleObject" Target="../embeddings/oleObject104.bin"/><Relationship Id="rId15" Type="http://schemas.openxmlformats.org/officeDocument/2006/relationships/oleObject" Target="../embeddings/oleObject110.bin"/><Relationship Id="rId10" Type="http://schemas.openxmlformats.org/officeDocument/2006/relationships/image" Target="../media/image110.wmf"/><Relationship Id="rId19" Type="http://schemas.openxmlformats.org/officeDocument/2006/relationships/image" Target="../media/image113.wmf"/><Relationship Id="rId4" Type="http://schemas.openxmlformats.org/officeDocument/2006/relationships/image" Target="../media/image107.wmf"/><Relationship Id="rId9" Type="http://schemas.openxmlformats.org/officeDocument/2006/relationships/oleObject" Target="../embeddings/oleObject106.bin"/><Relationship Id="rId14" Type="http://schemas.openxmlformats.org/officeDocument/2006/relationships/oleObject" Target="../embeddings/oleObject109.bin"/><Relationship Id="rId22" Type="http://schemas.openxmlformats.org/officeDocument/2006/relationships/oleObject" Target="../embeddings/oleObject115.bin"/></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118.bin"/><Relationship Id="rId13" Type="http://schemas.openxmlformats.org/officeDocument/2006/relationships/oleObject" Target="../embeddings/oleObject121.bin"/><Relationship Id="rId18" Type="http://schemas.openxmlformats.org/officeDocument/2006/relationships/image" Target="../media/image120.wmf"/><Relationship Id="rId26" Type="http://schemas.openxmlformats.org/officeDocument/2006/relationships/image" Target="../media/image124.wmf"/><Relationship Id="rId3" Type="http://schemas.openxmlformats.org/officeDocument/2006/relationships/notesSlide" Target="../notesSlides/notesSlide10.xml"/><Relationship Id="rId21" Type="http://schemas.openxmlformats.org/officeDocument/2006/relationships/oleObject" Target="../embeddings/oleObject125.bin"/><Relationship Id="rId7" Type="http://schemas.openxmlformats.org/officeDocument/2006/relationships/image" Target="../media/image115.wmf"/><Relationship Id="rId12" Type="http://schemas.openxmlformats.org/officeDocument/2006/relationships/image" Target="../media/image117.wmf"/><Relationship Id="rId17" Type="http://schemas.openxmlformats.org/officeDocument/2006/relationships/oleObject" Target="../embeddings/oleObject123.bin"/><Relationship Id="rId25" Type="http://schemas.openxmlformats.org/officeDocument/2006/relationships/oleObject" Target="../embeddings/oleObject127.bin"/><Relationship Id="rId2" Type="http://schemas.openxmlformats.org/officeDocument/2006/relationships/slideLayout" Target="../slideLayouts/slideLayout7.xml"/><Relationship Id="rId16" Type="http://schemas.openxmlformats.org/officeDocument/2006/relationships/image" Target="../media/image119.wmf"/><Relationship Id="rId20" Type="http://schemas.openxmlformats.org/officeDocument/2006/relationships/image" Target="../media/image121.wmf"/><Relationship Id="rId1" Type="http://schemas.openxmlformats.org/officeDocument/2006/relationships/vmlDrawing" Target="../drawings/vmlDrawing23.vml"/><Relationship Id="rId6" Type="http://schemas.openxmlformats.org/officeDocument/2006/relationships/oleObject" Target="../embeddings/oleObject117.bin"/><Relationship Id="rId11" Type="http://schemas.openxmlformats.org/officeDocument/2006/relationships/oleObject" Target="../embeddings/oleObject120.bin"/><Relationship Id="rId24" Type="http://schemas.openxmlformats.org/officeDocument/2006/relationships/image" Target="../media/image123.wmf"/><Relationship Id="rId5" Type="http://schemas.openxmlformats.org/officeDocument/2006/relationships/image" Target="../media/image114.wmf"/><Relationship Id="rId15" Type="http://schemas.openxmlformats.org/officeDocument/2006/relationships/oleObject" Target="../embeddings/oleObject122.bin"/><Relationship Id="rId23" Type="http://schemas.openxmlformats.org/officeDocument/2006/relationships/oleObject" Target="../embeddings/oleObject126.bin"/><Relationship Id="rId10" Type="http://schemas.openxmlformats.org/officeDocument/2006/relationships/oleObject" Target="../embeddings/oleObject119.bin"/><Relationship Id="rId19" Type="http://schemas.openxmlformats.org/officeDocument/2006/relationships/oleObject" Target="../embeddings/oleObject124.bin"/><Relationship Id="rId4" Type="http://schemas.openxmlformats.org/officeDocument/2006/relationships/oleObject" Target="../embeddings/oleObject116.bin"/><Relationship Id="rId9" Type="http://schemas.openxmlformats.org/officeDocument/2006/relationships/image" Target="../media/image116.wmf"/><Relationship Id="rId14" Type="http://schemas.openxmlformats.org/officeDocument/2006/relationships/image" Target="../media/image118.wmf"/><Relationship Id="rId22" Type="http://schemas.openxmlformats.org/officeDocument/2006/relationships/image" Target="../media/image122.wmf"/></Relationships>
</file>

<file path=ppt/slides/_rels/slide33.xml.rels><?xml version="1.0" encoding="UTF-8" standalone="yes"?>
<Relationships xmlns="http://schemas.openxmlformats.org/package/2006/relationships"><Relationship Id="rId8" Type="http://schemas.openxmlformats.org/officeDocument/2006/relationships/image" Target="../media/image127.wmf"/><Relationship Id="rId3" Type="http://schemas.openxmlformats.org/officeDocument/2006/relationships/oleObject" Target="../embeddings/oleObject128.bin"/><Relationship Id="rId7" Type="http://schemas.openxmlformats.org/officeDocument/2006/relationships/oleObject" Target="../embeddings/oleObject130.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image" Target="../media/image126.wmf"/><Relationship Id="rId5" Type="http://schemas.openxmlformats.org/officeDocument/2006/relationships/oleObject" Target="../embeddings/oleObject129.bin"/><Relationship Id="rId4" Type="http://schemas.openxmlformats.org/officeDocument/2006/relationships/image" Target="../media/image125.wmf"/></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133.bin"/><Relationship Id="rId3" Type="http://schemas.openxmlformats.org/officeDocument/2006/relationships/notesSlide" Target="../notesSlides/notesSlide11.xml"/><Relationship Id="rId7" Type="http://schemas.openxmlformats.org/officeDocument/2006/relationships/image" Target="../media/image129.wmf"/><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oleObject" Target="../embeddings/oleObject132.bin"/><Relationship Id="rId11" Type="http://schemas.openxmlformats.org/officeDocument/2006/relationships/image" Target="../media/image131.wmf"/><Relationship Id="rId5" Type="http://schemas.openxmlformats.org/officeDocument/2006/relationships/image" Target="../media/image128.wmf"/><Relationship Id="rId10" Type="http://schemas.openxmlformats.org/officeDocument/2006/relationships/oleObject" Target="../embeddings/oleObject134.bin"/><Relationship Id="rId4" Type="http://schemas.openxmlformats.org/officeDocument/2006/relationships/oleObject" Target="../embeddings/oleObject131.bin"/><Relationship Id="rId9" Type="http://schemas.openxmlformats.org/officeDocument/2006/relationships/image" Target="../media/image130.w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137.bin"/><Relationship Id="rId13" Type="http://schemas.openxmlformats.org/officeDocument/2006/relationships/image" Target="../media/image136.wmf"/><Relationship Id="rId18" Type="http://schemas.openxmlformats.org/officeDocument/2006/relationships/oleObject" Target="../embeddings/oleObject142.bin"/><Relationship Id="rId3" Type="http://schemas.openxmlformats.org/officeDocument/2006/relationships/notesSlide" Target="../notesSlides/notesSlide12.xml"/><Relationship Id="rId7" Type="http://schemas.openxmlformats.org/officeDocument/2006/relationships/image" Target="../media/image133.wmf"/><Relationship Id="rId12" Type="http://schemas.openxmlformats.org/officeDocument/2006/relationships/oleObject" Target="../embeddings/oleObject139.bin"/><Relationship Id="rId17" Type="http://schemas.openxmlformats.org/officeDocument/2006/relationships/image" Target="../media/image138.wmf"/><Relationship Id="rId2" Type="http://schemas.openxmlformats.org/officeDocument/2006/relationships/slideLayout" Target="../slideLayouts/slideLayout7.xml"/><Relationship Id="rId16" Type="http://schemas.openxmlformats.org/officeDocument/2006/relationships/oleObject" Target="../embeddings/oleObject141.bin"/><Relationship Id="rId1" Type="http://schemas.openxmlformats.org/officeDocument/2006/relationships/vmlDrawing" Target="../drawings/vmlDrawing26.vml"/><Relationship Id="rId6" Type="http://schemas.openxmlformats.org/officeDocument/2006/relationships/oleObject" Target="../embeddings/oleObject136.bin"/><Relationship Id="rId11" Type="http://schemas.openxmlformats.org/officeDocument/2006/relationships/image" Target="../media/image135.wmf"/><Relationship Id="rId5" Type="http://schemas.openxmlformats.org/officeDocument/2006/relationships/image" Target="../media/image132.wmf"/><Relationship Id="rId15" Type="http://schemas.openxmlformats.org/officeDocument/2006/relationships/image" Target="../media/image137.wmf"/><Relationship Id="rId10" Type="http://schemas.openxmlformats.org/officeDocument/2006/relationships/oleObject" Target="../embeddings/oleObject138.bin"/><Relationship Id="rId19" Type="http://schemas.openxmlformats.org/officeDocument/2006/relationships/image" Target="../media/image139.wmf"/><Relationship Id="rId4" Type="http://schemas.openxmlformats.org/officeDocument/2006/relationships/oleObject" Target="../embeddings/oleObject135.bin"/><Relationship Id="rId9" Type="http://schemas.openxmlformats.org/officeDocument/2006/relationships/image" Target="../media/image134.wmf"/><Relationship Id="rId14" Type="http://schemas.openxmlformats.org/officeDocument/2006/relationships/oleObject" Target="../embeddings/oleObject140.bin"/></Relationships>
</file>

<file path=ppt/slides/_rels/slide36.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145.bin"/><Relationship Id="rId13" Type="http://schemas.openxmlformats.org/officeDocument/2006/relationships/image" Target="../media/image145.wmf"/><Relationship Id="rId18" Type="http://schemas.openxmlformats.org/officeDocument/2006/relationships/oleObject" Target="../embeddings/oleObject150.bin"/><Relationship Id="rId3" Type="http://schemas.openxmlformats.org/officeDocument/2006/relationships/notesSlide" Target="../notesSlides/notesSlide14.xml"/><Relationship Id="rId7" Type="http://schemas.openxmlformats.org/officeDocument/2006/relationships/image" Target="../media/image142.wmf"/><Relationship Id="rId12" Type="http://schemas.openxmlformats.org/officeDocument/2006/relationships/oleObject" Target="../embeddings/oleObject147.bin"/><Relationship Id="rId17" Type="http://schemas.openxmlformats.org/officeDocument/2006/relationships/image" Target="../media/image147.emf"/><Relationship Id="rId2" Type="http://schemas.openxmlformats.org/officeDocument/2006/relationships/slideLayout" Target="../slideLayouts/slideLayout6.xml"/><Relationship Id="rId16" Type="http://schemas.openxmlformats.org/officeDocument/2006/relationships/oleObject" Target="../embeddings/oleObject149.bin"/><Relationship Id="rId1" Type="http://schemas.openxmlformats.org/officeDocument/2006/relationships/vmlDrawing" Target="../drawings/vmlDrawing27.vml"/><Relationship Id="rId6" Type="http://schemas.openxmlformats.org/officeDocument/2006/relationships/oleObject" Target="../embeddings/oleObject144.bin"/><Relationship Id="rId11" Type="http://schemas.openxmlformats.org/officeDocument/2006/relationships/image" Target="../media/image144.wmf"/><Relationship Id="rId5" Type="http://schemas.openxmlformats.org/officeDocument/2006/relationships/image" Target="../media/image141.wmf"/><Relationship Id="rId15" Type="http://schemas.openxmlformats.org/officeDocument/2006/relationships/image" Target="../media/image146.emf"/><Relationship Id="rId10" Type="http://schemas.openxmlformats.org/officeDocument/2006/relationships/oleObject" Target="../embeddings/oleObject146.bin"/><Relationship Id="rId19" Type="http://schemas.openxmlformats.org/officeDocument/2006/relationships/image" Target="../media/image148.emf"/><Relationship Id="rId4" Type="http://schemas.openxmlformats.org/officeDocument/2006/relationships/oleObject" Target="../embeddings/oleObject143.bin"/><Relationship Id="rId9" Type="http://schemas.openxmlformats.org/officeDocument/2006/relationships/image" Target="../media/image143.wmf"/><Relationship Id="rId14" Type="http://schemas.openxmlformats.org/officeDocument/2006/relationships/oleObject" Target="../embeddings/oleObject148.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53.bin"/><Relationship Id="rId13" Type="http://schemas.openxmlformats.org/officeDocument/2006/relationships/oleObject" Target="../embeddings/oleObject156.bin"/><Relationship Id="rId18" Type="http://schemas.openxmlformats.org/officeDocument/2006/relationships/image" Target="../media/image154.wmf"/><Relationship Id="rId3" Type="http://schemas.openxmlformats.org/officeDocument/2006/relationships/notesSlide" Target="../notesSlides/notesSlide15.xml"/><Relationship Id="rId7" Type="http://schemas.openxmlformats.org/officeDocument/2006/relationships/image" Target="../media/image150.wmf"/><Relationship Id="rId12" Type="http://schemas.openxmlformats.org/officeDocument/2006/relationships/oleObject" Target="../embeddings/oleObject155.bin"/><Relationship Id="rId17" Type="http://schemas.openxmlformats.org/officeDocument/2006/relationships/oleObject" Target="../embeddings/oleObject158.bin"/><Relationship Id="rId2" Type="http://schemas.openxmlformats.org/officeDocument/2006/relationships/slideLayout" Target="../slideLayouts/slideLayout7.xml"/><Relationship Id="rId16" Type="http://schemas.openxmlformats.org/officeDocument/2006/relationships/image" Target="../media/image153.wmf"/><Relationship Id="rId1" Type="http://schemas.openxmlformats.org/officeDocument/2006/relationships/vmlDrawing" Target="../drawings/vmlDrawing28.vml"/><Relationship Id="rId6" Type="http://schemas.openxmlformats.org/officeDocument/2006/relationships/oleObject" Target="../embeddings/oleObject152.bin"/><Relationship Id="rId11" Type="http://schemas.openxmlformats.org/officeDocument/2006/relationships/image" Target="../media/image145.wmf"/><Relationship Id="rId5" Type="http://schemas.openxmlformats.org/officeDocument/2006/relationships/image" Target="../media/image149.wmf"/><Relationship Id="rId15" Type="http://schemas.openxmlformats.org/officeDocument/2006/relationships/oleObject" Target="../embeddings/oleObject157.bin"/><Relationship Id="rId10" Type="http://schemas.openxmlformats.org/officeDocument/2006/relationships/oleObject" Target="../embeddings/oleObject154.bin"/><Relationship Id="rId4" Type="http://schemas.openxmlformats.org/officeDocument/2006/relationships/oleObject" Target="../embeddings/oleObject151.bin"/><Relationship Id="rId9" Type="http://schemas.openxmlformats.org/officeDocument/2006/relationships/image" Target="../media/image151.wmf"/><Relationship Id="rId14" Type="http://schemas.openxmlformats.org/officeDocument/2006/relationships/image" Target="../media/image152.wmf"/></Relationships>
</file>

<file path=ppt/slides/_rels/slide39.xml.rels><?xml version="1.0" encoding="UTF-8" standalone="yes"?>
<Relationships xmlns="http://schemas.openxmlformats.org/package/2006/relationships"><Relationship Id="rId8" Type="http://schemas.openxmlformats.org/officeDocument/2006/relationships/image" Target="../media/image156.wmf"/><Relationship Id="rId3" Type="http://schemas.openxmlformats.org/officeDocument/2006/relationships/notesSlide" Target="../notesSlides/notesSlide16.xml"/><Relationship Id="rId7" Type="http://schemas.openxmlformats.org/officeDocument/2006/relationships/oleObject" Target="../embeddings/oleObject160.bin"/><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image" Target="../media/image155.wmf"/><Relationship Id="rId5" Type="http://schemas.openxmlformats.org/officeDocument/2006/relationships/oleObject" Target="../embeddings/oleObject159.bin"/><Relationship Id="rId10" Type="http://schemas.openxmlformats.org/officeDocument/2006/relationships/image" Target="../media/image157.wmf"/><Relationship Id="rId4" Type="http://schemas.openxmlformats.org/officeDocument/2006/relationships/image" Target="../media/image96.jpeg"/><Relationship Id="rId9" Type="http://schemas.openxmlformats.org/officeDocument/2006/relationships/oleObject" Target="../embeddings/oleObject161.bin"/></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164.bin"/><Relationship Id="rId13" Type="http://schemas.openxmlformats.org/officeDocument/2006/relationships/image" Target="../media/image151.wmf"/><Relationship Id="rId18" Type="http://schemas.openxmlformats.org/officeDocument/2006/relationships/oleObject" Target="../embeddings/oleObject169.bin"/><Relationship Id="rId3" Type="http://schemas.openxmlformats.org/officeDocument/2006/relationships/notesSlide" Target="../notesSlides/notesSlide17.xml"/><Relationship Id="rId7" Type="http://schemas.openxmlformats.org/officeDocument/2006/relationships/image" Target="../media/image159.wmf"/><Relationship Id="rId12" Type="http://schemas.openxmlformats.org/officeDocument/2006/relationships/oleObject" Target="../embeddings/oleObject166.bin"/><Relationship Id="rId17" Type="http://schemas.openxmlformats.org/officeDocument/2006/relationships/image" Target="../media/image145.wmf"/><Relationship Id="rId2" Type="http://schemas.openxmlformats.org/officeDocument/2006/relationships/slideLayout" Target="../slideLayouts/slideLayout7.xml"/><Relationship Id="rId16" Type="http://schemas.openxmlformats.org/officeDocument/2006/relationships/oleObject" Target="../embeddings/oleObject168.bin"/><Relationship Id="rId20" Type="http://schemas.openxmlformats.org/officeDocument/2006/relationships/image" Target="../media/image162.wmf"/><Relationship Id="rId1" Type="http://schemas.openxmlformats.org/officeDocument/2006/relationships/vmlDrawing" Target="../drawings/vmlDrawing30.vml"/><Relationship Id="rId6" Type="http://schemas.openxmlformats.org/officeDocument/2006/relationships/oleObject" Target="../embeddings/oleObject163.bin"/><Relationship Id="rId11" Type="http://schemas.openxmlformats.org/officeDocument/2006/relationships/image" Target="../media/image161.wmf"/><Relationship Id="rId5" Type="http://schemas.openxmlformats.org/officeDocument/2006/relationships/image" Target="../media/image158.wmf"/><Relationship Id="rId15" Type="http://schemas.openxmlformats.org/officeDocument/2006/relationships/image" Target="../media/image152.wmf"/><Relationship Id="rId10" Type="http://schemas.openxmlformats.org/officeDocument/2006/relationships/oleObject" Target="../embeddings/oleObject165.bin"/><Relationship Id="rId19" Type="http://schemas.openxmlformats.org/officeDocument/2006/relationships/oleObject" Target="../embeddings/oleObject170.bin"/><Relationship Id="rId4" Type="http://schemas.openxmlformats.org/officeDocument/2006/relationships/oleObject" Target="../embeddings/oleObject162.bin"/><Relationship Id="rId9" Type="http://schemas.openxmlformats.org/officeDocument/2006/relationships/image" Target="../media/image160.wmf"/><Relationship Id="rId14" Type="http://schemas.openxmlformats.org/officeDocument/2006/relationships/oleObject" Target="../embeddings/oleObject167.bin"/></Relationships>
</file>

<file path=ppt/slides/_rels/slide41.xml.rels><?xml version="1.0" encoding="UTF-8" standalone="yes"?>
<Relationships xmlns="http://schemas.openxmlformats.org/package/2006/relationships"><Relationship Id="rId8" Type="http://schemas.openxmlformats.org/officeDocument/2006/relationships/image" Target="../media/image164.wmf"/><Relationship Id="rId13" Type="http://schemas.openxmlformats.org/officeDocument/2006/relationships/oleObject" Target="../embeddings/oleObject175.bin"/><Relationship Id="rId3" Type="http://schemas.openxmlformats.org/officeDocument/2006/relationships/notesSlide" Target="../notesSlides/notesSlide18.xml"/><Relationship Id="rId7" Type="http://schemas.openxmlformats.org/officeDocument/2006/relationships/oleObject" Target="../embeddings/oleObject172.bin"/><Relationship Id="rId12" Type="http://schemas.openxmlformats.org/officeDocument/2006/relationships/image" Target="../media/image166.wmf"/><Relationship Id="rId2" Type="http://schemas.openxmlformats.org/officeDocument/2006/relationships/slideLayout" Target="../slideLayouts/slideLayout7.xml"/><Relationship Id="rId16" Type="http://schemas.openxmlformats.org/officeDocument/2006/relationships/image" Target="../media/image168.wmf"/><Relationship Id="rId1" Type="http://schemas.openxmlformats.org/officeDocument/2006/relationships/vmlDrawing" Target="../drawings/vmlDrawing31.vml"/><Relationship Id="rId6" Type="http://schemas.openxmlformats.org/officeDocument/2006/relationships/image" Target="../media/image163.wmf"/><Relationship Id="rId11" Type="http://schemas.openxmlformats.org/officeDocument/2006/relationships/oleObject" Target="../embeddings/oleObject174.bin"/><Relationship Id="rId5" Type="http://schemas.openxmlformats.org/officeDocument/2006/relationships/oleObject" Target="../embeddings/oleObject171.bin"/><Relationship Id="rId15" Type="http://schemas.openxmlformats.org/officeDocument/2006/relationships/oleObject" Target="../embeddings/oleObject176.bin"/><Relationship Id="rId10" Type="http://schemas.openxmlformats.org/officeDocument/2006/relationships/image" Target="../media/image165.wmf"/><Relationship Id="rId4" Type="http://schemas.openxmlformats.org/officeDocument/2006/relationships/image" Target="../media/image96.jpeg"/><Relationship Id="rId9" Type="http://schemas.openxmlformats.org/officeDocument/2006/relationships/oleObject" Target="../embeddings/oleObject173.bin"/><Relationship Id="rId14" Type="http://schemas.openxmlformats.org/officeDocument/2006/relationships/image" Target="../media/image167.wmf"/></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179.bin"/><Relationship Id="rId13" Type="http://schemas.openxmlformats.org/officeDocument/2006/relationships/image" Target="../media/image173.wmf"/><Relationship Id="rId3" Type="http://schemas.openxmlformats.org/officeDocument/2006/relationships/oleObject" Target="../embeddings/oleObject177.bin"/><Relationship Id="rId7" Type="http://schemas.openxmlformats.org/officeDocument/2006/relationships/image" Target="../media/image170.wmf"/><Relationship Id="rId12" Type="http://schemas.openxmlformats.org/officeDocument/2006/relationships/oleObject" Target="../embeddings/oleObject181.bin"/><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oleObject" Target="../embeddings/oleObject178.bin"/><Relationship Id="rId11" Type="http://schemas.openxmlformats.org/officeDocument/2006/relationships/image" Target="../media/image172.wmf"/><Relationship Id="rId5" Type="http://schemas.openxmlformats.org/officeDocument/2006/relationships/image" Target="../media/image174.jpeg"/><Relationship Id="rId10" Type="http://schemas.openxmlformats.org/officeDocument/2006/relationships/oleObject" Target="../embeddings/oleObject180.bin"/><Relationship Id="rId4" Type="http://schemas.openxmlformats.org/officeDocument/2006/relationships/image" Target="../media/image169.wmf"/><Relationship Id="rId9" Type="http://schemas.openxmlformats.org/officeDocument/2006/relationships/image" Target="../media/image171.wmf"/></Relationships>
</file>

<file path=ppt/slides/_rels/slide43.xml.rels><?xml version="1.0" encoding="UTF-8" standalone="yes"?>
<Relationships xmlns="http://schemas.openxmlformats.org/package/2006/relationships"><Relationship Id="rId8" Type="http://schemas.openxmlformats.org/officeDocument/2006/relationships/image" Target="../media/image176.wmf"/><Relationship Id="rId3" Type="http://schemas.openxmlformats.org/officeDocument/2006/relationships/notesSlide" Target="../notesSlides/notesSlide19.xml"/><Relationship Id="rId7" Type="http://schemas.openxmlformats.org/officeDocument/2006/relationships/oleObject" Target="../embeddings/oleObject183.bin"/><Relationship Id="rId2" Type="http://schemas.openxmlformats.org/officeDocument/2006/relationships/slideLayout" Target="../slideLayouts/slideLayout7.xml"/><Relationship Id="rId1" Type="http://schemas.openxmlformats.org/officeDocument/2006/relationships/vmlDrawing" Target="../drawings/vmlDrawing33.vml"/><Relationship Id="rId6" Type="http://schemas.openxmlformats.org/officeDocument/2006/relationships/image" Target="../media/image174.jpeg"/><Relationship Id="rId5" Type="http://schemas.openxmlformats.org/officeDocument/2006/relationships/image" Target="../media/image175.wmf"/><Relationship Id="rId4" Type="http://schemas.openxmlformats.org/officeDocument/2006/relationships/oleObject" Target="../embeddings/oleObject182.bin"/></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186.bin"/><Relationship Id="rId13" Type="http://schemas.openxmlformats.org/officeDocument/2006/relationships/image" Target="../media/image181.wmf"/><Relationship Id="rId18" Type="http://schemas.openxmlformats.org/officeDocument/2006/relationships/oleObject" Target="../embeddings/oleObject191.bin"/><Relationship Id="rId3" Type="http://schemas.openxmlformats.org/officeDocument/2006/relationships/notesSlide" Target="../notesSlides/notesSlide20.xml"/><Relationship Id="rId21" Type="http://schemas.openxmlformats.org/officeDocument/2006/relationships/image" Target="../media/image185.wmf"/><Relationship Id="rId7" Type="http://schemas.openxmlformats.org/officeDocument/2006/relationships/image" Target="../media/image178.wmf"/><Relationship Id="rId12" Type="http://schemas.openxmlformats.org/officeDocument/2006/relationships/oleObject" Target="../embeddings/oleObject188.bin"/><Relationship Id="rId17" Type="http://schemas.openxmlformats.org/officeDocument/2006/relationships/image" Target="../media/image183.wmf"/><Relationship Id="rId2" Type="http://schemas.openxmlformats.org/officeDocument/2006/relationships/slideLayout" Target="../slideLayouts/slideLayout7.xml"/><Relationship Id="rId16" Type="http://schemas.openxmlformats.org/officeDocument/2006/relationships/oleObject" Target="../embeddings/oleObject190.bin"/><Relationship Id="rId20" Type="http://schemas.openxmlformats.org/officeDocument/2006/relationships/oleObject" Target="../embeddings/oleObject192.bin"/><Relationship Id="rId1" Type="http://schemas.openxmlformats.org/officeDocument/2006/relationships/vmlDrawing" Target="../drawings/vmlDrawing34.vml"/><Relationship Id="rId6" Type="http://schemas.openxmlformats.org/officeDocument/2006/relationships/oleObject" Target="../embeddings/oleObject185.bin"/><Relationship Id="rId11" Type="http://schemas.openxmlformats.org/officeDocument/2006/relationships/image" Target="../media/image180.wmf"/><Relationship Id="rId5" Type="http://schemas.openxmlformats.org/officeDocument/2006/relationships/image" Target="../media/image177.wmf"/><Relationship Id="rId15" Type="http://schemas.openxmlformats.org/officeDocument/2006/relationships/image" Target="../media/image182.wmf"/><Relationship Id="rId23" Type="http://schemas.openxmlformats.org/officeDocument/2006/relationships/image" Target="../media/image186.wmf"/><Relationship Id="rId10" Type="http://schemas.openxmlformats.org/officeDocument/2006/relationships/oleObject" Target="../embeddings/oleObject187.bin"/><Relationship Id="rId19" Type="http://schemas.openxmlformats.org/officeDocument/2006/relationships/image" Target="../media/image184.wmf"/><Relationship Id="rId4" Type="http://schemas.openxmlformats.org/officeDocument/2006/relationships/oleObject" Target="../embeddings/oleObject184.bin"/><Relationship Id="rId9" Type="http://schemas.openxmlformats.org/officeDocument/2006/relationships/image" Target="../media/image179.wmf"/><Relationship Id="rId14" Type="http://schemas.openxmlformats.org/officeDocument/2006/relationships/oleObject" Target="../embeddings/oleObject189.bin"/><Relationship Id="rId22" Type="http://schemas.openxmlformats.org/officeDocument/2006/relationships/oleObject" Target="../embeddings/oleObject193.bin"/></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196.bin"/><Relationship Id="rId13" Type="http://schemas.openxmlformats.org/officeDocument/2006/relationships/image" Target="../media/image190.wmf"/><Relationship Id="rId18" Type="http://schemas.openxmlformats.org/officeDocument/2006/relationships/oleObject" Target="../embeddings/oleObject201.bin"/><Relationship Id="rId26" Type="http://schemas.openxmlformats.org/officeDocument/2006/relationships/oleObject" Target="../embeddings/oleObject205.bin"/><Relationship Id="rId3" Type="http://schemas.openxmlformats.org/officeDocument/2006/relationships/notesSlide" Target="../notesSlides/notesSlide21.xml"/><Relationship Id="rId21" Type="http://schemas.openxmlformats.org/officeDocument/2006/relationships/image" Target="../media/image192.wmf"/><Relationship Id="rId7" Type="http://schemas.openxmlformats.org/officeDocument/2006/relationships/image" Target="../media/image187.wmf"/><Relationship Id="rId12" Type="http://schemas.openxmlformats.org/officeDocument/2006/relationships/oleObject" Target="../embeddings/oleObject198.bin"/><Relationship Id="rId17" Type="http://schemas.openxmlformats.org/officeDocument/2006/relationships/image" Target="../media/image151.wmf"/><Relationship Id="rId25" Type="http://schemas.openxmlformats.org/officeDocument/2006/relationships/image" Target="../media/image193.wmf"/><Relationship Id="rId2" Type="http://schemas.openxmlformats.org/officeDocument/2006/relationships/slideLayout" Target="../slideLayouts/slideLayout7.xml"/><Relationship Id="rId16" Type="http://schemas.openxmlformats.org/officeDocument/2006/relationships/oleObject" Target="../embeddings/oleObject200.bin"/><Relationship Id="rId20" Type="http://schemas.openxmlformats.org/officeDocument/2006/relationships/oleObject" Target="../embeddings/oleObject202.bin"/><Relationship Id="rId29" Type="http://schemas.openxmlformats.org/officeDocument/2006/relationships/image" Target="../media/image195.wmf"/><Relationship Id="rId1" Type="http://schemas.openxmlformats.org/officeDocument/2006/relationships/vmlDrawing" Target="../drawings/vmlDrawing35.vml"/><Relationship Id="rId6" Type="http://schemas.openxmlformats.org/officeDocument/2006/relationships/oleObject" Target="../embeddings/oleObject195.bin"/><Relationship Id="rId11" Type="http://schemas.openxmlformats.org/officeDocument/2006/relationships/image" Target="../media/image189.wmf"/><Relationship Id="rId24" Type="http://schemas.openxmlformats.org/officeDocument/2006/relationships/oleObject" Target="../embeddings/oleObject204.bin"/><Relationship Id="rId5" Type="http://schemas.openxmlformats.org/officeDocument/2006/relationships/image" Target="../media/image111.wmf"/><Relationship Id="rId15" Type="http://schemas.openxmlformats.org/officeDocument/2006/relationships/image" Target="../media/image191.wmf"/><Relationship Id="rId23" Type="http://schemas.openxmlformats.org/officeDocument/2006/relationships/image" Target="../media/image180.wmf"/><Relationship Id="rId28" Type="http://schemas.openxmlformats.org/officeDocument/2006/relationships/oleObject" Target="../embeddings/oleObject206.bin"/><Relationship Id="rId10" Type="http://schemas.openxmlformats.org/officeDocument/2006/relationships/oleObject" Target="../embeddings/oleObject197.bin"/><Relationship Id="rId19" Type="http://schemas.openxmlformats.org/officeDocument/2006/relationships/image" Target="../media/image178.wmf"/><Relationship Id="rId31" Type="http://schemas.openxmlformats.org/officeDocument/2006/relationships/image" Target="../media/image196.wmf"/><Relationship Id="rId4" Type="http://schemas.openxmlformats.org/officeDocument/2006/relationships/oleObject" Target="../embeddings/oleObject194.bin"/><Relationship Id="rId9" Type="http://schemas.openxmlformats.org/officeDocument/2006/relationships/image" Target="../media/image188.wmf"/><Relationship Id="rId14" Type="http://schemas.openxmlformats.org/officeDocument/2006/relationships/oleObject" Target="../embeddings/oleObject199.bin"/><Relationship Id="rId22" Type="http://schemas.openxmlformats.org/officeDocument/2006/relationships/oleObject" Target="../embeddings/oleObject203.bin"/><Relationship Id="rId27" Type="http://schemas.openxmlformats.org/officeDocument/2006/relationships/image" Target="../media/image194.wmf"/><Relationship Id="rId30" Type="http://schemas.openxmlformats.org/officeDocument/2006/relationships/oleObject" Target="../embeddings/oleObject207.bin"/></Relationships>
</file>

<file path=ppt/slides/_rels/slide46.xml.rels><?xml version="1.0" encoding="UTF-8" standalone="yes"?>
<Relationships xmlns="http://schemas.openxmlformats.org/package/2006/relationships"><Relationship Id="rId8" Type="http://schemas.openxmlformats.org/officeDocument/2006/relationships/image" Target="../media/image199.wmf"/><Relationship Id="rId13" Type="http://schemas.openxmlformats.org/officeDocument/2006/relationships/oleObject" Target="../embeddings/oleObject213.bin"/><Relationship Id="rId18" Type="http://schemas.openxmlformats.org/officeDocument/2006/relationships/image" Target="../media/image204.wmf"/><Relationship Id="rId3" Type="http://schemas.openxmlformats.org/officeDocument/2006/relationships/oleObject" Target="../embeddings/oleObject208.bin"/><Relationship Id="rId7" Type="http://schemas.openxmlformats.org/officeDocument/2006/relationships/oleObject" Target="../embeddings/oleObject210.bin"/><Relationship Id="rId12" Type="http://schemas.openxmlformats.org/officeDocument/2006/relationships/image" Target="../media/image201.wmf"/><Relationship Id="rId17" Type="http://schemas.openxmlformats.org/officeDocument/2006/relationships/oleObject" Target="../embeddings/oleObject215.bin"/><Relationship Id="rId2" Type="http://schemas.openxmlformats.org/officeDocument/2006/relationships/slideLayout" Target="../slideLayouts/slideLayout7.xml"/><Relationship Id="rId16" Type="http://schemas.openxmlformats.org/officeDocument/2006/relationships/image" Target="../media/image203.wmf"/><Relationship Id="rId20" Type="http://schemas.openxmlformats.org/officeDocument/2006/relationships/image" Target="../media/image205.wmf"/><Relationship Id="rId1" Type="http://schemas.openxmlformats.org/officeDocument/2006/relationships/vmlDrawing" Target="../drawings/vmlDrawing36.vml"/><Relationship Id="rId6" Type="http://schemas.openxmlformats.org/officeDocument/2006/relationships/image" Target="../media/image198.wmf"/><Relationship Id="rId11" Type="http://schemas.openxmlformats.org/officeDocument/2006/relationships/oleObject" Target="../embeddings/oleObject212.bin"/><Relationship Id="rId5" Type="http://schemas.openxmlformats.org/officeDocument/2006/relationships/oleObject" Target="../embeddings/oleObject209.bin"/><Relationship Id="rId15" Type="http://schemas.openxmlformats.org/officeDocument/2006/relationships/oleObject" Target="../embeddings/oleObject214.bin"/><Relationship Id="rId10" Type="http://schemas.openxmlformats.org/officeDocument/2006/relationships/image" Target="../media/image200.wmf"/><Relationship Id="rId19" Type="http://schemas.openxmlformats.org/officeDocument/2006/relationships/oleObject" Target="../embeddings/oleObject216.bin"/><Relationship Id="rId4" Type="http://schemas.openxmlformats.org/officeDocument/2006/relationships/image" Target="../media/image197.wmf"/><Relationship Id="rId9" Type="http://schemas.openxmlformats.org/officeDocument/2006/relationships/oleObject" Target="../embeddings/oleObject211.bin"/><Relationship Id="rId14" Type="http://schemas.openxmlformats.org/officeDocument/2006/relationships/image" Target="../media/image202.wmf"/></Relationships>
</file>

<file path=ppt/slides/_rels/slide47.xml.rels><?xml version="1.0" encoding="UTF-8" standalone="yes"?>
<Relationships xmlns="http://schemas.openxmlformats.org/package/2006/relationships"><Relationship Id="rId8" Type="http://schemas.openxmlformats.org/officeDocument/2006/relationships/image" Target="../media/image208.wmf"/><Relationship Id="rId13" Type="http://schemas.openxmlformats.org/officeDocument/2006/relationships/oleObject" Target="../embeddings/oleObject222.bin"/><Relationship Id="rId18" Type="http://schemas.openxmlformats.org/officeDocument/2006/relationships/image" Target="../media/image205.wmf"/><Relationship Id="rId3" Type="http://schemas.openxmlformats.org/officeDocument/2006/relationships/oleObject" Target="../embeddings/oleObject217.bin"/><Relationship Id="rId7" Type="http://schemas.openxmlformats.org/officeDocument/2006/relationships/oleObject" Target="../embeddings/oleObject219.bin"/><Relationship Id="rId12" Type="http://schemas.openxmlformats.org/officeDocument/2006/relationships/image" Target="../media/image202.wmf"/><Relationship Id="rId17" Type="http://schemas.openxmlformats.org/officeDocument/2006/relationships/oleObject" Target="../embeddings/oleObject224.bin"/><Relationship Id="rId2" Type="http://schemas.openxmlformats.org/officeDocument/2006/relationships/slideLayout" Target="../slideLayouts/slideLayout7.xml"/><Relationship Id="rId16" Type="http://schemas.openxmlformats.org/officeDocument/2006/relationships/image" Target="../media/image204.wmf"/><Relationship Id="rId1" Type="http://schemas.openxmlformats.org/officeDocument/2006/relationships/vmlDrawing" Target="../drawings/vmlDrawing37.vml"/><Relationship Id="rId6" Type="http://schemas.openxmlformats.org/officeDocument/2006/relationships/image" Target="../media/image207.wmf"/><Relationship Id="rId11" Type="http://schemas.openxmlformats.org/officeDocument/2006/relationships/oleObject" Target="../embeddings/oleObject221.bin"/><Relationship Id="rId5" Type="http://schemas.openxmlformats.org/officeDocument/2006/relationships/oleObject" Target="../embeddings/oleObject218.bin"/><Relationship Id="rId15" Type="http://schemas.openxmlformats.org/officeDocument/2006/relationships/oleObject" Target="../embeddings/oleObject223.bin"/><Relationship Id="rId10" Type="http://schemas.openxmlformats.org/officeDocument/2006/relationships/image" Target="../media/image201.wmf"/><Relationship Id="rId4" Type="http://schemas.openxmlformats.org/officeDocument/2006/relationships/image" Target="../media/image206.wmf"/><Relationship Id="rId9" Type="http://schemas.openxmlformats.org/officeDocument/2006/relationships/oleObject" Target="../embeddings/oleObject220.bin"/><Relationship Id="rId14" Type="http://schemas.openxmlformats.org/officeDocument/2006/relationships/image" Target="../media/image203.wmf"/></Relationships>
</file>

<file path=ppt/slides/_rels/slide48.xml.rels><?xml version="1.0" encoding="UTF-8" standalone="yes"?>
<Relationships xmlns="http://schemas.openxmlformats.org/package/2006/relationships"><Relationship Id="rId8" Type="http://schemas.openxmlformats.org/officeDocument/2006/relationships/image" Target="../media/image211.wmf"/><Relationship Id="rId13" Type="http://schemas.openxmlformats.org/officeDocument/2006/relationships/oleObject" Target="../embeddings/oleObject230.bin"/><Relationship Id="rId18" Type="http://schemas.openxmlformats.org/officeDocument/2006/relationships/image" Target="../media/image216.wmf"/><Relationship Id="rId3" Type="http://schemas.openxmlformats.org/officeDocument/2006/relationships/oleObject" Target="../embeddings/oleObject225.bin"/><Relationship Id="rId7" Type="http://schemas.openxmlformats.org/officeDocument/2006/relationships/oleObject" Target="../embeddings/oleObject227.bin"/><Relationship Id="rId12" Type="http://schemas.openxmlformats.org/officeDocument/2006/relationships/image" Target="../media/image213.wmf"/><Relationship Id="rId17" Type="http://schemas.openxmlformats.org/officeDocument/2006/relationships/oleObject" Target="../embeddings/oleObject232.bin"/><Relationship Id="rId2" Type="http://schemas.openxmlformats.org/officeDocument/2006/relationships/slideLayout" Target="../slideLayouts/slideLayout7.xml"/><Relationship Id="rId16" Type="http://schemas.openxmlformats.org/officeDocument/2006/relationships/image" Target="../media/image215.wmf"/><Relationship Id="rId20" Type="http://schemas.openxmlformats.org/officeDocument/2006/relationships/image" Target="../media/image217.wmf"/><Relationship Id="rId1" Type="http://schemas.openxmlformats.org/officeDocument/2006/relationships/vmlDrawing" Target="../drawings/vmlDrawing38.vml"/><Relationship Id="rId6" Type="http://schemas.openxmlformats.org/officeDocument/2006/relationships/image" Target="../media/image210.wmf"/><Relationship Id="rId11" Type="http://schemas.openxmlformats.org/officeDocument/2006/relationships/oleObject" Target="../embeddings/oleObject229.bin"/><Relationship Id="rId5" Type="http://schemas.openxmlformats.org/officeDocument/2006/relationships/oleObject" Target="../embeddings/oleObject226.bin"/><Relationship Id="rId15" Type="http://schemas.openxmlformats.org/officeDocument/2006/relationships/oleObject" Target="../embeddings/oleObject231.bin"/><Relationship Id="rId10" Type="http://schemas.openxmlformats.org/officeDocument/2006/relationships/image" Target="../media/image212.wmf"/><Relationship Id="rId19" Type="http://schemas.openxmlformats.org/officeDocument/2006/relationships/oleObject" Target="../embeddings/oleObject233.bin"/><Relationship Id="rId4" Type="http://schemas.openxmlformats.org/officeDocument/2006/relationships/image" Target="../media/image209.wmf"/><Relationship Id="rId9" Type="http://schemas.openxmlformats.org/officeDocument/2006/relationships/oleObject" Target="../embeddings/oleObject228.bin"/><Relationship Id="rId14" Type="http://schemas.openxmlformats.org/officeDocument/2006/relationships/image" Target="../media/image214.wmf"/></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236.bin"/><Relationship Id="rId13" Type="http://schemas.openxmlformats.org/officeDocument/2006/relationships/image" Target="../media/image222.wmf"/><Relationship Id="rId18" Type="http://schemas.openxmlformats.org/officeDocument/2006/relationships/oleObject" Target="../embeddings/oleObject241.bin"/><Relationship Id="rId3" Type="http://schemas.openxmlformats.org/officeDocument/2006/relationships/notesSlide" Target="../notesSlides/notesSlide22.xml"/><Relationship Id="rId21" Type="http://schemas.openxmlformats.org/officeDocument/2006/relationships/image" Target="../media/image226.wmf"/><Relationship Id="rId7" Type="http://schemas.openxmlformats.org/officeDocument/2006/relationships/image" Target="../media/image219.wmf"/><Relationship Id="rId12" Type="http://schemas.openxmlformats.org/officeDocument/2006/relationships/oleObject" Target="../embeddings/oleObject238.bin"/><Relationship Id="rId17" Type="http://schemas.openxmlformats.org/officeDocument/2006/relationships/image" Target="../media/image224.wmf"/><Relationship Id="rId25" Type="http://schemas.openxmlformats.org/officeDocument/2006/relationships/image" Target="../media/image228.wmf"/><Relationship Id="rId2" Type="http://schemas.openxmlformats.org/officeDocument/2006/relationships/slideLayout" Target="../slideLayouts/slideLayout7.xml"/><Relationship Id="rId16" Type="http://schemas.openxmlformats.org/officeDocument/2006/relationships/oleObject" Target="../embeddings/oleObject240.bin"/><Relationship Id="rId20" Type="http://schemas.openxmlformats.org/officeDocument/2006/relationships/oleObject" Target="../embeddings/oleObject242.bin"/><Relationship Id="rId1" Type="http://schemas.openxmlformats.org/officeDocument/2006/relationships/vmlDrawing" Target="../drawings/vmlDrawing39.vml"/><Relationship Id="rId6" Type="http://schemas.openxmlformats.org/officeDocument/2006/relationships/oleObject" Target="../embeddings/oleObject235.bin"/><Relationship Id="rId11" Type="http://schemas.openxmlformats.org/officeDocument/2006/relationships/image" Target="../media/image221.wmf"/><Relationship Id="rId24" Type="http://schemas.openxmlformats.org/officeDocument/2006/relationships/oleObject" Target="../embeddings/oleObject244.bin"/><Relationship Id="rId5" Type="http://schemas.openxmlformats.org/officeDocument/2006/relationships/image" Target="../media/image218.wmf"/><Relationship Id="rId15" Type="http://schemas.openxmlformats.org/officeDocument/2006/relationships/image" Target="../media/image223.wmf"/><Relationship Id="rId23" Type="http://schemas.openxmlformats.org/officeDocument/2006/relationships/image" Target="../media/image227.wmf"/><Relationship Id="rId10" Type="http://schemas.openxmlformats.org/officeDocument/2006/relationships/oleObject" Target="../embeddings/oleObject237.bin"/><Relationship Id="rId19" Type="http://schemas.openxmlformats.org/officeDocument/2006/relationships/image" Target="../media/image225.wmf"/><Relationship Id="rId4" Type="http://schemas.openxmlformats.org/officeDocument/2006/relationships/oleObject" Target="../embeddings/oleObject234.bin"/><Relationship Id="rId9" Type="http://schemas.openxmlformats.org/officeDocument/2006/relationships/image" Target="../media/image220.wmf"/><Relationship Id="rId14" Type="http://schemas.openxmlformats.org/officeDocument/2006/relationships/oleObject" Target="../embeddings/oleObject239.bin"/><Relationship Id="rId22" Type="http://schemas.openxmlformats.org/officeDocument/2006/relationships/oleObject" Target="../embeddings/oleObject243.bin"/></Relationships>
</file>

<file path=ppt/slides/_rels/slide50.xml.rels><?xml version="1.0" encoding="UTF-8" standalone="yes"?>
<Relationships xmlns="http://schemas.openxmlformats.org/package/2006/relationships"><Relationship Id="rId8" Type="http://schemas.openxmlformats.org/officeDocument/2006/relationships/image" Target="../media/image231.wmf"/><Relationship Id="rId13" Type="http://schemas.openxmlformats.org/officeDocument/2006/relationships/oleObject" Target="../embeddings/oleObject250.bin"/><Relationship Id="rId18" Type="http://schemas.openxmlformats.org/officeDocument/2006/relationships/image" Target="../media/image236.wmf"/><Relationship Id="rId3" Type="http://schemas.openxmlformats.org/officeDocument/2006/relationships/oleObject" Target="../embeddings/oleObject245.bin"/><Relationship Id="rId21" Type="http://schemas.openxmlformats.org/officeDocument/2006/relationships/oleObject" Target="../embeddings/oleObject254.bin"/><Relationship Id="rId7" Type="http://schemas.openxmlformats.org/officeDocument/2006/relationships/oleObject" Target="../embeddings/oleObject247.bin"/><Relationship Id="rId12" Type="http://schemas.openxmlformats.org/officeDocument/2006/relationships/image" Target="../media/image233.wmf"/><Relationship Id="rId17" Type="http://schemas.openxmlformats.org/officeDocument/2006/relationships/oleObject" Target="../embeddings/oleObject252.bin"/><Relationship Id="rId2" Type="http://schemas.openxmlformats.org/officeDocument/2006/relationships/slideLayout" Target="../slideLayouts/slideLayout7.xml"/><Relationship Id="rId16" Type="http://schemas.openxmlformats.org/officeDocument/2006/relationships/image" Target="../media/image235.wmf"/><Relationship Id="rId20" Type="http://schemas.openxmlformats.org/officeDocument/2006/relationships/image" Target="../media/image237.wmf"/><Relationship Id="rId1" Type="http://schemas.openxmlformats.org/officeDocument/2006/relationships/vmlDrawing" Target="../drawings/vmlDrawing40.vml"/><Relationship Id="rId6" Type="http://schemas.openxmlformats.org/officeDocument/2006/relationships/image" Target="../media/image230.wmf"/><Relationship Id="rId11" Type="http://schemas.openxmlformats.org/officeDocument/2006/relationships/oleObject" Target="../embeddings/oleObject249.bin"/><Relationship Id="rId5" Type="http://schemas.openxmlformats.org/officeDocument/2006/relationships/oleObject" Target="../embeddings/oleObject246.bin"/><Relationship Id="rId15" Type="http://schemas.openxmlformats.org/officeDocument/2006/relationships/oleObject" Target="../embeddings/oleObject251.bin"/><Relationship Id="rId10" Type="http://schemas.openxmlformats.org/officeDocument/2006/relationships/image" Target="../media/image232.wmf"/><Relationship Id="rId19" Type="http://schemas.openxmlformats.org/officeDocument/2006/relationships/oleObject" Target="../embeddings/oleObject253.bin"/><Relationship Id="rId4" Type="http://schemas.openxmlformats.org/officeDocument/2006/relationships/image" Target="../media/image229.wmf"/><Relationship Id="rId9" Type="http://schemas.openxmlformats.org/officeDocument/2006/relationships/oleObject" Target="../embeddings/oleObject248.bin"/><Relationship Id="rId14" Type="http://schemas.openxmlformats.org/officeDocument/2006/relationships/image" Target="../media/image234.wmf"/><Relationship Id="rId22" Type="http://schemas.openxmlformats.org/officeDocument/2006/relationships/image" Target="../media/image238.wmf"/></Relationships>
</file>

<file path=ppt/slides/_rels/slide51.xml.rels><?xml version="1.0" encoding="UTF-8" standalone="yes"?>
<Relationships xmlns="http://schemas.openxmlformats.org/package/2006/relationships"><Relationship Id="rId8" Type="http://schemas.openxmlformats.org/officeDocument/2006/relationships/image" Target="../media/image241.wmf"/><Relationship Id="rId13" Type="http://schemas.openxmlformats.org/officeDocument/2006/relationships/oleObject" Target="../embeddings/oleObject260.bin"/><Relationship Id="rId18" Type="http://schemas.openxmlformats.org/officeDocument/2006/relationships/image" Target="../media/image246.wmf"/><Relationship Id="rId26" Type="http://schemas.openxmlformats.org/officeDocument/2006/relationships/image" Target="../media/image236.wmf"/><Relationship Id="rId3" Type="http://schemas.openxmlformats.org/officeDocument/2006/relationships/oleObject" Target="../embeddings/oleObject255.bin"/><Relationship Id="rId21" Type="http://schemas.openxmlformats.org/officeDocument/2006/relationships/oleObject" Target="../embeddings/oleObject264.bin"/><Relationship Id="rId7" Type="http://schemas.openxmlformats.org/officeDocument/2006/relationships/oleObject" Target="../embeddings/oleObject257.bin"/><Relationship Id="rId12" Type="http://schemas.openxmlformats.org/officeDocument/2006/relationships/image" Target="../media/image243.wmf"/><Relationship Id="rId17" Type="http://schemas.openxmlformats.org/officeDocument/2006/relationships/oleObject" Target="../embeddings/oleObject262.bin"/><Relationship Id="rId25" Type="http://schemas.openxmlformats.org/officeDocument/2006/relationships/oleObject" Target="../embeddings/oleObject266.bin"/><Relationship Id="rId2" Type="http://schemas.openxmlformats.org/officeDocument/2006/relationships/slideLayout" Target="../slideLayouts/slideLayout7.xml"/><Relationship Id="rId16" Type="http://schemas.openxmlformats.org/officeDocument/2006/relationships/image" Target="../media/image245.wmf"/><Relationship Id="rId20" Type="http://schemas.openxmlformats.org/officeDocument/2006/relationships/image" Target="../media/image247.wmf"/><Relationship Id="rId29" Type="http://schemas.openxmlformats.org/officeDocument/2006/relationships/oleObject" Target="../embeddings/oleObject268.bin"/><Relationship Id="rId1" Type="http://schemas.openxmlformats.org/officeDocument/2006/relationships/vmlDrawing" Target="../drawings/vmlDrawing41.vml"/><Relationship Id="rId6" Type="http://schemas.openxmlformats.org/officeDocument/2006/relationships/image" Target="../media/image240.wmf"/><Relationship Id="rId11" Type="http://schemas.openxmlformats.org/officeDocument/2006/relationships/oleObject" Target="../embeddings/oleObject259.bin"/><Relationship Id="rId24" Type="http://schemas.openxmlformats.org/officeDocument/2006/relationships/image" Target="../media/image235.wmf"/><Relationship Id="rId5" Type="http://schemas.openxmlformats.org/officeDocument/2006/relationships/oleObject" Target="../embeddings/oleObject256.bin"/><Relationship Id="rId15" Type="http://schemas.openxmlformats.org/officeDocument/2006/relationships/oleObject" Target="../embeddings/oleObject261.bin"/><Relationship Id="rId23" Type="http://schemas.openxmlformats.org/officeDocument/2006/relationships/oleObject" Target="../embeddings/oleObject265.bin"/><Relationship Id="rId28" Type="http://schemas.openxmlformats.org/officeDocument/2006/relationships/image" Target="../media/image237.wmf"/><Relationship Id="rId10" Type="http://schemas.openxmlformats.org/officeDocument/2006/relationships/image" Target="../media/image242.wmf"/><Relationship Id="rId19" Type="http://schemas.openxmlformats.org/officeDocument/2006/relationships/oleObject" Target="../embeddings/oleObject263.bin"/><Relationship Id="rId4" Type="http://schemas.openxmlformats.org/officeDocument/2006/relationships/image" Target="../media/image239.wmf"/><Relationship Id="rId9" Type="http://schemas.openxmlformats.org/officeDocument/2006/relationships/oleObject" Target="../embeddings/oleObject258.bin"/><Relationship Id="rId14" Type="http://schemas.openxmlformats.org/officeDocument/2006/relationships/image" Target="../media/image244.wmf"/><Relationship Id="rId22" Type="http://schemas.openxmlformats.org/officeDocument/2006/relationships/image" Target="../media/image248.wmf"/><Relationship Id="rId27" Type="http://schemas.openxmlformats.org/officeDocument/2006/relationships/oleObject" Target="../embeddings/oleObject267.bin"/><Relationship Id="rId30" Type="http://schemas.openxmlformats.org/officeDocument/2006/relationships/image" Target="../media/image238.wmf"/></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271.bin"/><Relationship Id="rId13" Type="http://schemas.openxmlformats.org/officeDocument/2006/relationships/image" Target="../media/image253.wmf"/><Relationship Id="rId18" Type="http://schemas.openxmlformats.org/officeDocument/2006/relationships/oleObject" Target="../embeddings/oleObject276.bin"/><Relationship Id="rId26" Type="http://schemas.openxmlformats.org/officeDocument/2006/relationships/oleObject" Target="../embeddings/oleObject280.bin"/><Relationship Id="rId3" Type="http://schemas.openxmlformats.org/officeDocument/2006/relationships/notesSlide" Target="../notesSlides/notesSlide23.xml"/><Relationship Id="rId21" Type="http://schemas.openxmlformats.org/officeDocument/2006/relationships/image" Target="../media/image257.wmf"/><Relationship Id="rId7" Type="http://schemas.openxmlformats.org/officeDocument/2006/relationships/image" Target="../media/image250.wmf"/><Relationship Id="rId12" Type="http://schemas.openxmlformats.org/officeDocument/2006/relationships/oleObject" Target="../embeddings/oleObject273.bin"/><Relationship Id="rId17" Type="http://schemas.openxmlformats.org/officeDocument/2006/relationships/image" Target="../media/image255.wmf"/><Relationship Id="rId25" Type="http://schemas.openxmlformats.org/officeDocument/2006/relationships/image" Target="../media/image259.wmf"/><Relationship Id="rId2" Type="http://schemas.openxmlformats.org/officeDocument/2006/relationships/slideLayout" Target="../slideLayouts/slideLayout7.xml"/><Relationship Id="rId16" Type="http://schemas.openxmlformats.org/officeDocument/2006/relationships/oleObject" Target="../embeddings/oleObject275.bin"/><Relationship Id="rId20" Type="http://schemas.openxmlformats.org/officeDocument/2006/relationships/oleObject" Target="../embeddings/oleObject277.bin"/><Relationship Id="rId29" Type="http://schemas.openxmlformats.org/officeDocument/2006/relationships/image" Target="../media/image261.wmf"/><Relationship Id="rId1" Type="http://schemas.openxmlformats.org/officeDocument/2006/relationships/vmlDrawing" Target="../drawings/vmlDrawing42.vml"/><Relationship Id="rId6" Type="http://schemas.openxmlformats.org/officeDocument/2006/relationships/oleObject" Target="../embeddings/oleObject270.bin"/><Relationship Id="rId11" Type="http://schemas.openxmlformats.org/officeDocument/2006/relationships/image" Target="../media/image252.wmf"/><Relationship Id="rId24" Type="http://schemas.openxmlformats.org/officeDocument/2006/relationships/oleObject" Target="../embeddings/oleObject279.bin"/><Relationship Id="rId5" Type="http://schemas.openxmlformats.org/officeDocument/2006/relationships/image" Target="../media/image249.wmf"/><Relationship Id="rId15" Type="http://schemas.openxmlformats.org/officeDocument/2006/relationships/image" Target="../media/image254.wmf"/><Relationship Id="rId23" Type="http://schemas.openxmlformats.org/officeDocument/2006/relationships/image" Target="../media/image258.wmf"/><Relationship Id="rId28" Type="http://schemas.openxmlformats.org/officeDocument/2006/relationships/oleObject" Target="../embeddings/oleObject281.bin"/><Relationship Id="rId10" Type="http://schemas.openxmlformats.org/officeDocument/2006/relationships/oleObject" Target="../embeddings/oleObject272.bin"/><Relationship Id="rId19" Type="http://schemas.openxmlformats.org/officeDocument/2006/relationships/image" Target="../media/image256.wmf"/><Relationship Id="rId31" Type="http://schemas.openxmlformats.org/officeDocument/2006/relationships/image" Target="../media/image262.wmf"/><Relationship Id="rId4" Type="http://schemas.openxmlformats.org/officeDocument/2006/relationships/oleObject" Target="../embeddings/oleObject269.bin"/><Relationship Id="rId9" Type="http://schemas.openxmlformats.org/officeDocument/2006/relationships/image" Target="../media/image251.wmf"/><Relationship Id="rId14" Type="http://schemas.openxmlformats.org/officeDocument/2006/relationships/oleObject" Target="../embeddings/oleObject274.bin"/><Relationship Id="rId22" Type="http://schemas.openxmlformats.org/officeDocument/2006/relationships/oleObject" Target="../embeddings/oleObject278.bin"/><Relationship Id="rId27" Type="http://schemas.openxmlformats.org/officeDocument/2006/relationships/image" Target="../media/image260.wmf"/><Relationship Id="rId30" Type="http://schemas.openxmlformats.org/officeDocument/2006/relationships/oleObject" Target="../embeddings/oleObject282.bin"/></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285.bin"/><Relationship Id="rId13" Type="http://schemas.openxmlformats.org/officeDocument/2006/relationships/image" Target="../media/image111.wmf"/><Relationship Id="rId3" Type="http://schemas.openxmlformats.org/officeDocument/2006/relationships/notesSlide" Target="../notesSlides/notesSlide24.xml"/><Relationship Id="rId7" Type="http://schemas.openxmlformats.org/officeDocument/2006/relationships/image" Target="../media/image264.wmf"/><Relationship Id="rId12" Type="http://schemas.openxmlformats.org/officeDocument/2006/relationships/oleObject" Target="../embeddings/oleObject287.bin"/><Relationship Id="rId17" Type="http://schemas.openxmlformats.org/officeDocument/2006/relationships/image" Target="../media/image268.wmf"/><Relationship Id="rId2" Type="http://schemas.openxmlformats.org/officeDocument/2006/relationships/slideLayout" Target="../slideLayouts/slideLayout7.xml"/><Relationship Id="rId16" Type="http://schemas.openxmlformats.org/officeDocument/2006/relationships/oleObject" Target="../embeddings/oleObject289.bin"/><Relationship Id="rId1" Type="http://schemas.openxmlformats.org/officeDocument/2006/relationships/vmlDrawing" Target="../drawings/vmlDrawing43.vml"/><Relationship Id="rId6" Type="http://schemas.openxmlformats.org/officeDocument/2006/relationships/oleObject" Target="../embeddings/oleObject284.bin"/><Relationship Id="rId11" Type="http://schemas.openxmlformats.org/officeDocument/2006/relationships/image" Target="../media/image266.wmf"/><Relationship Id="rId5" Type="http://schemas.openxmlformats.org/officeDocument/2006/relationships/image" Target="../media/image263.wmf"/><Relationship Id="rId15" Type="http://schemas.openxmlformats.org/officeDocument/2006/relationships/image" Target="../media/image267.wmf"/><Relationship Id="rId10" Type="http://schemas.openxmlformats.org/officeDocument/2006/relationships/oleObject" Target="../embeddings/oleObject286.bin"/><Relationship Id="rId4" Type="http://schemas.openxmlformats.org/officeDocument/2006/relationships/oleObject" Target="../embeddings/oleObject283.bin"/><Relationship Id="rId9" Type="http://schemas.openxmlformats.org/officeDocument/2006/relationships/image" Target="../media/image265.wmf"/><Relationship Id="rId14" Type="http://schemas.openxmlformats.org/officeDocument/2006/relationships/oleObject" Target="../embeddings/oleObject288.bin"/></Relationships>
</file>

<file path=ppt/slides/_rels/slide54.xml.rels><?xml version="1.0" encoding="UTF-8" standalone="yes"?>
<Relationships xmlns="http://schemas.openxmlformats.org/package/2006/relationships"><Relationship Id="rId8" Type="http://schemas.openxmlformats.org/officeDocument/2006/relationships/image" Target="../media/image271.wmf"/><Relationship Id="rId13" Type="http://schemas.openxmlformats.org/officeDocument/2006/relationships/oleObject" Target="../embeddings/oleObject295.bin"/><Relationship Id="rId18" Type="http://schemas.openxmlformats.org/officeDocument/2006/relationships/image" Target="../media/image276.emf"/><Relationship Id="rId26" Type="http://schemas.openxmlformats.org/officeDocument/2006/relationships/image" Target="../media/image280.emf"/><Relationship Id="rId3" Type="http://schemas.openxmlformats.org/officeDocument/2006/relationships/oleObject" Target="../embeddings/oleObject290.bin"/><Relationship Id="rId21" Type="http://schemas.openxmlformats.org/officeDocument/2006/relationships/oleObject" Target="../embeddings/oleObject299.bin"/><Relationship Id="rId7" Type="http://schemas.openxmlformats.org/officeDocument/2006/relationships/oleObject" Target="../embeddings/oleObject292.bin"/><Relationship Id="rId12" Type="http://schemas.openxmlformats.org/officeDocument/2006/relationships/image" Target="../media/image273.wmf"/><Relationship Id="rId17" Type="http://schemas.openxmlformats.org/officeDocument/2006/relationships/oleObject" Target="../embeddings/oleObject297.bin"/><Relationship Id="rId25" Type="http://schemas.openxmlformats.org/officeDocument/2006/relationships/oleObject" Target="../embeddings/oleObject301.bin"/><Relationship Id="rId2" Type="http://schemas.openxmlformats.org/officeDocument/2006/relationships/slideLayout" Target="../slideLayouts/slideLayout7.xml"/><Relationship Id="rId16" Type="http://schemas.openxmlformats.org/officeDocument/2006/relationships/image" Target="../media/image275.wmf"/><Relationship Id="rId20" Type="http://schemas.openxmlformats.org/officeDocument/2006/relationships/image" Target="../media/image277.emf"/><Relationship Id="rId1" Type="http://schemas.openxmlformats.org/officeDocument/2006/relationships/vmlDrawing" Target="../drawings/vmlDrawing44.vml"/><Relationship Id="rId6" Type="http://schemas.openxmlformats.org/officeDocument/2006/relationships/image" Target="../media/image270.wmf"/><Relationship Id="rId11" Type="http://schemas.openxmlformats.org/officeDocument/2006/relationships/oleObject" Target="../embeddings/oleObject294.bin"/><Relationship Id="rId24" Type="http://schemas.openxmlformats.org/officeDocument/2006/relationships/image" Target="../media/image279.emf"/><Relationship Id="rId5" Type="http://schemas.openxmlformats.org/officeDocument/2006/relationships/oleObject" Target="../embeddings/oleObject291.bin"/><Relationship Id="rId15" Type="http://schemas.openxmlformats.org/officeDocument/2006/relationships/oleObject" Target="../embeddings/oleObject296.bin"/><Relationship Id="rId23" Type="http://schemas.openxmlformats.org/officeDocument/2006/relationships/oleObject" Target="../embeddings/oleObject300.bin"/><Relationship Id="rId28" Type="http://schemas.openxmlformats.org/officeDocument/2006/relationships/image" Target="../media/image281.emf"/><Relationship Id="rId10" Type="http://schemas.openxmlformats.org/officeDocument/2006/relationships/image" Target="../media/image272.wmf"/><Relationship Id="rId19" Type="http://schemas.openxmlformats.org/officeDocument/2006/relationships/oleObject" Target="../embeddings/oleObject298.bin"/><Relationship Id="rId4" Type="http://schemas.openxmlformats.org/officeDocument/2006/relationships/image" Target="../media/image269.wmf"/><Relationship Id="rId9" Type="http://schemas.openxmlformats.org/officeDocument/2006/relationships/oleObject" Target="../embeddings/oleObject293.bin"/><Relationship Id="rId14" Type="http://schemas.openxmlformats.org/officeDocument/2006/relationships/image" Target="../media/image274.wmf"/><Relationship Id="rId22" Type="http://schemas.openxmlformats.org/officeDocument/2006/relationships/image" Target="../media/image278.emf"/><Relationship Id="rId27" Type="http://schemas.openxmlformats.org/officeDocument/2006/relationships/oleObject" Target="../embeddings/oleObject302.bin"/></Relationships>
</file>

<file path=ppt/slides/_rels/slide55.xml.rels><?xml version="1.0" encoding="UTF-8" standalone="yes"?>
<Relationships xmlns="http://schemas.openxmlformats.org/package/2006/relationships"><Relationship Id="rId8" Type="http://schemas.openxmlformats.org/officeDocument/2006/relationships/image" Target="../media/image284.wmf"/><Relationship Id="rId13" Type="http://schemas.openxmlformats.org/officeDocument/2006/relationships/oleObject" Target="../embeddings/oleObject308.bin"/><Relationship Id="rId18" Type="http://schemas.openxmlformats.org/officeDocument/2006/relationships/image" Target="../media/image289.wmf"/><Relationship Id="rId3" Type="http://schemas.openxmlformats.org/officeDocument/2006/relationships/oleObject" Target="../embeddings/oleObject303.bin"/><Relationship Id="rId7" Type="http://schemas.openxmlformats.org/officeDocument/2006/relationships/oleObject" Target="../embeddings/oleObject305.bin"/><Relationship Id="rId12" Type="http://schemas.openxmlformats.org/officeDocument/2006/relationships/image" Target="../media/image286.wmf"/><Relationship Id="rId17" Type="http://schemas.openxmlformats.org/officeDocument/2006/relationships/oleObject" Target="../embeddings/oleObject310.bin"/><Relationship Id="rId2" Type="http://schemas.openxmlformats.org/officeDocument/2006/relationships/slideLayout" Target="../slideLayouts/slideLayout7.xml"/><Relationship Id="rId16" Type="http://schemas.openxmlformats.org/officeDocument/2006/relationships/image" Target="../media/image288.wmf"/><Relationship Id="rId1" Type="http://schemas.openxmlformats.org/officeDocument/2006/relationships/vmlDrawing" Target="../drawings/vmlDrawing45.vml"/><Relationship Id="rId6" Type="http://schemas.openxmlformats.org/officeDocument/2006/relationships/image" Target="../media/image283.wmf"/><Relationship Id="rId11" Type="http://schemas.openxmlformats.org/officeDocument/2006/relationships/oleObject" Target="../embeddings/oleObject307.bin"/><Relationship Id="rId5" Type="http://schemas.openxmlformats.org/officeDocument/2006/relationships/oleObject" Target="../embeddings/oleObject304.bin"/><Relationship Id="rId15" Type="http://schemas.openxmlformats.org/officeDocument/2006/relationships/oleObject" Target="../embeddings/oleObject309.bin"/><Relationship Id="rId10" Type="http://schemas.openxmlformats.org/officeDocument/2006/relationships/image" Target="../media/image285.wmf"/><Relationship Id="rId4" Type="http://schemas.openxmlformats.org/officeDocument/2006/relationships/image" Target="../media/image282.wmf"/><Relationship Id="rId9" Type="http://schemas.openxmlformats.org/officeDocument/2006/relationships/oleObject" Target="../embeddings/oleObject306.bin"/><Relationship Id="rId14" Type="http://schemas.openxmlformats.org/officeDocument/2006/relationships/image" Target="../media/image287.wmf"/></Relationships>
</file>

<file path=ppt/slides/_rels/slide56.xml.rels><?xml version="1.0" encoding="UTF-8" standalone="yes"?>
<Relationships xmlns="http://schemas.openxmlformats.org/package/2006/relationships"><Relationship Id="rId8" Type="http://schemas.openxmlformats.org/officeDocument/2006/relationships/image" Target="../media/image292.wmf"/><Relationship Id="rId3" Type="http://schemas.openxmlformats.org/officeDocument/2006/relationships/oleObject" Target="../embeddings/oleObject311.bin"/><Relationship Id="rId7" Type="http://schemas.openxmlformats.org/officeDocument/2006/relationships/oleObject" Target="../embeddings/oleObject313.bin"/><Relationship Id="rId12" Type="http://schemas.openxmlformats.org/officeDocument/2006/relationships/image" Target="../media/image294.wmf"/><Relationship Id="rId2" Type="http://schemas.openxmlformats.org/officeDocument/2006/relationships/slideLayout" Target="../slideLayouts/slideLayout7.xml"/><Relationship Id="rId1" Type="http://schemas.openxmlformats.org/officeDocument/2006/relationships/vmlDrawing" Target="../drawings/vmlDrawing46.vml"/><Relationship Id="rId6" Type="http://schemas.openxmlformats.org/officeDocument/2006/relationships/image" Target="../media/image291.wmf"/><Relationship Id="rId11" Type="http://schemas.openxmlformats.org/officeDocument/2006/relationships/oleObject" Target="../embeddings/oleObject315.bin"/><Relationship Id="rId5" Type="http://schemas.openxmlformats.org/officeDocument/2006/relationships/oleObject" Target="../embeddings/oleObject312.bin"/><Relationship Id="rId10" Type="http://schemas.openxmlformats.org/officeDocument/2006/relationships/image" Target="../media/image293.wmf"/><Relationship Id="rId4" Type="http://schemas.openxmlformats.org/officeDocument/2006/relationships/image" Target="../media/image290.wmf"/><Relationship Id="rId9" Type="http://schemas.openxmlformats.org/officeDocument/2006/relationships/oleObject" Target="../embeddings/oleObject314.bin"/></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318.bin"/><Relationship Id="rId13" Type="http://schemas.openxmlformats.org/officeDocument/2006/relationships/image" Target="../media/image253.wmf"/><Relationship Id="rId18" Type="http://schemas.openxmlformats.org/officeDocument/2006/relationships/oleObject" Target="../embeddings/oleObject323.bin"/><Relationship Id="rId26" Type="http://schemas.openxmlformats.org/officeDocument/2006/relationships/oleObject" Target="../embeddings/oleObject327.bin"/><Relationship Id="rId3" Type="http://schemas.openxmlformats.org/officeDocument/2006/relationships/notesSlide" Target="../notesSlides/notesSlide25.xml"/><Relationship Id="rId21" Type="http://schemas.openxmlformats.org/officeDocument/2006/relationships/image" Target="../media/image301.wmf"/><Relationship Id="rId7" Type="http://schemas.openxmlformats.org/officeDocument/2006/relationships/image" Target="../media/image295.wmf"/><Relationship Id="rId12" Type="http://schemas.openxmlformats.org/officeDocument/2006/relationships/oleObject" Target="../embeddings/oleObject320.bin"/><Relationship Id="rId17" Type="http://schemas.openxmlformats.org/officeDocument/2006/relationships/image" Target="../media/image299.wmf"/><Relationship Id="rId25" Type="http://schemas.openxmlformats.org/officeDocument/2006/relationships/image" Target="../media/image303.wmf"/><Relationship Id="rId2" Type="http://schemas.openxmlformats.org/officeDocument/2006/relationships/slideLayout" Target="../slideLayouts/slideLayout7.xml"/><Relationship Id="rId16" Type="http://schemas.openxmlformats.org/officeDocument/2006/relationships/oleObject" Target="../embeddings/oleObject322.bin"/><Relationship Id="rId20" Type="http://schemas.openxmlformats.org/officeDocument/2006/relationships/oleObject" Target="../embeddings/oleObject324.bin"/><Relationship Id="rId29" Type="http://schemas.openxmlformats.org/officeDocument/2006/relationships/image" Target="../media/image305.wmf"/><Relationship Id="rId1" Type="http://schemas.openxmlformats.org/officeDocument/2006/relationships/vmlDrawing" Target="../drawings/vmlDrawing47.vml"/><Relationship Id="rId6" Type="http://schemas.openxmlformats.org/officeDocument/2006/relationships/oleObject" Target="../embeddings/oleObject317.bin"/><Relationship Id="rId11" Type="http://schemas.openxmlformats.org/officeDocument/2006/relationships/image" Target="../media/image297.wmf"/><Relationship Id="rId24" Type="http://schemas.openxmlformats.org/officeDocument/2006/relationships/oleObject" Target="../embeddings/oleObject326.bin"/><Relationship Id="rId5" Type="http://schemas.openxmlformats.org/officeDocument/2006/relationships/image" Target="../media/image249.wmf"/><Relationship Id="rId15" Type="http://schemas.openxmlformats.org/officeDocument/2006/relationships/image" Target="../media/image298.wmf"/><Relationship Id="rId23" Type="http://schemas.openxmlformats.org/officeDocument/2006/relationships/image" Target="../media/image302.wmf"/><Relationship Id="rId28" Type="http://schemas.openxmlformats.org/officeDocument/2006/relationships/oleObject" Target="../embeddings/oleObject328.bin"/><Relationship Id="rId10" Type="http://schemas.openxmlformats.org/officeDocument/2006/relationships/oleObject" Target="../embeddings/oleObject319.bin"/><Relationship Id="rId19" Type="http://schemas.openxmlformats.org/officeDocument/2006/relationships/image" Target="../media/image300.wmf"/><Relationship Id="rId4" Type="http://schemas.openxmlformats.org/officeDocument/2006/relationships/oleObject" Target="../embeddings/oleObject316.bin"/><Relationship Id="rId9" Type="http://schemas.openxmlformats.org/officeDocument/2006/relationships/image" Target="../media/image296.wmf"/><Relationship Id="rId14" Type="http://schemas.openxmlformats.org/officeDocument/2006/relationships/oleObject" Target="../embeddings/oleObject321.bin"/><Relationship Id="rId22" Type="http://schemas.openxmlformats.org/officeDocument/2006/relationships/oleObject" Target="../embeddings/oleObject325.bin"/><Relationship Id="rId27" Type="http://schemas.openxmlformats.org/officeDocument/2006/relationships/image" Target="../media/image304.wmf"/></Relationships>
</file>

<file path=ppt/slides/_rels/slide58.xml.rels><?xml version="1.0" encoding="UTF-8" standalone="yes"?>
<Relationships xmlns="http://schemas.openxmlformats.org/package/2006/relationships"><Relationship Id="rId13" Type="http://schemas.openxmlformats.org/officeDocument/2006/relationships/image" Target="../media/image111.wmf"/><Relationship Id="rId18" Type="http://schemas.openxmlformats.org/officeDocument/2006/relationships/oleObject" Target="../embeddings/oleObject336.bin"/><Relationship Id="rId26" Type="http://schemas.openxmlformats.org/officeDocument/2006/relationships/oleObject" Target="../embeddings/oleObject340.bin"/><Relationship Id="rId39" Type="http://schemas.openxmlformats.org/officeDocument/2006/relationships/image" Target="../media/image311.wmf"/><Relationship Id="rId21" Type="http://schemas.openxmlformats.org/officeDocument/2006/relationships/image" Target="../media/image297.wmf"/><Relationship Id="rId34" Type="http://schemas.openxmlformats.org/officeDocument/2006/relationships/oleObject" Target="../embeddings/oleObject346.bin"/><Relationship Id="rId7" Type="http://schemas.openxmlformats.org/officeDocument/2006/relationships/image" Target="../media/image307.wmf"/><Relationship Id="rId12" Type="http://schemas.openxmlformats.org/officeDocument/2006/relationships/oleObject" Target="../embeddings/oleObject333.bin"/><Relationship Id="rId17" Type="http://schemas.openxmlformats.org/officeDocument/2006/relationships/image" Target="../media/image295.wmf"/><Relationship Id="rId25" Type="http://schemas.openxmlformats.org/officeDocument/2006/relationships/image" Target="../media/image298.wmf"/><Relationship Id="rId33" Type="http://schemas.openxmlformats.org/officeDocument/2006/relationships/image" Target="../media/image310.wmf"/><Relationship Id="rId38" Type="http://schemas.openxmlformats.org/officeDocument/2006/relationships/oleObject" Target="../embeddings/oleObject350.bin"/><Relationship Id="rId2" Type="http://schemas.openxmlformats.org/officeDocument/2006/relationships/slideLayout" Target="../slideLayouts/slideLayout7.xml"/><Relationship Id="rId16" Type="http://schemas.openxmlformats.org/officeDocument/2006/relationships/oleObject" Target="../embeddings/oleObject335.bin"/><Relationship Id="rId20" Type="http://schemas.openxmlformats.org/officeDocument/2006/relationships/oleObject" Target="../embeddings/oleObject337.bin"/><Relationship Id="rId29" Type="http://schemas.openxmlformats.org/officeDocument/2006/relationships/oleObject" Target="../embeddings/oleObject342.bin"/><Relationship Id="rId1" Type="http://schemas.openxmlformats.org/officeDocument/2006/relationships/vmlDrawing" Target="../drawings/vmlDrawing48.vml"/><Relationship Id="rId6" Type="http://schemas.openxmlformats.org/officeDocument/2006/relationships/oleObject" Target="../embeddings/oleObject330.bin"/><Relationship Id="rId11" Type="http://schemas.openxmlformats.org/officeDocument/2006/relationships/image" Target="../media/image308.wmf"/><Relationship Id="rId24" Type="http://schemas.openxmlformats.org/officeDocument/2006/relationships/oleObject" Target="../embeddings/oleObject339.bin"/><Relationship Id="rId32" Type="http://schemas.openxmlformats.org/officeDocument/2006/relationships/oleObject" Target="../embeddings/oleObject345.bin"/><Relationship Id="rId37" Type="http://schemas.openxmlformats.org/officeDocument/2006/relationships/oleObject" Target="../embeddings/oleObject349.bin"/><Relationship Id="rId5" Type="http://schemas.openxmlformats.org/officeDocument/2006/relationships/image" Target="../media/image306.wmf"/><Relationship Id="rId15" Type="http://schemas.openxmlformats.org/officeDocument/2006/relationships/image" Target="../media/image249.wmf"/><Relationship Id="rId23" Type="http://schemas.openxmlformats.org/officeDocument/2006/relationships/image" Target="../media/image253.wmf"/><Relationship Id="rId28" Type="http://schemas.openxmlformats.org/officeDocument/2006/relationships/oleObject" Target="../embeddings/oleObject341.bin"/><Relationship Id="rId36" Type="http://schemas.openxmlformats.org/officeDocument/2006/relationships/oleObject" Target="../embeddings/oleObject348.bin"/><Relationship Id="rId10" Type="http://schemas.openxmlformats.org/officeDocument/2006/relationships/oleObject" Target="../embeddings/oleObject332.bin"/><Relationship Id="rId19" Type="http://schemas.openxmlformats.org/officeDocument/2006/relationships/image" Target="../media/image296.wmf"/><Relationship Id="rId31" Type="http://schemas.openxmlformats.org/officeDocument/2006/relationships/oleObject" Target="../embeddings/oleObject344.bin"/><Relationship Id="rId4" Type="http://schemas.openxmlformats.org/officeDocument/2006/relationships/oleObject" Target="../embeddings/oleObject329.bin"/><Relationship Id="rId9" Type="http://schemas.openxmlformats.org/officeDocument/2006/relationships/image" Target="../media/image145.wmf"/><Relationship Id="rId14" Type="http://schemas.openxmlformats.org/officeDocument/2006/relationships/oleObject" Target="../embeddings/oleObject334.bin"/><Relationship Id="rId22" Type="http://schemas.openxmlformats.org/officeDocument/2006/relationships/oleObject" Target="../embeddings/oleObject338.bin"/><Relationship Id="rId27" Type="http://schemas.openxmlformats.org/officeDocument/2006/relationships/image" Target="../media/image309.wmf"/><Relationship Id="rId30" Type="http://schemas.openxmlformats.org/officeDocument/2006/relationships/oleObject" Target="../embeddings/oleObject343.bin"/><Relationship Id="rId35" Type="http://schemas.openxmlformats.org/officeDocument/2006/relationships/oleObject" Target="../embeddings/oleObject347.bin"/><Relationship Id="rId8" Type="http://schemas.openxmlformats.org/officeDocument/2006/relationships/oleObject" Target="../embeddings/oleObject331.bin"/><Relationship Id="rId3" Type="http://schemas.openxmlformats.org/officeDocument/2006/relationships/notesSlide" Target="../notesSlides/notesSlide26.xml"/></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353.bin"/><Relationship Id="rId13" Type="http://schemas.openxmlformats.org/officeDocument/2006/relationships/image" Target="../media/image316.wmf"/><Relationship Id="rId3" Type="http://schemas.openxmlformats.org/officeDocument/2006/relationships/notesSlide" Target="../notesSlides/notesSlide27.xml"/><Relationship Id="rId7" Type="http://schemas.openxmlformats.org/officeDocument/2006/relationships/image" Target="../media/image313.wmf"/><Relationship Id="rId12" Type="http://schemas.openxmlformats.org/officeDocument/2006/relationships/oleObject" Target="../embeddings/oleObject355.bin"/><Relationship Id="rId2" Type="http://schemas.openxmlformats.org/officeDocument/2006/relationships/slideLayout" Target="../slideLayouts/slideLayout7.xml"/><Relationship Id="rId1" Type="http://schemas.openxmlformats.org/officeDocument/2006/relationships/vmlDrawing" Target="../drawings/vmlDrawing49.vml"/><Relationship Id="rId6" Type="http://schemas.openxmlformats.org/officeDocument/2006/relationships/oleObject" Target="../embeddings/oleObject352.bin"/><Relationship Id="rId11" Type="http://schemas.openxmlformats.org/officeDocument/2006/relationships/image" Target="../media/image315.wmf"/><Relationship Id="rId5" Type="http://schemas.openxmlformats.org/officeDocument/2006/relationships/image" Target="../media/image312.wmf"/><Relationship Id="rId15" Type="http://schemas.openxmlformats.org/officeDocument/2006/relationships/image" Target="../media/image317.wmf"/><Relationship Id="rId10" Type="http://schemas.openxmlformats.org/officeDocument/2006/relationships/oleObject" Target="../embeddings/oleObject354.bin"/><Relationship Id="rId4" Type="http://schemas.openxmlformats.org/officeDocument/2006/relationships/oleObject" Target="../embeddings/oleObject351.bin"/><Relationship Id="rId9" Type="http://schemas.openxmlformats.org/officeDocument/2006/relationships/image" Target="../media/image314.wmf"/><Relationship Id="rId14" Type="http://schemas.openxmlformats.org/officeDocument/2006/relationships/oleObject" Target="../embeddings/oleObject356.bin"/></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359.bin"/><Relationship Id="rId13" Type="http://schemas.openxmlformats.org/officeDocument/2006/relationships/image" Target="../media/image322.wmf"/><Relationship Id="rId3" Type="http://schemas.openxmlformats.org/officeDocument/2006/relationships/notesSlide" Target="../notesSlides/notesSlide28.xml"/><Relationship Id="rId7" Type="http://schemas.openxmlformats.org/officeDocument/2006/relationships/image" Target="../media/image319.wmf"/><Relationship Id="rId12" Type="http://schemas.openxmlformats.org/officeDocument/2006/relationships/oleObject" Target="../embeddings/oleObject361.bin"/><Relationship Id="rId2" Type="http://schemas.openxmlformats.org/officeDocument/2006/relationships/slideLayout" Target="../slideLayouts/slideLayout7.xml"/><Relationship Id="rId1" Type="http://schemas.openxmlformats.org/officeDocument/2006/relationships/vmlDrawing" Target="../drawings/vmlDrawing50.vml"/><Relationship Id="rId6" Type="http://schemas.openxmlformats.org/officeDocument/2006/relationships/oleObject" Target="../embeddings/oleObject358.bin"/><Relationship Id="rId11" Type="http://schemas.openxmlformats.org/officeDocument/2006/relationships/image" Target="../media/image321.wmf"/><Relationship Id="rId5" Type="http://schemas.openxmlformats.org/officeDocument/2006/relationships/image" Target="../media/image318.emf"/><Relationship Id="rId10" Type="http://schemas.openxmlformats.org/officeDocument/2006/relationships/oleObject" Target="../embeddings/oleObject360.bin"/><Relationship Id="rId4" Type="http://schemas.openxmlformats.org/officeDocument/2006/relationships/oleObject" Target="../embeddings/oleObject357.bin"/><Relationship Id="rId9" Type="http://schemas.openxmlformats.org/officeDocument/2006/relationships/image" Target="../media/image320.wmf"/></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364.bin"/><Relationship Id="rId3" Type="http://schemas.openxmlformats.org/officeDocument/2006/relationships/notesSlide" Target="../notesSlides/notesSlide29.xml"/><Relationship Id="rId7" Type="http://schemas.openxmlformats.org/officeDocument/2006/relationships/image" Target="../media/image324.wmf"/><Relationship Id="rId2" Type="http://schemas.openxmlformats.org/officeDocument/2006/relationships/slideLayout" Target="../slideLayouts/slideLayout7.xml"/><Relationship Id="rId1" Type="http://schemas.openxmlformats.org/officeDocument/2006/relationships/vmlDrawing" Target="../drawings/vmlDrawing51.vml"/><Relationship Id="rId6" Type="http://schemas.openxmlformats.org/officeDocument/2006/relationships/oleObject" Target="../embeddings/oleObject363.bin"/><Relationship Id="rId5" Type="http://schemas.openxmlformats.org/officeDocument/2006/relationships/image" Target="../media/image323.wmf"/><Relationship Id="rId4" Type="http://schemas.openxmlformats.org/officeDocument/2006/relationships/oleObject" Target="../embeddings/oleObject362.bin"/><Relationship Id="rId9" Type="http://schemas.openxmlformats.org/officeDocument/2006/relationships/image" Target="../media/image325.w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365.bin"/><Relationship Id="rId2" Type="http://schemas.openxmlformats.org/officeDocument/2006/relationships/slideLayout" Target="../slideLayouts/slideLayout7.xml"/><Relationship Id="rId1" Type="http://schemas.openxmlformats.org/officeDocument/2006/relationships/vmlDrawing" Target="../drawings/vmlDrawing52.vml"/><Relationship Id="rId4" Type="http://schemas.openxmlformats.org/officeDocument/2006/relationships/image" Target="../media/image326.wmf"/></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366.bin"/><Relationship Id="rId2" Type="http://schemas.openxmlformats.org/officeDocument/2006/relationships/slideLayout" Target="../slideLayouts/slideLayout7.xml"/><Relationship Id="rId1" Type="http://schemas.openxmlformats.org/officeDocument/2006/relationships/vmlDrawing" Target="../drawings/vmlDrawing53.vml"/><Relationship Id="rId6" Type="http://schemas.openxmlformats.org/officeDocument/2006/relationships/image" Target="../media/image328.wmf"/><Relationship Id="rId5" Type="http://schemas.openxmlformats.org/officeDocument/2006/relationships/oleObject" Target="../embeddings/oleObject367.bin"/><Relationship Id="rId4" Type="http://schemas.openxmlformats.org/officeDocument/2006/relationships/image" Target="../media/image327.wm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8" Type="http://schemas.openxmlformats.org/officeDocument/2006/relationships/image" Target="../media/image331.wmf"/><Relationship Id="rId13" Type="http://schemas.openxmlformats.org/officeDocument/2006/relationships/oleObject" Target="../embeddings/oleObject373.bin"/><Relationship Id="rId18" Type="http://schemas.openxmlformats.org/officeDocument/2006/relationships/image" Target="../media/image336.wmf"/><Relationship Id="rId3" Type="http://schemas.openxmlformats.org/officeDocument/2006/relationships/oleObject" Target="../embeddings/oleObject368.bin"/><Relationship Id="rId7" Type="http://schemas.openxmlformats.org/officeDocument/2006/relationships/oleObject" Target="../embeddings/oleObject370.bin"/><Relationship Id="rId12" Type="http://schemas.openxmlformats.org/officeDocument/2006/relationships/image" Target="../media/image333.wmf"/><Relationship Id="rId17" Type="http://schemas.openxmlformats.org/officeDocument/2006/relationships/oleObject" Target="../embeddings/oleObject375.bin"/><Relationship Id="rId2" Type="http://schemas.openxmlformats.org/officeDocument/2006/relationships/slideLayout" Target="../slideLayouts/slideLayout7.xml"/><Relationship Id="rId16" Type="http://schemas.openxmlformats.org/officeDocument/2006/relationships/image" Target="../media/image335.wmf"/><Relationship Id="rId1" Type="http://schemas.openxmlformats.org/officeDocument/2006/relationships/vmlDrawing" Target="../drawings/vmlDrawing54.vml"/><Relationship Id="rId6" Type="http://schemas.openxmlformats.org/officeDocument/2006/relationships/image" Target="../media/image330.wmf"/><Relationship Id="rId11" Type="http://schemas.openxmlformats.org/officeDocument/2006/relationships/oleObject" Target="../embeddings/oleObject372.bin"/><Relationship Id="rId5" Type="http://schemas.openxmlformats.org/officeDocument/2006/relationships/oleObject" Target="../embeddings/oleObject369.bin"/><Relationship Id="rId15" Type="http://schemas.openxmlformats.org/officeDocument/2006/relationships/oleObject" Target="../embeddings/oleObject374.bin"/><Relationship Id="rId10" Type="http://schemas.openxmlformats.org/officeDocument/2006/relationships/image" Target="../media/image332.wmf"/><Relationship Id="rId4" Type="http://schemas.openxmlformats.org/officeDocument/2006/relationships/image" Target="../media/image329.wmf"/><Relationship Id="rId9" Type="http://schemas.openxmlformats.org/officeDocument/2006/relationships/oleObject" Target="../embeddings/oleObject371.bin"/><Relationship Id="rId14" Type="http://schemas.openxmlformats.org/officeDocument/2006/relationships/image" Target="../media/image334.wmf"/></Relationships>
</file>

<file path=ppt/slides/_rels/slide66.xml.rels><?xml version="1.0" encoding="UTF-8" standalone="yes"?>
<Relationships xmlns="http://schemas.openxmlformats.org/package/2006/relationships"><Relationship Id="rId8" Type="http://schemas.openxmlformats.org/officeDocument/2006/relationships/image" Target="../media/image339.wmf"/><Relationship Id="rId13" Type="http://schemas.openxmlformats.org/officeDocument/2006/relationships/oleObject" Target="../embeddings/oleObject381.bin"/><Relationship Id="rId18" Type="http://schemas.openxmlformats.org/officeDocument/2006/relationships/image" Target="../media/image335.wmf"/><Relationship Id="rId3" Type="http://schemas.openxmlformats.org/officeDocument/2006/relationships/oleObject" Target="../embeddings/oleObject376.bin"/><Relationship Id="rId7" Type="http://schemas.openxmlformats.org/officeDocument/2006/relationships/oleObject" Target="../embeddings/oleObject378.bin"/><Relationship Id="rId12" Type="http://schemas.openxmlformats.org/officeDocument/2006/relationships/image" Target="../media/image332.wmf"/><Relationship Id="rId17" Type="http://schemas.openxmlformats.org/officeDocument/2006/relationships/oleObject" Target="../embeddings/oleObject383.bin"/><Relationship Id="rId2" Type="http://schemas.openxmlformats.org/officeDocument/2006/relationships/slideLayout" Target="../slideLayouts/slideLayout7.xml"/><Relationship Id="rId16" Type="http://schemas.openxmlformats.org/officeDocument/2006/relationships/image" Target="../media/image334.wmf"/><Relationship Id="rId20" Type="http://schemas.openxmlformats.org/officeDocument/2006/relationships/image" Target="../media/image336.wmf"/><Relationship Id="rId1" Type="http://schemas.openxmlformats.org/officeDocument/2006/relationships/vmlDrawing" Target="../drawings/vmlDrawing55.vml"/><Relationship Id="rId6" Type="http://schemas.openxmlformats.org/officeDocument/2006/relationships/image" Target="../media/image338.wmf"/><Relationship Id="rId11" Type="http://schemas.openxmlformats.org/officeDocument/2006/relationships/oleObject" Target="../embeddings/oleObject380.bin"/><Relationship Id="rId5" Type="http://schemas.openxmlformats.org/officeDocument/2006/relationships/oleObject" Target="../embeddings/oleObject377.bin"/><Relationship Id="rId15" Type="http://schemas.openxmlformats.org/officeDocument/2006/relationships/oleObject" Target="../embeddings/oleObject382.bin"/><Relationship Id="rId10" Type="http://schemas.openxmlformats.org/officeDocument/2006/relationships/image" Target="../media/image331.wmf"/><Relationship Id="rId19" Type="http://schemas.openxmlformats.org/officeDocument/2006/relationships/oleObject" Target="../embeddings/oleObject384.bin"/><Relationship Id="rId4" Type="http://schemas.openxmlformats.org/officeDocument/2006/relationships/image" Target="../media/image337.wmf"/><Relationship Id="rId9" Type="http://schemas.openxmlformats.org/officeDocument/2006/relationships/oleObject" Target="../embeddings/oleObject379.bin"/><Relationship Id="rId14" Type="http://schemas.openxmlformats.org/officeDocument/2006/relationships/image" Target="../media/image333.wmf"/></Relationships>
</file>

<file path=ppt/slides/_rels/slide67.xml.rels><?xml version="1.0" encoding="UTF-8" standalone="yes"?>
<Relationships xmlns="http://schemas.openxmlformats.org/package/2006/relationships"><Relationship Id="rId8" Type="http://schemas.openxmlformats.org/officeDocument/2006/relationships/image" Target="../media/image342.wmf"/><Relationship Id="rId13" Type="http://schemas.openxmlformats.org/officeDocument/2006/relationships/oleObject" Target="../embeddings/oleObject390.bin"/><Relationship Id="rId18" Type="http://schemas.openxmlformats.org/officeDocument/2006/relationships/image" Target="../media/image335.wmf"/><Relationship Id="rId3" Type="http://schemas.openxmlformats.org/officeDocument/2006/relationships/oleObject" Target="../embeddings/oleObject385.bin"/><Relationship Id="rId7" Type="http://schemas.openxmlformats.org/officeDocument/2006/relationships/oleObject" Target="../embeddings/oleObject387.bin"/><Relationship Id="rId12" Type="http://schemas.openxmlformats.org/officeDocument/2006/relationships/image" Target="../media/image332.wmf"/><Relationship Id="rId17" Type="http://schemas.openxmlformats.org/officeDocument/2006/relationships/oleObject" Target="../embeddings/oleObject392.bin"/><Relationship Id="rId2" Type="http://schemas.openxmlformats.org/officeDocument/2006/relationships/slideLayout" Target="../slideLayouts/slideLayout7.xml"/><Relationship Id="rId16" Type="http://schemas.openxmlformats.org/officeDocument/2006/relationships/image" Target="../media/image334.wmf"/><Relationship Id="rId20" Type="http://schemas.openxmlformats.org/officeDocument/2006/relationships/image" Target="../media/image336.wmf"/><Relationship Id="rId1" Type="http://schemas.openxmlformats.org/officeDocument/2006/relationships/vmlDrawing" Target="../drawings/vmlDrawing56.vml"/><Relationship Id="rId6" Type="http://schemas.openxmlformats.org/officeDocument/2006/relationships/image" Target="../media/image341.wmf"/><Relationship Id="rId11" Type="http://schemas.openxmlformats.org/officeDocument/2006/relationships/oleObject" Target="../embeddings/oleObject389.bin"/><Relationship Id="rId5" Type="http://schemas.openxmlformats.org/officeDocument/2006/relationships/oleObject" Target="../embeddings/oleObject386.bin"/><Relationship Id="rId15" Type="http://schemas.openxmlformats.org/officeDocument/2006/relationships/oleObject" Target="../embeddings/oleObject391.bin"/><Relationship Id="rId10" Type="http://schemas.openxmlformats.org/officeDocument/2006/relationships/image" Target="../media/image331.wmf"/><Relationship Id="rId19" Type="http://schemas.openxmlformats.org/officeDocument/2006/relationships/oleObject" Target="../embeddings/oleObject393.bin"/><Relationship Id="rId4" Type="http://schemas.openxmlformats.org/officeDocument/2006/relationships/image" Target="../media/image340.wmf"/><Relationship Id="rId9" Type="http://schemas.openxmlformats.org/officeDocument/2006/relationships/oleObject" Target="../embeddings/oleObject388.bin"/><Relationship Id="rId14" Type="http://schemas.openxmlformats.org/officeDocument/2006/relationships/image" Target="../media/image333.wmf"/></Relationships>
</file>

<file path=ppt/slides/_rels/slide68.xml.rels><?xml version="1.0" encoding="UTF-8" standalone="yes"?>
<Relationships xmlns="http://schemas.openxmlformats.org/package/2006/relationships"><Relationship Id="rId8" Type="http://schemas.openxmlformats.org/officeDocument/2006/relationships/image" Target="../media/image345.wmf"/><Relationship Id="rId13" Type="http://schemas.openxmlformats.org/officeDocument/2006/relationships/oleObject" Target="../embeddings/oleObject399.bin"/><Relationship Id="rId18" Type="http://schemas.openxmlformats.org/officeDocument/2006/relationships/image" Target="../media/image350.emf"/><Relationship Id="rId26" Type="http://schemas.openxmlformats.org/officeDocument/2006/relationships/image" Target="../media/image354.wmf"/><Relationship Id="rId3" Type="http://schemas.openxmlformats.org/officeDocument/2006/relationships/oleObject" Target="../embeddings/oleObject394.bin"/><Relationship Id="rId21" Type="http://schemas.openxmlformats.org/officeDocument/2006/relationships/oleObject" Target="../embeddings/oleObject403.bin"/><Relationship Id="rId7" Type="http://schemas.openxmlformats.org/officeDocument/2006/relationships/oleObject" Target="../embeddings/oleObject396.bin"/><Relationship Id="rId12" Type="http://schemas.openxmlformats.org/officeDocument/2006/relationships/image" Target="../media/image347.emf"/><Relationship Id="rId17" Type="http://schemas.openxmlformats.org/officeDocument/2006/relationships/oleObject" Target="../embeddings/oleObject401.bin"/><Relationship Id="rId25" Type="http://schemas.openxmlformats.org/officeDocument/2006/relationships/oleObject" Target="../embeddings/oleObject405.bin"/><Relationship Id="rId2" Type="http://schemas.openxmlformats.org/officeDocument/2006/relationships/slideLayout" Target="../slideLayouts/slideLayout7.xml"/><Relationship Id="rId16" Type="http://schemas.openxmlformats.org/officeDocument/2006/relationships/image" Target="../media/image349.emf"/><Relationship Id="rId20" Type="http://schemas.openxmlformats.org/officeDocument/2006/relationships/image" Target="../media/image351.wmf"/><Relationship Id="rId29" Type="http://schemas.openxmlformats.org/officeDocument/2006/relationships/oleObject" Target="../embeddings/oleObject407.bin"/><Relationship Id="rId1" Type="http://schemas.openxmlformats.org/officeDocument/2006/relationships/vmlDrawing" Target="../drawings/vmlDrawing57.vml"/><Relationship Id="rId6" Type="http://schemas.openxmlformats.org/officeDocument/2006/relationships/image" Target="../media/image344.wmf"/><Relationship Id="rId11" Type="http://schemas.openxmlformats.org/officeDocument/2006/relationships/oleObject" Target="../embeddings/oleObject398.bin"/><Relationship Id="rId24" Type="http://schemas.openxmlformats.org/officeDocument/2006/relationships/image" Target="../media/image353.wmf"/><Relationship Id="rId5" Type="http://schemas.openxmlformats.org/officeDocument/2006/relationships/oleObject" Target="../embeddings/oleObject395.bin"/><Relationship Id="rId15" Type="http://schemas.openxmlformats.org/officeDocument/2006/relationships/oleObject" Target="../embeddings/oleObject400.bin"/><Relationship Id="rId23" Type="http://schemas.openxmlformats.org/officeDocument/2006/relationships/oleObject" Target="../embeddings/oleObject404.bin"/><Relationship Id="rId28" Type="http://schemas.openxmlformats.org/officeDocument/2006/relationships/image" Target="../media/image355.wmf"/><Relationship Id="rId10" Type="http://schemas.openxmlformats.org/officeDocument/2006/relationships/image" Target="../media/image346.wmf"/><Relationship Id="rId19" Type="http://schemas.openxmlformats.org/officeDocument/2006/relationships/oleObject" Target="../embeddings/oleObject402.bin"/><Relationship Id="rId4" Type="http://schemas.openxmlformats.org/officeDocument/2006/relationships/image" Target="../media/image343.wmf"/><Relationship Id="rId9" Type="http://schemas.openxmlformats.org/officeDocument/2006/relationships/oleObject" Target="../embeddings/oleObject397.bin"/><Relationship Id="rId14" Type="http://schemas.openxmlformats.org/officeDocument/2006/relationships/image" Target="../media/image348.emf"/><Relationship Id="rId22" Type="http://schemas.openxmlformats.org/officeDocument/2006/relationships/image" Target="../media/image352.wmf"/><Relationship Id="rId27" Type="http://schemas.openxmlformats.org/officeDocument/2006/relationships/oleObject" Target="../embeddings/oleObject406.bin"/><Relationship Id="rId30" Type="http://schemas.openxmlformats.org/officeDocument/2006/relationships/image" Target="../media/image356.wmf"/></Relationships>
</file>

<file path=ppt/slides/_rels/slide69.xml.rels><?xml version="1.0" encoding="UTF-8" standalone="yes"?>
<Relationships xmlns="http://schemas.openxmlformats.org/package/2006/relationships"><Relationship Id="rId8" Type="http://schemas.openxmlformats.org/officeDocument/2006/relationships/image" Target="../media/image359.wmf"/><Relationship Id="rId13" Type="http://schemas.openxmlformats.org/officeDocument/2006/relationships/oleObject" Target="../embeddings/oleObject413.bin"/><Relationship Id="rId18" Type="http://schemas.openxmlformats.org/officeDocument/2006/relationships/image" Target="../media/image364.wmf"/><Relationship Id="rId3" Type="http://schemas.openxmlformats.org/officeDocument/2006/relationships/oleObject" Target="../embeddings/oleObject408.bin"/><Relationship Id="rId21" Type="http://schemas.openxmlformats.org/officeDocument/2006/relationships/oleObject" Target="../embeddings/oleObject417.bin"/><Relationship Id="rId7" Type="http://schemas.openxmlformats.org/officeDocument/2006/relationships/oleObject" Target="../embeddings/oleObject410.bin"/><Relationship Id="rId12" Type="http://schemas.openxmlformats.org/officeDocument/2006/relationships/image" Target="../media/image361.wmf"/><Relationship Id="rId17" Type="http://schemas.openxmlformats.org/officeDocument/2006/relationships/oleObject" Target="../embeddings/oleObject415.bin"/><Relationship Id="rId2" Type="http://schemas.openxmlformats.org/officeDocument/2006/relationships/slideLayout" Target="../slideLayouts/slideLayout7.xml"/><Relationship Id="rId16" Type="http://schemas.openxmlformats.org/officeDocument/2006/relationships/image" Target="../media/image363.wmf"/><Relationship Id="rId20" Type="http://schemas.openxmlformats.org/officeDocument/2006/relationships/image" Target="../media/image365.wmf"/><Relationship Id="rId1" Type="http://schemas.openxmlformats.org/officeDocument/2006/relationships/vmlDrawing" Target="../drawings/vmlDrawing58.vml"/><Relationship Id="rId6" Type="http://schemas.openxmlformats.org/officeDocument/2006/relationships/image" Target="../media/image358.wmf"/><Relationship Id="rId11" Type="http://schemas.openxmlformats.org/officeDocument/2006/relationships/oleObject" Target="../embeddings/oleObject412.bin"/><Relationship Id="rId5" Type="http://schemas.openxmlformats.org/officeDocument/2006/relationships/oleObject" Target="../embeddings/oleObject409.bin"/><Relationship Id="rId15" Type="http://schemas.openxmlformats.org/officeDocument/2006/relationships/oleObject" Target="../embeddings/oleObject414.bin"/><Relationship Id="rId10" Type="http://schemas.openxmlformats.org/officeDocument/2006/relationships/image" Target="../media/image360.wmf"/><Relationship Id="rId19" Type="http://schemas.openxmlformats.org/officeDocument/2006/relationships/oleObject" Target="../embeddings/oleObject416.bin"/><Relationship Id="rId4" Type="http://schemas.openxmlformats.org/officeDocument/2006/relationships/image" Target="../media/image357.wmf"/><Relationship Id="rId9" Type="http://schemas.openxmlformats.org/officeDocument/2006/relationships/oleObject" Target="../embeddings/oleObject411.bin"/><Relationship Id="rId14" Type="http://schemas.openxmlformats.org/officeDocument/2006/relationships/image" Target="../media/image362.wmf"/><Relationship Id="rId22" Type="http://schemas.openxmlformats.org/officeDocument/2006/relationships/image" Target="../media/image366.wmf"/></Relationships>
</file>

<file path=ppt/slides/_rels/slide70.xml.rels><?xml version="1.0" encoding="UTF-8" standalone="yes"?>
<Relationships xmlns="http://schemas.openxmlformats.org/package/2006/relationships"><Relationship Id="rId8" Type="http://schemas.openxmlformats.org/officeDocument/2006/relationships/image" Target="../media/image369.wmf"/><Relationship Id="rId13" Type="http://schemas.openxmlformats.org/officeDocument/2006/relationships/oleObject" Target="../embeddings/oleObject423.bin"/><Relationship Id="rId18" Type="http://schemas.openxmlformats.org/officeDocument/2006/relationships/image" Target="../media/image374.wmf"/><Relationship Id="rId3" Type="http://schemas.openxmlformats.org/officeDocument/2006/relationships/oleObject" Target="../embeddings/oleObject418.bin"/><Relationship Id="rId21" Type="http://schemas.openxmlformats.org/officeDocument/2006/relationships/oleObject" Target="../embeddings/oleObject427.bin"/><Relationship Id="rId7" Type="http://schemas.openxmlformats.org/officeDocument/2006/relationships/oleObject" Target="../embeddings/oleObject420.bin"/><Relationship Id="rId12" Type="http://schemas.openxmlformats.org/officeDocument/2006/relationships/image" Target="../media/image371.wmf"/><Relationship Id="rId17" Type="http://schemas.openxmlformats.org/officeDocument/2006/relationships/oleObject" Target="../embeddings/oleObject425.bin"/><Relationship Id="rId2" Type="http://schemas.openxmlformats.org/officeDocument/2006/relationships/slideLayout" Target="../slideLayouts/slideLayout7.xml"/><Relationship Id="rId16" Type="http://schemas.openxmlformats.org/officeDocument/2006/relationships/image" Target="../media/image373.wmf"/><Relationship Id="rId20" Type="http://schemas.openxmlformats.org/officeDocument/2006/relationships/image" Target="../media/image375.wmf"/><Relationship Id="rId1" Type="http://schemas.openxmlformats.org/officeDocument/2006/relationships/vmlDrawing" Target="../drawings/vmlDrawing59.vml"/><Relationship Id="rId6" Type="http://schemas.openxmlformats.org/officeDocument/2006/relationships/image" Target="../media/image368.wmf"/><Relationship Id="rId11" Type="http://schemas.openxmlformats.org/officeDocument/2006/relationships/oleObject" Target="../embeddings/oleObject422.bin"/><Relationship Id="rId5" Type="http://schemas.openxmlformats.org/officeDocument/2006/relationships/oleObject" Target="../embeddings/oleObject419.bin"/><Relationship Id="rId15" Type="http://schemas.openxmlformats.org/officeDocument/2006/relationships/oleObject" Target="../embeddings/oleObject424.bin"/><Relationship Id="rId10" Type="http://schemas.openxmlformats.org/officeDocument/2006/relationships/image" Target="../media/image370.wmf"/><Relationship Id="rId19" Type="http://schemas.openxmlformats.org/officeDocument/2006/relationships/oleObject" Target="../embeddings/oleObject426.bin"/><Relationship Id="rId4" Type="http://schemas.openxmlformats.org/officeDocument/2006/relationships/image" Target="../media/image367.wmf"/><Relationship Id="rId9" Type="http://schemas.openxmlformats.org/officeDocument/2006/relationships/oleObject" Target="../embeddings/oleObject421.bin"/><Relationship Id="rId14" Type="http://schemas.openxmlformats.org/officeDocument/2006/relationships/image" Target="../media/image372.wmf"/><Relationship Id="rId22" Type="http://schemas.openxmlformats.org/officeDocument/2006/relationships/image" Target="../media/image376.wmf"/></Relationships>
</file>

<file path=ppt/slides/_rels/slide71.xml.rels><?xml version="1.0" encoding="UTF-8" standalone="yes"?>
<Relationships xmlns="http://schemas.openxmlformats.org/package/2006/relationships"><Relationship Id="rId8" Type="http://schemas.openxmlformats.org/officeDocument/2006/relationships/image" Target="../media/image379.wmf"/><Relationship Id="rId13" Type="http://schemas.openxmlformats.org/officeDocument/2006/relationships/oleObject" Target="../embeddings/oleObject433.bin"/><Relationship Id="rId3" Type="http://schemas.openxmlformats.org/officeDocument/2006/relationships/oleObject" Target="../embeddings/oleObject428.bin"/><Relationship Id="rId7" Type="http://schemas.openxmlformats.org/officeDocument/2006/relationships/oleObject" Target="../embeddings/oleObject430.bin"/><Relationship Id="rId12" Type="http://schemas.openxmlformats.org/officeDocument/2006/relationships/image" Target="../media/image381.wmf"/><Relationship Id="rId2" Type="http://schemas.openxmlformats.org/officeDocument/2006/relationships/slideLayout" Target="../slideLayouts/slideLayout7.xml"/><Relationship Id="rId16" Type="http://schemas.openxmlformats.org/officeDocument/2006/relationships/image" Target="../media/image383.wmf"/><Relationship Id="rId1" Type="http://schemas.openxmlformats.org/officeDocument/2006/relationships/vmlDrawing" Target="../drawings/vmlDrawing60.vml"/><Relationship Id="rId6" Type="http://schemas.openxmlformats.org/officeDocument/2006/relationships/image" Target="../media/image378.wmf"/><Relationship Id="rId11" Type="http://schemas.openxmlformats.org/officeDocument/2006/relationships/oleObject" Target="../embeddings/oleObject432.bin"/><Relationship Id="rId5" Type="http://schemas.openxmlformats.org/officeDocument/2006/relationships/oleObject" Target="../embeddings/oleObject429.bin"/><Relationship Id="rId15" Type="http://schemas.openxmlformats.org/officeDocument/2006/relationships/oleObject" Target="../embeddings/oleObject434.bin"/><Relationship Id="rId10" Type="http://schemas.openxmlformats.org/officeDocument/2006/relationships/image" Target="../media/image380.wmf"/><Relationship Id="rId4" Type="http://schemas.openxmlformats.org/officeDocument/2006/relationships/image" Target="../media/image377.wmf"/><Relationship Id="rId9" Type="http://schemas.openxmlformats.org/officeDocument/2006/relationships/oleObject" Target="../embeddings/oleObject431.bin"/><Relationship Id="rId14" Type="http://schemas.openxmlformats.org/officeDocument/2006/relationships/image" Target="../media/image382.wmf"/></Relationships>
</file>

<file path=ppt/slides/_rels/slide72.xml.rels><?xml version="1.0" encoding="UTF-8" standalone="yes"?>
<Relationships xmlns="http://schemas.openxmlformats.org/package/2006/relationships"><Relationship Id="rId8" Type="http://schemas.openxmlformats.org/officeDocument/2006/relationships/image" Target="../media/image386.wmf"/><Relationship Id="rId13" Type="http://schemas.openxmlformats.org/officeDocument/2006/relationships/oleObject" Target="../embeddings/oleObject440.bin"/><Relationship Id="rId18" Type="http://schemas.openxmlformats.org/officeDocument/2006/relationships/image" Target="../media/image391.emf"/><Relationship Id="rId3" Type="http://schemas.openxmlformats.org/officeDocument/2006/relationships/oleObject" Target="../embeddings/oleObject435.bin"/><Relationship Id="rId21" Type="http://schemas.openxmlformats.org/officeDocument/2006/relationships/oleObject" Target="../embeddings/oleObject444.bin"/><Relationship Id="rId7" Type="http://schemas.openxmlformats.org/officeDocument/2006/relationships/oleObject" Target="../embeddings/oleObject437.bin"/><Relationship Id="rId12" Type="http://schemas.openxmlformats.org/officeDocument/2006/relationships/image" Target="../media/image388.wmf"/><Relationship Id="rId17" Type="http://schemas.openxmlformats.org/officeDocument/2006/relationships/oleObject" Target="../embeddings/oleObject442.bin"/><Relationship Id="rId2" Type="http://schemas.openxmlformats.org/officeDocument/2006/relationships/slideLayout" Target="../slideLayouts/slideLayout7.xml"/><Relationship Id="rId16" Type="http://schemas.openxmlformats.org/officeDocument/2006/relationships/image" Target="../media/image390.wmf"/><Relationship Id="rId20" Type="http://schemas.openxmlformats.org/officeDocument/2006/relationships/image" Target="../media/image392.wmf"/><Relationship Id="rId1" Type="http://schemas.openxmlformats.org/officeDocument/2006/relationships/vmlDrawing" Target="../drawings/vmlDrawing61.vml"/><Relationship Id="rId6" Type="http://schemas.openxmlformats.org/officeDocument/2006/relationships/image" Target="../media/image385.wmf"/><Relationship Id="rId11" Type="http://schemas.openxmlformats.org/officeDocument/2006/relationships/oleObject" Target="../embeddings/oleObject439.bin"/><Relationship Id="rId5" Type="http://schemas.openxmlformats.org/officeDocument/2006/relationships/oleObject" Target="../embeddings/oleObject436.bin"/><Relationship Id="rId15" Type="http://schemas.openxmlformats.org/officeDocument/2006/relationships/oleObject" Target="../embeddings/oleObject441.bin"/><Relationship Id="rId10" Type="http://schemas.openxmlformats.org/officeDocument/2006/relationships/image" Target="../media/image387.wmf"/><Relationship Id="rId19" Type="http://schemas.openxmlformats.org/officeDocument/2006/relationships/oleObject" Target="../embeddings/oleObject443.bin"/><Relationship Id="rId4" Type="http://schemas.openxmlformats.org/officeDocument/2006/relationships/image" Target="../media/image384.wmf"/><Relationship Id="rId9" Type="http://schemas.openxmlformats.org/officeDocument/2006/relationships/oleObject" Target="../embeddings/oleObject438.bin"/><Relationship Id="rId14" Type="http://schemas.openxmlformats.org/officeDocument/2006/relationships/image" Target="../media/image389.wmf"/><Relationship Id="rId22" Type="http://schemas.openxmlformats.org/officeDocument/2006/relationships/image" Target="../media/image393.wmf"/></Relationships>
</file>

<file path=ppt/slides/_rels/slide73.xml.rels><?xml version="1.0" encoding="UTF-8" standalone="yes"?>
<Relationships xmlns="http://schemas.openxmlformats.org/package/2006/relationships"><Relationship Id="rId8" Type="http://schemas.openxmlformats.org/officeDocument/2006/relationships/image" Target="../media/image396.wmf"/><Relationship Id="rId13" Type="http://schemas.openxmlformats.org/officeDocument/2006/relationships/oleObject" Target="../embeddings/oleObject450.bin"/><Relationship Id="rId18" Type="http://schemas.openxmlformats.org/officeDocument/2006/relationships/image" Target="../media/image401.wmf"/><Relationship Id="rId3" Type="http://schemas.openxmlformats.org/officeDocument/2006/relationships/oleObject" Target="../embeddings/oleObject445.bin"/><Relationship Id="rId7" Type="http://schemas.openxmlformats.org/officeDocument/2006/relationships/oleObject" Target="../embeddings/oleObject447.bin"/><Relationship Id="rId12" Type="http://schemas.openxmlformats.org/officeDocument/2006/relationships/image" Target="../media/image398.wmf"/><Relationship Id="rId17" Type="http://schemas.openxmlformats.org/officeDocument/2006/relationships/oleObject" Target="../embeddings/oleObject452.bin"/><Relationship Id="rId2" Type="http://schemas.openxmlformats.org/officeDocument/2006/relationships/slideLayout" Target="../slideLayouts/slideLayout7.xml"/><Relationship Id="rId16" Type="http://schemas.openxmlformats.org/officeDocument/2006/relationships/image" Target="../media/image400.wmf"/><Relationship Id="rId1" Type="http://schemas.openxmlformats.org/officeDocument/2006/relationships/vmlDrawing" Target="../drawings/vmlDrawing62.vml"/><Relationship Id="rId6" Type="http://schemas.openxmlformats.org/officeDocument/2006/relationships/image" Target="../media/image395.wmf"/><Relationship Id="rId11" Type="http://schemas.openxmlformats.org/officeDocument/2006/relationships/oleObject" Target="../embeddings/oleObject449.bin"/><Relationship Id="rId5" Type="http://schemas.openxmlformats.org/officeDocument/2006/relationships/oleObject" Target="../embeddings/oleObject446.bin"/><Relationship Id="rId15" Type="http://schemas.openxmlformats.org/officeDocument/2006/relationships/oleObject" Target="../embeddings/oleObject451.bin"/><Relationship Id="rId10" Type="http://schemas.openxmlformats.org/officeDocument/2006/relationships/image" Target="../media/image397.wmf"/><Relationship Id="rId4" Type="http://schemas.openxmlformats.org/officeDocument/2006/relationships/image" Target="../media/image394.wmf"/><Relationship Id="rId9" Type="http://schemas.openxmlformats.org/officeDocument/2006/relationships/oleObject" Target="../embeddings/oleObject448.bin"/><Relationship Id="rId14" Type="http://schemas.openxmlformats.org/officeDocument/2006/relationships/image" Target="../media/image399.wmf"/></Relationships>
</file>

<file path=ppt/slides/_rels/slide74.xml.rels><?xml version="1.0" encoding="UTF-8" standalone="yes"?>
<Relationships xmlns="http://schemas.openxmlformats.org/package/2006/relationships"><Relationship Id="rId8" Type="http://schemas.openxmlformats.org/officeDocument/2006/relationships/oleObject" Target="../embeddings/oleObject455.bin"/><Relationship Id="rId13" Type="http://schemas.openxmlformats.org/officeDocument/2006/relationships/image" Target="../media/image406.wmf"/><Relationship Id="rId18" Type="http://schemas.openxmlformats.org/officeDocument/2006/relationships/oleObject" Target="../embeddings/oleObject460.bin"/><Relationship Id="rId26" Type="http://schemas.openxmlformats.org/officeDocument/2006/relationships/oleObject" Target="../embeddings/oleObject464.bin"/><Relationship Id="rId3" Type="http://schemas.openxmlformats.org/officeDocument/2006/relationships/notesSlide" Target="../notesSlides/notesSlide30.xml"/><Relationship Id="rId21" Type="http://schemas.openxmlformats.org/officeDocument/2006/relationships/image" Target="../media/image410.wmf"/><Relationship Id="rId7" Type="http://schemas.openxmlformats.org/officeDocument/2006/relationships/image" Target="../media/image403.wmf"/><Relationship Id="rId12" Type="http://schemas.openxmlformats.org/officeDocument/2006/relationships/oleObject" Target="../embeddings/oleObject457.bin"/><Relationship Id="rId17" Type="http://schemas.openxmlformats.org/officeDocument/2006/relationships/image" Target="../media/image408.wmf"/><Relationship Id="rId25" Type="http://schemas.openxmlformats.org/officeDocument/2006/relationships/image" Target="../media/image412.wmf"/><Relationship Id="rId2" Type="http://schemas.openxmlformats.org/officeDocument/2006/relationships/slideLayout" Target="../slideLayouts/slideLayout7.xml"/><Relationship Id="rId16" Type="http://schemas.openxmlformats.org/officeDocument/2006/relationships/oleObject" Target="../embeddings/oleObject459.bin"/><Relationship Id="rId20" Type="http://schemas.openxmlformats.org/officeDocument/2006/relationships/oleObject" Target="../embeddings/oleObject461.bin"/><Relationship Id="rId1" Type="http://schemas.openxmlformats.org/officeDocument/2006/relationships/vmlDrawing" Target="../drawings/vmlDrawing63.vml"/><Relationship Id="rId6" Type="http://schemas.openxmlformats.org/officeDocument/2006/relationships/oleObject" Target="../embeddings/oleObject454.bin"/><Relationship Id="rId11" Type="http://schemas.openxmlformats.org/officeDocument/2006/relationships/image" Target="../media/image405.wmf"/><Relationship Id="rId24" Type="http://schemas.openxmlformats.org/officeDocument/2006/relationships/oleObject" Target="../embeddings/oleObject463.bin"/><Relationship Id="rId5" Type="http://schemas.openxmlformats.org/officeDocument/2006/relationships/image" Target="../media/image402.wmf"/><Relationship Id="rId15" Type="http://schemas.openxmlformats.org/officeDocument/2006/relationships/image" Target="../media/image407.wmf"/><Relationship Id="rId23" Type="http://schemas.openxmlformats.org/officeDocument/2006/relationships/image" Target="../media/image411.wmf"/><Relationship Id="rId10" Type="http://schemas.openxmlformats.org/officeDocument/2006/relationships/oleObject" Target="../embeddings/oleObject456.bin"/><Relationship Id="rId19" Type="http://schemas.openxmlformats.org/officeDocument/2006/relationships/image" Target="../media/image409.wmf"/><Relationship Id="rId4" Type="http://schemas.openxmlformats.org/officeDocument/2006/relationships/oleObject" Target="../embeddings/oleObject453.bin"/><Relationship Id="rId9" Type="http://schemas.openxmlformats.org/officeDocument/2006/relationships/image" Target="../media/image404.wmf"/><Relationship Id="rId14" Type="http://schemas.openxmlformats.org/officeDocument/2006/relationships/oleObject" Target="../embeddings/oleObject458.bin"/><Relationship Id="rId22" Type="http://schemas.openxmlformats.org/officeDocument/2006/relationships/oleObject" Target="../embeddings/oleObject462.bin"/><Relationship Id="rId27" Type="http://schemas.openxmlformats.org/officeDocument/2006/relationships/image" Target="../media/image413.wmf"/></Relationships>
</file>

<file path=ppt/slides/_rels/slide75.xml.rels><?xml version="1.0" encoding="UTF-8" standalone="yes"?>
<Relationships xmlns="http://schemas.openxmlformats.org/package/2006/relationships"><Relationship Id="rId8" Type="http://schemas.openxmlformats.org/officeDocument/2006/relationships/image" Target="../media/image416.wmf"/><Relationship Id="rId13" Type="http://schemas.openxmlformats.org/officeDocument/2006/relationships/oleObject" Target="../embeddings/oleObject470.bin"/><Relationship Id="rId18" Type="http://schemas.openxmlformats.org/officeDocument/2006/relationships/image" Target="../media/image409.wmf"/><Relationship Id="rId3" Type="http://schemas.openxmlformats.org/officeDocument/2006/relationships/oleObject" Target="../embeddings/oleObject465.bin"/><Relationship Id="rId21" Type="http://schemas.openxmlformats.org/officeDocument/2006/relationships/oleObject" Target="../embeddings/oleObject474.bin"/><Relationship Id="rId7" Type="http://schemas.openxmlformats.org/officeDocument/2006/relationships/oleObject" Target="../embeddings/oleObject467.bin"/><Relationship Id="rId12" Type="http://schemas.openxmlformats.org/officeDocument/2006/relationships/image" Target="../media/image418.wmf"/><Relationship Id="rId17" Type="http://schemas.openxmlformats.org/officeDocument/2006/relationships/oleObject" Target="../embeddings/oleObject472.bin"/><Relationship Id="rId2" Type="http://schemas.openxmlformats.org/officeDocument/2006/relationships/slideLayout" Target="../slideLayouts/slideLayout7.xml"/><Relationship Id="rId16" Type="http://schemas.openxmlformats.org/officeDocument/2006/relationships/image" Target="../media/image420.emf"/><Relationship Id="rId20" Type="http://schemas.openxmlformats.org/officeDocument/2006/relationships/image" Target="../media/image410.wmf"/><Relationship Id="rId1" Type="http://schemas.openxmlformats.org/officeDocument/2006/relationships/vmlDrawing" Target="../drawings/vmlDrawing64.vml"/><Relationship Id="rId6" Type="http://schemas.openxmlformats.org/officeDocument/2006/relationships/image" Target="../media/image415.wmf"/><Relationship Id="rId11" Type="http://schemas.openxmlformats.org/officeDocument/2006/relationships/oleObject" Target="../embeddings/oleObject469.bin"/><Relationship Id="rId5" Type="http://schemas.openxmlformats.org/officeDocument/2006/relationships/oleObject" Target="../embeddings/oleObject466.bin"/><Relationship Id="rId15" Type="http://schemas.openxmlformats.org/officeDocument/2006/relationships/oleObject" Target="../embeddings/oleObject471.bin"/><Relationship Id="rId10" Type="http://schemas.openxmlformats.org/officeDocument/2006/relationships/image" Target="../media/image417.wmf"/><Relationship Id="rId19" Type="http://schemas.openxmlformats.org/officeDocument/2006/relationships/oleObject" Target="../embeddings/oleObject473.bin"/><Relationship Id="rId4" Type="http://schemas.openxmlformats.org/officeDocument/2006/relationships/image" Target="../media/image414.wmf"/><Relationship Id="rId9" Type="http://schemas.openxmlformats.org/officeDocument/2006/relationships/oleObject" Target="../embeddings/oleObject468.bin"/><Relationship Id="rId14" Type="http://schemas.openxmlformats.org/officeDocument/2006/relationships/image" Target="../media/image419.wmf"/><Relationship Id="rId22" Type="http://schemas.openxmlformats.org/officeDocument/2006/relationships/image" Target="../media/image411.wmf"/></Relationships>
</file>

<file path=ppt/slides/_rels/slide76.xml.rels><?xml version="1.0" encoding="UTF-8" standalone="yes"?>
<Relationships xmlns="http://schemas.openxmlformats.org/package/2006/relationships"><Relationship Id="rId3" Type="http://schemas.openxmlformats.org/officeDocument/2006/relationships/image" Target="../media/image421.jpeg"/><Relationship Id="rId2" Type="http://schemas.openxmlformats.org/officeDocument/2006/relationships/image" Target="../media/image140.jpe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8" Type="http://schemas.openxmlformats.org/officeDocument/2006/relationships/image" Target="../media/image424.wmf"/><Relationship Id="rId13" Type="http://schemas.openxmlformats.org/officeDocument/2006/relationships/oleObject" Target="../embeddings/oleObject480.bin"/><Relationship Id="rId18" Type="http://schemas.openxmlformats.org/officeDocument/2006/relationships/image" Target="../media/image429.wmf"/><Relationship Id="rId3" Type="http://schemas.openxmlformats.org/officeDocument/2006/relationships/oleObject" Target="../embeddings/oleObject475.bin"/><Relationship Id="rId7" Type="http://schemas.openxmlformats.org/officeDocument/2006/relationships/oleObject" Target="../embeddings/oleObject477.bin"/><Relationship Id="rId12" Type="http://schemas.openxmlformats.org/officeDocument/2006/relationships/image" Target="../media/image426.wmf"/><Relationship Id="rId17" Type="http://schemas.openxmlformats.org/officeDocument/2006/relationships/oleObject" Target="../embeddings/oleObject482.bin"/><Relationship Id="rId2" Type="http://schemas.openxmlformats.org/officeDocument/2006/relationships/slideLayout" Target="../slideLayouts/slideLayout7.xml"/><Relationship Id="rId16" Type="http://schemas.openxmlformats.org/officeDocument/2006/relationships/image" Target="../media/image428.wmf"/><Relationship Id="rId20" Type="http://schemas.openxmlformats.org/officeDocument/2006/relationships/image" Target="../media/image430.wmf"/><Relationship Id="rId1" Type="http://schemas.openxmlformats.org/officeDocument/2006/relationships/vmlDrawing" Target="../drawings/vmlDrawing65.vml"/><Relationship Id="rId6" Type="http://schemas.openxmlformats.org/officeDocument/2006/relationships/image" Target="../media/image423.wmf"/><Relationship Id="rId11" Type="http://schemas.openxmlformats.org/officeDocument/2006/relationships/oleObject" Target="../embeddings/oleObject479.bin"/><Relationship Id="rId5" Type="http://schemas.openxmlformats.org/officeDocument/2006/relationships/oleObject" Target="../embeddings/oleObject476.bin"/><Relationship Id="rId15" Type="http://schemas.openxmlformats.org/officeDocument/2006/relationships/oleObject" Target="../embeddings/oleObject481.bin"/><Relationship Id="rId10" Type="http://schemas.openxmlformats.org/officeDocument/2006/relationships/image" Target="../media/image425.wmf"/><Relationship Id="rId19" Type="http://schemas.openxmlformats.org/officeDocument/2006/relationships/oleObject" Target="../embeddings/oleObject483.bin"/><Relationship Id="rId4" Type="http://schemas.openxmlformats.org/officeDocument/2006/relationships/image" Target="../media/image422.wmf"/><Relationship Id="rId9" Type="http://schemas.openxmlformats.org/officeDocument/2006/relationships/oleObject" Target="../embeddings/oleObject478.bin"/><Relationship Id="rId14" Type="http://schemas.openxmlformats.org/officeDocument/2006/relationships/image" Target="../media/image427.wmf"/></Relationships>
</file>

<file path=ppt/slides/_rels/slide78.xml.rels><?xml version="1.0" encoding="UTF-8" standalone="yes"?>
<Relationships xmlns="http://schemas.openxmlformats.org/package/2006/relationships"><Relationship Id="rId8" Type="http://schemas.openxmlformats.org/officeDocument/2006/relationships/image" Target="../media/image433.wmf"/><Relationship Id="rId13" Type="http://schemas.openxmlformats.org/officeDocument/2006/relationships/oleObject" Target="../embeddings/oleObject489.bin"/><Relationship Id="rId18" Type="http://schemas.openxmlformats.org/officeDocument/2006/relationships/image" Target="../media/image438.wmf"/><Relationship Id="rId26" Type="http://schemas.openxmlformats.org/officeDocument/2006/relationships/image" Target="../media/image442.wmf"/><Relationship Id="rId3" Type="http://schemas.openxmlformats.org/officeDocument/2006/relationships/oleObject" Target="../embeddings/oleObject484.bin"/><Relationship Id="rId21" Type="http://schemas.openxmlformats.org/officeDocument/2006/relationships/oleObject" Target="../embeddings/oleObject493.bin"/><Relationship Id="rId7" Type="http://schemas.openxmlformats.org/officeDocument/2006/relationships/oleObject" Target="../embeddings/oleObject486.bin"/><Relationship Id="rId12" Type="http://schemas.openxmlformats.org/officeDocument/2006/relationships/image" Target="../media/image435.wmf"/><Relationship Id="rId17" Type="http://schemas.openxmlformats.org/officeDocument/2006/relationships/oleObject" Target="../embeddings/oleObject491.bin"/><Relationship Id="rId25" Type="http://schemas.openxmlformats.org/officeDocument/2006/relationships/oleObject" Target="../embeddings/oleObject495.bin"/><Relationship Id="rId2" Type="http://schemas.openxmlformats.org/officeDocument/2006/relationships/slideLayout" Target="../slideLayouts/slideLayout7.xml"/><Relationship Id="rId16" Type="http://schemas.openxmlformats.org/officeDocument/2006/relationships/image" Target="../media/image437.wmf"/><Relationship Id="rId20" Type="http://schemas.openxmlformats.org/officeDocument/2006/relationships/image" Target="../media/image439.wmf"/><Relationship Id="rId29" Type="http://schemas.openxmlformats.org/officeDocument/2006/relationships/oleObject" Target="../embeddings/oleObject497.bin"/><Relationship Id="rId1" Type="http://schemas.openxmlformats.org/officeDocument/2006/relationships/vmlDrawing" Target="../drawings/vmlDrawing66.vml"/><Relationship Id="rId6" Type="http://schemas.openxmlformats.org/officeDocument/2006/relationships/image" Target="../media/image432.wmf"/><Relationship Id="rId11" Type="http://schemas.openxmlformats.org/officeDocument/2006/relationships/oleObject" Target="../embeddings/oleObject488.bin"/><Relationship Id="rId24" Type="http://schemas.openxmlformats.org/officeDocument/2006/relationships/image" Target="../media/image441.wmf"/><Relationship Id="rId5" Type="http://schemas.openxmlformats.org/officeDocument/2006/relationships/oleObject" Target="../embeddings/oleObject485.bin"/><Relationship Id="rId15" Type="http://schemas.openxmlformats.org/officeDocument/2006/relationships/oleObject" Target="../embeddings/oleObject490.bin"/><Relationship Id="rId23" Type="http://schemas.openxmlformats.org/officeDocument/2006/relationships/oleObject" Target="../embeddings/oleObject494.bin"/><Relationship Id="rId28" Type="http://schemas.openxmlformats.org/officeDocument/2006/relationships/image" Target="../media/image443.wmf"/><Relationship Id="rId10" Type="http://schemas.openxmlformats.org/officeDocument/2006/relationships/image" Target="../media/image434.wmf"/><Relationship Id="rId19" Type="http://schemas.openxmlformats.org/officeDocument/2006/relationships/oleObject" Target="../embeddings/oleObject492.bin"/><Relationship Id="rId4" Type="http://schemas.openxmlformats.org/officeDocument/2006/relationships/image" Target="../media/image431.wmf"/><Relationship Id="rId9" Type="http://schemas.openxmlformats.org/officeDocument/2006/relationships/oleObject" Target="../embeddings/oleObject487.bin"/><Relationship Id="rId14" Type="http://schemas.openxmlformats.org/officeDocument/2006/relationships/image" Target="../media/image436.wmf"/><Relationship Id="rId22" Type="http://schemas.openxmlformats.org/officeDocument/2006/relationships/image" Target="../media/image440.wmf"/><Relationship Id="rId27" Type="http://schemas.openxmlformats.org/officeDocument/2006/relationships/oleObject" Target="../embeddings/oleObject496.bin"/><Relationship Id="rId30" Type="http://schemas.openxmlformats.org/officeDocument/2006/relationships/image" Target="../media/image444.wmf"/></Relationships>
</file>

<file path=ppt/slides/_rels/slide79.xml.rels><?xml version="1.0" encoding="UTF-8" standalone="yes"?>
<Relationships xmlns="http://schemas.openxmlformats.org/package/2006/relationships"><Relationship Id="rId8" Type="http://schemas.openxmlformats.org/officeDocument/2006/relationships/image" Target="../media/image447.wmf"/><Relationship Id="rId13" Type="http://schemas.openxmlformats.org/officeDocument/2006/relationships/oleObject" Target="../embeddings/oleObject491.bin"/><Relationship Id="rId18" Type="http://schemas.openxmlformats.org/officeDocument/2006/relationships/image" Target="../media/image440.wmf"/><Relationship Id="rId3" Type="http://schemas.openxmlformats.org/officeDocument/2006/relationships/oleObject" Target="../embeddings/oleObject498.bin"/><Relationship Id="rId21" Type="http://schemas.openxmlformats.org/officeDocument/2006/relationships/oleObject" Target="../embeddings/oleObject495.bin"/><Relationship Id="rId7" Type="http://schemas.openxmlformats.org/officeDocument/2006/relationships/oleObject" Target="../embeddings/oleObject500.bin"/><Relationship Id="rId12" Type="http://schemas.openxmlformats.org/officeDocument/2006/relationships/image" Target="../media/image437.wmf"/><Relationship Id="rId17" Type="http://schemas.openxmlformats.org/officeDocument/2006/relationships/oleObject" Target="../embeddings/oleObject493.bin"/><Relationship Id="rId2" Type="http://schemas.openxmlformats.org/officeDocument/2006/relationships/slideLayout" Target="../slideLayouts/slideLayout7.xml"/><Relationship Id="rId16" Type="http://schemas.openxmlformats.org/officeDocument/2006/relationships/image" Target="../media/image439.wmf"/><Relationship Id="rId20" Type="http://schemas.openxmlformats.org/officeDocument/2006/relationships/image" Target="../media/image441.wmf"/><Relationship Id="rId1" Type="http://schemas.openxmlformats.org/officeDocument/2006/relationships/vmlDrawing" Target="../drawings/vmlDrawing67.vml"/><Relationship Id="rId6" Type="http://schemas.openxmlformats.org/officeDocument/2006/relationships/image" Target="../media/image446.wmf"/><Relationship Id="rId11" Type="http://schemas.openxmlformats.org/officeDocument/2006/relationships/oleObject" Target="../embeddings/oleObject490.bin"/><Relationship Id="rId5" Type="http://schemas.openxmlformats.org/officeDocument/2006/relationships/oleObject" Target="../embeddings/oleObject499.bin"/><Relationship Id="rId15" Type="http://schemas.openxmlformats.org/officeDocument/2006/relationships/oleObject" Target="../embeddings/oleObject492.bin"/><Relationship Id="rId10" Type="http://schemas.openxmlformats.org/officeDocument/2006/relationships/image" Target="../media/image436.wmf"/><Relationship Id="rId19" Type="http://schemas.openxmlformats.org/officeDocument/2006/relationships/oleObject" Target="../embeddings/oleObject494.bin"/><Relationship Id="rId4" Type="http://schemas.openxmlformats.org/officeDocument/2006/relationships/image" Target="../media/image445.wmf"/><Relationship Id="rId9" Type="http://schemas.openxmlformats.org/officeDocument/2006/relationships/oleObject" Target="../embeddings/oleObject489.bin"/><Relationship Id="rId14" Type="http://schemas.openxmlformats.org/officeDocument/2006/relationships/image" Target="../media/image438.wmf"/><Relationship Id="rId22" Type="http://schemas.openxmlformats.org/officeDocument/2006/relationships/image" Target="../media/image442.wmf"/></Relationships>
</file>

<file path=ppt/slides/_rels/slide80.xml.rels><?xml version="1.0" encoding="UTF-8" standalone="yes"?>
<Relationships xmlns="http://schemas.openxmlformats.org/package/2006/relationships"><Relationship Id="rId8" Type="http://schemas.openxmlformats.org/officeDocument/2006/relationships/image" Target="../media/image450.wmf"/><Relationship Id="rId13" Type="http://schemas.openxmlformats.org/officeDocument/2006/relationships/oleObject" Target="../embeddings/oleObject506.bin"/><Relationship Id="rId18" Type="http://schemas.openxmlformats.org/officeDocument/2006/relationships/image" Target="../media/image455.wmf"/><Relationship Id="rId3" Type="http://schemas.openxmlformats.org/officeDocument/2006/relationships/oleObject" Target="../embeddings/oleObject501.bin"/><Relationship Id="rId7" Type="http://schemas.openxmlformats.org/officeDocument/2006/relationships/oleObject" Target="../embeddings/oleObject503.bin"/><Relationship Id="rId12" Type="http://schemas.openxmlformats.org/officeDocument/2006/relationships/image" Target="../media/image452.wmf"/><Relationship Id="rId17" Type="http://schemas.openxmlformats.org/officeDocument/2006/relationships/oleObject" Target="../embeddings/oleObject508.bin"/><Relationship Id="rId2" Type="http://schemas.openxmlformats.org/officeDocument/2006/relationships/slideLayout" Target="../slideLayouts/slideLayout7.xml"/><Relationship Id="rId16" Type="http://schemas.openxmlformats.org/officeDocument/2006/relationships/image" Target="../media/image454.wmf"/><Relationship Id="rId1" Type="http://schemas.openxmlformats.org/officeDocument/2006/relationships/vmlDrawing" Target="../drawings/vmlDrawing68.vml"/><Relationship Id="rId6" Type="http://schemas.openxmlformats.org/officeDocument/2006/relationships/image" Target="../media/image449.wmf"/><Relationship Id="rId11" Type="http://schemas.openxmlformats.org/officeDocument/2006/relationships/oleObject" Target="../embeddings/oleObject505.bin"/><Relationship Id="rId5" Type="http://schemas.openxmlformats.org/officeDocument/2006/relationships/oleObject" Target="../embeddings/oleObject502.bin"/><Relationship Id="rId15" Type="http://schemas.openxmlformats.org/officeDocument/2006/relationships/oleObject" Target="../embeddings/oleObject507.bin"/><Relationship Id="rId10" Type="http://schemas.openxmlformats.org/officeDocument/2006/relationships/image" Target="../media/image451.wmf"/><Relationship Id="rId4" Type="http://schemas.openxmlformats.org/officeDocument/2006/relationships/image" Target="../media/image448.wmf"/><Relationship Id="rId9" Type="http://schemas.openxmlformats.org/officeDocument/2006/relationships/oleObject" Target="../embeddings/oleObject504.bin"/><Relationship Id="rId14" Type="http://schemas.openxmlformats.org/officeDocument/2006/relationships/image" Target="../media/image453.wmf"/></Relationships>
</file>

<file path=ppt/slides/_rels/slide81.xml.rels><?xml version="1.0" encoding="UTF-8" standalone="yes"?>
<Relationships xmlns="http://schemas.openxmlformats.org/package/2006/relationships"><Relationship Id="rId13" Type="http://schemas.openxmlformats.org/officeDocument/2006/relationships/oleObject" Target="../embeddings/oleObject514.bin"/><Relationship Id="rId18" Type="http://schemas.openxmlformats.org/officeDocument/2006/relationships/image" Target="../media/image463.emf"/><Relationship Id="rId26" Type="http://schemas.openxmlformats.org/officeDocument/2006/relationships/image" Target="../media/image467.emf"/><Relationship Id="rId39" Type="http://schemas.openxmlformats.org/officeDocument/2006/relationships/oleObject" Target="../embeddings/oleObject527.bin"/><Relationship Id="rId21" Type="http://schemas.openxmlformats.org/officeDocument/2006/relationships/oleObject" Target="../embeddings/oleObject518.bin"/><Relationship Id="rId34" Type="http://schemas.openxmlformats.org/officeDocument/2006/relationships/image" Target="../media/image471.emf"/><Relationship Id="rId42" Type="http://schemas.openxmlformats.org/officeDocument/2006/relationships/image" Target="../media/image475.wmf"/><Relationship Id="rId47" Type="http://schemas.openxmlformats.org/officeDocument/2006/relationships/oleObject" Target="../embeddings/oleObject531.bin"/><Relationship Id="rId50" Type="http://schemas.openxmlformats.org/officeDocument/2006/relationships/image" Target="../media/image479.wmf"/><Relationship Id="rId7" Type="http://schemas.openxmlformats.org/officeDocument/2006/relationships/oleObject" Target="../embeddings/oleObject511.bin"/><Relationship Id="rId2" Type="http://schemas.openxmlformats.org/officeDocument/2006/relationships/slideLayout" Target="../slideLayouts/slideLayout7.xml"/><Relationship Id="rId16" Type="http://schemas.openxmlformats.org/officeDocument/2006/relationships/image" Target="../media/image462.emf"/><Relationship Id="rId29" Type="http://schemas.openxmlformats.org/officeDocument/2006/relationships/oleObject" Target="../embeddings/oleObject522.bin"/><Relationship Id="rId11" Type="http://schemas.openxmlformats.org/officeDocument/2006/relationships/oleObject" Target="../embeddings/oleObject513.bin"/><Relationship Id="rId24" Type="http://schemas.openxmlformats.org/officeDocument/2006/relationships/image" Target="../media/image466.emf"/><Relationship Id="rId32" Type="http://schemas.openxmlformats.org/officeDocument/2006/relationships/image" Target="../media/image470.emf"/><Relationship Id="rId37" Type="http://schemas.openxmlformats.org/officeDocument/2006/relationships/oleObject" Target="../embeddings/oleObject526.bin"/><Relationship Id="rId40" Type="http://schemas.openxmlformats.org/officeDocument/2006/relationships/image" Target="../media/image474.wmf"/><Relationship Id="rId45" Type="http://schemas.openxmlformats.org/officeDocument/2006/relationships/oleObject" Target="../embeddings/oleObject530.bin"/><Relationship Id="rId5" Type="http://schemas.openxmlformats.org/officeDocument/2006/relationships/oleObject" Target="../embeddings/oleObject510.bin"/><Relationship Id="rId15" Type="http://schemas.openxmlformats.org/officeDocument/2006/relationships/oleObject" Target="../embeddings/oleObject515.bin"/><Relationship Id="rId23" Type="http://schemas.openxmlformats.org/officeDocument/2006/relationships/oleObject" Target="../embeddings/oleObject519.bin"/><Relationship Id="rId28" Type="http://schemas.openxmlformats.org/officeDocument/2006/relationships/image" Target="../media/image468.wmf"/><Relationship Id="rId36" Type="http://schemas.openxmlformats.org/officeDocument/2006/relationships/image" Target="../media/image472.emf"/><Relationship Id="rId49" Type="http://schemas.openxmlformats.org/officeDocument/2006/relationships/oleObject" Target="../embeddings/oleObject532.bin"/><Relationship Id="rId10" Type="http://schemas.openxmlformats.org/officeDocument/2006/relationships/image" Target="../media/image459.emf"/><Relationship Id="rId19" Type="http://schemas.openxmlformats.org/officeDocument/2006/relationships/oleObject" Target="../embeddings/oleObject517.bin"/><Relationship Id="rId31" Type="http://schemas.openxmlformats.org/officeDocument/2006/relationships/oleObject" Target="../embeddings/oleObject523.bin"/><Relationship Id="rId44" Type="http://schemas.openxmlformats.org/officeDocument/2006/relationships/image" Target="../media/image476.wmf"/><Relationship Id="rId4" Type="http://schemas.openxmlformats.org/officeDocument/2006/relationships/image" Target="../media/image456.emf"/><Relationship Id="rId9" Type="http://schemas.openxmlformats.org/officeDocument/2006/relationships/oleObject" Target="../embeddings/oleObject512.bin"/><Relationship Id="rId14" Type="http://schemas.openxmlformats.org/officeDocument/2006/relationships/image" Target="../media/image461.emf"/><Relationship Id="rId22" Type="http://schemas.openxmlformats.org/officeDocument/2006/relationships/image" Target="../media/image465.emf"/><Relationship Id="rId27" Type="http://schemas.openxmlformats.org/officeDocument/2006/relationships/oleObject" Target="../embeddings/oleObject521.bin"/><Relationship Id="rId30" Type="http://schemas.openxmlformats.org/officeDocument/2006/relationships/image" Target="../media/image469.emf"/><Relationship Id="rId35" Type="http://schemas.openxmlformats.org/officeDocument/2006/relationships/oleObject" Target="../embeddings/oleObject525.bin"/><Relationship Id="rId43" Type="http://schemas.openxmlformats.org/officeDocument/2006/relationships/oleObject" Target="../embeddings/oleObject529.bin"/><Relationship Id="rId48" Type="http://schemas.openxmlformats.org/officeDocument/2006/relationships/image" Target="../media/image478.wmf"/><Relationship Id="rId8" Type="http://schemas.openxmlformats.org/officeDocument/2006/relationships/image" Target="../media/image458.wmf"/><Relationship Id="rId3" Type="http://schemas.openxmlformats.org/officeDocument/2006/relationships/oleObject" Target="../embeddings/oleObject509.bin"/><Relationship Id="rId12" Type="http://schemas.openxmlformats.org/officeDocument/2006/relationships/image" Target="../media/image460.emf"/><Relationship Id="rId17" Type="http://schemas.openxmlformats.org/officeDocument/2006/relationships/oleObject" Target="../embeddings/oleObject516.bin"/><Relationship Id="rId25" Type="http://schemas.openxmlformats.org/officeDocument/2006/relationships/oleObject" Target="../embeddings/oleObject520.bin"/><Relationship Id="rId33" Type="http://schemas.openxmlformats.org/officeDocument/2006/relationships/oleObject" Target="../embeddings/oleObject524.bin"/><Relationship Id="rId38" Type="http://schemas.openxmlformats.org/officeDocument/2006/relationships/image" Target="../media/image473.wmf"/><Relationship Id="rId46" Type="http://schemas.openxmlformats.org/officeDocument/2006/relationships/image" Target="../media/image477.wmf"/><Relationship Id="rId20" Type="http://schemas.openxmlformats.org/officeDocument/2006/relationships/image" Target="../media/image464.emf"/><Relationship Id="rId41" Type="http://schemas.openxmlformats.org/officeDocument/2006/relationships/oleObject" Target="../embeddings/oleObject528.bin"/><Relationship Id="rId1" Type="http://schemas.openxmlformats.org/officeDocument/2006/relationships/vmlDrawing" Target="../drawings/vmlDrawing69.vml"/><Relationship Id="rId6" Type="http://schemas.openxmlformats.org/officeDocument/2006/relationships/image" Target="../media/image457.emf"/></Relationships>
</file>

<file path=ppt/slides/_rels/slide82.xml.rels><?xml version="1.0" encoding="UTF-8" standalone="yes"?>
<Relationships xmlns="http://schemas.openxmlformats.org/package/2006/relationships"><Relationship Id="rId13" Type="http://schemas.openxmlformats.org/officeDocument/2006/relationships/oleObject" Target="../embeddings/oleObject538.bin"/><Relationship Id="rId18" Type="http://schemas.openxmlformats.org/officeDocument/2006/relationships/image" Target="../media/image487.wmf"/><Relationship Id="rId26" Type="http://schemas.openxmlformats.org/officeDocument/2006/relationships/image" Target="../media/image491.emf"/><Relationship Id="rId39" Type="http://schemas.openxmlformats.org/officeDocument/2006/relationships/oleObject" Target="../embeddings/oleObject551.bin"/><Relationship Id="rId21" Type="http://schemas.openxmlformats.org/officeDocument/2006/relationships/oleObject" Target="../embeddings/oleObject542.bin"/><Relationship Id="rId34" Type="http://schemas.openxmlformats.org/officeDocument/2006/relationships/image" Target="../media/image495.emf"/><Relationship Id="rId7" Type="http://schemas.openxmlformats.org/officeDocument/2006/relationships/oleObject" Target="../embeddings/oleObject535.bin"/><Relationship Id="rId12" Type="http://schemas.openxmlformats.org/officeDocument/2006/relationships/image" Target="../media/image484.wmf"/><Relationship Id="rId17" Type="http://schemas.openxmlformats.org/officeDocument/2006/relationships/oleObject" Target="../embeddings/oleObject540.bin"/><Relationship Id="rId25" Type="http://schemas.openxmlformats.org/officeDocument/2006/relationships/oleObject" Target="../embeddings/oleObject544.bin"/><Relationship Id="rId33" Type="http://schemas.openxmlformats.org/officeDocument/2006/relationships/oleObject" Target="../embeddings/oleObject548.bin"/><Relationship Id="rId38" Type="http://schemas.openxmlformats.org/officeDocument/2006/relationships/image" Target="../media/image497.emf"/><Relationship Id="rId2" Type="http://schemas.openxmlformats.org/officeDocument/2006/relationships/slideLayout" Target="../slideLayouts/slideLayout7.xml"/><Relationship Id="rId16" Type="http://schemas.openxmlformats.org/officeDocument/2006/relationships/image" Target="../media/image486.wmf"/><Relationship Id="rId20" Type="http://schemas.openxmlformats.org/officeDocument/2006/relationships/image" Target="../media/image488.wmf"/><Relationship Id="rId29" Type="http://schemas.openxmlformats.org/officeDocument/2006/relationships/oleObject" Target="../embeddings/oleObject546.bin"/><Relationship Id="rId1" Type="http://schemas.openxmlformats.org/officeDocument/2006/relationships/vmlDrawing" Target="../drawings/vmlDrawing70.vml"/><Relationship Id="rId6" Type="http://schemas.openxmlformats.org/officeDocument/2006/relationships/image" Target="../media/image481.wmf"/><Relationship Id="rId11" Type="http://schemas.openxmlformats.org/officeDocument/2006/relationships/oleObject" Target="../embeddings/oleObject537.bin"/><Relationship Id="rId24" Type="http://schemas.openxmlformats.org/officeDocument/2006/relationships/image" Target="../media/image490.emf"/><Relationship Id="rId32" Type="http://schemas.openxmlformats.org/officeDocument/2006/relationships/image" Target="../media/image494.emf"/><Relationship Id="rId37" Type="http://schemas.openxmlformats.org/officeDocument/2006/relationships/oleObject" Target="../embeddings/oleObject550.bin"/><Relationship Id="rId40" Type="http://schemas.openxmlformats.org/officeDocument/2006/relationships/image" Target="../media/image498.emf"/><Relationship Id="rId5" Type="http://schemas.openxmlformats.org/officeDocument/2006/relationships/oleObject" Target="../embeddings/oleObject534.bin"/><Relationship Id="rId15" Type="http://schemas.openxmlformats.org/officeDocument/2006/relationships/oleObject" Target="../embeddings/oleObject539.bin"/><Relationship Id="rId23" Type="http://schemas.openxmlformats.org/officeDocument/2006/relationships/oleObject" Target="../embeddings/oleObject543.bin"/><Relationship Id="rId28" Type="http://schemas.openxmlformats.org/officeDocument/2006/relationships/image" Target="../media/image492.emf"/><Relationship Id="rId36" Type="http://schemas.openxmlformats.org/officeDocument/2006/relationships/image" Target="../media/image496.emf"/><Relationship Id="rId10" Type="http://schemas.openxmlformats.org/officeDocument/2006/relationships/image" Target="../media/image483.wmf"/><Relationship Id="rId19" Type="http://schemas.openxmlformats.org/officeDocument/2006/relationships/oleObject" Target="../embeddings/oleObject541.bin"/><Relationship Id="rId31" Type="http://schemas.openxmlformats.org/officeDocument/2006/relationships/oleObject" Target="../embeddings/oleObject547.bin"/><Relationship Id="rId4" Type="http://schemas.openxmlformats.org/officeDocument/2006/relationships/image" Target="../media/image480.wmf"/><Relationship Id="rId9" Type="http://schemas.openxmlformats.org/officeDocument/2006/relationships/oleObject" Target="../embeddings/oleObject536.bin"/><Relationship Id="rId14" Type="http://schemas.openxmlformats.org/officeDocument/2006/relationships/image" Target="../media/image485.wmf"/><Relationship Id="rId22" Type="http://schemas.openxmlformats.org/officeDocument/2006/relationships/image" Target="../media/image489.wmf"/><Relationship Id="rId27" Type="http://schemas.openxmlformats.org/officeDocument/2006/relationships/oleObject" Target="../embeddings/oleObject545.bin"/><Relationship Id="rId30" Type="http://schemas.openxmlformats.org/officeDocument/2006/relationships/image" Target="../media/image493.emf"/><Relationship Id="rId35" Type="http://schemas.openxmlformats.org/officeDocument/2006/relationships/oleObject" Target="../embeddings/oleObject549.bin"/><Relationship Id="rId8" Type="http://schemas.openxmlformats.org/officeDocument/2006/relationships/image" Target="../media/image482.wmf"/><Relationship Id="rId3" Type="http://schemas.openxmlformats.org/officeDocument/2006/relationships/oleObject" Target="../embeddings/oleObject533.bin"/></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日期占位符 1"/>
          <p:cNvSpPr>
            <a:spLocks noGrp="1"/>
          </p:cNvSpPr>
          <p:nvPr>
            <p:ph type="dt" sz="quarter" idx="10"/>
          </p:nvPr>
        </p:nvSpPr>
        <p:spPr>
          <a:noFill/>
        </p:spPr>
        <p:txBody>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spcBef>
                <a:spcPct val="0"/>
              </a:spcBef>
              <a:buFontTx/>
              <a:buNone/>
            </a:pPr>
            <a:fld id="{5504D6FB-BFA2-4F56-B282-31E5073C3A64}" type="datetime1">
              <a:rPr lang="zh-CN" altLang="en-US" sz="1400" smtClean="0">
                <a:solidFill>
                  <a:srgbClr val="FF9900"/>
                </a:solidFill>
                <a:ea typeface="宋体" panose="02010600030101010101" pitchFamily="2" charset="-122"/>
              </a:rPr>
              <a:pPr>
                <a:spcBef>
                  <a:spcPct val="0"/>
                </a:spcBef>
                <a:buFontTx/>
                <a:buNone/>
              </a:pPr>
              <a:t>2019/4/28</a:t>
            </a:fld>
            <a:endParaRPr lang="en-US" altLang="zh-CN" sz="1400">
              <a:solidFill>
                <a:srgbClr val="FF9900"/>
              </a:solidFill>
              <a:ea typeface="宋体" panose="02010600030101010101" pitchFamily="2" charset="-122"/>
            </a:endParaRPr>
          </a:p>
        </p:txBody>
      </p:sp>
      <p:sp>
        <p:nvSpPr>
          <p:cNvPr id="4099" name="页脚占位符 2"/>
          <p:cNvSpPr>
            <a:spLocks noGrp="1"/>
          </p:cNvSpPr>
          <p:nvPr>
            <p:ph type="ftr" sz="quarter" idx="11"/>
          </p:nvPr>
        </p:nvSpPr>
        <p:spPr>
          <a:noFill/>
        </p:spPr>
        <p:txBody>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spcBef>
                <a:spcPct val="0"/>
              </a:spcBef>
              <a:buFontTx/>
              <a:buNone/>
            </a:pPr>
            <a:r>
              <a:rPr lang="zh-CN" altLang="en-US" sz="1400">
                <a:solidFill>
                  <a:srgbClr val="FF9900"/>
                </a:solidFill>
                <a:ea typeface="宋体" panose="02010600030101010101" pitchFamily="2" charset="-122"/>
              </a:rPr>
              <a:t>电路理论</a:t>
            </a:r>
            <a:endParaRPr lang="en-US" altLang="zh-CN" sz="1400">
              <a:solidFill>
                <a:srgbClr val="FF9900"/>
              </a:solidFill>
              <a:ea typeface="宋体" panose="02010600030101010101" pitchFamily="2" charset="-122"/>
            </a:endParaRPr>
          </a:p>
        </p:txBody>
      </p:sp>
      <p:sp>
        <p:nvSpPr>
          <p:cNvPr id="4100" name="灯片编号占位符 3"/>
          <p:cNvSpPr>
            <a:spLocks noGrp="1"/>
          </p:cNvSpPr>
          <p:nvPr>
            <p:ph type="sldNum" sz="quarter" idx="12"/>
          </p:nvPr>
        </p:nvSpPr>
        <p:spPr>
          <a:noFill/>
        </p:spPr>
        <p:txBody>
          <a:bodyPr/>
          <a:lstStyle>
            <a:lvl1pPr>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a:spcBef>
                <a:spcPct val="0"/>
              </a:spcBef>
              <a:buFontTx/>
              <a:buNone/>
            </a:pPr>
            <a:fld id="{3D0F5234-7ECB-4667-BCC2-43400A1B8316}" type="slidenum">
              <a:rPr lang="en-US" altLang="zh-CN" sz="1400" smtClean="0">
                <a:solidFill>
                  <a:srgbClr val="FF9900"/>
                </a:solidFill>
                <a:ea typeface="宋体" panose="02010600030101010101" pitchFamily="2" charset="-122"/>
              </a:rPr>
              <a:pPr>
                <a:spcBef>
                  <a:spcPct val="0"/>
                </a:spcBef>
                <a:buFontTx/>
                <a:buNone/>
              </a:pPr>
              <a:t>1</a:t>
            </a:fld>
            <a:endParaRPr lang="en-US" altLang="zh-CN" sz="1400">
              <a:solidFill>
                <a:srgbClr val="FF9900"/>
              </a:solidFill>
              <a:ea typeface="宋体" panose="02010600030101010101" pitchFamily="2" charset="-122"/>
            </a:endParaRPr>
          </a:p>
        </p:txBody>
      </p:sp>
      <p:grpSp>
        <p:nvGrpSpPr>
          <p:cNvPr id="4101" name="Group 1026"/>
          <p:cNvGrpSpPr>
            <a:grpSpLocks/>
          </p:cNvGrpSpPr>
          <p:nvPr/>
        </p:nvGrpSpPr>
        <p:grpSpPr bwMode="auto">
          <a:xfrm>
            <a:off x="0" y="0"/>
            <a:ext cx="9144000" cy="6858000"/>
            <a:chOff x="0" y="0"/>
            <a:chExt cx="5970" cy="4956"/>
          </a:xfrm>
        </p:grpSpPr>
        <p:pic>
          <p:nvPicPr>
            <p:cNvPr id="4109" name="Picture 1027"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0" name="Picture 1028"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1" name="Picture 1029"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2" name="Picture 1030" descr="beijing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4" y="0"/>
              <a:ext cx="1506" cy="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102" name="Picture 1042" descr="未命名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8600" y="457200"/>
            <a:ext cx="77533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60" name="Text Box 1060"/>
          <p:cNvSpPr txBox="1">
            <a:spLocks noChangeArrowheads="1"/>
          </p:cNvSpPr>
          <p:nvPr/>
        </p:nvSpPr>
        <p:spPr bwMode="auto">
          <a:xfrm>
            <a:off x="2879725" y="-119063"/>
            <a:ext cx="3876675" cy="157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lang="zh-CN" altLang="en-US" sz="4800" b="0" dirty="0">
                <a:solidFill>
                  <a:srgbClr val="FF0000"/>
                </a:solidFill>
                <a:effectLst>
                  <a:outerShdw blurRad="38100" dist="38100" dir="2700000" algn="tl">
                    <a:srgbClr val="C0C0C0"/>
                  </a:outerShdw>
                </a:effectLst>
              </a:rPr>
              <a:t>第</a:t>
            </a:r>
            <a:r>
              <a:rPr lang="en-US" altLang="zh-CN" sz="4800" b="0" dirty="0">
                <a:solidFill>
                  <a:srgbClr val="FF0000"/>
                </a:solidFill>
                <a:effectLst>
                  <a:outerShdw blurRad="38100" dist="38100" dir="2700000" algn="tl">
                    <a:srgbClr val="C0C0C0"/>
                  </a:outerShdw>
                </a:effectLst>
              </a:rPr>
              <a:t>10</a:t>
            </a:r>
            <a:r>
              <a:rPr lang="zh-CN" altLang="en-US" sz="4800" b="0" dirty="0">
                <a:solidFill>
                  <a:srgbClr val="FF0000"/>
                </a:solidFill>
                <a:effectLst>
                  <a:outerShdw blurRad="38100" dist="38100" dir="2700000" algn="tl">
                    <a:srgbClr val="C0C0C0"/>
                  </a:outerShdw>
                </a:effectLst>
              </a:rPr>
              <a:t>章</a:t>
            </a:r>
          </a:p>
          <a:p>
            <a:pPr algn="ctr" eaLnBrk="1" hangingPunct="1">
              <a:defRPr/>
            </a:pPr>
            <a:r>
              <a:rPr lang="zh-CN" altLang="en-US" sz="4800" b="0" dirty="0">
                <a:solidFill>
                  <a:srgbClr val="FF0000"/>
                </a:solidFill>
                <a:effectLst>
                  <a:outerShdw blurRad="38100" dist="38100" dir="2700000" algn="tl">
                    <a:srgbClr val="C0C0C0"/>
                  </a:outerShdw>
                </a:effectLst>
              </a:rPr>
              <a:t>正弦稳态分析</a:t>
            </a:r>
          </a:p>
        </p:txBody>
      </p:sp>
      <p:sp>
        <p:nvSpPr>
          <p:cNvPr id="77861" name="Text Box 1061"/>
          <p:cNvSpPr txBox="1">
            <a:spLocks noChangeArrowheads="1"/>
          </p:cNvSpPr>
          <p:nvPr/>
        </p:nvSpPr>
        <p:spPr bwMode="auto">
          <a:xfrm>
            <a:off x="1409700" y="2925142"/>
            <a:ext cx="1979613"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2800" b="0" dirty="0">
                <a:effectLst>
                  <a:outerShdw blurRad="38100" dist="38100" dir="2700000" algn="tl">
                    <a:srgbClr val="C0C0C0"/>
                  </a:outerShdw>
                </a:effectLst>
              </a:rPr>
              <a:t>10.3 </a:t>
            </a:r>
            <a:r>
              <a:rPr lang="zh-CN" altLang="en-US" sz="2800" b="0" dirty="0">
                <a:effectLst>
                  <a:outerShdw blurRad="38100" dist="38100" dir="2700000" algn="tl">
                    <a:srgbClr val="C0C0C0"/>
                  </a:outerShdw>
                </a:effectLst>
              </a:rPr>
              <a:t>相量法</a:t>
            </a:r>
          </a:p>
        </p:txBody>
      </p:sp>
      <p:sp>
        <p:nvSpPr>
          <p:cNvPr id="77862" name="Text Box 1062"/>
          <p:cNvSpPr txBox="1">
            <a:spLocks noChangeArrowheads="1"/>
          </p:cNvSpPr>
          <p:nvPr/>
        </p:nvSpPr>
        <p:spPr bwMode="auto">
          <a:xfrm>
            <a:off x="1358900" y="3487117"/>
            <a:ext cx="26987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2800" b="0" dirty="0">
                <a:effectLst>
                  <a:outerShdw blurRad="38100" dist="38100" dir="2700000" algn="tl">
                    <a:srgbClr val="C0C0C0"/>
                  </a:outerShdw>
                </a:effectLst>
              </a:rPr>
              <a:t>10.4 </a:t>
            </a:r>
            <a:r>
              <a:rPr lang="zh-CN" altLang="en-US" sz="2800" b="0" dirty="0">
                <a:effectLst>
                  <a:outerShdw blurRad="38100" dist="38100" dir="2700000" algn="tl">
                    <a:srgbClr val="C0C0C0"/>
                  </a:outerShdw>
                </a:effectLst>
              </a:rPr>
              <a:t>阻抗与导纳</a:t>
            </a:r>
          </a:p>
        </p:txBody>
      </p:sp>
      <p:sp>
        <p:nvSpPr>
          <p:cNvPr id="77891" name="Text Box 1091"/>
          <p:cNvSpPr txBox="1">
            <a:spLocks noChangeArrowheads="1"/>
          </p:cNvSpPr>
          <p:nvPr/>
        </p:nvSpPr>
        <p:spPr bwMode="auto">
          <a:xfrm>
            <a:off x="1387475" y="4068142"/>
            <a:ext cx="61563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2800" b="0" dirty="0">
                <a:effectLst>
                  <a:outerShdw blurRad="38100" dist="38100" dir="2700000" algn="tl">
                    <a:srgbClr val="C0C0C0"/>
                  </a:outerShdw>
                </a:effectLst>
              </a:rPr>
              <a:t>10.5 </a:t>
            </a:r>
            <a:r>
              <a:rPr lang="zh-CN" altLang="en-US" sz="2800" b="0" dirty="0">
                <a:effectLst>
                  <a:outerShdw blurRad="38100" dist="38100" dir="2700000" algn="tl">
                    <a:srgbClr val="C0C0C0"/>
                  </a:outerShdw>
                </a:effectLst>
              </a:rPr>
              <a:t>正弦稳态电路分析方法</a:t>
            </a:r>
          </a:p>
        </p:txBody>
      </p:sp>
      <p:sp>
        <p:nvSpPr>
          <p:cNvPr id="77893" name="Text Box 1093"/>
          <p:cNvSpPr txBox="1">
            <a:spLocks noChangeArrowheads="1"/>
          </p:cNvSpPr>
          <p:nvPr/>
        </p:nvSpPr>
        <p:spPr bwMode="auto">
          <a:xfrm>
            <a:off x="1409700" y="2348880"/>
            <a:ext cx="23391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2800" b="0" dirty="0">
                <a:effectLst>
                  <a:outerShdw blurRad="38100" dist="38100" dir="2700000" algn="tl">
                    <a:srgbClr val="C0C0C0"/>
                  </a:outerShdw>
                </a:effectLst>
              </a:rPr>
              <a:t>10.2 </a:t>
            </a:r>
            <a:r>
              <a:rPr lang="zh-CN" altLang="en-US" sz="2800" b="0" dirty="0">
                <a:effectLst>
                  <a:outerShdw blurRad="38100" dist="38100" dir="2700000" algn="tl">
                    <a:srgbClr val="C0C0C0"/>
                  </a:outerShdw>
                </a:effectLst>
              </a:rPr>
              <a:t>正弦电量</a:t>
            </a:r>
          </a:p>
        </p:txBody>
      </p:sp>
      <p:sp>
        <p:nvSpPr>
          <p:cNvPr id="16" name="Text Box 1093"/>
          <p:cNvSpPr txBox="1">
            <a:spLocks noChangeArrowheads="1"/>
          </p:cNvSpPr>
          <p:nvPr/>
        </p:nvSpPr>
        <p:spPr bwMode="auto">
          <a:xfrm>
            <a:off x="1409700" y="1908175"/>
            <a:ext cx="23391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2800" b="0" dirty="0">
                <a:effectLst>
                  <a:outerShdw blurRad="38100" dist="38100" dir="2700000" algn="tl">
                    <a:srgbClr val="C0C0C0"/>
                  </a:outerShdw>
                </a:effectLst>
              </a:rPr>
              <a:t>10.1 </a:t>
            </a:r>
            <a:r>
              <a:rPr lang="zh-CN" altLang="en-US" sz="2800" b="0" dirty="0">
                <a:effectLst>
                  <a:outerShdw blurRad="38100" dist="38100" dir="2700000" algn="tl">
                    <a:srgbClr val="C0C0C0"/>
                  </a:outerShdw>
                </a:effectLst>
              </a:rPr>
              <a:t>数学基础</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p:cNvSpPr txBox="1">
            <a:spLocks noChangeArrowheads="1"/>
          </p:cNvSpPr>
          <p:nvPr/>
        </p:nvSpPr>
        <p:spPr bwMode="auto">
          <a:xfrm>
            <a:off x="449068" y="1055801"/>
            <a:ext cx="3960812"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66FFFF"/>
                </a:solidFill>
                <a:miter lim="800000"/>
                <a:headEnd/>
                <a:tailEnd/>
              </a14:hiddenLine>
            </a:ext>
          </a:extLst>
        </p:spPr>
        <p:txBody>
          <a:bodyPr>
            <a:spAutoFit/>
          </a:bodyPr>
          <a:lstStyle/>
          <a:p>
            <a:pPr>
              <a:buFont typeface="Wingdings" panose="05000000000000000000" pitchFamily="2" charset="2"/>
              <a:buNone/>
            </a:pPr>
            <a:r>
              <a:rPr kumimoji="1" lang="en-US" altLang="zh-CN" sz="2400" dirty="0">
                <a:latin typeface="楷体_GB2312" pitchFamily="49" charset="-122"/>
              </a:rPr>
              <a:t>1. </a:t>
            </a:r>
            <a:r>
              <a:rPr kumimoji="1" lang="zh-CN" altLang="en-US" sz="2400" dirty="0">
                <a:latin typeface="楷体_GB2312" pitchFamily="49" charset="-122"/>
              </a:rPr>
              <a:t>复数的表示形式</a:t>
            </a:r>
          </a:p>
        </p:txBody>
      </p:sp>
      <p:graphicFrame>
        <p:nvGraphicFramePr>
          <p:cNvPr id="57347" name="Object 3"/>
          <p:cNvGraphicFramePr>
            <a:graphicFrameLocks noChangeAspect="1"/>
          </p:cNvGraphicFramePr>
          <p:nvPr>
            <p:extLst>
              <p:ext uri="{D42A27DB-BD31-4B8C-83A1-F6EECF244321}">
                <p14:modId xmlns:p14="http://schemas.microsoft.com/office/powerpoint/2010/main" val="2449250761"/>
              </p:ext>
            </p:extLst>
          </p:nvPr>
        </p:nvGraphicFramePr>
        <p:xfrm>
          <a:off x="1212850" y="2605088"/>
          <a:ext cx="3035300" cy="504825"/>
        </p:xfrm>
        <a:graphic>
          <a:graphicData uri="http://schemas.openxmlformats.org/presentationml/2006/ole">
            <mc:AlternateContent xmlns:mc="http://schemas.openxmlformats.org/markup-compatibility/2006">
              <mc:Choice xmlns:v="urn:schemas-microsoft-com:vml" Requires="v">
                <p:oleObj spid="_x0000_s80019" name="Equation" r:id="rId3" imgW="1434960" imgH="241200" progId="Equation.DSMT4">
                  <p:embed/>
                </p:oleObj>
              </mc:Choice>
              <mc:Fallback>
                <p:oleObj name="Equation" r:id="rId3" imgW="1434960" imgH="241200" progId="Equation.DSMT4">
                  <p:embed/>
                  <p:pic>
                    <p:nvPicPr>
                      <p:cNvPr id="57347" name="Object 3"/>
                      <p:cNvPicPr>
                        <a:picLocks noChangeAspect="1" noChangeArrowheads="1"/>
                      </p:cNvPicPr>
                      <p:nvPr/>
                    </p:nvPicPr>
                    <p:blipFill>
                      <a:blip r:embed="rId4"/>
                      <a:srcRect/>
                      <a:stretch>
                        <a:fillRect/>
                      </a:stretch>
                    </p:blipFill>
                    <p:spPr bwMode="auto">
                      <a:xfrm>
                        <a:off x="1212850" y="2605088"/>
                        <a:ext cx="3035300"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7405" name="Group 61"/>
          <p:cNvGrpSpPr>
            <a:grpSpLocks/>
          </p:cNvGrpSpPr>
          <p:nvPr/>
        </p:nvGrpSpPr>
        <p:grpSpPr bwMode="auto">
          <a:xfrm>
            <a:off x="5553075" y="765175"/>
            <a:ext cx="3060700" cy="2727325"/>
            <a:chOff x="3498" y="482"/>
            <a:chExt cx="1928" cy="1718"/>
          </a:xfrm>
        </p:grpSpPr>
        <p:sp>
          <p:nvSpPr>
            <p:cNvPr id="57362" name="Line 18"/>
            <p:cNvSpPr>
              <a:spLocks noChangeShapeType="1"/>
            </p:cNvSpPr>
            <p:nvPr/>
          </p:nvSpPr>
          <p:spPr bwMode="auto">
            <a:xfrm>
              <a:off x="3524" y="1965"/>
              <a:ext cx="184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63" name="Line 19"/>
            <p:cNvSpPr>
              <a:spLocks noChangeShapeType="1"/>
            </p:cNvSpPr>
            <p:nvPr/>
          </p:nvSpPr>
          <p:spPr bwMode="auto">
            <a:xfrm flipV="1">
              <a:off x="3778" y="633"/>
              <a:ext cx="3" cy="156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64" name="Line 20"/>
            <p:cNvSpPr>
              <a:spLocks noChangeShapeType="1"/>
            </p:cNvSpPr>
            <p:nvPr/>
          </p:nvSpPr>
          <p:spPr bwMode="auto">
            <a:xfrm flipH="1" flipV="1">
              <a:off x="3778" y="1077"/>
              <a:ext cx="0" cy="877"/>
            </a:xfrm>
            <a:prstGeom prst="line">
              <a:avLst/>
            </a:prstGeom>
            <a:noFill/>
            <a:ln w="28575">
              <a:solidFill>
                <a:srgbClr val="CC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65" name="Line 21"/>
            <p:cNvSpPr>
              <a:spLocks noChangeShapeType="1"/>
            </p:cNvSpPr>
            <p:nvPr/>
          </p:nvSpPr>
          <p:spPr bwMode="auto">
            <a:xfrm>
              <a:off x="3778" y="1965"/>
              <a:ext cx="1016" cy="0"/>
            </a:xfrm>
            <a:prstGeom prst="line">
              <a:avLst/>
            </a:prstGeom>
            <a:noFill/>
            <a:ln w="28575">
              <a:solidFill>
                <a:srgbClr val="CC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66" name="Line 22"/>
            <p:cNvSpPr>
              <a:spLocks noChangeShapeType="1"/>
            </p:cNvSpPr>
            <p:nvPr/>
          </p:nvSpPr>
          <p:spPr bwMode="auto">
            <a:xfrm>
              <a:off x="3778" y="1077"/>
              <a:ext cx="1016" cy="0"/>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67" name="Line 23"/>
            <p:cNvSpPr>
              <a:spLocks noChangeShapeType="1"/>
            </p:cNvSpPr>
            <p:nvPr/>
          </p:nvSpPr>
          <p:spPr bwMode="auto">
            <a:xfrm flipV="1">
              <a:off x="4794" y="1077"/>
              <a:ext cx="0" cy="888"/>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68" name="Line 24"/>
            <p:cNvSpPr>
              <a:spLocks noChangeShapeType="1"/>
            </p:cNvSpPr>
            <p:nvPr/>
          </p:nvSpPr>
          <p:spPr bwMode="auto">
            <a:xfrm flipV="1">
              <a:off x="3776" y="1077"/>
              <a:ext cx="1018" cy="87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69" name="Text Box 25"/>
            <p:cNvSpPr txBox="1">
              <a:spLocks noChangeArrowheads="1"/>
            </p:cNvSpPr>
            <p:nvPr/>
          </p:nvSpPr>
          <p:spPr bwMode="auto">
            <a:xfrm>
              <a:off x="4830" y="845"/>
              <a:ext cx="308"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r>
                <a:rPr kumimoji="1" lang="en-US" altLang="zh-CN" b="0" i="1">
                  <a:latin typeface="Times New Roman" panose="02020603050405020304" pitchFamily="18" charset="0"/>
                  <a:ea typeface="宋体" panose="02010600030101010101" pitchFamily="2" charset="-122"/>
                </a:rPr>
                <a:t>F</a:t>
              </a:r>
              <a:endParaRPr kumimoji="1" lang="en-US" altLang="zh-CN" b="0">
                <a:latin typeface="Times New Roman" panose="02020603050405020304" pitchFamily="18" charset="0"/>
                <a:ea typeface="宋体" panose="02010600030101010101" pitchFamily="2" charset="-122"/>
              </a:endParaRPr>
            </a:p>
          </p:txBody>
        </p:sp>
        <p:sp>
          <p:nvSpPr>
            <p:cNvPr id="57370" name="Text Box 26"/>
            <p:cNvSpPr txBox="1">
              <a:spLocks noChangeArrowheads="1"/>
            </p:cNvSpPr>
            <p:nvPr/>
          </p:nvSpPr>
          <p:spPr bwMode="auto">
            <a:xfrm>
              <a:off x="3498" y="806"/>
              <a:ext cx="189"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p>
              <a:r>
                <a:rPr kumimoji="1" lang="en-US" altLang="zh-CN" b="0" i="1">
                  <a:latin typeface="Times New Roman" panose="02020603050405020304" pitchFamily="18" charset="0"/>
                  <a:ea typeface="宋体" panose="02010600030101010101" pitchFamily="2" charset="-122"/>
                </a:rPr>
                <a:t>b</a:t>
              </a:r>
              <a:endParaRPr kumimoji="1" lang="en-US" altLang="zh-CN" b="0">
                <a:latin typeface="Times New Roman" panose="02020603050405020304" pitchFamily="18" charset="0"/>
                <a:ea typeface="宋体" panose="02010600030101010101" pitchFamily="2" charset="-122"/>
              </a:endParaRPr>
            </a:p>
          </p:txBody>
        </p:sp>
        <p:sp>
          <p:nvSpPr>
            <p:cNvPr id="57371" name="Text Box 27"/>
            <p:cNvSpPr txBox="1">
              <a:spLocks noChangeArrowheads="1"/>
            </p:cNvSpPr>
            <p:nvPr/>
          </p:nvSpPr>
          <p:spPr bwMode="auto">
            <a:xfrm>
              <a:off x="5148" y="1933"/>
              <a:ext cx="278"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p>
              <a:r>
                <a:rPr kumimoji="1" lang="en-US" altLang="zh-CN" b="0">
                  <a:latin typeface="Times New Roman" panose="02020603050405020304" pitchFamily="18" charset="0"/>
                  <a:ea typeface="宋体" panose="02010600030101010101" pitchFamily="2" charset="-122"/>
                </a:rPr>
                <a:t>Re</a:t>
              </a:r>
            </a:p>
          </p:txBody>
        </p:sp>
        <p:sp>
          <p:nvSpPr>
            <p:cNvPr id="57372" name="Text Box 28"/>
            <p:cNvSpPr txBox="1">
              <a:spLocks noChangeArrowheads="1"/>
            </p:cNvSpPr>
            <p:nvPr/>
          </p:nvSpPr>
          <p:spPr bwMode="auto">
            <a:xfrm>
              <a:off x="3833" y="482"/>
              <a:ext cx="278"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p>
              <a:r>
                <a:rPr kumimoji="1" lang="en-US" altLang="zh-CN" b="0">
                  <a:latin typeface="Times New Roman" panose="02020603050405020304" pitchFamily="18" charset="0"/>
                  <a:ea typeface="宋体" panose="02010600030101010101" pitchFamily="2" charset="-122"/>
                </a:rPr>
                <a:t>Im</a:t>
              </a:r>
            </a:p>
          </p:txBody>
        </p:sp>
        <p:sp>
          <p:nvSpPr>
            <p:cNvPr id="57373" name="Text Box 29"/>
            <p:cNvSpPr txBox="1">
              <a:spLocks noChangeArrowheads="1"/>
            </p:cNvSpPr>
            <p:nvPr/>
          </p:nvSpPr>
          <p:spPr bwMode="auto">
            <a:xfrm>
              <a:off x="4604" y="1888"/>
              <a:ext cx="189"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p>
              <a:r>
                <a:rPr kumimoji="1" lang="en-US" altLang="zh-CN" b="0" i="1">
                  <a:latin typeface="Times New Roman" panose="02020603050405020304" pitchFamily="18" charset="0"/>
                  <a:ea typeface="宋体" panose="02010600030101010101" pitchFamily="2" charset="-122"/>
                </a:rPr>
                <a:t>a</a:t>
              </a:r>
              <a:endParaRPr kumimoji="1" lang="en-US" altLang="zh-CN" b="0">
                <a:latin typeface="Times New Roman" panose="02020603050405020304" pitchFamily="18" charset="0"/>
                <a:ea typeface="宋体" panose="02010600030101010101" pitchFamily="2" charset="-122"/>
              </a:endParaRPr>
            </a:p>
          </p:txBody>
        </p:sp>
        <p:sp>
          <p:nvSpPr>
            <p:cNvPr id="57374" name="Text Box 30"/>
            <p:cNvSpPr txBox="1">
              <a:spLocks noChangeArrowheads="1"/>
            </p:cNvSpPr>
            <p:nvPr/>
          </p:nvSpPr>
          <p:spPr bwMode="auto">
            <a:xfrm>
              <a:off x="3560" y="1933"/>
              <a:ext cx="31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en-US" altLang="zh-CN" b="0">
                  <a:latin typeface="Times New Roman" panose="02020603050405020304" pitchFamily="18" charset="0"/>
                  <a:ea typeface="宋体" panose="02010600030101010101" pitchFamily="2" charset="-122"/>
                </a:rPr>
                <a:t>o</a:t>
              </a:r>
            </a:p>
          </p:txBody>
        </p:sp>
        <p:sp>
          <p:nvSpPr>
            <p:cNvPr id="57375" name="Arc 31"/>
            <p:cNvSpPr>
              <a:spLocks/>
            </p:cNvSpPr>
            <p:nvPr/>
          </p:nvSpPr>
          <p:spPr bwMode="auto">
            <a:xfrm>
              <a:off x="4040" y="1729"/>
              <a:ext cx="116" cy="23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28575">
              <a:solidFill>
                <a:srgbClr val="00FF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7376" name="Rectangle 32"/>
            <p:cNvSpPr>
              <a:spLocks noChangeArrowheads="1"/>
            </p:cNvSpPr>
            <p:nvPr/>
          </p:nvSpPr>
          <p:spPr bwMode="auto">
            <a:xfrm>
              <a:off x="4063" y="1572"/>
              <a:ext cx="541"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en-US" altLang="zh-CN" b="0" i="1">
                  <a:latin typeface="Times New Roman" panose="02020603050405020304" pitchFamily="18" charset="0"/>
                  <a:ea typeface="宋体" panose="02010600030101010101" pitchFamily="2" charset="-122"/>
                  <a:sym typeface="Symbol" panose="05050102010706020507" pitchFamily="18" charset="2"/>
                </a:rPr>
                <a:t></a:t>
              </a:r>
            </a:p>
          </p:txBody>
        </p:sp>
        <p:sp>
          <p:nvSpPr>
            <p:cNvPr id="57377" name="Text Box 33"/>
            <p:cNvSpPr txBox="1">
              <a:spLocks noChangeArrowheads="1"/>
            </p:cNvSpPr>
            <p:nvPr/>
          </p:nvSpPr>
          <p:spPr bwMode="auto">
            <a:xfrm>
              <a:off x="4014" y="1207"/>
              <a:ext cx="434"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en-US" altLang="zh-CN" b="0">
                  <a:latin typeface="Times New Roman" panose="02020603050405020304" pitchFamily="18" charset="0"/>
                  <a:ea typeface="宋体" panose="02010600030101010101" pitchFamily="2" charset="-122"/>
                </a:rPr>
                <a:t>|</a:t>
              </a:r>
              <a:r>
                <a:rPr kumimoji="1" lang="en-US" altLang="zh-CN" b="0" i="1">
                  <a:latin typeface="Times New Roman" panose="02020603050405020304" pitchFamily="18" charset="0"/>
                  <a:ea typeface="宋体" panose="02010600030101010101" pitchFamily="2" charset="-122"/>
                </a:rPr>
                <a:t>F|</a:t>
              </a:r>
              <a:endParaRPr kumimoji="1" lang="en-US" altLang="zh-CN" b="0">
                <a:latin typeface="Times New Roman" panose="02020603050405020304" pitchFamily="18" charset="0"/>
                <a:ea typeface="宋体" panose="02010600030101010101" pitchFamily="2" charset="-122"/>
              </a:endParaRPr>
            </a:p>
          </p:txBody>
        </p:sp>
      </p:grpSp>
      <p:graphicFrame>
        <p:nvGraphicFramePr>
          <p:cNvPr id="57378" name="Object 34"/>
          <p:cNvGraphicFramePr>
            <a:graphicFrameLocks noChangeAspect="1"/>
          </p:cNvGraphicFramePr>
          <p:nvPr>
            <p:extLst>
              <p:ext uri="{D42A27DB-BD31-4B8C-83A1-F6EECF244321}">
                <p14:modId xmlns:p14="http://schemas.microsoft.com/office/powerpoint/2010/main" val="2571432231"/>
              </p:ext>
            </p:extLst>
          </p:nvPr>
        </p:nvGraphicFramePr>
        <p:xfrm>
          <a:off x="1306513" y="4538663"/>
          <a:ext cx="6183312" cy="560387"/>
        </p:xfrm>
        <a:graphic>
          <a:graphicData uri="http://schemas.openxmlformats.org/presentationml/2006/ole">
            <mc:AlternateContent xmlns:mc="http://schemas.openxmlformats.org/markup-compatibility/2006">
              <mc:Choice xmlns:v="urn:schemas-microsoft-com:vml" Requires="v">
                <p:oleObj spid="_x0000_s80020" name="Equation" r:id="rId5" imgW="2514600" imgH="228600" progId="Equation.DSMT4">
                  <p:embed/>
                </p:oleObj>
              </mc:Choice>
              <mc:Fallback>
                <p:oleObj name="Equation" r:id="rId5" imgW="2514600" imgH="228600" progId="Equation.DSMT4">
                  <p:embed/>
                  <p:pic>
                    <p:nvPicPr>
                      <p:cNvPr id="57378" name="Object 34"/>
                      <p:cNvPicPr>
                        <a:picLocks noChangeAspect="1" noChangeArrowheads="1"/>
                      </p:cNvPicPr>
                      <p:nvPr/>
                    </p:nvPicPr>
                    <p:blipFill>
                      <a:blip r:embed="rId6"/>
                      <a:srcRect/>
                      <a:stretch>
                        <a:fillRect/>
                      </a:stretch>
                    </p:blipFill>
                    <p:spPr bwMode="auto">
                      <a:xfrm>
                        <a:off x="1306513" y="4538663"/>
                        <a:ext cx="6183312" cy="560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81" name="Object 37"/>
          <p:cNvGraphicFramePr>
            <a:graphicFrameLocks noChangeAspect="1"/>
          </p:cNvGraphicFramePr>
          <p:nvPr>
            <p:extLst>
              <p:ext uri="{D42A27DB-BD31-4B8C-83A1-F6EECF244321}">
                <p14:modId xmlns:p14="http://schemas.microsoft.com/office/powerpoint/2010/main" val="3942510708"/>
              </p:ext>
            </p:extLst>
          </p:nvPr>
        </p:nvGraphicFramePr>
        <p:xfrm>
          <a:off x="1108075" y="1878013"/>
          <a:ext cx="1781175" cy="544512"/>
        </p:xfrm>
        <a:graphic>
          <a:graphicData uri="http://schemas.openxmlformats.org/presentationml/2006/ole">
            <mc:AlternateContent xmlns:mc="http://schemas.openxmlformats.org/markup-compatibility/2006">
              <mc:Choice xmlns:v="urn:schemas-microsoft-com:vml" Requires="v">
                <p:oleObj spid="_x0000_s80021" name="Equation" r:id="rId7" imgW="660240" imgH="203040" progId="Equation.DSMT4">
                  <p:embed/>
                </p:oleObj>
              </mc:Choice>
              <mc:Fallback>
                <p:oleObj name="Equation" r:id="rId7" imgW="660240" imgH="203040" progId="Equation.DSMT4">
                  <p:embed/>
                  <p:pic>
                    <p:nvPicPr>
                      <p:cNvPr id="57381" name="Object 37"/>
                      <p:cNvPicPr>
                        <a:picLocks noChangeAspect="1" noChangeArrowheads="1"/>
                      </p:cNvPicPr>
                      <p:nvPr/>
                    </p:nvPicPr>
                    <p:blipFill>
                      <a:blip r:embed="rId8"/>
                      <a:srcRect/>
                      <a:stretch>
                        <a:fillRect/>
                      </a:stretch>
                    </p:blipFill>
                    <p:spPr bwMode="auto">
                      <a:xfrm>
                        <a:off x="1108075" y="1878013"/>
                        <a:ext cx="1781175" cy="544512"/>
                      </a:xfrm>
                      <a:prstGeom prst="rect">
                        <a:avLst/>
                      </a:prstGeom>
                      <a:noFill/>
                      <a:ln>
                        <a:noFill/>
                      </a:ln>
                      <a:effectLst/>
                      <a:extLst/>
                    </p:spPr>
                  </p:pic>
                </p:oleObj>
              </mc:Fallback>
            </mc:AlternateContent>
          </a:graphicData>
        </a:graphic>
      </p:graphicFrame>
      <p:graphicFrame>
        <p:nvGraphicFramePr>
          <p:cNvPr id="57382" name="Object 38"/>
          <p:cNvGraphicFramePr>
            <a:graphicFrameLocks noChangeAspect="1"/>
          </p:cNvGraphicFramePr>
          <p:nvPr>
            <p:extLst>
              <p:ext uri="{D42A27DB-BD31-4B8C-83A1-F6EECF244321}">
                <p14:modId xmlns:p14="http://schemas.microsoft.com/office/powerpoint/2010/main" val="492732436"/>
              </p:ext>
            </p:extLst>
          </p:nvPr>
        </p:nvGraphicFramePr>
        <p:xfrm>
          <a:off x="1036638" y="5314950"/>
          <a:ext cx="3121025" cy="550863"/>
        </p:xfrm>
        <a:graphic>
          <a:graphicData uri="http://schemas.openxmlformats.org/presentationml/2006/ole">
            <mc:AlternateContent xmlns:mc="http://schemas.openxmlformats.org/markup-compatibility/2006">
              <mc:Choice xmlns:v="urn:schemas-microsoft-com:vml" Requires="v">
                <p:oleObj spid="_x0000_s80022" name="Equation" r:id="rId9" imgW="1295280" imgH="228600" progId="Equation.DSMT4">
                  <p:embed/>
                </p:oleObj>
              </mc:Choice>
              <mc:Fallback>
                <p:oleObj name="Equation" r:id="rId9" imgW="1295280" imgH="228600" progId="Equation.DSMT4">
                  <p:embed/>
                  <p:pic>
                    <p:nvPicPr>
                      <p:cNvPr id="57382" name="Object 38"/>
                      <p:cNvPicPr>
                        <a:picLocks noChangeAspect="1" noChangeArrowheads="1"/>
                      </p:cNvPicPr>
                      <p:nvPr/>
                    </p:nvPicPr>
                    <p:blipFill>
                      <a:blip r:embed="rId10"/>
                      <a:srcRect/>
                      <a:stretch>
                        <a:fillRect/>
                      </a:stretch>
                    </p:blipFill>
                    <p:spPr bwMode="auto">
                      <a:xfrm>
                        <a:off x="1036638" y="5314950"/>
                        <a:ext cx="3121025" cy="550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83" name="Object 39"/>
          <p:cNvGraphicFramePr>
            <a:graphicFrameLocks noChangeAspect="1"/>
          </p:cNvGraphicFramePr>
          <p:nvPr>
            <p:extLst>
              <p:ext uri="{D42A27DB-BD31-4B8C-83A1-F6EECF244321}">
                <p14:modId xmlns:p14="http://schemas.microsoft.com/office/powerpoint/2010/main" val="2814320774"/>
              </p:ext>
            </p:extLst>
          </p:nvPr>
        </p:nvGraphicFramePr>
        <p:xfrm>
          <a:off x="1035050" y="3373438"/>
          <a:ext cx="1763713" cy="576262"/>
        </p:xfrm>
        <a:graphic>
          <a:graphicData uri="http://schemas.openxmlformats.org/presentationml/2006/ole">
            <mc:AlternateContent xmlns:mc="http://schemas.openxmlformats.org/markup-compatibility/2006">
              <mc:Choice xmlns:v="urn:schemas-microsoft-com:vml" Requires="v">
                <p:oleObj spid="_x0000_s80023" name="Equation" r:id="rId11" imgW="698400" imgH="228600" progId="Equation.DSMT4">
                  <p:embed/>
                </p:oleObj>
              </mc:Choice>
              <mc:Fallback>
                <p:oleObj name="Equation" r:id="rId11" imgW="698400" imgH="228600" progId="Equation.DSMT4">
                  <p:embed/>
                  <p:pic>
                    <p:nvPicPr>
                      <p:cNvPr id="57383" name="Object 39"/>
                      <p:cNvPicPr>
                        <a:picLocks noChangeAspect="1" noChangeArrowheads="1"/>
                      </p:cNvPicPr>
                      <p:nvPr/>
                    </p:nvPicPr>
                    <p:blipFill>
                      <a:blip r:embed="rId12"/>
                      <a:srcRect/>
                      <a:stretch>
                        <a:fillRect/>
                      </a:stretch>
                    </p:blipFill>
                    <p:spPr bwMode="auto">
                      <a:xfrm>
                        <a:off x="1035050" y="3373438"/>
                        <a:ext cx="1763713"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400" name="AutoShape 56" descr="羊皮纸"/>
          <p:cNvSpPr>
            <a:spLocks noChangeArrowheads="1"/>
          </p:cNvSpPr>
          <p:nvPr/>
        </p:nvSpPr>
        <p:spPr bwMode="auto">
          <a:xfrm>
            <a:off x="3924300" y="1844675"/>
            <a:ext cx="1439863" cy="574675"/>
          </a:xfrm>
          <a:prstGeom prst="wedgeRoundRectCallout">
            <a:avLst>
              <a:gd name="adj1" fmla="val -114056"/>
              <a:gd name="adj2" fmla="val 8009"/>
              <a:gd name="adj3" fmla="val 16667"/>
            </a:avLst>
          </a:prstGeom>
          <a:blipFill dpi="0" rotWithShape="1">
            <a:blip r:embed="rId1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50000"/>
              </a:spcBef>
            </a:pPr>
            <a:r>
              <a:rPr lang="zh-CN" altLang="en-US" sz="2400" dirty="0"/>
              <a:t>代数式</a:t>
            </a:r>
          </a:p>
        </p:txBody>
      </p:sp>
      <p:sp>
        <p:nvSpPr>
          <p:cNvPr id="57402" name="AutoShape 58" descr="羊皮纸"/>
          <p:cNvSpPr>
            <a:spLocks noChangeArrowheads="1"/>
          </p:cNvSpPr>
          <p:nvPr/>
        </p:nvSpPr>
        <p:spPr bwMode="auto">
          <a:xfrm>
            <a:off x="3779838" y="3357563"/>
            <a:ext cx="1368425" cy="574675"/>
          </a:xfrm>
          <a:prstGeom prst="wedgeRoundRectCallout">
            <a:avLst>
              <a:gd name="adj1" fmla="val -133875"/>
              <a:gd name="adj2" fmla="val 21269"/>
              <a:gd name="adj3" fmla="val 16667"/>
            </a:avLst>
          </a:prstGeom>
          <a:blipFill dpi="0" rotWithShape="1">
            <a:blip r:embed="rId1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50000"/>
              </a:spcBef>
            </a:pPr>
            <a:r>
              <a:rPr lang="zh-CN" altLang="en-US" sz="2400"/>
              <a:t>指数式</a:t>
            </a:r>
          </a:p>
        </p:txBody>
      </p:sp>
      <p:sp>
        <p:nvSpPr>
          <p:cNvPr id="57403" name="AutoShape 59" descr="羊皮纸"/>
          <p:cNvSpPr>
            <a:spLocks noChangeArrowheads="1"/>
          </p:cNvSpPr>
          <p:nvPr/>
        </p:nvSpPr>
        <p:spPr bwMode="auto">
          <a:xfrm>
            <a:off x="5292725" y="5445125"/>
            <a:ext cx="1800225" cy="574675"/>
          </a:xfrm>
          <a:prstGeom prst="wedgeRoundRectCallout">
            <a:avLst>
              <a:gd name="adj1" fmla="val -104144"/>
              <a:gd name="adj2" fmla="val -30940"/>
              <a:gd name="adj3" fmla="val 16667"/>
            </a:avLst>
          </a:prstGeom>
          <a:blipFill dpi="0" rotWithShape="1">
            <a:blip r:embed="rId1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50000"/>
              </a:spcBef>
            </a:pPr>
            <a:r>
              <a:rPr lang="zh-CN" altLang="en-US" sz="2400" dirty="0"/>
              <a:t>极坐标式</a:t>
            </a:r>
          </a:p>
        </p:txBody>
      </p:sp>
      <p:sp>
        <p:nvSpPr>
          <p:cNvPr id="57404" name="AutoShape 60" descr="羊皮纸"/>
          <p:cNvSpPr>
            <a:spLocks noChangeArrowheads="1"/>
          </p:cNvSpPr>
          <p:nvPr/>
        </p:nvSpPr>
        <p:spPr bwMode="auto">
          <a:xfrm>
            <a:off x="6227763" y="3716338"/>
            <a:ext cx="2339975" cy="574675"/>
          </a:xfrm>
          <a:prstGeom prst="wedgeRoundRectCallout">
            <a:avLst>
              <a:gd name="adj1" fmla="val -88264"/>
              <a:gd name="adj2" fmla="val 113537"/>
              <a:gd name="adj3" fmla="val 16667"/>
            </a:avLst>
          </a:prstGeom>
          <a:blipFill dpi="0" rotWithShape="1">
            <a:blip r:embed="rId1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50000"/>
              </a:spcBef>
            </a:pPr>
            <a:r>
              <a:rPr lang="zh-CN" altLang="en-US" sz="2400" dirty="0"/>
              <a:t>三角函数式</a:t>
            </a:r>
          </a:p>
        </p:txBody>
      </p:sp>
      <p:sp>
        <p:nvSpPr>
          <p:cNvPr id="57406" name="Text Box 62"/>
          <p:cNvSpPr txBox="1">
            <a:spLocks noChangeArrowheads="1"/>
          </p:cNvSpPr>
          <p:nvPr/>
        </p:nvSpPr>
        <p:spPr bwMode="auto">
          <a:xfrm>
            <a:off x="611560" y="113507"/>
            <a:ext cx="3024187" cy="646331"/>
          </a:xfrm>
          <a:prstGeom prst="rect">
            <a:avLst/>
          </a:prstGeom>
          <a:noFill/>
          <a:ln>
            <a:noFill/>
          </a:ln>
          <a:effectLst/>
          <a:extLst>
            <a:ext uri="{909E8E84-426E-40DD-AFC4-6F175D3DCCD1}">
              <a14:hiddenFill xmlns:a14="http://schemas.microsoft.com/office/drawing/2010/main">
                <a:gradFill rotWithShape="0">
                  <a:gsLst>
                    <a:gs pos="0">
                      <a:srgbClr val="CCECFF"/>
                    </a:gs>
                    <a:gs pos="100000">
                      <a:srgbClr val="CCECFF">
                        <a:gamma/>
                        <a:shade val="46275"/>
                        <a:invGamma/>
                      </a:srgb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kumimoji="1" lang="en-US" altLang="zh-CN" sz="3600" dirty="0">
                <a:latin typeface="楷体_GB2312" pitchFamily="49" charset="-122"/>
              </a:rPr>
              <a:t>10.1  </a:t>
            </a:r>
            <a:r>
              <a:rPr kumimoji="1" lang="zh-CN" altLang="en-US" sz="3600" dirty="0">
                <a:latin typeface="楷体_GB2312" pitchFamily="49" charset="-122"/>
              </a:rPr>
              <a:t>复数</a:t>
            </a:r>
          </a:p>
        </p:txBody>
      </p:sp>
    </p:spTree>
    <p:extLst>
      <p:ext uri="{BB962C8B-B14F-4D97-AF65-F5344CB8AC3E}">
        <p14:creationId xmlns:p14="http://schemas.microsoft.com/office/powerpoint/2010/main" val="17171706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9" fill="hold" grpId="0" nodeType="withEffect">
                                  <p:stCondLst>
                                    <p:cond delay="0"/>
                                  </p:stCondLst>
                                  <p:childTnLst>
                                    <p:set>
                                      <p:cBhvr>
                                        <p:cTn id="6" dur="1" fill="hold">
                                          <p:stCondLst>
                                            <p:cond delay="0"/>
                                          </p:stCondLst>
                                        </p:cTn>
                                        <p:tgtEl>
                                          <p:spTgt spid="57406"/>
                                        </p:tgtEl>
                                        <p:attrNameLst>
                                          <p:attrName>style.visibility</p:attrName>
                                        </p:attrNameLst>
                                      </p:cBhvr>
                                      <p:to>
                                        <p:strVal val="visible"/>
                                      </p:to>
                                    </p:set>
                                    <p:anim calcmode="lin" valueType="num">
                                      <p:cBhvr additive="base">
                                        <p:cTn id="7" dur="500" fill="hold"/>
                                        <p:tgtEl>
                                          <p:spTgt spid="57406"/>
                                        </p:tgtEl>
                                        <p:attrNameLst>
                                          <p:attrName>ppt_x</p:attrName>
                                        </p:attrNameLst>
                                      </p:cBhvr>
                                      <p:tavLst>
                                        <p:tav tm="0">
                                          <p:val>
                                            <p:strVal val="0-#ppt_w/2"/>
                                          </p:val>
                                        </p:tav>
                                        <p:tav tm="100000">
                                          <p:val>
                                            <p:strVal val="#ppt_x"/>
                                          </p:val>
                                        </p:tav>
                                      </p:tavLst>
                                    </p:anim>
                                    <p:anim calcmode="lin" valueType="num">
                                      <p:cBhvr additive="base">
                                        <p:cTn id="8" dur="500" fill="hold"/>
                                        <p:tgtEl>
                                          <p:spTgt spid="57406"/>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7346"/>
                                        </p:tgtEl>
                                        <p:attrNameLst>
                                          <p:attrName>style.visibility</p:attrName>
                                        </p:attrNameLst>
                                      </p:cBhvr>
                                      <p:to>
                                        <p:strVal val="visible"/>
                                      </p:to>
                                    </p:set>
                                    <p:anim calcmode="lin" valueType="num">
                                      <p:cBhvr additive="base">
                                        <p:cTn id="13" dur="500" fill="hold"/>
                                        <p:tgtEl>
                                          <p:spTgt spid="57346"/>
                                        </p:tgtEl>
                                        <p:attrNameLst>
                                          <p:attrName>ppt_x</p:attrName>
                                        </p:attrNameLst>
                                      </p:cBhvr>
                                      <p:tavLst>
                                        <p:tav tm="0">
                                          <p:val>
                                            <p:strVal val="0-#ppt_w/2"/>
                                          </p:val>
                                        </p:tav>
                                        <p:tav tm="100000">
                                          <p:val>
                                            <p:strVal val="#ppt_x"/>
                                          </p:val>
                                        </p:tav>
                                      </p:tavLst>
                                    </p:anim>
                                    <p:anim calcmode="lin" valueType="num">
                                      <p:cBhvr additive="base">
                                        <p:cTn id="14" dur="500" fill="hold"/>
                                        <p:tgtEl>
                                          <p:spTgt spid="5734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4" fill="hold" nodeType="clickEffect">
                                  <p:stCondLst>
                                    <p:cond delay="0"/>
                                  </p:stCondLst>
                                  <p:childTnLst>
                                    <p:set>
                                      <p:cBhvr>
                                        <p:cTn id="18" dur="1" fill="hold">
                                          <p:stCondLst>
                                            <p:cond delay="0"/>
                                          </p:stCondLst>
                                        </p:cTn>
                                        <p:tgtEl>
                                          <p:spTgt spid="57381"/>
                                        </p:tgtEl>
                                        <p:attrNameLst>
                                          <p:attrName>style.visibility</p:attrName>
                                        </p:attrNameLst>
                                      </p:cBhvr>
                                      <p:to>
                                        <p:strVal val="visible"/>
                                      </p:to>
                                    </p:set>
                                    <p:animEffect transition="in" filter="slide(fromBottom)">
                                      <p:cBhvr>
                                        <p:cTn id="19" dur="500"/>
                                        <p:tgtEl>
                                          <p:spTgt spid="57381"/>
                                        </p:tgtEl>
                                      </p:cBhvr>
                                    </p:animEffect>
                                  </p:childTnLst>
                                </p:cTn>
                              </p:par>
                            </p:childTnLst>
                          </p:cTn>
                        </p:par>
                        <p:par>
                          <p:cTn id="20" fill="hold" nodeType="afterGroup">
                            <p:stCondLst>
                              <p:cond delay="500"/>
                            </p:stCondLst>
                            <p:childTnLst>
                              <p:par>
                                <p:cTn id="21" presetID="20" presetClass="entr" presetSubtype="0" fill="hold" grpId="0" nodeType="afterEffect">
                                  <p:stCondLst>
                                    <p:cond delay="0"/>
                                  </p:stCondLst>
                                  <p:childTnLst>
                                    <p:set>
                                      <p:cBhvr>
                                        <p:cTn id="22" dur="1" fill="hold">
                                          <p:stCondLst>
                                            <p:cond delay="0"/>
                                          </p:stCondLst>
                                        </p:cTn>
                                        <p:tgtEl>
                                          <p:spTgt spid="57400"/>
                                        </p:tgtEl>
                                        <p:attrNameLst>
                                          <p:attrName>style.visibility</p:attrName>
                                        </p:attrNameLst>
                                      </p:cBhvr>
                                      <p:to>
                                        <p:strVal val="visible"/>
                                      </p:to>
                                    </p:set>
                                    <p:animEffect transition="in" filter="wedge">
                                      <p:cBhvr>
                                        <p:cTn id="23" dur="2000"/>
                                        <p:tgtEl>
                                          <p:spTgt spid="57400"/>
                                        </p:tgtEl>
                                      </p:cBhvr>
                                    </p:animEffect>
                                  </p:childTnLst>
                                </p:cTn>
                              </p:par>
                            </p:childTnLst>
                          </p:cTn>
                        </p:par>
                        <p:par>
                          <p:cTn id="24" fill="hold" nodeType="afterGroup">
                            <p:stCondLst>
                              <p:cond delay="2500"/>
                            </p:stCondLst>
                            <p:childTnLst>
                              <p:par>
                                <p:cTn id="25" presetID="3" presetClass="entr" presetSubtype="10" fill="hold" nodeType="afterEffect">
                                  <p:stCondLst>
                                    <p:cond delay="0"/>
                                  </p:stCondLst>
                                  <p:childTnLst>
                                    <p:set>
                                      <p:cBhvr>
                                        <p:cTn id="26" dur="1" fill="hold">
                                          <p:stCondLst>
                                            <p:cond delay="0"/>
                                          </p:stCondLst>
                                        </p:cTn>
                                        <p:tgtEl>
                                          <p:spTgt spid="57347"/>
                                        </p:tgtEl>
                                        <p:attrNameLst>
                                          <p:attrName>style.visibility</p:attrName>
                                        </p:attrNameLst>
                                      </p:cBhvr>
                                      <p:to>
                                        <p:strVal val="visible"/>
                                      </p:to>
                                    </p:set>
                                    <p:animEffect transition="in" filter="blinds(horizontal)">
                                      <p:cBhvr>
                                        <p:cTn id="27" dur="500"/>
                                        <p:tgtEl>
                                          <p:spTgt spid="5734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57405"/>
                                        </p:tgtEl>
                                        <p:attrNameLst>
                                          <p:attrName>style.visibility</p:attrName>
                                        </p:attrNameLst>
                                      </p:cBhvr>
                                      <p:to>
                                        <p:strVal val="visible"/>
                                      </p:to>
                                    </p:set>
                                    <p:animEffect transition="in" filter="blinds(horizontal)">
                                      <p:cBhvr>
                                        <p:cTn id="32" dur="500"/>
                                        <p:tgtEl>
                                          <p:spTgt spid="5740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nodeType="clickEffect">
                                  <p:stCondLst>
                                    <p:cond delay="0"/>
                                  </p:stCondLst>
                                  <p:childTnLst>
                                    <p:set>
                                      <p:cBhvr>
                                        <p:cTn id="36" dur="1" fill="hold">
                                          <p:stCondLst>
                                            <p:cond delay="0"/>
                                          </p:stCondLst>
                                        </p:cTn>
                                        <p:tgtEl>
                                          <p:spTgt spid="57383"/>
                                        </p:tgtEl>
                                        <p:attrNameLst>
                                          <p:attrName>style.visibility</p:attrName>
                                        </p:attrNameLst>
                                      </p:cBhvr>
                                      <p:to>
                                        <p:strVal val="visible"/>
                                      </p:to>
                                    </p:set>
                                    <p:animEffect transition="in" filter="slide(fromBottom)">
                                      <p:cBhvr>
                                        <p:cTn id="37" dur="500"/>
                                        <p:tgtEl>
                                          <p:spTgt spid="57383"/>
                                        </p:tgtEl>
                                      </p:cBhvr>
                                    </p:animEffect>
                                  </p:childTnLst>
                                </p:cTn>
                              </p:par>
                            </p:childTnLst>
                          </p:cTn>
                        </p:par>
                        <p:par>
                          <p:cTn id="38" fill="hold" nodeType="afterGroup">
                            <p:stCondLst>
                              <p:cond delay="500"/>
                            </p:stCondLst>
                            <p:childTnLst>
                              <p:par>
                                <p:cTn id="39" presetID="20" presetClass="entr" presetSubtype="0" fill="hold" grpId="0" nodeType="afterEffect">
                                  <p:stCondLst>
                                    <p:cond delay="0"/>
                                  </p:stCondLst>
                                  <p:childTnLst>
                                    <p:set>
                                      <p:cBhvr>
                                        <p:cTn id="40" dur="1" fill="hold">
                                          <p:stCondLst>
                                            <p:cond delay="0"/>
                                          </p:stCondLst>
                                        </p:cTn>
                                        <p:tgtEl>
                                          <p:spTgt spid="57402"/>
                                        </p:tgtEl>
                                        <p:attrNameLst>
                                          <p:attrName>style.visibility</p:attrName>
                                        </p:attrNameLst>
                                      </p:cBhvr>
                                      <p:to>
                                        <p:strVal val="visible"/>
                                      </p:to>
                                    </p:set>
                                    <p:animEffect transition="in" filter="wedge">
                                      <p:cBhvr>
                                        <p:cTn id="41" dur="2000"/>
                                        <p:tgtEl>
                                          <p:spTgt spid="5740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57378"/>
                                        </p:tgtEl>
                                        <p:attrNameLst>
                                          <p:attrName>style.visibility</p:attrName>
                                        </p:attrNameLst>
                                      </p:cBhvr>
                                      <p:to>
                                        <p:strVal val="visible"/>
                                      </p:to>
                                    </p:set>
                                    <p:animEffect transition="in" filter="wipe(left)">
                                      <p:cBhvr>
                                        <p:cTn id="46" dur="1000"/>
                                        <p:tgtEl>
                                          <p:spTgt spid="57378"/>
                                        </p:tgtEl>
                                      </p:cBhvr>
                                    </p:animEffect>
                                  </p:childTnLst>
                                </p:cTn>
                              </p:par>
                            </p:childTnLst>
                          </p:cTn>
                        </p:par>
                        <p:par>
                          <p:cTn id="47" fill="hold" nodeType="afterGroup">
                            <p:stCondLst>
                              <p:cond delay="1000"/>
                            </p:stCondLst>
                            <p:childTnLst>
                              <p:par>
                                <p:cTn id="48" presetID="20" presetClass="entr" presetSubtype="0" fill="hold" grpId="0" nodeType="afterEffect">
                                  <p:stCondLst>
                                    <p:cond delay="0"/>
                                  </p:stCondLst>
                                  <p:childTnLst>
                                    <p:set>
                                      <p:cBhvr>
                                        <p:cTn id="49" dur="1" fill="hold">
                                          <p:stCondLst>
                                            <p:cond delay="0"/>
                                          </p:stCondLst>
                                        </p:cTn>
                                        <p:tgtEl>
                                          <p:spTgt spid="57404"/>
                                        </p:tgtEl>
                                        <p:attrNameLst>
                                          <p:attrName>style.visibility</p:attrName>
                                        </p:attrNameLst>
                                      </p:cBhvr>
                                      <p:to>
                                        <p:strVal val="visible"/>
                                      </p:to>
                                    </p:set>
                                    <p:animEffect transition="in" filter="wedge">
                                      <p:cBhvr>
                                        <p:cTn id="50" dur="2000"/>
                                        <p:tgtEl>
                                          <p:spTgt spid="5740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2" presetClass="entr" presetSubtype="4" fill="hold" nodeType="clickEffect">
                                  <p:stCondLst>
                                    <p:cond delay="0"/>
                                  </p:stCondLst>
                                  <p:childTnLst>
                                    <p:set>
                                      <p:cBhvr>
                                        <p:cTn id="54" dur="1" fill="hold">
                                          <p:stCondLst>
                                            <p:cond delay="0"/>
                                          </p:stCondLst>
                                        </p:cTn>
                                        <p:tgtEl>
                                          <p:spTgt spid="57382"/>
                                        </p:tgtEl>
                                        <p:attrNameLst>
                                          <p:attrName>style.visibility</p:attrName>
                                        </p:attrNameLst>
                                      </p:cBhvr>
                                      <p:to>
                                        <p:strVal val="visible"/>
                                      </p:to>
                                    </p:set>
                                    <p:animEffect transition="in" filter="slide(fromBottom)">
                                      <p:cBhvr>
                                        <p:cTn id="55" dur="500"/>
                                        <p:tgtEl>
                                          <p:spTgt spid="57382"/>
                                        </p:tgtEl>
                                      </p:cBhvr>
                                    </p:animEffect>
                                  </p:childTnLst>
                                </p:cTn>
                              </p:par>
                            </p:childTnLst>
                          </p:cTn>
                        </p:par>
                        <p:par>
                          <p:cTn id="56" fill="hold" nodeType="afterGroup">
                            <p:stCondLst>
                              <p:cond delay="500"/>
                            </p:stCondLst>
                            <p:childTnLst>
                              <p:par>
                                <p:cTn id="57" presetID="20" presetClass="entr" presetSubtype="0" fill="hold" grpId="0" nodeType="afterEffect">
                                  <p:stCondLst>
                                    <p:cond delay="0"/>
                                  </p:stCondLst>
                                  <p:childTnLst>
                                    <p:set>
                                      <p:cBhvr>
                                        <p:cTn id="58" dur="1" fill="hold">
                                          <p:stCondLst>
                                            <p:cond delay="0"/>
                                          </p:stCondLst>
                                        </p:cTn>
                                        <p:tgtEl>
                                          <p:spTgt spid="57403"/>
                                        </p:tgtEl>
                                        <p:attrNameLst>
                                          <p:attrName>style.visibility</p:attrName>
                                        </p:attrNameLst>
                                      </p:cBhvr>
                                      <p:to>
                                        <p:strVal val="visible"/>
                                      </p:to>
                                    </p:set>
                                    <p:animEffect transition="in" filter="wedge">
                                      <p:cBhvr>
                                        <p:cTn id="59" dur="2000"/>
                                        <p:tgtEl>
                                          <p:spTgt spid="574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p:bldP spid="57400" grpId="0" animBg="1"/>
      <p:bldP spid="57402" grpId="0" animBg="1"/>
      <p:bldP spid="57403" grpId="0" animBg="1"/>
      <p:bldP spid="57404" grpId="0" animBg="1"/>
      <p:bldP spid="5740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descr="绿色大理石"/>
          <p:cNvSpPr txBox="1">
            <a:spLocks noChangeArrowheads="1"/>
          </p:cNvSpPr>
          <p:nvPr/>
        </p:nvSpPr>
        <p:spPr bwMode="auto">
          <a:xfrm>
            <a:off x="784419" y="614224"/>
            <a:ext cx="3645949" cy="523220"/>
          </a:xfrm>
          <a:prstGeom prst="rect">
            <a:avLst/>
          </a:prstGeom>
          <a:noFill/>
          <a:ln>
            <a:noFill/>
          </a:ln>
          <a:effectLst/>
          <a:extLst/>
        </p:spPr>
        <p:txBody>
          <a:bodyPr wrap="none" lIns="198000" rIns="198000">
            <a:spAutoFit/>
          </a:bodyPr>
          <a:lstStyle/>
          <a:p>
            <a:pPr>
              <a:spcBef>
                <a:spcPct val="50000"/>
              </a:spcBef>
            </a:pPr>
            <a:r>
              <a:rPr kumimoji="1" lang="zh-CN" altLang="en-US" sz="2800" dirty="0">
                <a:latin typeface="Times New Roman" panose="02020603050405020304" pitchFamily="18" charset="0"/>
              </a:rPr>
              <a:t>几种表示法的关系：</a:t>
            </a:r>
          </a:p>
        </p:txBody>
      </p:sp>
      <p:graphicFrame>
        <p:nvGraphicFramePr>
          <p:cNvPr id="67594" name="Object 10"/>
          <p:cNvGraphicFramePr>
            <a:graphicFrameLocks noChangeAspect="1"/>
          </p:cNvGraphicFramePr>
          <p:nvPr>
            <p:extLst>
              <p:ext uri="{D42A27DB-BD31-4B8C-83A1-F6EECF244321}">
                <p14:modId xmlns:p14="http://schemas.microsoft.com/office/powerpoint/2010/main" val="2629755372"/>
              </p:ext>
            </p:extLst>
          </p:nvPr>
        </p:nvGraphicFramePr>
        <p:xfrm>
          <a:off x="787400" y="2854325"/>
          <a:ext cx="2576513" cy="1639888"/>
        </p:xfrm>
        <a:graphic>
          <a:graphicData uri="http://schemas.openxmlformats.org/presentationml/2006/ole">
            <mc:AlternateContent xmlns:mc="http://schemas.openxmlformats.org/markup-compatibility/2006">
              <mc:Choice xmlns:v="urn:schemas-microsoft-com:vml" Requires="v">
                <p:oleObj spid="_x0000_s81014" name="Equation" r:id="rId3" imgW="1117440" imgH="711000" progId="Equation.DSMT4">
                  <p:embed/>
                </p:oleObj>
              </mc:Choice>
              <mc:Fallback>
                <p:oleObj name="Equation" r:id="rId3" imgW="1117440" imgH="711000" progId="Equation.DSMT4">
                  <p:embed/>
                  <p:pic>
                    <p:nvPicPr>
                      <p:cNvPr id="67594" name="Object 10"/>
                      <p:cNvPicPr>
                        <a:picLocks noChangeAspect="1" noChangeArrowheads="1"/>
                      </p:cNvPicPr>
                      <p:nvPr/>
                    </p:nvPicPr>
                    <p:blipFill>
                      <a:blip r:embed="rId4"/>
                      <a:srcRect/>
                      <a:stretch>
                        <a:fillRect/>
                      </a:stretch>
                    </p:blipFill>
                    <p:spPr bwMode="auto">
                      <a:xfrm>
                        <a:off x="787400" y="2854325"/>
                        <a:ext cx="2576513" cy="1639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595" name="Text Box 11"/>
          <p:cNvSpPr txBox="1">
            <a:spLocks noChangeArrowheads="1"/>
          </p:cNvSpPr>
          <p:nvPr/>
        </p:nvSpPr>
        <p:spPr bwMode="auto">
          <a:xfrm>
            <a:off x="3563938" y="3414713"/>
            <a:ext cx="54534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latin typeface="Times New Roman" panose="02020603050405020304" pitchFamily="18" charset="0"/>
              </a:rPr>
              <a:t>或</a:t>
            </a:r>
          </a:p>
        </p:txBody>
      </p:sp>
      <p:graphicFrame>
        <p:nvGraphicFramePr>
          <p:cNvPr id="67596" name="Object 12"/>
          <p:cNvGraphicFramePr>
            <a:graphicFrameLocks noChangeAspect="1"/>
          </p:cNvGraphicFramePr>
          <p:nvPr>
            <p:extLst>
              <p:ext uri="{D42A27DB-BD31-4B8C-83A1-F6EECF244321}">
                <p14:modId xmlns:p14="http://schemas.microsoft.com/office/powerpoint/2010/main" val="800649997"/>
              </p:ext>
            </p:extLst>
          </p:nvPr>
        </p:nvGraphicFramePr>
        <p:xfrm>
          <a:off x="4516438" y="3357563"/>
          <a:ext cx="2416175" cy="1158875"/>
        </p:xfrm>
        <a:graphic>
          <a:graphicData uri="http://schemas.openxmlformats.org/presentationml/2006/ole">
            <mc:AlternateContent xmlns:mc="http://schemas.openxmlformats.org/markup-compatibility/2006">
              <mc:Choice xmlns:v="urn:schemas-microsoft-com:vml" Requires="v">
                <p:oleObj spid="_x0000_s81015" name="Equation" r:id="rId5" imgW="952200" imgH="457200" progId="Equation.DSMT4">
                  <p:embed/>
                </p:oleObj>
              </mc:Choice>
              <mc:Fallback>
                <p:oleObj name="Equation" r:id="rId5" imgW="952200" imgH="457200" progId="Equation.DSMT4">
                  <p:embed/>
                  <p:pic>
                    <p:nvPicPr>
                      <p:cNvPr id="67596" name="Object 12"/>
                      <p:cNvPicPr>
                        <a:picLocks noChangeAspect="1" noChangeArrowheads="1"/>
                      </p:cNvPicPr>
                      <p:nvPr/>
                    </p:nvPicPr>
                    <p:blipFill>
                      <a:blip r:embed="rId6"/>
                      <a:srcRect/>
                      <a:stretch>
                        <a:fillRect/>
                      </a:stretch>
                    </p:blipFill>
                    <p:spPr bwMode="auto">
                      <a:xfrm>
                        <a:off x="4516438" y="3357563"/>
                        <a:ext cx="2416175" cy="1158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597" name="Text Box 13"/>
          <p:cNvSpPr txBox="1">
            <a:spLocks noChangeArrowheads="1"/>
          </p:cNvSpPr>
          <p:nvPr/>
        </p:nvSpPr>
        <p:spPr bwMode="auto">
          <a:xfrm>
            <a:off x="755650" y="4652963"/>
            <a:ext cx="2520950"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66FFFF"/>
                </a:solidFill>
                <a:miter lim="800000"/>
                <a:headEnd/>
                <a:tailEnd/>
              </a14:hiddenLine>
            </a:ext>
          </a:extLst>
        </p:spPr>
        <p:txBody>
          <a:bodyPr>
            <a:spAutoFit/>
          </a:bodyPr>
          <a:lstStyle/>
          <a:p>
            <a:pPr>
              <a:buFont typeface="Wingdings" panose="05000000000000000000" pitchFamily="2" charset="2"/>
              <a:buNone/>
            </a:pPr>
            <a:r>
              <a:rPr kumimoji="1" lang="en-US" altLang="zh-CN" sz="2800">
                <a:latin typeface="楷体_GB2312" pitchFamily="49" charset="-122"/>
              </a:rPr>
              <a:t>2. </a:t>
            </a:r>
            <a:r>
              <a:rPr kumimoji="1" lang="zh-CN" altLang="en-US" sz="2800">
                <a:latin typeface="楷体_GB2312" pitchFamily="49" charset="-122"/>
              </a:rPr>
              <a:t>复数运算</a:t>
            </a:r>
          </a:p>
        </p:txBody>
      </p:sp>
      <p:sp>
        <p:nvSpPr>
          <p:cNvPr id="67599" name="Text Box 15"/>
          <p:cNvSpPr txBox="1">
            <a:spLocks noChangeArrowheads="1"/>
          </p:cNvSpPr>
          <p:nvPr/>
        </p:nvSpPr>
        <p:spPr bwMode="auto">
          <a:xfrm>
            <a:off x="684213" y="5373688"/>
            <a:ext cx="55451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Tx/>
              <a:buAutoNum type="circleNumDbPlain"/>
            </a:pPr>
            <a:r>
              <a:rPr kumimoji="1" lang="zh-CN" altLang="en-US" sz="2400" dirty="0">
                <a:latin typeface="楷体_GB2312" pitchFamily="49" charset="-122"/>
                <a:ea typeface="楷体_GB2312" pitchFamily="49" charset="-122"/>
              </a:rPr>
              <a:t>加减运算 </a:t>
            </a:r>
            <a:r>
              <a:rPr kumimoji="1" lang="en-US" altLang="zh-CN" sz="2400" dirty="0">
                <a:latin typeface="Times New Roman" panose="02020603050405020304" pitchFamily="18" charset="0"/>
                <a:ea typeface="楷体_GB2312" pitchFamily="49" charset="-122"/>
              </a:rPr>
              <a:t>——</a:t>
            </a:r>
            <a:r>
              <a:rPr kumimoji="1" lang="en-US" altLang="zh-CN" sz="2400" dirty="0">
                <a:latin typeface="楷体_GB2312" pitchFamily="49" charset="-122"/>
                <a:ea typeface="楷体_GB2312" pitchFamily="49" charset="-122"/>
              </a:rPr>
              <a:t> </a:t>
            </a:r>
            <a:r>
              <a:rPr kumimoji="1" lang="zh-CN" altLang="en-US" sz="2400" dirty="0">
                <a:latin typeface="楷体_GB2312" pitchFamily="49" charset="-122"/>
                <a:ea typeface="楷体_GB2312" pitchFamily="49" charset="-122"/>
              </a:rPr>
              <a:t>采用代数式</a:t>
            </a:r>
          </a:p>
        </p:txBody>
      </p:sp>
      <p:graphicFrame>
        <p:nvGraphicFramePr>
          <p:cNvPr id="67655" name="Object 71"/>
          <p:cNvGraphicFramePr>
            <a:graphicFrameLocks noChangeAspect="1"/>
          </p:cNvGraphicFramePr>
          <p:nvPr>
            <p:extLst>
              <p:ext uri="{D42A27DB-BD31-4B8C-83A1-F6EECF244321}">
                <p14:modId xmlns:p14="http://schemas.microsoft.com/office/powerpoint/2010/main" val="3126144315"/>
              </p:ext>
            </p:extLst>
          </p:nvPr>
        </p:nvGraphicFramePr>
        <p:xfrm>
          <a:off x="971600" y="1503363"/>
          <a:ext cx="1778000" cy="544512"/>
        </p:xfrm>
        <a:graphic>
          <a:graphicData uri="http://schemas.openxmlformats.org/presentationml/2006/ole">
            <mc:AlternateContent xmlns:mc="http://schemas.openxmlformats.org/markup-compatibility/2006">
              <mc:Choice xmlns:v="urn:schemas-microsoft-com:vml" Requires="v">
                <p:oleObj spid="_x0000_s81016" name="Equation" r:id="rId7" imgW="660240" imgH="203040" progId="Equation.DSMT4">
                  <p:embed/>
                </p:oleObj>
              </mc:Choice>
              <mc:Fallback>
                <p:oleObj name="Equation" r:id="rId7" imgW="660240" imgH="203040" progId="Equation.DSMT4">
                  <p:embed/>
                  <p:pic>
                    <p:nvPicPr>
                      <p:cNvPr id="67655" name="Object 71"/>
                      <p:cNvPicPr>
                        <a:picLocks noChangeAspect="1" noChangeArrowheads="1"/>
                      </p:cNvPicPr>
                      <p:nvPr/>
                    </p:nvPicPr>
                    <p:blipFill>
                      <a:blip r:embed="rId8"/>
                      <a:srcRect/>
                      <a:stretch>
                        <a:fillRect/>
                      </a:stretch>
                    </p:blipFill>
                    <p:spPr bwMode="auto">
                      <a:xfrm>
                        <a:off x="971600" y="1503363"/>
                        <a:ext cx="1778000" cy="544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656" name="Object 72"/>
          <p:cNvGraphicFramePr>
            <a:graphicFrameLocks noChangeAspect="1"/>
          </p:cNvGraphicFramePr>
          <p:nvPr>
            <p:extLst>
              <p:ext uri="{D42A27DB-BD31-4B8C-83A1-F6EECF244321}">
                <p14:modId xmlns:p14="http://schemas.microsoft.com/office/powerpoint/2010/main" val="2389230263"/>
              </p:ext>
            </p:extLst>
          </p:nvPr>
        </p:nvGraphicFramePr>
        <p:xfrm>
          <a:off x="993775" y="2132013"/>
          <a:ext cx="3121025" cy="550862"/>
        </p:xfrm>
        <a:graphic>
          <a:graphicData uri="http://schemas.openxmlformats.org/presentationml/2006/ole">
            <mc:AlternateContent xmlns:mc="http://schemas.openxmlformats.org/markup-compatibility/2006">
              <mc:Choice xmlns:v="urn:schemas-microsoft-com:vml" Requires="v">
                <p:oleObj spid="_x0000_s81017" name="Equation" r:id="rId9" imgW="1295280" imgH="228600" progId="Equation.DSMT4">
                  <p:embed/>
                </p:oleObj>
              </mc:Choice>
              <mc:Fallback>
                <p:oleObj name="Equation" r:id="rId9" imgW="1295280" imgH="228600" progId="Equation.DSMT4">
                  <p:embed/>
                  <p:pic>
                    <p:nvPicPr>
                      <p:cNvPr id="67656" name="Object 72"/>
                      <p:cNvPicPr>
                        <a:picLocks noChangeAspect="1" noChangeArrowheads="1"/>
                      </p:cNvPicPr>
                      <p:nvPr/>
                    </p:nvPicPr>
                    <p:blipFill>
                      <a:blip r:embed="rId10"/>
                      <a:srcRect/>
                      <a:stretch>
                        <a:fillRect/>
                      </a:stretch>
                    </p:blipFill>
                    <p:spPr bwMode="auto">
                      <a:xfrm>
                        <a:off x="993775" y="2132013"/>
                        <a:ext cx="3121025" cy="550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6" name="Group 61"/>
          <p:cNvGrpSpPr>
            <a:grpSpLocks/>
          </p:cNvGrpSpPr>
          <p:nvPr/>
        </p:nvGrpSpPr>
        <p:grpSpPr bwMode="auto">
          <a:xfrm>
            <a:off x="5553075" y="188640"/>
            <a:ext cx="3060700" cy="2727325"/>
            <a:chOff x="3498" y="482"/>
            <a:chExt cx="1928" cy="1718"/>
          </a:xfrm>
        </p:grpSpPr>
        <p:sp>
          <p:nvSpPr>
            <p:cNvPr id="37" name="Line 18"/>
            <p:cNvSpPr>
              <a:spLocks noChangeShapeType="1"/>
            </p:cNvSpPr>
            <p:nvPr/>
          </p:nvSpPr>
          <p:spPr bwMode="auto">
            <a:xfrm>
              <a:off x="3524" y="1965"/>
              <a:ext cx="184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19"/>
            <p:cNvSpPr>
              <a:spLocks noChangeShapeType="1"/>
            </p:cNvSpPr>
            <p:nvPr/>
          </p:nvSpPr>
          <p:spPr bwMode="auto">
            <a:xfrm flipV="1">
              <a:off x="3778" y="633"/>
              <a:ext cx="3" cy="156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Line 20"/>
            <p:cNvSpPr>
              <a:spLocks noChangeShapeType="1"/>
            </p:cNvSpPr>
            <p:nvPr/>
          </p:nvSpPr>
          <p:spPr bwMode="auto">
            <a:xfrm flipH="1" flipV="1">
              <a:off x="3778" y="1077"/>
              <a:ext cx="0" cy="877"/>
            </a:xfrm>
            <a:prstGeom prst="line">
              <a:avLst/>
            </a:prstGeom>
            <a:noFill/>
            <a:ln w="28575">
              <a:solidFill>
                <a:srgbClr val="CC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Line 21"/>
            <p:cNvSpPr>
              <a:spLocks noChangeShapeType="1"/>
            </p:cNvSpPr>
            <p:nvPr/>
          </p:nvSpPr>
          <p:spPr bwMode="auto">
            <a:xfrm>
              <a:off x="3778" y="1965"/>
              <a:ext cx="1016" cy="0"/>
            </a:xfrm>
            <a:prstGeom prst="line">
              <a:avLst/>
            </a:prstGeom>
            <a:noFill/>
            <a:ln w="28575">
              <a:solidFill>
                <a:srgbClr val="CC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Line 22"/>
            <p:cNvSpPr>
              <a:spLocks noChangeShapeType="1"/>
            </p:cNvSpPr>
            <p:nvPr/>
          </p:nvSpPr>
          <p:spPr bwMode="auto">
            <a:xfrm>
              <a:off x="3778" y="1077"/>
              <a:ext cx="1016" cy="0"/>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Line 23"/>
            <p:cNvSpPr>
              <a:spLocks noChangeShapeType="1"/>
            </p:cNvSpPr>
            <p:nvPr/>
          </p:nvSpPr>
          <p:spPr bwMode="auto">
            <a:xfrm flipV="1">
              <a:off x="4794" y="1077"/>
              <a:ext cx="0" cy="888"/>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 name="Line 24"/>
            <p:cNvSpPr>
              <a:spLocks noChangeShapeType="1"/>
            </p:cNvSpPr>
            <p:nvPr/>
          </p:nvSpPr>
          <p:spPr bwMode="auto">
            <a:xfrm flipV="1">
              <a:off x="3776" y="1077"/>
              <a:ext cx="1018" cy="87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Text Box 25"/>
            <p:cNvSpPr txBox="1">
              <a:spLocks noChangeArrowheads="1"/>
            </p:cNvSpPr>
            <p:nvPr/>
          </p:nvSpPr>
          <p:spPr bwMode="auto">
            <a:xfrm>
              <a:off x="4830" y="845"/>
              <a:ext cx="308"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r>
                <a:rPr kumimoji="1" lang="en-US" altLang="zh-CN" b="0" i="1">
                  <a:latin typeface="Times New Roman" panose="02020603050405020304" pitchFamily="18" charset="0"/>
                  <a:ea typeface="宋体" panose="02010600030101010101" pitchFamily="2" charset="-122"/>
                </a:rPr>
                <a:t>F</a:t>
              </a:r>
              <a:endParaRPr kumimoji="1" lang="en-US" altLang="zh-CN" b="0">
                <a:latin typeface="Times New Roman" panose="02020603050405020304" pitchFamily="18" charset="0"/>
                <a:ea typeface="宋体" panose="02010600030101010101" pitchFamily="2" charset="-122"/>
              </a:endParaRPr>
            </a:p>
          </p:txBody>
        </p:sp>
        <p:sp>
          <p:nvSpPr>
            <p:cNvPr id="45" name="Text Box 26"/>
            <p:cNvSpPr txBox="1">
              <a:spLocks noChangeArrowheads="1"/>
            </p:cNvSpPr>
            <p:nvPr/>
          </p:nvSpPr>
          <p:spPr bwMode="auto">
            <a:xfrm>
              <a:off x="3498" y="806"/>
              <a:ext cx="189"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p>
              <a:r>
                <a:rPr kumimoji="1" lang="en-US" altLang="zh-CN" b="0" i="1">
                  <a:latin typeface="Times New Roman" panose="02020603050405020304" pitchFamily="18" charset="0"/>
                  <a:ea typeface="宋体" panose="02010600030101010101" pitchFamily="2" charset="-122"/>
                </a:rPr>
                <a:t>b</a:t>
              </a:r>
              <a:endParaRPr kumimoji="1" lang="en-US" altLang="zh-CN" b="0">
                <a:latin typeface="Times New Roman" panose="02020603050405020304" pitchFamily="18" charset="0"/>
                <a:ea typeface="宋体" panose="02010600030101010101" pitchFamily="2" charset="-122"/>
              </a:endParaRPr>
            </a:p>
          </p:txBody>
        </p:sp>
        <p:sp>
          <p:nvSpPr>
            <p:cNvPr id="46" name="Text Box 27"/>
            <p:cNvSpPr txBox="1">
              <a:spLocks noChangeArrowheads="1"/>
            </p:cNvSpPr>
            <p:nvPr/>
          </p:nvSpPr>
          <p:spPr bwMode="auto">
            <a:xfrm>
              <a:off x="5148" y="1933"/>
              <a:ext cx="278"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p>
              <a:r>
                <a:rPr kumimoji="1" lang="en-US" altLang="zh-CN" b="0">
                  <a:latin typeface="Times New Roman" panose="02020603050405020304" pitchFamily="18" charset="0"/>
                  <a:ea typeface="宋体" panose="02010600030101010101" pitchFamily="2" charset="-122"/>
                </a:rPr>
                <a:t>Re</a:t>
              </a:r>
            </a:p>
          </p:txBody>
        </p:sp>
        <p:sp>
          <p:nvSpPr>
            <p:cNvPr id="47" name="Text Box 28"/>
            <p:cNvSpPr txBox="1">
              <a:spLocks noChangeArrowheads="1"/>
            </p:cNvSpPr>
            <p:nvPr/>
          </p:nvSpPr>
          <p:spPr bwMode="auto">
            <a:xfrm>
              <a:off x="3833" y="482"/>
              <a:ext cx="278"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p>
              <a:r>
                <a:rPr kumimoji="1" lang="en-US" altLang="zh-CN" b="0">
                  <a:latin typeface="Times New Roman" panose="02020603050405020304" pitchFamily="18" charset="0"/>
                  <a:ea typeface="宋体" panose="02010600030101010101" pitchFamily="2" charset="-122"/>
                </a:rPr>
                <a:t>Im</a:t>
              </a:r>
            </a:p>
          </p:txBody>
        </p:sp>
        <p:sp>
          <p:nvSpPr>
            <p:cNvPr id="48" name="Text Box 29"/>
            <p:cNvSpPr txBox="1">
              <a:spLocks noChangeArrowheads="1"/>
            </p:cNvSpPr>
            <p:nvPr/>
          </p:nvSpPr>
          <p:spPr bwMode="auto">
            <a:xfrm>
              <a:off x="4604" y="1888"/>
              <a:ext cx="189"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p>
              <a:r>
                <a:rPr kumimoji="1" lang="en-US" altLang="zh-CN" b="0" i="1">
                  <a:latin typeface="Times New Roman" panose="02020603050405020304" pitchFamily="18" charset="0"/>
                  <a:ea typeface="宋体" panose="02010600030101010101" pitchFamily="2" charset="-122"/>
                </a:rPr>
                <a:t>a</a:t>
              </a:r>
              <a:endParaRPr kumimoji="1" lang="en-US" altLang="zh-CN" b="0">
                <a:latin typeface="Times New Roman" panose="02020603050405020304" pitchFamily="18" charset="0"/>
                <a:ea typeface="宋体" panose="02010600030101010101" pitchFamily="2" charset="-122"/>
              </a:endParaRPr>
            </a:p>
          </p:txBody>
        </p:sp>
        <p:sp>
          <p:nvSpPr>
            <p:cNvPr id="49" name="Text Box 30"/>
            <p:cNvSpPr txBox="1">
              <a:spLocks noChangeArrowheads="1"/>
            </p:cNvSpPr>
            <p:nvPr/>
          </p:nvSpPr>
          <p:spPr bwMode="auto">
            <a:xfrm>
              <a:off x="3560" y="1933"/>
              <a:ext cx="31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en-US" altLang="zh-CN" b="0">
                  <a:latin typeface="Times New Roman" panose="02020603050405020304" pitchFamily="18" charset="0"/>
                  <a:ea typeface="宋体" panose="02010600030101010101" pitchFamily="2" charset="-122"/>
                </a:rPr>
                <a:t>o</a:t>
              </a:r>
            </a:p>
          </p:txBody>
        </p:sp>
        <p:sp>
          <p:nvSpPr>
            <p:cNvPr id="50" name="Arc 31"/>
            <p:cNvSpPr>
              <a:spLocks/>
            </p:cNvSpPr>
            <p:nvPr/>
          </p:nvSpPr>
          <p:spPr bwMode="auto">
            <a:xfrm>
              <a:off x="4040" y="1729"/>
              <a:ext cx="116" cy="23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28575">
              <a:solidFill>
                <a:srgbClr val="00FF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1" name="Rectangle 32"/>
            <p:cNvSpPr>
              <a:spLocks noChangeArrowheads="1"/>
            </p:cNvSpPr>
            <p:nvPr/>
          </p:nvSpPr>
          <p:spPr bwMode="auto">
            <a:xfrm>
              <a:off x="4063" y="1572"/>
              <a:ext cx="541"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en-US" altLang="zh-CN" b="0" i="1">
                  <a:latin typeface="Times New Roman" panose="02020603050405020304" pitchFamily="18" charset="0"/>
                  <a:ea typeface="宋体" panose="02010600030101010101" pitchFamily="2" charset="-122"/>
                  <a:sym typeface="Symbol" panose="05050102010706020507" pitchFamily="18" charset="2"/>
                </a:rPr>
                <a:t></a:t>
              </a:r>
            </a:p>
          </p:txBody>
        </p:sp>
        <p:sp>
          <p:nvSpPr>
            <p:cNvPr id="52" name="Text Box 33"/>
            <p:cNvSpPr txBox="1">
              <a:spLocks noChangeArrowheads="1"/>
            </p:cNvSpPr>
            <p:nvPr/>
          </p:nvSpPr>
          <p:spPr bwMode="auto">
            <a:xfrm>
              <a:off x="4014" y="1207"/>
              <a:ext cx="434"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en-US" altLang="zh-CN" b="0">
                  <a:latin typeface="Times New Roman" panose="02020603050405020304" pitchFamily="18" charset="0"/>
                  <a:ea typeface="宋体" panose="02010600030101010101" pitchFamily="2" charset="-122"/>
                </a:rPr>
                <a:t>|</a:t>
              </a:r>
              <a:r>
                <a:rPr kumimoji="1" lang="en-US" altLang="zh-CN" b="0" i="1">
                  <a:latin typeface="Times New Roman" panose="02020603050405020304" pitchFamily="18" charset="0"/>
                  <a:ea typeface="宋体" panose="02010600030101010101" pitchFamily="2" charset="-122"/>
                </a:rPr>
                <a:t>F|</a:t>
              </a:r>
              <a:endParaRPr kumimoji="1" lang="en-US" altLang="zh-CN" b="0">
                <a:latin typeface="Times New Roman" panose="02020603050405020304" pitchFamily="18" charset="0"/>
                <a:ea typeface="宋体" panose="02010600030101010101" pitchFamily="2" charset="-122"/>
              </a:endParaRPr>
            </a:p>
          </p:txBody>
        </p:sp>
      </p:grpSp>
    </p:spTree>
    <p:extLst>
      <p:ext uri="{BB962C8B-B14F-4D97-AF65-F5344CB8AC3E}">
        <p14:creationId xmlns:p14="http://schemas.microsoft.com/office/powerpoint/2010/main" val="4427603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499"/>
                                          </p:stCondLst>
                                        </p:cTn>
                                        <p:tgtEl>
                                          <p:spTgt spid="6758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2" presetClass="entr" presetSubtype="4" fill="hold" nodeType="clickEffect">
                                  <p:stCondLst>
                                    <p:cond delay="0"/>
                                  </p:stCondLst>
                                  <p:childTnLst>
                                    <p:set>
                                      <p:cBhvr>
                                        <p:cTn id="10" dur="1" fill="hold">
                                          <p:stCondLst>
                                            <p:cond delay="0"/>
                                          </p:stCondLst>
                                        </p:cTn>
                                        <p:tgtEl>
                                          <p:spTgt spid="67655"/>
                                        </p:tgtEl>
                                        <p:attrNameLst>
                                          <p:attrName>style.visibility</p:attrName>
                                        </p:attrNameLst>
                                      </p:cBhvr>
                                      <p:to>
                                        <p:strVal val="visible"/>
                                      </p:to>
                                    </p:set>
                                    <p:animEffect transition="in" filter="slide(fromBottom)">
                                      <p:cBhvr>
                                        <p:cTn id="11" dur="500"/>
                                        <p:tgtEl>
                                          <p:spTgt spid="67655"/>
                                        </p:tgtEl>
                                      </p:cBhvr>
                                    </p:animEffect>
                                  </p:childTnLst>
                                </p:cTn>
                              </p:par>
                            </p:childTnLst>
                          </p:cTn>
                        </p:par>
                        <p:par>
                          <p:cTn id="12" fill="hold" nodeType="afterGroup">
                            <p:stCondLst>
                              <p:cond delay="500"/>
                            </p:stCondLst>
                            <p:childTnLst>
                              <p:par>
                                <p:cTn id="13" presetID="12" presetClass="entr" presetSubtype="4" fill="hold" nodeType="afterEffect">
                                  <p:stCondLst>
                                    <p:cond delay="0"/>
                                  </p:stCondLst>
                                  <p:childTnLst>
                                    <p:set>
                                      <p:cBhvr>
                                        <p:cTn id="14" dur="1" fill="hold">
                                          <p:stCondLst>
                                            <p:cond delay="0"/>
                                          </p:stCondLst>
                                        </p:cTn>
                                        <p:tgtEl>
                                          <p:spTgt spid="67656"/>
                                        </p:tgtEl>
                                        <p:attrNameLst>
                                          <p:attrName>style.visibility</p:attrName>
                                        </p:attrNameLst>
                                      </p:cBhvr>
                                      <p:to>
                                        <p:strVal val="visible"/>
                                      </p:to>
                                    </p:set>
                                    <p:animEffect transition="in" filter="slide(fromBottom)">
                                      <p:cBhvr>
                                        <p:cTn id="15" dur="500"/>
                                        <p:tgtEl>
                                          <p:spTgt spid="6765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 presetClass="entr" presetSubtype="10" fill="hold" nodeType="clickEffect">
                                  <p:stCondLst>
                                    <p:cond delay="0"/>
                                  </p:stCondLst>
                                  <p:childTnLst>
                                    <p:set>
                                      <p:cBhvr>
                                        <p:cTn id="19" dur="1" fill="hold">
                                          <p:stCondLst>
                                            <p:cond delay="0"/>
                                          </p:stCondLst>
                                        </p:cTn>
                                        <p:tgtEl>
                                          <p:spTgt spid="67594"/>
                                        </p:tgtEl>
                                        <p:attrNameLst>
                                          <p:attrName>style.visibility</p:attrName>
                                        </p:attrNameLst>
                                      </p:cBhvr>
                                      <p:to>
                                        <p:strVal val="visible"/>
                                      </p:to>
                                    </p:set>
                                    <p:animEffect transition="in" filter="checkerboard(across)">
                                      <p:cBhvr>
                                        <p:cTn id="20" dur="500"/>
                                        <p:tgtEl>
                                          <p:spTgt spid="6759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67595"/>
                                        </p:tgtEl>
                                        <p:attrNameLst>
                                          <p:attrName>style.visibility</p:attrName>
                                        </p:attrNameLst>
                                      </p:cBhvr>
                                      <p:to>
                                        <p:strVal val="visible"/>
                                      </p:to>
                                    </p:set>
                                  </p:childTnLst>
                                </p:cTn>
                              </p:par>
                            </p:childTnLst>
                          </p:cTn>
                        </p:par>
                        <p:par>
                          <p:cTn id="25" fill="hold" nodeType="afterGroup">
                            <p:stCondLst>
                              <p:cond delay="500"/>
                            </p:stCondLst>
                            <p:childTnLst>
                              <p:par>
                                <p:cTn id="26" presetID="5" presetClass="entr" presetSubtype="10" fill="hold" nodeType="afterEffect">
                                  <p:stCondLst>
                                    <p:cond delay="0"/>
                                  </p:stCondLst>
                                  <p:childTnLst>
                                    <p:set>
                                      <p:cBhvr>
                                        <p:cTn id="27" dur="1" fill="hold">
                                          <p:stCondLst>
                                            <p:cond delay="0"/>
                                          </p:stCondLst>
                                        </p:cTn>
                                        <p:tgtEl>
                                          <p:spTgt spid="67596"/>
                                        </p:tgtEl>
                                        <p:attrNameLst>
                                          <p:attrName>style.visibility</p:attrName>
                                        </p:attrNameLst>
                                      </p:cBhvr>
                                      <p:to>
                                        <p:strVal val="visible"/>
                                      </p:to>
                                    </p:set>
                                    <p:animEffect transition="in" filter="checkerboard(across)">
                                      <p:cBhvr>
                                        <p:cTn id="28" dur="500"/>
                                        <p:tgtEl>
                                          <p:spTgt spid="6759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67597"/>
                                        </p:tgtEl>
                                        <p:attrNameLst>
                                          <p:attrName>style.visibility</p:attrName>
                                        </p:attrNameLst>
                                      </p:cBhvr>
                                      <p:to>
                                        <p:strVal val="visible"/>
                                      </p:to>
                                    </p:set>
                                    <p:anim calcmode="lin" valueType="num">
                                      <p:cBhvr additive="base">
                                        <p:cTn id="33" dur="500" fill="hold"/>
                                        <p:tgtEl>
                                          <p:spTgt spid="67597"/>
                                        </p:tgtEl>
                                        <p:attrNameLst>
                                          <p:attrName>ppt_x</p:attrName>
                                        </p:attrNameLst>
                                      </p:cBhvr>
                                      <p:tavLst>
                                        <p:tav tm="0">
                                          <p:val>
                                            <p:strVal val="0-#ppt_w/2"/>
                                          </p:val>
                                        </p:tav>
                                        <p:tav tm="100000">
                                          <p:val>
                                            <p:strVal val="#ppt_x"/>
                                          </p:val>
                                        </p:tav>
                                      </p:tavLst>
                                    </p:anim>
                                    <p:anim calcmode="lin" valueType="num">
                                      <p:cBhvr additive="base">
                                        <p:cTn id="34" dur="500" fill="hold"/>
                                        <p:tgtEl>
                                          <p:spTgt spid="67597"/>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12" presetClass="entr" presetSubtype="2" fill="hold" grpId="0" nodeType="clickEffect">
                                  <p:stCondLst>
                                    <p:cond delay="0"/>
                                  </p:stCondLst>
                                  <p:childTnLst>
                                    <p:set>
                                      <p:cBhvr>
                                        <p:cTn id="38" dur="1" fill="hold">
                                          <p:stCondLst>
                                            <p:cond delay="0"/>
                                          </p:stCondLst>
                                        </p:cTn>
                                        <p:tgtEl>
                                          <p:spTgt spid="67599"/>
                                        </p:tgtEl>
                                        <p:attrNameLst>
                                          <p:attrName>style.visibility</p:attrName>
                                        </p:attrNameLst>
                                      </p:cBhvr>
                                      <p:to>
                                        <p:strVal val="visible"/>
                                      </p:to>
                                    </p:set>
                                    <p:animEffect transition="in" filter="slide(fromRight)">
                                      <p:cBhvr>
                                        <p:cTn id="39" dur="500"/>
                                        <p:tgtEl>
                                          <p:spTgt spid="67599"/>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blinds(horizontal)">
                                      <p:cBhvr>
                                        <p:cTn id="44"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p:bldP spid="67595" grpId="0" autoUpdateAnimBg="0"/>
      <p:bldP spid="67597" grpId="0"/>
      <p:bldP spid="67599"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43" name="Text Box 15"/>
          <p:cNvSpPr txBox="1">
            <a:spLocks noChangeArrowheads="1"/>
          </p:cNvSpPr>
          <p:nvPr/>
        </p:nvSpPr>
        <p:spPr bwMode="auto">
          <a:xfrm>
            <a:off x="1403350" y="1196975"/>
            <a:ext cx="6053260" cy="646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zh-CN" altLang="en-US" sz="2800" dirty="0">
                <a:latin typeface="Times New Roman" panose="02020603050405020304" pitchFamily="18" charset="0"/>
              </a:rPr>
              <a:t>则</a:t>
            </a:r>
            <a:r>
              <a:rPr kumimoji="1" lang="zh-CN" altLang="en-US" sz="2800" dirty="0">
                <a:latin typeface="Times New Roman" panose="02020603050405020304" pitchFamily="18" charset="0"/>
                <a:ea typeface="宋体" panose="02010600030101010101" pitchFamily="2" charset="-122"/>
              </a:rPr>
              <a:t>     </a:t>
            </a:r>
            <a:r>
              <a:rPr kumimoji="1" lang="en-US" altLang="zh-CN" sz="3600" b="0" i="1" dirty="0">
                <a:latin typeface="Times New Roman" panose="02020603050405020304" pitchFamily="18" charset="0"/>
                <a:ea typeface="宋体" panose="02010600030101010101" pitchFamily="2" charset="-122"/>
              </a:rPr>
              <a:t>F</a:t>
            </a:r>
            <a:r>
              <a:rPr kumimoji="1" lang="en-US" altLang="zh-CN" sz="3600" b="0" baseline="-25000" dirty="0">
                <a:latin typeface="Times New Roman" panose="02020603050405020304" pitchFamily="18" charset="0"/>
                <a:ea typeface="宋体" panose="02010600030101010101" pitchFamily="2" charset="-122"/>
              </a:rPr>
              <a:t>1</a:t>
            </a:r>
            <a:r>
              <a:rPr kumimoji="1" lang="en-US" altLang="zh-CN" sz="3600" b="0" dirty="0">
                <a:latin typeface="Times New Roman" panose="02020603050405020304" pitchFamily="18" charset="0"/>
                <a:ea typeface="宋体" panose="02010600030101010101" pitchFamily="2" charset="-122"/>
              </a:rPr>
              <a:t>±</a:t>
            </a:r>
            <a:r>
              <a:rPr kumimoji="1" lang="en-US" altLang="zh-CN" sz="3600" b="0" i="1" dirty="0">
                <a:latin typeface="Times New Roman" panose="02020603050405020304" pitchFamily="18" charset="0"/>
                <a:ea typeface="宋体" panose="02010600030101010101" pitchFamily="2" charset="-122"/>
              </a:rPr>
              <a:t>F</a:t>
            </a:r>
            <a:r>
              <a:rPr kumimoji="1" lang="en-US" altLang="zh-CN" sz="3600" b="0" baseline="-25000" dirty="0">
                <a:latin typeface="Times New Roman" panose="02020603050405020304" pitchFamily="18" charset="0"/>
                <a:ea typeface="宋体" panose="02010600030101010101" pitchFamily="2" charset="-122"/>
              </a:rPr>
              <a:t>2</a:t>
            </a:r>
            <a:r>
              <a:rPr kumimoji="1" lang="en-US" altLang="zh-CN" sz="3600" b="0" dirty="0">
                <a:latin typeface="Times New Roman" panose="02020603050405020304" pitchFamily="18" charset="0"/>
                <a:ea typeface="宋体" panose="02010600030101010101" pitchFamily="2" charset="-122"/>
              </a:rPr>
              <a:t>=(</a:t>
            </a:r>
            <a:r>
              <a:rPr kumimoji="1" lang="en-US" altLang="zh-CN" sz="3600" b="0" i="1" dirty="0">
                <a:latin typeface="Times New Roman" panose="02020603050405020304" pitchFamily="18" charset="0"/>
                <a:ea typeface="宋体" panose="02010600030101010101" pitchFamily="2" charset="-122"/>
              </a:rPr>
              <a:t>a</a:t>
            </a:r>
            <a:r>
              <a:rPr kumimoji="1" lang="en-US" altLang="zh-CN" sz="3600" b="0" baseline="-25000" dirty="0">
                <a:latin typeface="Times New Roman" panose="02020603050405020304" pitchFamily="18" charset="0"/>
                <a:ea typeface="宋体" panose="02010600030101010101" pitchFamily="2" charset="-122"/>
              </a:rPr>
              <a:t>1</a:t>
            </a:r>
            <a:r>
              <a:rPr kumimoji="1" lang="en-US" altLang="zh-CN" sz="3600" b="0" dirty="0">
                <a:latin typeface="Times New Roman" panose="02020603050405020304" pitchFamily="18" charset="0"/>
                <a:ea typeface="宋体" panose="02010600030101010101" pitchFamily="2" charset="-122"/>
              </a:rPr>
              <a:t>±</a:t>
            </a:r>
            <a:r>
              <a:rPr kumimoji="1" lang="en-US" altLang="zh-CN" sz="3600" b="0" i="1" dirty="0">
                <a:latin typeface="Times New Roman" panose="02020603050405020304" pitchFamily="18" charset="0"/>
                <a:ea typeface="宋体" panose="02010600030101010101" pitchFamily="2" charset="-122"/>
              </a:rPr>
              <a:t>a</a:t>
            </a:r>
            <a:r>
              <a:rPr kumimoji="1" lang="en-US" altLang="zh-CN" sz="3600" b="0" baseline="-25000" dirty="0">
                <a:latin typeface="Times New Roman" panose="02020603050405020304" pitchFamily="18" charset="0"/>
                <a:ea typeface="宋体" panose="02010600030101010101" pitchFamily="2" charset="-122"/>
              </a:rPr>
              <a:t>2</a:t>
            </a:r>
            <a:r>
              <a:rPr kumimoji="1" lang="en-US" altLang="zh-CN" sz="3600" b="0" dirty="0">
                <a:latin typeface="Times New Roman" panose="02020603050405020304" pitchFamily="18" charset="0"/>
                <a:ea typeface="宋体" panose="02010600030101010101" pitchFamily="2" charset="-122"/>
              </a:rPr>
              <a:t>)+j(</a:t>
            </a:r>
            <a:r>
              <a:rPr kumimoji="1" lang="en-US" altLang="zh-CN" sz="3600" b="0" i="1" dirty="0">
                <a:latin typeface="Times New Roman" panose="02020603050405020304" pitchFamily="18" charset="0"/>
                <a:ea typeface="宋体" panose="02010600030101010101" pitchFamily="2" charset="-122"/>
              </a:rPr>
              <a:t>b</a:t>
            </a:r>
            <a:r>
              <a:rPr kumimoji="1" lang="en-US" altLang="zh-CN" sz="3600" b="0" baseline="-25000" dirty="0">
                <a:latin typeface="Times New Roman" panose="02020603050405020304" pitchFamily="18" charset="0"/>
                <a:ea typeface="宋体" panose="02010600030101010101" pitchFamily="2" charset="-122"/>
              </a:rPr>
              <a:t>1</a:t>
            </a:r>
            <a:r>
              <a:rPr kumimoji="1" lang="en-US" altLang="zh-CN" sz="3600" b="0" dirty="0">
                <a:latin typeface="Times New Roman" panose="02020603050405020304" pitchFamily="18" charset="0"/>
                <a:ea typeface="宋体" panose="02010600030101010101" pitchFamily="2" charset="-122"/>
              </a:rPr>
              <a:t>±</a:t>
            </a:r>
            <a:r>
              <a:rPr kumimoji="1" lang="en-US" altLang="zh-CN" sz="3600" b="0" i="1" dirty="0">
                <a:latin typeface="Times New Roman" panose="02020603050405020304" pitchFamily="18" charset="0"/>
                <a:ea typeface="宋体" panose="02010600030101010101" pitchFamily="2" charset="-122"/>
              </a:rPr>
              <a:t>b</a:t>
            </a:r>
            <a:r>
              <a:rPr kumimoji="1" lang="en-US" altLang="zh-CN" sz="3600" b="0" baseline="-25000" dirty="0">
                <a:latin typeface="Times New Roman" panose="02020603050405020304" pitchFamily="18" charset="0"/>
                <a:ea typeface="宋体" panose="02010600030101010101" pitchFamily="2" charset="-122"/>
              </a:rPr>
              <a:t>2</a:t>
            </a:r>
            <a:r>
              <a:rPr kumimoji="1" lang="en-US" altLang="zh-CN" sz="3600" b="0" dirty="0">
                <a:latin typeface="Times New Roman" panose="02020603050405020304" pitchFamily="18" charset="0"/>
                <a:ea typeface="宋体" panose="02010600030101010101" pitchFamily="2" charset="-122"/>
              </a:rPr>
              <a:t>)</a:t>
            </a:r>
          </a:p>
        </p:txBody>
      </p:sp>
      <p:sp>
        <p:nvSpPr>
          <p:cNvPr id="22545" name="Text Box 17"/>
          <p:cNvSpPr txBox="1">
            <a:spLocks noChangeArrowheads="1"/>
          </p:cNvSpPr>
          <p:nvPr/>
        </p:nvSpPr>
        <p:spPr bwMode="auto">
          <a:xfrm>
            <a:off x="1403350" y="476250"/>
            <a:ext cx="539282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dirty="0">
                <a:latin typeface="Times New Roman" panose="02020603050405020304" pitchFamily="18" charset="0"/>
              </a:rPr>
              <a:t>若</a:t>
            </a:r>
            <a:r>
              <a:rPr kumimoji="1" lang="zh-CN" altLang="en-US" sz="3600" dirty="0">
                <a:latin typeface="Times New Roman" panose="02020603050405020304" pitchFamily="18" charset="0"/>
                <a:ea typeface="宋体" panose="02010600030101010101" pitchFamily="2" charset="-122"/>
              </a:rPr>
              <a:t> </a:t>
            </a:r>
            <a:r>
              <a:rPr kumimoji="1" lang="zh-CN" altLang="en-US" sz="2800" dirty="0">
                <a:latin typeface="Times New Roman" panose="02020603050405020304" pitchFamily="18" charset="0"/>
                <a:ea typeface="宋体" panose="02010600030101010101" pitchFamily="2" charset="-122"/>
              </a:rPr>
              <a:t>     </a:t>
            </a:r>
            <a:r>
              <a:rPr kumimoji="1" lang="en-US" altLang="zh-CN" sz="3600" b="0" i="1" dirty="0">
                <a:latin typeface="Times New Roman" panose="02020603050405020304" pitchFamily="18" charset="0"/>
                <a:ea typeface="宋体" panose="02010600030101010101" pitchFamily="2" charset="-122"/>
              </a:rPr>
              <a:t>F</a:t>
            </a:r>
            <a:r>
              <a:rPr kumimoji="1" lang="en-US" altLang="zh-CN" sz="3600" b="0" baseline="-25000" dirty="0">
                <a:latin typeface="Times New Roman" panose="02020603050405020304" pitchFamily="18" charset="0"/>
                <a:ea typeface="宋体" panose="02010600030101010101" pitchFamily="2" charset="-122"/>
              </a:rPr>
              <a:t>1</a:t>
            </a:r>
            <a:r>
              <a:rPr kumimoji="1" lang="en-US" altLang="zh-CN" sz="3600" b="0" dirty="0">
                <a:latin typeface="Times New Roman" panose="02020603050405020304" pitchFamily="18" charset="0"/>
                <a:ea typeface="宋体" panose="02010600030101010101" pitchFamily="2" charset="-122"/>
              </a:rPr>
              <a:t>=</a:t>
            </a:r>
            <a:r>
              <a:rPr kumimoji="1" lang="en-US" altLang="zh-CN" sz="3600" b="0" i="1" dirty="0">
                <a:latin typeface="Times New Roman" panose="02020603050405020304" pitchFamily="18" charset="0"/>
                <a:ea typeface="宋体" panose="02010600030101010101" pitchFamily="2" charset="-122"/>
              </a:rPr>
              <a:t>a</a:t>
            </a:r>
            <a:r>
              <a:rPr kumimoji="1" lang="en-US" altLang="zh-CN" sz="3600" b="0" baseline="-25000" dirty="0">
                <a:latin typeface="Times New Roman" panose="02020603050405020304" pitchFamily="18" charset="0"/>
                <a:ea typeface="宋体" panose="02010600030101010101" pitchFamily="2" charset="-122"/>
              </a:rPr>
              <a:t>1</a:t>
            </a:r>
            <a:r>
              <a:rPr kumimoji="1" lang="en-US" altLang="zh-CN" sz="3600" b="0" dirty="0">
                <a:latin typeface="Times New Roman" panose="02020603050405020304" pitchFamily="18" charset="0"/>
                <a:ea typeface="宋体" panose="02010600030101010101" pitchFamily="2" charset="-122"/>
              </a:rPr>
              <a:t>+j</a:t>
            </a:r>
            <a:r>
              <a:rPr kumimoji="1" lang="en-US" altLang="zh-CN" sz="3600" b="0" i="1" dirty="0">
                <a:latin typeface="Times New Roman" panose="02020603050405020304" pitchFamily="18" charset="0"/>
                <a:ea typeface="宋体" panose="02010600030101010101" pitchFamily="2" charset="-122"/>
              </a:rPr>
              <a:t>b</a:t>
            </a:r>
            <a:r>
              <a:rPr kumimoji="1" lang="en-US" altLang="zh-CN" sz="3600" b="0" baseline="-25000" dirty="0">
                <a:latin typeface="Times New Roman" panose="02020603050405020304" pitchFamily="18" charset="0"/>
                <a:ea typeface="宋体" panose="02010600030101010101" pitchFamily="2" charset="-122"/>
              </a:rPr>
              <a:t>1</a:t>
            </a:r>
            <a:r>
              <a:rPr kumimoji="1" lang="zh-CN" altLang="en-US" sz="3600" b="0" dirty="0">
                <a:latin typeface="Times New Roman" panose="02020603050405020304" pitchFamily="18" charset="0"/>
                <a:ea typeface="宋体" panose="02010600030101010101" pitchFamily="2" charset="-122"/>
              </a:rPr>
              <a:t>， </a:t>
            </a:r>
            <a:r>
              <a:rPr kumimoji="1" lang="en-US" altLang="zh-CN" sz="3600" b="0" i="1" dirty="0">
                <a:latin typeface="Times New Roman" panose="02020603050405020304" pitchFamily="18" charset="0"/>
                <a:ea typeface="宋体" panose="02010600030101010101" pitchFamily="2" charset="-122"/>
              </a:rPr>
              <a:t>F</a:t>
            </a:r>
            <a:r>
              <a:rPr kumimoji="1" lang="en-US" altLang="zh-CN" sz="3600" b="0" baseline="-25000" dirty="0">
                <a:latin typeface="Times New Roman" panose="02020603050405020304" pitchFamily="18" charset="0"/>
                <a:ea typeface="宋体" panose="02010600030101010101" pitchFamily="2" charset="-122"/>
              </a:rPr>
              <a:t>2</a:t>
            </a:r>
            <a:r>
              <a:rPr kumimoji="1" lang="en-US" altLang="zh-CN" sz="3600" b="0" dirty="0">
                <a:latin typeface="Times New Roman" panose="02020603050405020304" pitchFamily="18" charset="0"/>
                <a:ea typeface="宋体" panose="02010600030101010101" pitchFamily="2" charset="-122"/>
              </a:rPr>
              <a:t>=</a:t>
            </a:r>
            <a:r>
              <a:rPr kumimoji="1" lang="en-US" altLang="zh-CN" sz="3600" b="0" i="1" dirty="0">
                <a:latin typeface="Times New Roman" panose="02020603050405020304" pitchFamily="18" charset="0"/>
                <a:ea typeface="宋体" panose="02010600030101010101" pitchFamily="2" charset="-122"/>
              </a:rPr>
              <a:t>a</a:t>
            </a:r>
            <a:r>
              <a:rPr kumimoji="1" lang="en-US" altLang="zh-CN" sz="3600" b="0" baseline="-25000" dirty="0">
                <a:latin typeface="Times New Roman" panose="02020603050405020304" pitchFamily="18" charset="0"/>
                <a:ea typeface="宋体" panose="02010600030101010101" pitchFamily="2" charset="-122"/>
              </a:rPr>
              <a:t>2</a:t>
            </a:r>
            <a:r>
              <a:rPr kumimoji="1" lang="en-US" altLang="zh-CN" sz="3600" b="0" dirty="0">
                <a:latin typeface="Times New Roman" panose="02020603050405020304" pitchFamily="18" charset="0"/>
                <a:ea typeface="宋体" panose="02010600030101010101" pitchFamily="2" charset="-122"/>
              </a:rPr>
              <a:t>+j</a:t>
            </a:r>
            <a:r>
              <a:rPr kumimoji="1" lang="en-US" altLang="zh-CN" sz="3600" b="0" i="1" dirty="0">
                <a:latin typeface="Times New Roman" panose="02020603050405020304" pitchFamily="18" charset="0"/>
                <a:ea typeface="宋体" panose="02010600030101010101" pitchFamily="2" charset="-122"/>
              </a:rPr>
              <a:t>b</a:t>
            </a:r>
            <a:r>
              <a:rPr kumimoji="1" lang="en-US" altLang="zh-CN" sz="3600" b="0" baseline="-25000" dirty="0">
                <a:latin typeface="Times New Roman" panose="02020603050405020304" pitchFamily="18" charset="0"/>
                <a:ea typeface="宋体" panose="02010600030101010101" pitchFamily="2" charset="-122"/>
              </a:rPr>
              <a:t>2</a:t>
            </a:r>
          </a:p>
        </p:txBody>
      </p:sp>
      <p:sp>
        <p:nvSpPr>
          <p:cNvPr id="22594" name="AutoShape 66" descr="羊皮纸"/>
          <p:cNvSpPr>
            <a:spLocks noChangeArrowheads="1"/>
          </p:cNvSpPr>
          <p:nvPr/>
        </p:nvSpPr>
        <p:spPr bwMode="auto">
          <a:xfrm>
            <a:off x="755650" y="5157788"/>
            <a:ext cx="1584325" cy="576262"/>
          </a:xfrm>
          <a:prstGeom prst="wedgeRoundRectCallout">
            <a:avLst>
              <a:gd name="adj1" fmla="val 52403"/>
              <a:gd name="adj2" fmla="val -196282"/>
              <a:gd name="adj3" fmla="val 16667"/>
            </a:avLst>
          </a:prstGeom>
          <a:blipFill dpi="0" rotWithShape="1">
            <a:blip r:embed="rId2"/>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800" dirty="0">
                <a:solidFill>
                  <a:schemeClr val="tx1"/>
                </a:solidFill>
              </a:rPr>
              <a:t>图解法</a:t>
            </a:r>
          </a:p>
        </p:txBody>
      </p:sp>
      <p:grpSp>
        <p:nvGrpSpPr>
          <p:cNvPr id="22610" name="Group 82"/>
          <p:cNvGrpSpPr>
            <a:grpSpLocks/>
          </p:cNvGrpSpPr>
          <p:nvPr/>
        </p:nvGrpSpPr>
        <p:grpSpPr bwMode="auto">
          <a:xfrm>
            <a:off x="395288" y="1989138"/>
            <a:ext cx="3603625" cy="2895600"/>
            <a:chOff x="701" y="1525"/>
            <a:chExt cx="2270" cy="1824"/>
          </a:xfrm>
        </p:grpSpPr>
        <p:sp>
          <p:nvSpPr>
            <p:cNvPr id="22547" name="Line 19"/>
            <p:cNvSpPr>
              <a:spLocks noChangeShapeType="1"/>
            </p:cNvSpPr>
            <p:nvPr/>
          </p:nvSpPr>
          <p:spPr bwMode="auto">
            <a:xfrm>
              <a:off x="703" y="3113"/>
              <a:ext cx="226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8" name="Line 20"/>
            <p:cNvSpPr>
              <a:spLocks noChangeShapeType="1"/>
            </p:cNvSpPr>
            <p:nvPr/>
          </p:nvSpPr>
          <p:spPr bwMode="auto">
            <a:xfrm flipH="1" flipV="1">
              <a:off x="930" y="1797"/>
              <a:ext cx="2" cy="150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9" name="Line 21"/>
            <p:cNvSpPr>
              <a:spLocks noChangeShapeType="1"/>
            </p:cNvSpPr>
            <p:nvPr/>
          </p:nvSpPr>
          <p:spPr bwMode="auto">
            <a:xfrm flipV="1">
              <a:off x="932" y="2205"/>
              <a:ext cx="542" cy="908"/>
            </a:xfrm>
            <a:prstGeom prst="line">
              <a:avLst/>
            </a:prstGeom>
            <a:noFill/>
            <a:ln w="28575">
              <a:solidFill>
                <a:schemeClr val="accent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0" name="Line 22"/>
            <p:cNvSpPr>
              <a:spLocks noChangeShapeType="1"/>
            </p:cNvSpPr>
            <p:nvPr/>
          </p:nvSpPr>
          <p:spPr bwMode="auto">
            <a:xfrm flipV="1">
              <a:off x="932" y="2795"/>
              <a:ext cx="1540" cy="318"/>
            </a:xfrm>
            <a:prstGeom prst="line">
              <a:avLst/>
            </a:prstGeom>
            <a:noFill/>
            <a:ln w="28575">
              <a:solidFill>
                <a:schemeClr val="accent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1" name="Line 23"/>
            <p:cNvSpPr>
              <a:spLocks noChangeShapeType="1"/>
            </p:cNvSpPr>
            <p:nvPr/>
          </p:nvSpPr>
          <p:spPr bwMode="auto">
            <a:xfrm flipV="1">
              <a:off x="1474" y="1888"/>
              <a:ext cx="1406" cy="331"/>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2" name="Line 24"/>
            <p:cNvSpPr>
              <a:spLocks noChangeShapeType="1"/>
            </p:cNvSpPr>
            <p:nvPr/>
          </p:nvSpPr>
          <p:spPr bwMode="auto">
            <a:xfrm flipV="1">
              <a:off x="2472" y="1888"/>
              <a:ext cx="408" cy="885"/>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3" name="Line 25"/>
            <p:cNvSpPr>
              <a:spLocks noChangeShapeType="1"/>
            </p:cNvSpPr>
            <p:nvPr/>
          </p:nvSpPr>
          <p:spPr bwMode="auto">
            <a:xfrm flipV="1">
              <a:off x="932" y="1933"/>
              <a:ext cx="1903" cy="118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4" name="Text Box 26"/>
            <p:cNvSpPr txBox="1">
              <a:spLocks noChangeArrowheads="1"/>
            </p:cNvSpPr>
            <p:nvPr/>
          </p:nvSpPr>
          <p:spPr bwMode="auto">
            <a:xfrm>
              <a:off x="2472" y="2659"/>
              <a:ext cx="254"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p>
              <a:r>
                <a:rPr kumimoji="1" lang="en-US" altLang="zh-CN" b="0" i="1">
                  <a:latin typeface="Times New Roman" panose="02020603050405020304" pitchFamily="18" charset="0"/>
                  <a:ea typeface="宋体" panose="02010600030101010101" pitchFamily="2" charset="-122"/>
                </a:rPr>
                <a:t>F</a:t>
              </a:r>
              <a:r>
                <a:rPr kumimoji="1" lang="en-US" altLang="zh-CN" b="0" baseline="-25000">
                  <a:latin typeface="Times New Roman" panose="02020603050405020304" pitchFamily="18" charset="0"/>
                  <a:ea typeface="宋体" panose="02010600030101010101" pitchFamily="2" charset="-122"/>
                </a:rPr>
                <a:t>1</a:t>
              </a:r>
              <a:endParaRPr kumimoji="1" lang="en-US" altLang="zh-CN" b="0">
                <a:latin typeface="Times New Roman" panose="02020603050405020304" pitchFamily="18" charset="0"/>
                <a:ea typeface="宋体" panose="02010600030101010101" pitchFamily="2" charset="-122"/>
              </a:endParaRPr>
            </a:p>
          </p:txBody>
        </p:sp>
        <p:sp>
          <p:nvSpPr>
            <p:cNvPr id="22555" name="Text Box 27"/>
            <p:cNvSpPr txBox="1">
              <a:spLocks noChangeArrowheads="1"/>
            </p:cNvSpPr>
            <p:nvPr/>
          </p:nvSpPr>
          <p:spPr bwMode="auto">
            <a:xfrm>
              <a:off x="1202" y="1888"/>
              <a:ext cx="506"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r>
                <a:rPr kumimoji="1" lang="en-US" altLang="zh-CN" b="0" i="1">
                  <a:latin typeface="Times New Roman" panose="02020603050405020304" pitchFamily="18" charset="0"/>
                  <a:ea typeface="宋体" panose="02010600030101010101" pitchFamily="2" charset="-122"/>
                </a:rPr>
                <a:t>F</a:t>
              </a:r>
              <a:r>
                <a:rPr kumimoji="1" lang="en-US" altLang="zh-CN" b="0" baseline="-25000">
                  <a:latin typeface="Times New Roman" panose="02020603050405020304" pitchFamily="18" charset="0"/>
                  <a:ea typeface="宋体" panose="02010600030101010101" pitchFamily="2" charset="-122"/>
                </a:rPr>
                <a:t>2</a:t>
              </a:r>
              <a:endParaRPr kumimoji="1" lang="en-US" altLang="zh-CN" b="0">
                <a:latin typeface="Times New Roman" panose="02020603050405020304" pitchFamily="18" charset="0"/>
                <a:ea typeface="宋体" panose="02010600030101010101" pitchFamily="2" charset="-122"/>
              </a:endParaRPr>
            </a:p>
          </p:txBody>
        </p:sp>
        <p:sp>
          <p:nvSpPr>
            <p:cNvPr id="22556" name="Text Box 28"/>
            <p:cNvSpPr txBox="1">
              <a:spLocks noChangeArrowheads="1"/>
            </p:cNvSpPr>
            <p:nvPr/>
          </p:nvSpPr>
          <p:spPr bwMode="auto">
            <a:xfrm>
              <a:off x="2608" y="3067"/>
              <a:ext cx="278"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p>
              <a:r>
                <a:rPr kumimoji="1" lang="en-US" altLang="zh-CN" b="0">
                  <a:latin typeface="Times New Roman" panose="02020603050405020304" pitchFamily="18" charset="0"/>
                  <a:ea typeface="宋体" panose="02010600030101010101" pitchFamily="2" charset="-122"/>
                </a:rPr>
                <a:t>Re</a:t>
              </a:r>
            </a:p>
          </p:txBody>
        </p:sp>
        <p:sp>
          <p:nvSpPr>
            <p:cNvPr id="22557" name="Text Box 29"/>
            <p:cNvSpPr txBox="1">
              <a:spLocks noChangeArrowheads="1"/>
            </p:cNvSpPr>
            <p:nvPr/>
          </p:nvSpPr>
          <p:spPr bwMode="auto">
            <a:xfrm>
              <a:off x="975" y="1706"/>
              <a:ext cx="278"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p>
              <a:r>
                <a:rPr kumimoji="1" lang="en-US" altLang="zh-CN" b="0">
                  <a:latin typeface="Times New Roman" panose="02020603050405020304" pitchFamily="18" charset="0"/>
                  <a:ea typeface="宋体" panose="02010600030101010101" pitchFamily="2" charset="-122"/>
                </a:rPr>
                <a:t>Im</a:t>
              </a:r>
            </a:p>
          </p:txBody>
        </p:sp>
        <p:sp>
          <p:nvSpPr>
            <p:cNvPr id="22558" name="Text Box 30"/>
            <p:cNvSpPr txBox="1">
              <a:spLocks noChangeArrowheads="1"/>
            </p:cNvSpPr>
            <p:nvPr/>
          </p:nvSpPr>
          <p:spPr bwMode="auto">
            <a:xfrm>
              <a:off x="701" y="3116"/>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b="0">
                  <a:latin typeface="Times New Roman" panose="02020603050405020304" pitchFamily="18" charset="0"/>
                  <a:ea typeface="宋体" panose="02010600030101010101" pitchFamily="2" charset="-122"/>
                </a:rPr>
                <a:t>o</a:t>
              </a:r>
            </a:p>
          </p:txBody>
        </p:sp>
        <p:sp>
          <p:nvSpPr>
            <p:cNvPr id="22609" name="Text Box 81"/>
            <p:cNvSpPr txBox="1">
              <a:spLocks noChangeArrowheads="1"/>
            </p:cNvSpPr>
            <p:nvPr/>
          </p:nvSpPr>
          <p:spPr bwMode="auto">
            <a:xfrm>
              <a:off x="2290" y="1525"/>
              <a:ext cx="591" cy="2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p>
              <a:r>
                <a:rPr kumimoji="1" lang="en-US" altLang="zh-CN" sz="2400" b="0" i="1" dirty="0">
                  <a:latin typeface="Times New Roman" panose="02020603050405020304" pitchFamily="18" charset="0"/>
                  <a:ea typeface="宋体" panose="02010600030101010101" pitchFamily="2" charset="-122"/>
                </a:rPr>
                <a:t>F</a:t>
              </a:r>
              <a:r>
                <a:rPr kumimoji="1" lang="en-US" altLang="zh-CN" sz="2400" b="0" baseline="-25000" dirty="0">
                  <a:latin typeface="Times New Roman" panose="02020603050405020304" pitchFamily="18" charset="0"/>
                  <a:ea typeface="宋体" panose="02010600030101010101" pitchFamily="2" charset="-122"/>
                </a:rPr>
                <a:t>1</a:t>
              </a:r>
              <a:r>
                <a:rPr kumimoji="1" lang="en-US" altLang="zh-CN" sz="2400" b="0" dirty="0">
                  <a:latin typeface="Times New Roman" panose="02020603050405020304" pitchFamily="18" charset="0"/>
                  <a:ea typeface="宋体" panose="02010600030101010101" pitchFamily="2" charset="-122"/>
                </a:rPr>
                <a:t>+</a:t>
              </a:r>
              <a:r>
                <a:rPr kumimoji="1" lang="en-US" altLang="zh-CN" sz="2400" b="0" i="1" dirty="0">
                  <a:latin typeface="Times New Roman" panose="02020603050405020304" pitchFamily="18" charset="0"/>
                  <a:ea typeface="宋体" panose="02010600030101010101" pitchFamily="2" charset="-122"/>
                </a:rPr>
                <a:t>F</a:t>
              </a:r>
              <a:r>
                <a:rPr kumimoji="1" lang="en-US" altLang="zh-CN" sz="2400" b="0" baseline="-25000" dirty="0">
                  <a:latin typeface="Times New Roman" panose="02020603050405020304" pitchFamily="18" charset="0"/>
                  <a:ea typeface="宋体" panose="02010600030101010101" pitchFamily="2" charset="-122"/>
                </a:rPr>
                <a:t>2</a:t>
              </a:r>
              <a:endParaRPr kumimoji="1" lang="en-US" altLang="zh-CN" sz="2400" b="0" dirty="0">
                <a:latin typeface="Times New Roman" panose="02020603050405020304" pitchFamily="18" charset="0"/>
                <a:ea typeface="宋体" panose="02010600030101010101" pitchFamily="2" charset="-122"/>
              </a:endParaRPr>
            </a:p>
          </p:txBody>
        </p:sp>
      </p:grpSp>
      <p:grpSp>
        <p:nvGrpSpPr>
          <p:cNvPr id="22634" name="Group 106"/>
          <p:cNvGrpSpPr>
            <a:grpSpLocks/>
          </p:cNvGrpSpPr>
          <p:nvPr/>
        </p:nvGrpSpPr>
        <p:grpSpPr bwMode="auto">
          <a:xfrm>
            <a:off x="6659563" y="4005264"/>
            <a:ext cx="936625" cy="1350323"/>
            <a:chOff x="4195" y="2523"/>
            <a:chExt cx="552" cy="874"/>
          </a:xfrm>
        </p:grpSpPr>
        <p:sp>
          <p:nvSpPr>
            <p:cNvPr id="22614" name="Line 86"/>
            <p:cNvSpPr>
              <a:spLocks noChangeShapeType="1"/>
            </p:cNvSpPr>
            <p:nvPr/>
          </p:nvSpPr>
          <p:spPr bwMode="auto">
            <a:xfrm flipV="1">
              <a:off x="4195" y="2523"/>
              <a:ext cx="452" cy="862"/>
            </a:xfrm>
            <a:prstGeom prst="line">
              <a:avLst/>
            </a:prstGeom>
            <a:noFill/>
            <a:ln w="28575">
              <a:solidFill>
                <a:schemeClr val="accent6"/>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20" name="Text Box 92"/>
            <p:cNvSpPr txBox="1">
              <a:spLocks noChangeArrowheads="1"/>
            </p:cNvSpPr>
            <p:nvPr/>
          </p:nvSpPr>
          <p:spPr bwMode="auto">
            <a:xfrm>
              <a:off x="4241" y="3158"/>
              <a:ext cx="506" cy="2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r>
                <a:rPr kumimoji="1" lang="en-US" altLang="zh-CN" b="0" i="1">
                  <a:latin typeface="宋体" panose="02010600030101010101" pitchFamily="2" charset="-122"/>
                  <a:ea typeface="宋体" panose="02010600030101010101" pitchFamily="2" charset="-122"/>
                </a:rPr>
                <a:t>-</a:t>
              </a:r>
              <a:r>
                <a:rPr kumimoji="1" lang="en-US" altLang="zh-CN" b="0" i="1">
                  <a:latin typeface="Times New Roman" panose="02020603050405020304" pitchFamily="18" charset="0"/>
                  <a:ea typeface="宋体" panose="02010600030101010101" pitchFamily="2" charset="-122"/>
                </a:rPr>
                <a:t>F</a:t>
              </a:r>
              <a:r>
                <a:rPr kumimoji="1" lang="en-US" altLang="zh-CN" b="0" baseline="-25000">
                  <a:latin typeface="Times New Roman" panose="02020603050405020304" pitchFamily="18" charset="0"/>
                  <a:ea typeface="宋体" panose="02010600030101010101" pitchFamily="2" charset="-122"/>
                </a:rPr>
                <a:t>2</a:t>
              </a:r>
              <a:endParaRPr kumimoji="1" lang="en-US" altLang="zh-CN" b="0">
                <a:latin typeface="Times New Roman" panose="02020603050405020304" pitchFamily="18" charset="0"/>
                <a:ea typeface="宋体" panose="02010600030101010101" pitchFamily="2" charset="-122"/>
              </a:endParaRPr>
            </a:p>
          </p:txBody>
        </p:sp>
      </p:grpSp>
      <p:grpSp>
        <p:nvGrpSpPr>
          <p:cNvPr id="22625" name="Group 97"/>
          <p:cNvGrpSpPr>
            <a:grpSpLocks/>
          </p:cNvGrpSpPr>
          <p:nvPr/>
        </p:nvGrpSpPr>
        <p:grpSpPr bwMode="auto">
          <a:xfrm>
            <a:off x="4427539" y="2133600"/>
            <a:ext cx="3819525" cy="2744788"/>
            <a:chOff x="2789" y="1344"/>
            <a:chExt cx="2406" cy="1729"/>
          </a:xfrm>
        </p:grpSpPr>
        <p:sp>
          <p:nvSpPr>
            <p:cNvPr id="22612" name="Line 84"/>
            <p:cNvSpPr>
              <a:spLocks noChangeShapeType="1"/>
            </p:cNvSpPr>
            <p:nvPr/>
          </p:nvSpPr>
          <p:spPr bwMode="auto">
            <a:xfrm>
              <a:off x="2927" y="2841"/>
              <a:ext cx="226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13" name="Line 85"/>
            <p:cNvSpPr>
              <a:spLocks noChangeShapeType="1"/>
            </p:cNvSpPr>
            <p:nvPr/>
          </p:nvSpPr>
          <p:spPr bwMode="auto">
            <a:xfrm flipH="1" flipV="1">
              <a:off x="3154" y="1525"/>
              <a:ext cx="2" cy="150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15" name="Line 87"/>
            <p:cNvSpPr>
              <a:spLocks noChangeShapeType="1"/>
            </p:cNvSpPr>
            <p:nvPr/>
          </p:nvSpPr>
          <p:spPr bwMode="auto">
            <a:xfrm flipV="1">
              <a:off x="3156" y="2523"/>
              <a:ext cx="1540" cy="318"/>
            </a:xfrm>
            <a:prstGeom prst="line">
              <a:avLst/>
            </a:prstGeom>
            <a:noFill/>
            <a:ln w="28575">
              <a:solidFill>
                <a:schemeClr val="accent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19" name="Text Box 91"/>
            <p:cNvSpPr txBox="1">
              <a:spLocks noChangeArrowheads="1"/>
            </p:cNvSpPr>
            <p:nvPr/>
          </p:nvSpPr>
          <p:spPr bwMode="auto">
            <a:xfrm>
              <a:off x="4696" y="2387"/>
              <a:ext cx="254"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p>
              <a:r>
                <a:rPr kumimoji="1" lang="en-US" altLang="zh-CN" b="0" i="1">
                  <a:latin typeface="Times New Roman" panose="02020603050405020304" pitchFamily="18" charset="0"/>
                  <a:ea typeface="宋体" panose="02010600030101010101" pitchFamily="2" charset="-122"/>
                </a:rPr>
                <a:t>F</a:t>
              </a:r>
              <a:r>
                <a:rPr kumimoji="1" lang="en-US" altLang="zh-CN" b="0" baseline="-25000">
                  <a:latin typeface="Times New Roman" panose="02020603050405020304" pitchFamily="18" charset="0"/>
                  <a:ea typeface="宋体" panose="02010600030101010101" pitchFamily="2" charset="-122"/>
                </a:rPr>
                <a:t>1</a:t>
              </a:r>
              <a:endParaRPr kumimoji="1" lang="en-US" altLang="zh-CN" b="0">
                <a:latin typeface="Times New Roman" panose="02020603050405020304" pitchFamily="18" charset="0"/>
                <a:ea typeface="宋体" panose="02010600030101010101" pitchFamily="2" charset="-122"/>
              </a:endParaRPr>
            </a:p>
          </p:txBody>
        </p:sp>
        <p:sp>
          <p:nvSpPr>
            <p:cNvPr id="22621" name="Text Box 93"/>
            <p:cNvSpPr txBox="1">
              <a:spLocks noChangeArrowheads="1"/>
            </p:cNvSpPr>
            <p:nvPr/>
          </p:nvSpPr>
          <p:spPr bwMode="auto">
            <a:xfrm>
              <a:off x="4832" y="2795"/>
              <a:ext cx="278"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p>
              <a:r>
                <a:rPr kumimoji="1" lang="en-US" altLang="zh-CN" b="0">
                  <a:latin typeface="Times New Roman" panose="02020603050405020304" pitchFamily="18" charset="0"/>
                  <a:ea typeface="宋体" panose="02010600030101010101" pitchFamily="2" charset="-122"/>
                </a:rPr>
                <a:t>Re</a:t>
              </a:r>
            </a:p>
          </p:txBody>
        </p:sp>
        <p:sp>
          <p:nvSpPr>
            <p:cNvPr id="22622" name="Text Box 94"/>
            <p:cNvSpPr txBox="1">
              <a:spLocks noChangeArrowheads="1"/>
            </p:cNvSpPr>
            <p:nvPr/>
          </p:nvSpPr>
          <p:spPr bwMode="auto">
            <a:xfrm>
              <a:off x="3198" y="1344"/>
              <a:ext cx="278"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p>
              <a:r>
                <a:rPr kumimoji="1" lang="en-US" altLang="zh-CN" b="0">
                  <a:latin typeface="Times New Roman" panose="02020603050405020304" pitchFamily="18" charset="0"/>
                  <a:ea typeface="宋体" panose="02010600030101010101" pitchFamily="2" charset="-122"/>
                </a:rPr>
                <a:t>Im</a:t>
              </a:r>
            </a:p>
          </p:txBody>
        </p:sp>
        <p:sp>
          <p:nvSpPr>
            <p:cNvPr id="22623" name="Text Box 95"/>
            <p:cNvSpPr txBox="1">
              <a:spLocks noChangeArrowheads="1"/>
            </p:cNvSpPr>
            <p:nvPr/>
          </p:nvSpPr>
          <p:spPr bwMode="auto">
            <a:xfrm>
              <a:off x="2789" y="2840"/>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b="0">
                  <a:latin typeface="Times New Roman" panose="02020603050405020304" pitchFamily="18" charset="0"/>
                  <a:ea typeface="宋体" panose="02010600030101010101" pitchFamily="2" charset="-122"/>
                </a:rPr>
                <a:t>o</a:t>
              </a:r>
            </a:p>
          </p:txBody>
        </p:sp>
      </p:grpSp>
      <p:grpSp>
        <p:nvGrpSpPr>
          <p:cNvPr id="22635" name="Group 107"/>
          <p:cNvGrpSpPr>
            <a:grpSpLocks/>
          </p:cNvGrpSpPr>
          <p:nvPr/>
        </p:nvGrpSpPr>
        <p:grpSpPr bwMode="auto">
          <a:xfrm>
            <a:off x="5010149" y="4510089"/>
            <a:ext cx="1671045" cy="1069748"/>
            <a:chOff x="3156" y="2841"/>
            <a:chExt cx="1085" cy="718"/>
          </a:xfrm>
        </p:grpSpPr>
        <p:sp>
          <p:nvSpPr>
            <p:cNvPr id="22618" name="Line 90"/>
            <p:cNvSpPr>
              <a:spLocks noChangeShapeType="1"/>
            </p:cNvSpPr>
            <p:nvPr/>
          </p:nvSpPr>
          <p:spPr bwMode="auto">
            <a:xfrm>
              <a:off x="3156" y="2841"/>
              <a:ext cx="1085" cy="54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24" name="Text Box 96"/>
            <p:cNvSpPr txBox="1">
              <a:spLocks noChangeArrowheads="1"/>
            </p:cNvSpPr>
            <p:nvPr/>
          </p:nvSpPr>
          <p:spPr bwMode="auto">
            <a:xfrm>
              <a:off x="3516" y="3249"/>
              <a:ext cx="597" cy="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p>
              <a:r>
                <a:rPr kumimoji="1" lang="en-US" altLang="zh-CN" sz="2400" b="0" i="1" dirty="0">
                  <a:ea typeface="宋体" panose="02010600030101010101" pitchFamily="2" charset="-122"/>
                </a:rPr>
                <a:t>F</a:t>
              </a:r>
              <a:r>
                <a:rPr kumimoji="1" lang="en-US" altLang="zh-CN" sz="2400" b="0" baseline="-25000" dirty="0">
                  <a:ea typeface="宋体" panose="02010600030101010101" pitchFamily="2" charset="-122"/>
                </a:rPr>
                <a:t>1</a:t>
              </a:r>
              <a:r>
                <a:rPr kumimoji="1" lang="en-US" altLang="zh-CN" sz="2400" b="0" dirty="0">
                  <a:latin typeface="宋体" panose="02010600030101010101" pitchFamily="2" charset="-122"/>
                  <a:ea typeface="宋体" panose="02010600030101010101" pitchFamily="2" charset="-122"/>
                </a:rPr>
                <a:t>-</a:t>
              </a:r>
              <a:r>
                <a:rPr kumimoji="1" lang="en-US" altLang="zh-CN" sz="2400" b="0" i="1" dirty="0">
                  <a:ea typeface="宋体" panose="02010600030101010101" pitchFamily="2" charset="-122"/>
                </a:rPr>
                <a:t>F</a:t>
              </a:r>
              <a:r>
                <a:rPr kumimoji="1" lang="en-US" altLang="zh-CN" sz="2400" b="0" baseline="-25000" dirty="0">
                  <a:ea typeface="宋体" panose="02010600030101010101" pitchFamily="2" charset="-122"/>
                </a:rPr>
                <a:t>2</a:t>
              </a:r>
              <a:endParaRPr kumimoji="1" lang="en-US" altLang="zh-CN" sz="2400" b="0" dirty="0">
                <a:ea typeface="宋体" panose="02010600030101010101" pitchFamily="2" charset="-122"/>
              </a:endParaRPr>
            </a:p>
          </p:txBody>
        </p:sp>
      </p:grpSp>
      <p:grpSp>
        <p:nvGrpSpPr>
          <p:cNvPr id="22631" name="Group 103"/>
          <p:cNvGrpSpPr>
            <a:grpSpLocks/>
          </p:cNvGrpSpPr>
          <p:nvPr/>
        </p:nvGrpSpPr>
        <p:grpSpPr bwMode="auto">
          <a:xfrm>
            <a:off x="5003800" y="2060575"/>
            <a:ext cx="3240088" cy="2447925"/>
            <a:chOff x="3152" y="1298"/>
            <a:chExt cx="2041" cy="1542"/>
          </a:xfrm>
        </p:grpSpPr>
        <p:sp>
          <p:nvSpPr>
            <p:cNvPr id="22628" name="Line 100"/>
            <p:cNvSpPr>
              <a:spLocks noChangeShapeType="1"/>
            </p:cNvSpPr>
            <p:nvPr/>
          </p:nvSpPr>
          <p:spPr bwMode="auto">
            <a:xfrm flipV="1">
              <a:off x="3152" y="1616"/>
              <a:ext cx="2041" cy="1224"/>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629" name="Text Box 101"/>
            <p:cNvSpPr txBox="1">
              <a:spLocks noChangeArrowheads="1"/>
            </p:cNvSpPr>
            <p:nvPr/>
          </p:nvSpPr>
          <p:spPr bwMode="auto">
            <a:xfrm>
              <a:off x="4569" y="1298"/>
              <a:ext cx="579" cy="2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2400" b="0" i="1" dirty="0">
                  <a:ea typeface="宋体" panose="02010600030101010101" pitchFamily="2" charset="-122"/>
                </a:rPr>
                <a:t>F</a:t>
              </a:r>
              <a:r>
                <a:rPr kumimoji="1" lang="en-US" altLang="zh-CN" sz="2400" b="0" baseline="-25000" dirty="0">
                  <a:ea typeface="宋体" panose="02010600030101010101" pitchFamily="2" charset="-122"/>
                </a:rPr>
                <a:t>1</a:t>
              </a:r>
              <a:r>
                <a:rPr kumimoji="1" lang="en-US" altLang="zh-CN" sz="2400" b="0" dirty="0">
                  <a:latin typeface="宋体" panose="02010600030101010101" pitchFamily="2" charset="-122"/>
                  <a:ea typeface="宋体" panose="02010600030101010101" pitchFamily="2" charset="-122"/>
                </a:rPr>
                <a:t>+</a:t>
              </a:r>
              <a:r>
                <a:rPr kumimoji="1" lang="en-US" altLang="zh-CN" sz="2400" b="0" i="1" dirty="0">
                  <a:ea typeface="宋体" panose="02010600030101010101" pitchFamily="2" charset="-122"/>
                </a:rPr>
                <a:t>F</a:t>
              </a:r>
              <a:r>
                <a:rPr kumimoji="1" lang="en-US" altLang="zh-CN" sz="2400" b="0" baseline="-25000" dirty="0">
                  <a:ea typeface="宋体" panose="02010600030101010101" pitchFamily="2" charset="-122"/>
                </a:rPr>
                <a:t>2</a:t>
              </a:r>
              <a:endParaRPr kumimoji="1" lang="en-US" altLang="zh-CN" sz="2400" b="0" dirty="0">
                <a:ea typeface="宋体" panose="02010600030101010101" pitchFamily="2" charset="-122"/>
              </a:endParaRPr>
            </a:p>
          </p:txBody>
        </p:sp>
      </p:grpSp>
      <p:grpSp>
        <p:nvGrpSpPr>
          <p:cNvPr id="22633" name="Group 105"/>
          <p:cNvGrpSpPr>
            <a:grpSpLocks/>
          </p:cNvGrpSpPr>
          <p:nvPr/>
        </p:nvGrpSpPr>
        <p:grpSpPr bwMode="auto">
          <a:xfrm>
            <a:off x="7451725" y="2565400"/>
            <a:ext cx="1296988" cy="1439863"/>
            <a:chOff x="4649" y="1616"/>
            <a:chExt cx="914" cy="908"/>
          </a:xfrm>
        </p:grpSpPr>
        <p:sp>
          <p:nvSpPr>
            <p:cNvPr id="22627" name="Line 99"/>
            <p:cNvSpPr>
              <a:spLocks noChangeShapeType="1"/>
            </p:cNvSpPr>
            <p:nvPr/>
          </p:nvSpPr>
          <p:spPr bwMode="auto">
            <a:xfrm flipV="1">
              <a:off x="4649" y="1616"/>
              <a:ext cx="542" cy="908"/>
            </a:xfrm>
            <a:prstGeom prst="line">
              <a:avLst/>
            </a:prstGeom>
            <a:noFill/>
            <a:ln w="28575">
              <a:solidFill>
                <a:schemeClr val="accent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32" name="Text Box 104"/>
            <p:cNvSpPr txBox="1">
              <a:spLocks noChangeArrowheads="1"/>
            </p:cNvSpPr>
            <p:nvPr/>
          </p:nvSpPr>
          <p:spPr bwMode="auto">
            <a:xfrm>
              <a:off x="5057" y="1661"/>
              <a:ext cx="506"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r>
                <a:rPr kumimoji="1" lang="en-US" altLang="zh-CN" b="0" i="1">
                  <a:latin typeface="Times New Roman" panose="02020603050405020304" pitchFamily="18" charset="0"/>
                  <a:ea typeface="宋体" panose="02010600030101010101" pitchFamily="2" charset="-122"/>
                </a:rPr>
                <a:t>F</a:t>
              </a:r>
              <a:r>
                <a:rPr kumimoji="1" lang="en-US" altLang="zh-CN" b="0" baseline="-25000">
                  <a:latin typeface="Times New Roman" panose="02020603050405020304" pitchFamily="18" charset="0"/>
                  <a:ea typeface="宋体" panose="02010600030101010101" pitchFamily="2" charset="-122"/>
                </a:rPr>
                <a:t>2</a:t>
              </a:r>
              <a:endParaRPr kumimoji="1" lang="en-US" altLang="zh-CN" b="0">
                <a:latin typeface="Times New Roman" panose="02020603050405020304" pitchFamily="18" charset="0"/>
                <a:ea typeface="宋体" panose="02010600030101010101" pitchFamily="2" charset="-122"/>
              </a:endParaRPr>
            </a:p>
          </p:txBody>
        </p:sp>
      </p:grpSp>
    </p:spTree>
    <p:extLst>
      <p:ext uri="{BB962C8B-B14F-4D97-AF65-F5344CB8AC3E}">
        <p14:creationId xmlns:p14="http://schemas.microsoft.com/office/powerpoint/2010/main" val="34486493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2545"/>
                                        </p:tgtEl>
                                        <p:attrNameLst>
                                          <p:attrName>style.visibility</p:attrName>
                                        </p:attrNameLst>
                                      </p:cBhvr>
                                      <p:to>
                                        <p:strVal val="visible"/>
                                      </p:to>
                                    </p:set>
                                    <p:animEffect transition="in" filter="wipe(left)">
                                      <p:cBhvr>
                                        <p:cTn id="7" dur="1000"/>
                                        <p:tgtEl>
                                          <p:spTgt spid="225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543"/>
                                        </p:tgtEl>
                                        <p:attrNameLst>
                                          <p:attrName>style.visibility</p:attrName>
                                        </p:attrNameLst>
                                      </p:cBhvr>
                                      <p:to>
                                        <p:strVal val="visible"/>
                                      </p:to>
                                    </p:set>
                                    <p:animEffect transition="in" filter="wipe(left)">
                                      <p:cBhvr>
                                        <p:cTn id="12" dur="1000"/>
                                        <p:tgtEl>
                                          <p:spTgt spid="225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2610"/>
                                        </p:tgtEl>
                                        <p:attrNameLst>
                                          <p:attrName>style.visibility</p:attrName>
                                        </p:attrNameLst>
                                      </p:cBhvr>
                                      <p:to>
                                        <p:strVal val="visible"/>
                                      </p:to>
                                    </p:set>
                                    <p:animEffect transition="in" filter="blinds(horizontal)">
                                      <p:cBhvr>
                                        <p:cTn id="17" dur="500"/>
                                        <p:tgtEl>
                                          <p:spTgt spid="22610"/>
                                        </p:tgtEl>
                                      </p:cBhvr>
                                    </p:animEffect>
                                  </p:childTnLst>
                                </p:cTn>
                              </p:par>
                            </p:childTnLst>
                          </p:cTn>
                        </p:par>
                        <p:par>
                          <p:cTn id="18" fill="hold" nodeType="afterGroup">
                            <p:stCondLst>
                              <p:cond delay="500"/>
                            </p:stCondLst>
                            <p:childTnLst>
                              <p:par>
                                <p:cTn id="19" presetID="20" presetClass="entr" presetSubtype="0" fill="hold" grpId="0" nodeType="afterEffect">
                                  <p:stCondLst>
                                    <p:cond delay="0"/>
                                  </p:stCondLst>
                                  <p:childTnLst>
                                    <p:set>
                                      <p:cBhvr>
                                        <p:cTn id="20" dur="1" fill="hold">
                                          <p:stCondLst>
                                            <p:cond delay="0"/>
                                          </p:stCondLst>
                                        </p:cTn>
                                        <p:tgtEl>
                                          <p:spTgt spid="22594"/>
                                        </p:tgtEl>
                                        <p:attrNameLst>
                                          <p:attrName>style.visibility</p:attrName>
                                        </p:attrNameLst>
                                      </p:cBhvr>
                                      <p:to>
                                        <p:strVal val="visible"/>
                                      </p:to>
                                    </p:set>
                                    <p:animEffect transition="in" filter="wedge">
                                      <p:cBhvr>
                                        <p:cTn id="21" dur="2000"/>
                                        <p:tgtEl>
                                          <p:spTgt spid="2259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22625"/>
                                        </p:tgtEl>
                                        <p:attrNameLst>
                                          <p:attrName>style.visibility</p:attrName>
                                        </p:attrNameLst>
                                      </p:cBhvr>
                                      <p:to>
                                        <p:strVal val="visible"/>
                                      </p:to>
                                    </p:set>
                                    <p:animEffect transition="in" filter="wipe(left)">
                                      <p:cBhvr>
                                        <p:cTn id="26" dur="1000"/>
                                        <p:tgtEl>
                                          <p:spTgt spid="2262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4" fill="hold" nodeType="clickEffect">
                                  <p:stCondLst>
                                    <p:cond delay="0"/>
                                  </p:stCondLst>
                                  <p:childTnLst>
                                    <p:set>
                                      <p:cBhvr>
                                        <p:cTn id="30" dur="1" fill="hold">
                                          <p:stCondLst>
                                            <p:cond delay="0"/>
                                          </p:stCondLst>
                                        </p:cTn>
                                        <p:tgtEl>
                                          <p:spTgt spid="22633"/>
                                        </p:tgtEl>
                                        <p:attrNameLst>
                                          <p:attrName>style.visibility</p:attrName>
                                        </p:attrNameLst>
                                      </p:cBhvr>
                                      <p:to>
                                        <p:strVal val="visible"/>
                                      </p:to>
                                    </p:set>
                                    <p:animEffect transition="in" filter="wipe(down)">
                                      <p:cBhvr>
                                        <p:cTn id="31" dur="1000"/>
                                        <p:tgtEl>
                                          <p:spTgt spid="2263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4" fill="hold" nodeType="clickEffect">
                                  <p:stCondLst>
                                    <p:cond delay="0"/>
                                  </p:stCondLst>
                                  <p:childTnLst>
                                    <p:set>
                                      <p:cBhvr>
                                        <p:cTn id="35" dur="1" fill="hold">
                                          <p:stCondLst>
                                            <p:cond delay="0"/>
                                          </p:stCondLst>
                                        </p:cTn>
                                        <p:tgtEl>
                                          <p:spTgt spid="22631"/>
                                        </p:tgtEl>
                                        <p:attrNameLst>
                                          <p:attrName>style.visibility</p:attrName>
                                        </p:attrNameLst>
                                      </p:cBhvr>
                                      <p:to>
                                        <p:strVal val="visible"/>
                                      </p:to>
                                    </p:set>
                                    <p:animEffect transition="in" filter="wipe(down)">
                                      <p:cBhvr>
                                        <p:cTn id="36" dur="1000"/>
                                        <p:tgtEl>
                                          <p:spTgt spid="2263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nodeType="clickEffect">
                                  <p:stCondLst>
                                    <p:cond delay="0"/>
                                  </p:stCondLst>
                                  <p:childTnLst>
                                    <p:set>
                                      <p:cBhvr>
                                        <p:cTn id="40" dur="1" fill="hold">
                                          <p:stCondLst>
                                            <p:cond delay="0"/>
                                          </p:stCondLst>
                                        </p:cTn>
                                        <p:tgtEl>
                                          <p:spTgt spid="22634"/>
                                        </p:tgtEl>
                                        <p:attrNameLst>
                                          <p:attrName>style.visibility</p:attrName>
                                        </p:attrNameLst>
                                      </p:cBhvr>
                                      <p:to>
                                        <p:strVal val="visible"/>
                                      </p:to>
                                    </p:set>
                                    <p:animEffect transition="in" filter="wipe(up)">
                                      <p:cBhvr>
                                        <p:cTn id="41" dur="500"/>
                                        <p:tgtEl>
                                          <p:spTgt spid="22634"/>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2635"/>
                                        </p:tgtEl>
                                        <p:attrNameLst>
                                          <p:attrName>style.visibility</p:attrName>
                                        </p:attrNameLst>
                                      </p:cBhvr>
                                      <p:to>
                                        <p:strVal val="visible"/>
                                      </p:to>
                                    </p:set>
                                    <p:animEffect transition="in" filter="wipe(left)">
                                      <p:cBhvr>
                                        <p:cTn id="46" dur="1000"/>
                                        <p:tgtEl>
                                          <p:spTgt spid="226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43" grpId="0" autoUpdateAnimBg="0"/>
      <p:bldP spid="22545" grpId="0" autoUpdateAnimBg="0"/>
      <p:bldP spid="2259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611560" y="451833"/>
            <a:ext cx="5232523"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Tx/>
              <a:buAutoNum type="circleNumDbPlain" startAt="2"/>
            </a:pPr>
            <a:r>
              <a:rPr kumimoji="1" lang="zh-CN" altLang="en-US" sz="2800" dirty="0">
                <a:latin typeface="楷体_GB2312" pitchFamily="49" charset="-122"/>
                <a:ea typeface="楷体_GB2312" pitchFamily="49" charset="-122"/>
              </a:rPr>
              <a:t>乘除运算 </a:t>
            </a:r>
            <a:r>
              <a:rPr kumimoji="1" lang="en-US" altLang="zh-CN" sz="2800" dirty="0">
                <a:latin typeface="Times New Roman" panose="02020603050405020304" pitchFamily="18" charset="0"/>
                <a:ea typeface="楷体_GB2312" pitchFamily="49" charset="-122"/>
              </a:rPr>
              <a:t>——</a:t>
            </a:r>
            <a:r>
              <a:rPr kumimoji="1" lang="en-US" altLang="zh-CN" sz="2800" dirty="0">
                <a:latin typeface="楷体_GB2312" pitchFamily="49" charset="-122"/>
                <a:ea typeface="楷体_GB2312" pitchFamily="49" charset="-122"/>
              </a:rPr>
              <a:t> </a:t>
            </a:r>
            <a:r>
              <a:rPr kumimoji="1" lang="zh-CN" altLang="en-US" sz="2800" dirty="0">
                <a:latin typeface="楷体_GB2312" pitchFamily="49" charset="-122"/>
                <a:ea typeface="楷体_GB2312" pitchFamily="49" charset="-122"/>
              </a:rPr>
              <a:t>采用极坐标式</a:t>
            </a:r>
          </a:p>
        </p:txBody>
      </p:sp>
      <p:grpSp>
        <p:nvGrpSpPr>
          <p:cNvPr id="21540" name="Group 36"/>
          <p:cNvGrpSpPr>
            <a:grpSpLocks/>
          </p:cNvGrpSpPr>
          <p:nvPr/>
        </p:nvGrpSpPr>
        <p:grpSpPr bwMode="auto">
          <a:xfrm>
            <a:off x="900113" y="1270001"/>
            <a:ext cx="5761037" cy="579438"/>
            <a:chOff x="748" y="799"/>
            <a:chExt cx="3629" cy="365"/>
          </a:xfrm>
        </p:grpSpPr>
        <p:sp>
          <p:nvSpPr>
            <p:cNvPr id="21508" name="Text Box 4"/>
            <p:cNvSpPr txBox="1">
              <a:spLocks noChangeArrowheads="1"/>
            </p:cNvSpPr>
            <p:nvPr/>
          </p:nvSpPr>
          <p:spPr bwMode="auto">
            <a:xfrm>
              <a:off x="748" y="799"/>
              <a:ext cx="3629"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dirty="0">
                  <a:latin typeface="Times New Roman" panose="02020603050405020304" pitchFamily="18" charset="0"/>
                </a:rPr>
                <a:t>若</a:t>
              </a:r>
              <a:r>
                <a:rPr kumimoji="1" lang="zh-CN" altLang="en-US" sz="2400" dirty="0">
                  <a:latin typeface="Times New Roman" panose="02020603050405020304" pitchFamily="18" charset="0"/>
                  <a:ea typeface="宋体" panose="02010600030101010101" pitchFamily="2" charset="-122"/>
                </a:rPr>
                <a:t>       </a:t>
              </a:r>
              <a:r>
                <a:rPr kumimoji="1" lang="en-US" altLang="zh-CN" sz="3200" b="0" i="1" dirty="0">
                  <a:latin typeface="Times New Roman" panose="02020603050405020304" pitchFamily="18" charset="0"/>
                  <a:ea typeface="宋体" panose="02010600030101010101" pitchFamily="2" charset="-122"/>
                </a:rPr>
                <a:t>F</a:t>
              </a:r>
              <a:r>
                <a:rPr kumimoji="1" lang="en-US" altLang="zh-CN" sz="3200" b="0" baseline="-25000" dirty="0">
                  <a:latin typeface="Times New Roman" panose="02020603050405020304" pitchFamily="18" charset="0"/>
                  <a:ea typeface="宋体" panose="02010600030101010101" pitchFamily="2" charset="-122"/>
                </a:rPr>
                <a:t>1</a:t>
              </a:r>
              <a:r>
                <a:rPr kumimoji="1" lang="en-US" altLang="zh-CN" sz="3200" b="0" dirty="0">
                  <a:latin typeface="Times New Roman" panose="02020603050405020304" pitchFamily="18" charset="0"/>
                  <a:ea typeface="宋体" panose="02010600030101010101" pitchFamily="2" charset="-122"/>
                </a:rPr>
                <a:t>=|</a:t>
              </a:r>
              <a:r>
                <a:rPr kumimoji="1" lang="en-US" altLang="zh-CN" sz="3200" b="0" i="1" dirty="0">
                  <a:latin typeface="Times New Roman" panose="02020603050405020304" pitchFamily="18" charset="0"/>
                  <a:ea typeface="宋体" panose="02010600030101010101" pitchFamily="2" charset="-122"/>
                </a:rPr>
                <a:t>F</a:t>
              </a:r>
              <a:r>
                <a:rPr kumimoji="1" lang="en-US" altLang="zh-CN" sz="3200" b="0" baseline="-25000" dirty="0">
                  <a:latin typeface="Times New Roman" panose="02020603050405020304" pitchFamily="18" charset="0"/>
                  <a:ea typeface="宋体" panose="02010600030101010101" pitchFamily="2" charset="-122"/>
                </a:rPr>
                <a:t>1</a:t>
              </a:r>
              <a:r>
                <a:rPr kumimoji="1" lang="en-US" altLang="zh-CN" sz="3200" b="0" dirty="0">
                  <a:latin typeface="Times New Roman" panose="02020603050405020304" pitchFamily="18" charset="0"/>
                  <a:ea typeface="宋体" panose="02010600030101010101" pitchFamily="2" charset="-122"/>
                </a:rPr>
                <a:t>|  </a:t>
              </a:r>
              <a:r>
                <a:rPr kumimoji="1" lang="en-US" altLang="zh-CN" sz="3200" b="0" i="1" dirty="0">
                  <a:latin typeface="Times New Roman" panose="02020603050405020304" pitchFamily="18" charset="0"/>
                  <a:ea typeface="宋体" panose="02010600030101010101" pitchFamily="2" charset="-122"/>
                  <a:sym typeface="Symbol" panose="05050102010706020507" pitchFamily="18" charset="2"/>
                </a:rPr>
                <a:t> </a:t>
              </a:r>
              <a:r>
                <a:rPr kumimoji="1" lang="en-US" altLang="zh-CN" sz="3200" b="0" baseline="-25000" dirty="0">
                  <a:latin typeface="Times New Roman" panose="02020603050405020304" pitchFamily="18" charset="0"/>
                  <a:ea typeface="宋体" panose="02010600030101010101" pitchFamily="2" charset="-122"/>
                  <a:sym typeface="Symbol" panose="05050102010706020507" pitchFamily="18" charset="2"/>
                </a:rPr>
                <a:t>1     </a:t>
              </a:r>
              <a:r>
                <a:rPr kumimoji="1" lang="zh-CN" altLang="en-US" sz="3200" b="0" dirty="0">
                  <a:latin typeface="Times New Roman" panose="02020603050405020304" pitchFamily="18" charset="0"/>
                  <a:ea typeface="宋体" panose="02010600030101010101" pitchFamily="2" charset="-122"/>
                  <a:sym typeface="Symbol" panose="05050102010706020507" pitchFamily="18" charset="2"/>
                </a:rPr>
                <a:t>，</a:t>
              </a:r>
              <a:r>
                <a:rPr kumimoji="1" lang="en-US" altLang="zh-CN" sz="3200" b="0" i="1" dirty="0">
                  <a:latin typeface="Times New Roman" panose="02020603050405020304" pitchFamily="18" charset="0"/>
                  <a:ea typeface="宋体" panose="02010600030101010101" pitchFamily="2" charset="-122"/>
                </a:rPr>
                <a:t>F</a:t>
              </a:r>
              <a:r>
                <a:rPr kumimoji="1" lang="en-US" altLang="zh-CN" sz="3200" b="0" baseline="-25000" dirty="0">
                  <a:latin typeface="Times New Roman" panose="02020603050405020304" pitchFamily="18" charset="0"/>
                  <a:ea typeface="宋体" panose="02010600030101010101" pitchFamily="2" charset="-122"/>
                </a:rPr>
                <a:t>2</a:t>
              </a:r>
              <a:r>
                <a:rPr kumimoji="1" lang="en-US" altLang="zh-CN" sz="3200" b="0" dirty="0">
                  <a:latin typeface="Times New Roman" panose="02020603050405020304" pitchFamily="18" charset="0"/>
                  <a:ea typeface="宋体" panose="02010600030101010101" pitchFamily="2" charset="-122"/>
                </a:rPr>
                <a:t>=|</a:t>
              </a:r>
              <a:r>
                <a:rPr kumimoji="1" lang="en-US" altLang="zh-CN" sz="3200" b="0" i="1" dirty="0">
                  <a:latin typeface="Times New Roman" panose="02020603050405020304" pitchFamily="18" charset="0"/>
                  <a:ea typeface="宋体" panose="02010600030101010101" pitchFamily="2" charset="-122"/>
                </a:rPr>
                <a:t>F</a:t>
              </a:r>
              <a:r>
                <a:rPr kumimoji="1" lang="en-US" altLang="zh-CN" sz="3200" b="0" baseline="-25000" dirty="0">
                  <a:latin typeface="Times New Roman" panose="02020603050405020304" pitchFamily="18" charset="0"/>
                  <a:ea typeface="宋体" panose="02010600030101010101" pitchFamily="2" charset="-122"/>
                </a:rPr>
                <a:t>2</a:t>
              </a:r>
              <a:r>
                <a:rPr kumimoji="1" lang="en-US" altLang="zh-CN" sz="3200" b="0" dirty="0">
                  <a:latin typeface="Times New Roman" panose="02020603050405020304" pitchFamily="18" charset="0"/>
                  <a:ea typeface="宋体" panose="02010600030101010101" pitchFamily="2" charset="-122"/>
                </a:rPr>
                <a:t>|  </a:t>
              </a:r>
              <a:r>
                <a:rPr kumimoji="1" lang="en-US" altLang="zh-CN" sz="3200" b="0" i="1" dirty="0">
                  <a:latin typeface="Times New Roman" panose="02020603050405020304" pitchFamily="18" charset="0"/>
                  <a:ea typeface="宋体" panose="02010600030101010101" pitchFamily="2" charset="-122"/>
                  <a:sym typeface="Symbol" panose="05050102010706020507" pitchFamily="18" charset="2"/>
                </a:rPr>
                <a:t> </a:t>
              </a:r>
              <a:r>
                <a:rPr kumimoji="1" lang="en-US" altLang="zh-CN" sz="3200" b="0" baseline="-25000" dirty="0">
                  <a:latin typeface="Times New Roman" panose="02020603050405020304" pitchFamily="18" charset="0"/>
                  <a:ea typeface="宋体" panose="02010600030101010101" pitchFamily="2" charset="-122"/>
                  <a:sym typeface="Symbol" panose="05050102010706020507" pitchFamily="18" charset="2"/>
                </a:rPr>
                <a:t>2</a:t>
              </a:r>
              <a:endParaRPr kumimoji="1" lang="en-US" altLang="zh-CN" sz="3200" b="0" dirty="0">
                <a:latin typeface="Times New Roman" panose="02020603050405020304" pitchFamily="18" charset="0"/>
                <a:ea typeface="宋体" panose="02010600030101010101" pitchFamily="2" charset="-122"/>
              </a:endParaRPr>
            </a:p>
          </p:txBody>
        </p:sp>
        <p:sp>
          <p:nvSpPr>
            <p:cNvPr id="21509" name="Freeform 5"/>
            <p:cNvSpPr>
              <a:spLocks/>
            </p:cNvSpPr>
            <p:nvPr/>
          </p:nvSpPr>
          <p:spPr bwMode="auto">
            <a:xfrm>
              <a:off x="2109" y="916"/>
              <a:ext cx="408" cy="233"/>
            </a:xfrm>
            <a:custGeom>
              <a:avLst/>
              <a:gdLst>
                <a:gd name="T0" fmla="*/ 96 w 336"/>
                <a:gd name="T1" fmla="*/ 0 h 240"/>
                <a:gd name="T2" fmla="*/ 0 w 336"/>
                <a:gd name="T3" fmla="*/ 240 h 240"/>
                <a:gd name="T4" fmla="*/ 336 w 336"/>
                <a:gd name="T5" fmla="*/ 240 h 240"/>
              </a:gdLst>
              <a:ahLst/>
              <a:cxnLst>
                <a:cxn ang="0">
                  <a:pos x="T0" y="T1"/>
                </a:cxn>
                <a:cxn ang="0">
                  <a:pos x="T2" y="T3"/>
                </a:cxn>
                <a:cxn ang="0">
                  <a:pos x="T4" y="T5"/>
                </a:cxn>
              </a:cxnLst>
              <a:rect l="0" t="0" r="r" b="b"/>
              <a:pathLst>
                <a:path w="336" h="240">
                  <a:moveTo>
                    <a:pt x="96" y="0"/>
                  </a:moveTo>
                  <a:lnTo>
                    <a:pt x="0" y="240"/>
                  </a:lnTo>
                  <a:lnTo>
                    <a:pt x="336" y="240"/>
                  </a:lnTo>
                </a:path>
              </a:pathLst>
            </a:custGeom>
            <a:noFill/>
            <a:ln w="19050" cap="flat" cmpd="sng">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21510" name="Freeform 6"/>
            <p:cNvSpPr>
              <a:spLocks/>
            </p:cNvSpPr>
            <p:nvPr/>
          </p:nvSpPr>
          <p:spPr bwMode="auto">
            <a:xfrm>
              <a:off x="3696" y="887"/>
              <a:ext cx="454" cy="233"/>
            </a:xfrm>
            <a:custGeom>
              <a:avLst/>
              <a:gdLst>
                <a:gd name="T0" fmla="*/ 96 w 336"/>
                <a:gd name="T1" fmla="*/ 0 h 240"/>
                <a:gd name="T2" fmla="*/ 0 w 336"/>
                <a:gd name="T3" fmla="*/ 240 h 240"/>
                <a:gd name="T4" fmla="*/ 336 w 336"/>
                <a:gd name="T5" fmla="*/ 240 h 240"/>
              </a:gdLst>
              <a:ahLst/>
              <a:cxnLst>
                <a:cxn ang="0">
                  <a:pos x="T0" y="T1"/>
                </a:cxn>
                <a:cxn ang="0">
                  <a:pos x="T2" y="T3"/>
                </a:cxn>
                <a:cxn ang="0">
                  <a:pos x="T4" y="T5"/>
                </a:cxn>
              </a:cxnLst>
              <a:rect l="0" t="0" r="r" b="b"/>
              <a:pathLst>
                <a:path w="336" h="240">
                  <a:moveTo>
                    <a:pt x="96" y="0"/>
                  </a:moveTo>
                  <a:lnTo>
                    <a:pt x="0" y="240"/>
                  </a:lnTo>
                  <a:lnTo>
                    <a:pt x="336" y="240"/>
                  </a:lnTo>
                </a:path>
              </a:pathLst>
            </a:custGeom>
            <a:noFill/>
            <a:ln w="19050" cap="flat" cmpd="sng">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grpSp>
        <p:nvGrpSpPr>
          <p:cNvPr id="21525" name="Group 21"/>
          <p:cNvGrpSpPr>
            <a:grpSpLocks/>
          </p:cNvGrpSpPr>
          <p:nvPr/>
        </p:nvGrpSpPr>
        <p:grpSpPr bwMode="auto">
          <a:xfrm>
            <a:off x="1751013" y="3703638"/>
            <a:ext cx="5686425" cy="2082800"/>
            <a:chOff x="748" y="1697"/>
            <a:chExt cx="3582" cy="1312"/>
          </a:xfrm>
        </p:grpSpPr>
        <p:graphicFrame>
          <p:nvGraphicFramePr>
            <p:cNvPr id="21512" name="Object 8"/>
            <p:cNvGraphicFramePr>
              <a:graphicFrameLocks noChangeAspect="1"/>
            </p:cNvGraphicFramePr>
            <p:nvPr>
              <p:extLst>
                <p:ext uri="{D42A27DB-BD31-4B8C-83A1-F6EECF244321}">
                  <p14:modId xmlns:p14="http://schemas.microsoft.com/office/powerpoint/2010/main" val="4037172392"/>
                </p:ext>
              </p:extLst>
            </p:nvPr>
          </p:nvGraphicFramePr>
          <p:xfrm>
            <a:off x="748" y="1697"/>
            <a:ext cx="3582" cy="1312"/>
          </p:xfrm>
          <a:graphic>
            <a:graphicData uri="http://schemas.openxmlformats.org/presentationml/2006/ole">
              <mc:AlternateContent xmlns:mc="http://schemas.openxmlformats.org/markup-compatibility/2006">
                <mc:Choice xmlns:v="urn:schemas-microsoft-com:vml" Requires="v">
                  <p:oleObj spid="_x0000_s81982" name="Equation" r:id="rId3" imgW="2476440" imgH="914400" progId="Equation.DSMT4">
                    <p:embed/>
                  </p:oleObj>
                </mc:Choice>
                <mc:Fallback>
                  <p:oleObj name="Equation" r:id="rId3" imgW="2476440" imgH="914400" progId="Equation.DSMT4">
                    <p:embed/>
                    <p:pic>
                      <p:nvPicPr>
                        <p:cNvPr id="21512" name="Object 8"/>
                        <p:cNvPicPr>
                          <a:picLocks noChangeAspect="1" noChangeArrowheads="1"/>
                        </p:cNvPicPr>
                        <p:nvPr/>
                      </p:nvPicPr>
                      <p:blipFill>
                        <a:blip r:embed="rId4"/>
                        <a:srcRect/>
                        <a:stretch>
                          <a:fillRect/>
                        </a:stretch>
                      </p:blipFill>
                      <p:spPr bwMode="auto">
                        <a:xfrm>
                          <a:off x="748" y="1697"/>
                          <a:ext cx="3582" cy="1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13" name="Freeform 9"/>
            <p:cNvSpPr>
              <a:spLocks/>
            </p:cNvSpPr>
            <p:nvPr/>
          </p:nvSpPr>
          <p:spPr bwMode="auto">
            <a:xfrm>
              <a:off x="1746" y="2614"/>
              <a:ext cx="576" cy="240"/>
            </a:xfrm>
            <a:custGeom>
              <a:avLst/>
              <a:gdLst>
                <a:gd name="T0" fmla="*/ 48 w 480"/>
                <a:gd name="T1" fmla="*/ 0 h 240"/>
                <a:gd name="T2" fmla="*/ 0 w 480"/>
                <a:gd name="T3" fmla="*/ 240 h 240"/>
                <a:gd name="T4" fmla="*/ 480 w 480"/>
                <a:gd name="T5" fmla="*/ 240 h 240"/>
              </a:gdLst>
              <a:ahLst/>
              <a:cxnLst>
                <a:cxn ang="0">
                  <a:pos x="T0" y="T1"/>
                </a:cxn>
                <a:cxn ang="0">
                  <a:pos x="T2" y="T3"/>
                </a:cxn>
                <a:cxn ang="0">
                  <a:pos x="T4" y="T5"/>
                </a:cxn>
              </a:cxnLst>
              <a:rect l="0" t="0" r="r" b="b"/>
              <a:pathLst>
                <a:path w="480" h="240">
                  <a:moveTo>
                    <a:pt x="48" y="0"/>
                  </a:moveTo>
                  <a:lnTo>
                    <a:pt x="0" y="240"/>
                  </a:lnTo>
                  <a:lnTo>
                    <a:pt x="480" y="240"/>
                  </a:lnTo>
                </a:path>
              </a:pathLst>
            </a:custGeom>
            <a:noFill/>
            <a:ln w="19050" cap="flat" cmpd="sng">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sp>
        <p:nvSpPr>
          <p:cNvPr id="21517" name="Text Box 13"/>
          <p:cNvSpPr txBox="1">
            <a:spLocks noChangeArrowheads="1"/>
          </p:cNvSpPr>
          <p:nvPr/>
        </p:nvSpPr>
        <p:spPr bwMode="auto">
          <a:xfrm>
            <a:off x="827088" y="2062163"/>
            <a:ext cx="726481"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latin typeface="楷体_GB2312" pitchFamily="49" charset="-122"/>
              </a:rPr>
              <a:t>则</a:t>
            </a:r>
            <a:r>
              <a:rPr kumimoji="1" lang="en-US" altLang="zh-CN" sz="2800">
                <a:latin typeface="楷体_GB2312" pitchFamily="49" charset="-122"/>
              </a:rPr>
              <a:t>:</a:t>
            </a:r>
          </a:p>
        </p:txBody>
      </p:sp>
      <p:graphicFrame>
        <p:nvGraphicFramePr>
          <p:cNvPr id="21518" name="Object 14"/>
          <p:cNvGraphicFramePr>
            <a:graphicFrameLocks noChangeAspect="1"/>
          </p:cNvGraphicFramePr>
          <p:nvPr>
            <p:extLst>
              <p:ext uri="{D42A27DB-BD31-4B8C-83A1-F6EECF244321}">
                <p14:modId xmlns:p14="http://schemas.microsoft.com/office/powerpoint/2010/main" val="1468145861"/>
              </p:ext>
            </p:extLst>
          </p:nvPr>
        </p:nvGraphicFramePr>
        <p:xfrm>
          <a:off x="1825625" y="2136775"/>
          <a:ext cx="5562600" cy="1219200"/>
        </p:xfrm>
        <a:graphic>
          <a:graphicData uri="http://schemas.openxmlformats.org/presentationml/2006/ole">
            <mc:AlternateContent xmlns:mc="http://schemas.openxmlformats.org/markup-compatibility/2006">
              <mc:Choice xmlns:v="urn:schemas-microsoft-com:vml" Requires="v">
                <p:oleObj spid="_x0000_s81983" name="Equation" r:id="rId5" imgW="2412720" imgH="507960" progId="Equation.DSMT4">
                  <p:embed/>
                </p:oleObj>
              </mc:Choice>
              <mc:Fallback>
                <p:oleObj name="Equation" r:id="rId5" imgW="2412720" imgH="507960" progId="Equation.DSMT4">
                  <p:embed/>
                  <p:pic>
                    <p:nvPicPr>
                      <p:cNvPr id="21518" name="Object 14"/>
                      <p:cNvPicPr>
                        <a:picLocks noChangeAspect="1" noChangeArrowheads="1"/>
                      </p:cNvPicPr>
                      <p:nvPr/>
                    </p:nvPicPr>
                    <p:blipFill>
                      <a:blip r:embed="rId6"/>
                      <a:srcRect/>
                      <a:stretch>
                        <a:fillRect/>
                      </a:stretch>
                    </p:blipFill>
                    <p:spPr bwMode="auto">
                      <a:xfrm>
                        <a:off x="1825625" y="2136775"/>
                        <a:ext cx="5562600" cy="1219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41" name="AutoShape 37" descr="羊皮纸"/>
          <p:cNvSpPr>
            <a:spLocks noChangeArrowheads="1"/>
          </p:cNvSpPr>
          <p:nvPr/>
        </p:nvSpPr>
        <p:spPr bwMode="auto">
          <a:xfrm>
            <a:off x="7092950" y="2565400"/>
            <a:ext cx="1512888" cy="1079500"/>
          </a:xfrm>
          <a:prstGeom prst="wedgeRoundRectCallout">
            <a:avLst>
              <a:gd name="adj1" fmla="val -159551"/>
              <a:gd name="adj2" fmla="val -2796"/>
              <a:gd name="adj3" fmla="val 16667"/>
            </a:avLst>
          </a:prstGeom>
          <a:blipFill dpi="0" rotWithShape="1">
            <a:blip r:embed="rId7"/>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zh-CN" altLang="en-US" sz="2800">
                <a:solidFill>
                  <a:schemeClr val="tx1"/>
                </a:solidFill>
              </a:rPr>
              <a:t>模相乘</a:t>
            </a:r>
          </a:p>
          <a:p>
            <a:pPr algn="ctr"/>
            <a:r>
              <a:rPr kumimoji="1" lang="zh-CN" altLang="en-US" sz="2800">
                <a:solidFill>
                  <a:schemeClr val="tx1"/>
                </a:solidFill>
              </a:rPr>
              <a:t>角相加</a:t>
            </a:r>
          </a:p>
        </p:txBody>
      </p:sp>
      <p:sp>
        <p:nvSpPr>
          <p:cNvPr id="21542" name="AutoShape 38" descr="羊皮纸"/>
          <p:cNvSpPr>
            <a:spLocks noChangeArrowheads="1"/>
          </p:cNvSpPr>
          <p:nvPr/>
        </p:nvSpPr>
        <p:spPr bwMode="auto">
          <a:xfrm>
            <a:off x="7092950" y="4941888"/>
            <a:ext cx="1512888" cy="1079500"/>
          </a:xfrm>
          <a:prstGeom prst="wedgeRoundRectCallout">
            <a:avLst>
              <a:gd name="adj1" fmla="val -210968"/>
              <a:gd name="adj2" fmla="val -17500"/>
              <a:gd name="adj3" fmla="val 16667"/>
            </a:avLst>
          </a:prstGeom>
          <a:blipFill dpi="0" rotWithShape="1">
            <a:blip r:embed="rId7"/>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zh-CN" altLang="en-US" sz="2800">
                <a:solidFill>
                  <a:schemeClr val="tx1"/>
                </a:solidFill>
              </a:rPr>
              <a:t>模相除</a:t>
            </a:r>
          </a:p>
          <a:p>
            <a:pPr algn="ctr"/>
            <a:r>
              <a:rPr kumimoji="1" lang="zh-CN" altLang="en-US" sz="2800">
                <a:solidFill>
                  <a:schemeClr val="tx1"/>
                </a:solidFill>
              </a:rPr>
              <a:t>角相减</a:t>
            </a:r>
          </a:p>
        </p:txBody>
      </p:sp>
    </p:spTree>
    <p:extLst>
      <p:ext uri="{BB962C8B-B14F-4D97-AF65-F5344CB8AC3E}">
        <p14:creationId xmlns:p14="http://schemas.microsoft.com/office/powerpoint/2010/main" val="2202386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21506"/>
                                        </p:tgtEl>
                                        <p:attrNameLst>
                                          <p:attrName>style.visibility</p:attrName>
                                        </p:attrNameLst>
                                      </p:cBhvr>
                                      <p:to>
                                        <p:strVal val="visible"/>
                                      </p:to>
                                    </p:set>
                                    <p:animEffect transition="in" filter="randombar(horizontal)">
                                      <p:cBhvr>
                                        <p:cTn id="7" dur="500"/>
                                        <p:tgtEl>
                                          <p:spTgt spid="215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1540"/>
                                        </p:tgtEl>
                                        <p:attrNameLst>
                                          <p:attrName>style.visibility</p:attrName>
                                        </p:attrNameLst>
                                      </p:cBhvr>
                                      <p:to>
                                        <p:strVal val="visible"/>
                                      </p:to>
                                    </p:set>
                                    <p:animEffect transition="in" filter="wipe(left)">
                                      <p:cBhvr>
                                        <p:cTn id="12" dur="1000"/>
                                        <p:tgtEl>
                                          <p:spTgt spid="2154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288" fill="hold" grpId="0" nodeType="clickEffect">
                                  <p:stCondLst>
                                    <p:cond delay="0"/>
                                  </p:stCondLst>
                                  <p:childTnLst>
                                    <p:set>
                                      <p:cBhvr>
                                        <p:cTn id="16" dur="1" fill="hold">
                                          <p:stCondLst>
                                            <p:cond delay="0"/>
                                          </p:stCondLst>
                                        </p:cTn>
                                        <p:tgtEl>
                                          <p:spTgt spid="21517"/>
                                        </p:tgtEl>
                                        <p:attrNameLst>
                                          <p:attrName>style.visibility</p:attrName>
                                        </p:attrNameLst>
                                      </p:cBhvr>
                                      <p:to>
                                        <p:strVal val="visible"/>
                                      </p:to>
                                    </p:set>
                                    <p:anim calcmode="lin" valueType="num">
                                      <p:cBhvr>
                                        <p:cTn id="17" dur="500" fill="hold"/>
                                        <p:tgtEl>
                                          <p:spTgt spid="21517"/>
                                        </p:tgtEl>
                                        <p:attrNameLst>
                                          <p:attrName>ppt_w</p:attrName>
                                        </p:attrNameLst>
                                      </p:cBhvr>
                                      <p:tavLst>
                                        <p:tav tm="0">
                                          <p:val>
                                            <p:strVal val="4/3*#ppt_w"/>
                                          </p:val>
                                        </p:tav>
                                        <p:tav tm="100000">
                                          <p:val>
                                            <p:strVal val="#ppt_w"/>
                                          </p:val>
                                        </p:tav>
                                      </p:tavLst>
                                    </p:anim>
                                    <p:anim calcmode="lin" valueType="num">
                                      <p:cBhvr>
                                        <p:cTn id="18" dur="500" fill="hold"/>
                                        <p:tgtEl>
                                          <p:spTgt spid="21517"/>
                                        </p:tgtEl>
                                        <p:attrNameLst>
                                          <p:attrName>ppt_h</p:attrName>
                                        </p:attrNameLst>
                                      </p:cBhvr>
                                      <p:tavLst>
                                        <p:tav tm="0">
                                          <p:val>
                                            <p:strVal val="4/3*#ppt_h"/>
                                          </p:val>
                                        </p:tav>
                                        <p:tav tm="100000">
                                          <p:val>
                                            <p:strVal val="#ppt_h"/>
                                          </p:val>
                                        </p:tav>
                                      </p:tavLst>
                                    </p:anim>
                                  </p:childTnLst>
                                </p:cTn>
                              </p:par>
                            </p:childTnLst>
                          </p:cTn>
                        </p:par>
                        <p:par>
                          <p:cTn id="19" fill="hold" nodeType="afterGroup">
                            <p:stCondLst>
                              <p:cond delay="500"/>
                            </p:stCondLst>
                            <p:childTnLst>
                              <p:par>
                                <p:cTn id="20" presetID="17" presetClass="entr" presetSubtype="8" fill="hold" nodeType="afterEffect">
                                  <p:stCondLst>
                                    <p:cond delay="0"/>
                                  </p:stCondLst>
                                  <p:childTnLst>
                                    <p:set>
                                      <p:cBhvr>
                                        <p:cTn id="21" dur="1" fill="hold">
                                          <p:stCondLst>
                                            <p:cond delay="0"/>
                                          </p:stCondLst>
                                        </p:cTn>
                                        <p:tgtEl>
                                          <p:spTgt spid="21518"/>
                                        </p:tgtEl>
                                        <p:attrNameLst>
                                          <p:attrName>style.visibility</p:attrName>
                                        </p:attrNameLst>
                                      </p:cBhvr>
                                      <p:to>
                                        <p:strVal val="visible"/>
                                      </p:to>
                                    </p:set>
                                    <p:anim calcmode="lin" valueType="num">
                                      <p:cBhvr>
                                        <p:cTn id="22" dur="500" fill="hold"/>
                                        <p:tgtEl>
                                          <p:spTgt spid="21518"/>
                                        </p:tgtEl>
                                        <p:attrNameLst>
                                          <p:attrName>ppt_x</p:attrName>
                                        </p:attrNameLst>
                                      </p:cBhvr>
                                      <p:tavLst>
                                        <p:tav tm="0">
                                          <p:val>
                                            <p:strVal val="#ppt_x-#ppt_w/2"/>
                                          </p:val>
                                        </p:tav>
                                        <p:tav tm="100000">
                                          <p:val>
                                            <p:strVal val="#ppt_x"/>
                                          </p:val>
                                        </p:tav>
                                      </p:tavLst>
                                    </p:anim>
                                    <p:anim calcmode="lin" valueType="num">
                                      <p:cBhvr>
                                        <p:cTn id="23" dur="500" fill="hold"/>
                                        <p:tgtEl>
                                          <p:spTgt spid="21518"/>
                                        </p:tgtEl>
                                        <p:attrNameLst>
                                          <p:attrName>ppt_y</p:attrName>
                                        </p:attrNameLst>
                                      </p:cBhvr>
                                      <p:tavLst>
                                        <p:tav tm="0">
                                          <p:val>
                                            <p:strVal val="#ppt_y"/>
                                          </p:val>
                                        </p:tav>
                                        <p:tav tm="100000">
                                          <p:val>
                                            <p:strVal val="#ppt_y"/>
                                          </p:val>
                                        </p:tav>
                                      </p:tavLst>
                                    </p:anim>
                                    <p:anim calcmode="lin" valueType="num">
                                      <p:cBhvr>
                                        <p:cTn id="24" dur="500" fill="hold"/>
                                        <p:tgtEl>
                                          <p:spTgt spid="21518"/>
                                        </p:tgtEl>
                                        <p:attrNameLst>
                                          <p:attrName>ppt_w</p:attrName>
                                        </p:attrNameLst>
                                      </p:cBhvr>
                                      <p:tavLst>
                                        <p:tav tm="0">
                                          <p:val>
                                            <p:fltVal val="0"/>
                                          </p:val>
                                        </p:tav>
                                        <p:tav tm="100000">
                                          <p:val>
                                            <p:strVal val="#ppt_w"/>
                                          </p:val>
                                        </p:tav>
                                      </p:tavLst>
                                    </p:anim>
                                    <p:anim calcmode="lin" valueType="num">
                                      <p:cBhvr>
                                        <p:cTn id="25" dur="500" fill="hold"/>
                                        <p:tgtEl>
                                          <p:spTgt spid="21518"/>
                                        </p:tgtEl>
                                        <p:attrNameLst>
                                          <p:attrName>ppt_h</p:attrName>
                                        </p:attrNameLst>
                                      </p:cBhvr>
                                      <p:tavLst>
                                        <p:tav tm="0">
                                          <p:val>
                                            <p:strVal val="#ppt_h"/>
                                          </p:val>
                                        </p:tav>
                                        <p:tav tm="100000">
                                          <p:val>
                                            <p:strVal val="#ppt_h"/>
                                          </p:val>
                                        </p:tav>
                                      </p:tavLst>
                                    </p:anim>
                                  </p:childTnLst>
                                </p:cTn>
                              </p:par>
                            </p:childTnLst>
                          </p:cTn>
                        </p:par>
                        <p:par>
                          <p:cTn id="26" fill="hold" nodeType="afterGroup">
                            <p:stCondLst>
                              <p:cond delay="1000"/>
                            </p:stCondLst>
                            <p:childTnLst>
                              <p:par>
                                <p:cTn id="27" presetID="20" presetClass="entr" presetSubtype="0" fill="hold" grpId="0" nodeType="afterEffect">
                                  <p:stCondLst>
                                    <p:cond delay="0"/>
                                  </p:stCondLst>
                                  <p:childTnLst>
                                    <p:set>
                                      <p:cBhvr>
                                        <p:cTn id="28" dur="1" fill="hold">
                                          <p:stCondLst>
                                            <p:cond delay="0"/>
                                          </p:stCondLst>
                                        </p:cTn>
                                        <p:tgtEl>
                                          <p:spTgt spid="21541"/>
                                        </p:tgtEl>
                                        <p:attrNameLst>
                                          <p:attrName>style.visibility</p:attrName>
                                        </p:attrNameLst>
                                      </p:cBhvr>
                                      <p:to>
                                        <p:strVal val="visible"/>
                                      </p:to>
                                    </p:set>
                                    <p:animEffect transition="in" filter="wedge">
                                      <p:cBhvr>
                                        <p:cTn id="29" dur="2000"/>
                                        <p:tgtEl>
                                          <p:spTgt spid="2154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21525"/>
                                        </p:tgtEl>
                                        <p:attrNameLst>
                                          <p:attrName>style.visibility</p:attrName>
                                        </p:attrNameLst>
                                      </p:cBhvr>
                                      <p:to>
                                        <p:strVal val="visible"/>
                                      </p:to>
                                    </p:set>
                                    <p:animEffect transition="in" filter="wipe(up)">
                                      <p:cBhvr>
                                        <p:cTn id="34" dur="2000"/>
                                        <p:tgtEl>
                                          <p:spTgt spid="21525"/>
                                        </p:tgtEl>
                                      </p:cBhvr>
                                    </p:animEffect>
                                  </p:childTnLst>
                                </p:cTn>
                              </p:par>
                            </p:childTnLst>
                          </p:cTn>
                        </p:par>
                        <p:par>
                          <p:cTn id="35" fill="hold" nodeType="afterGroup">
                            <p:stCondLst>
                              <p:cond delay="2000"/>
                            </p:stCondLst>
                            <p:childTnLst>
                              <p:par>
                                <p:cTn id="36" presetID="20" presetClass="entr" presetSubtype="0" fill="hold" grpId="0" nodeType="afterEffect">
                                  <p:stCondLst>
                                    <p:cond delay="0"/>
                                  </p:stCondLst>
                                  <p:childTnLst>
                                    <p:set>
                                      <p:cBhvr>
                                        <p:cTn id="37" dur="1" fill="hold">
                                          <p:stCondLst>
                                            <p:cond delay="0"/>
                                          </p:stCondLst>
                                        </p:cTn>
                                        <p:tgtEl>
                                          <p:spTgt spid="21542"/>
                                        </p:tgtEl>
                                        <p:attrNameLst>
                                          <p:attrName>style.visibility</p:attrName>
                                        </p:attrNameLst>
                                      </p:cBhvr>
                                      <p:to>
                                        <p:strVal val="visible"/>
                                      </p:to>
                                    </p:set>
                                    <p:animEffect transition="in" filter="wedge">
                                      <p:cBhvr>
                                        <p:cTn id="38" dur="2000"/>
                                        <p:tgtEl>
                                          <p:spTgt spid="215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autoUpdateAnimBg="0"/>
      <p:bldP spid="21517" grpId="0" autoUpdateAnimBg="0"/>
      <p:bldP spid="21541" grpId="0" animBg="1"/>
      <p:bldP spid="2154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9" name="Text Box 11"/>
          <p:cNvSpPr txBox="1">
            <a:spLocks noChangeArrowheads="1"/>
          </p:cNvSpPr>
          <p:nvPr/>
        </p:nvSpPr>
        <p:spPr bwMode="auto">
          <a:xfrm>
            <a:off x="611188" y="549275"/>
            <a:ext cx="896937" cy="579438"/>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3200">
                <a:latin typeface="Times New Roman" panose="02020603050405020304" pitchFamily="18" charset="0"/>
                <a:ea typeface="宋体" panose="02010600030101010101" pitchFamily="2" charset="-122"/>
              </a:rPr>
              <a:t>例</a:t>
            </a:r>
            <a:r>
              <a:rPr kumimoji="1" lang="en-US" altLang="zh-CN" sz="3200" b="0">
                <a:latin typeface="Times New Roman" panose="02020603050405020304" pitchFamily="18" charset="0"/>
                <a:ea typeface="宋体" panose="02010600030101010101" pitchFamily="2" charset="-122"/>
              </a:rPr>
              <a:t>1</a:t>
            </a:r>
            <a:r>
              <a:rPr kumimoji="1" lang="en-US" altLang="zh-CN" sz="3200">
                <a:latin typeface="Times New Roman" panose="02020603050405020304" pitchFamily="18" charset="0"/>
                <a:ea typeface="宋体" panose="02010600030101010101" pitchFamily="2" charset="-122"/>
              </a:rPr>
              <a:t> </a:t>
            </a:r>
          </a:p>
        </p:txBody>
      </p:sp>
      <p:graphicFrame>
        <p:nvGraphicFramePr>
          <p:cNvPr id="68623" name="Object 15"/>
          <p:cNvGraphicFramePr>
            <a:graphicFrameLocks noChangeAspect="1"/>
          </p:cNvGraphicFramePr>
          <p:nvPr>
            <p:extLst>
              <p:ext uri="{D42A27DB-BD31-4B8C-83A1-F6EECF244321}">
                <p14:modId xmlns:p14="http://schemas.microsoft.com/office/powerpoint/2010/main" val="3665585133"/>
              </p:ext>
            </p:extLst>
          </p:nvPr>
        </p:nvGraphicFramePr>
        <p:xfrm>
          <a:off x="2073275" y="635000"/>
          <a:ext cx="3052763" cy="444500"/>
        </p:xfrm>
        <a:graphic>
          <a:graphicData uri="http://schemas.openxmlformats.org/presentationml/2006/ole">
            <mc:AlternateContent xmlns:mc="http://schemas.openxmlformats.org/markup-compatibility/2006">
              <mc:Choice xmlns:v="urn:schemas-microsoft-com:vml" Requires="v">
                <p:oleObj spid="_x0000_s83246" name="Equation" r:id="rId3" imgW="1384200" imgH="203040" progId="Equation.DSMT4">
                  <p:embed/>
                </p:oleObj>
              </mc:Choice>
              <mc:Fallback>
                <p:oleObj name="Equation" r:id="rId3" imgW="1384200" imgH="203040" progId="Equation.DSMT4">
                  <p:embed/>
                  <p:pic>
                    <p:nvPicPr>
                      <p:cNvPr id="68623" name="Object 15"/>
                      <p:cNvPicPr>
                        <a:picLocks noChangeAspect="1" noChangeArrowheads="1"/>
                      </p:cNvPicPr>
                      <p:nvPr/>
                    </p:nvPicPr>
                    <p:blipFill>
                      <a:blip r:embed="rId4"/>
                      <a:srcRect/>
                      <a:stretch>
                        <a:fillRect/>
                      </a:stretch>
                    </p:blipFill>
                    <p:spPr bwMode="auto">
                      <a:xfrm>
                        <a:off x="2073275" y="635000"/>
                        <a:ext cx="3052763"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624" name="Object 16"/>
          <p:cNvGraphicFramePr>
            <a:graphicFrameLocks noChangeAspect="1"/>
          </p:cNvGraphicFramePr>
          <p:nvPr>
            <p:extLst>
              <p:ext uri="{D42A27DB-BD31-4B8C-83A1-F6EECF244321}">
                <p14:modId xmlns:p14="http://schemas.microsoft.com/office/powerpoint/2010/main" val="3381707043"/>
              </p:ext>
            </p:extLst>
          </p:nvPr>
        </p:nvGraphicFramePr>
        <p:xfrm>
          <a:off x="2087563" y="1309688"/>
          <a:ext cx="5400675" cy="469900"/>
        </p:xfrm>
        <a:graphic>
          <a:graphicData uri="http://schemas.openxmlformats.org/presentationml/2006/ole">
            <mc:AlternateContent xmlns:mc="http://schemas.openxmlformats.org/markup-compatibility/2006">
              <mc:Choice xmlns:v="urn:schemas-microsoft-com:vml" Requires="v">
                <p:oleObj spid="_x0000_s83247" name="Equation" r:id="rId5" imgW="2489040" imgH="215640" progId="Equation.DSMT4">
                  <p:embed/>
                </p:oleObj>
              </mc:Choice>
              <mc:Fallback>
                <p:oleObj name="Equation" r:id="rId5" imgW="2489040" imgH="215640" progId="Equation.DSMT4">
                  <p:embed/>
                  <p:pic>
                    <p:nvPicPr>
                      <p:cNvPr id="68624" name="Object 16"/>
                      <p:cNvPicPr>
                        <a:picLocks noChangeAspect="1" noChangeArrowheads="1"/>
                      </p:cNvPicPr>
                      <p:nvPr/>
                    </p:nvPicPr>
                    <p:blipFill>
                      <a:blip r:embed="rId6"/>
                      <a:srcRect/>
                      <a:stretch>
                        <a:fillRect/>
                      </a:stretch>
                    </p:blipFill>
                    <p:spPr bwMode="auto">
                      <a:xfrm>
                        <a:off x="2087563" y="1309688"/>
                        <a:ext cx="5400675"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625" name="Object 17"/>
          <p:cNvGraphicFramePr>
            <a:graphicFrameLocks noChangeAspect="1"/>
          </p:cNvGraphicFramePr>
          <p:nvPr>
            <p:extLst>
              <p:ext uri="{D42A27DB-BD31-4B8C-83A1-F6EECF244321}">
                <p14:modId xmlns:p14="http://schemas.microsoft.com/office/powerpoint/2010/main" val="4126059915"/>
              </p:ext>
            </p:extLst>
          </p:nvPr>
        </p:nvGraphicFramePr>
        <p:xfrm>
          <a:off x="2676525" y="1943100"/>
          <a:ext cx="2198688" cy="436563"/>
        </p:xfrm>
        <a:graphic>
          <a:graphicData uri="http://schemas.openxmlformats.org/presentationml/2006/ole">
            <mc:AlternateContent xmlns:mc="http://schemas.openxmlformats.org/markup-compatibility/2006">
              <mc:Choice xmlns:v="urn:schemas-microsoft-com:vml" Requires="v">
                <p:oleObj spid="_x0000_s83248" name="Equation" r:id="rId7" imgW="1015920" imgH="203040" progId="Equation.DSMT4">
                  <p:embed/>
                </p:oleObj>
              </mc:Choice>
              <mc:Fallback>
                <p:oleObj name="Equation" r:id="rId7" imgW="1015920" imgH="203040" progId="Equation.DSMT4">
                  <p:embed/>
                  <p:pic>
                    <p:nvPicPr>
                      <p:cNvPr id="68625" name="Object 17"/>
                      <p:cNvPicPr>
                        <a:picLocks noChangeAspect="1" noChangeArrowheads="1"/>
                      </p:cNvPicPr>
                      <p:nvPr/>
                    </p:nvPicPr>
                    <p:blipFill>
                      <a:blip r:embed="rId8"/>
                      <a:srcRect/>
                      <a:stretch>
                        <a:fillRect/>
                      </a:stretch>
                    </p:blipFill>
                    <p:spPr bwMode="auto">
                      <a:xfrm>
                        <a:off x="2676525" y="1943100"/>
                        <a:ext cx="2198688" cy="436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626" name="Object 18"/>
          <p:cNvGraphicFramePr>
            <a:graphicFrameLocks noChangeAspect="1"/>
          </p:cNvGraphicFramePr>
          <p:nvPr>
            <p:extLst>
              <p:ext uri="{D42A27DB-BD31-4B8C-83A1-F6EECF244321}">
                <p14:modId xmlns:p14="http://schemas.microsoft.com/office/powerpoint/2010/main" val="2596087548"/>
              </p:ext>
            </p:extLst>
          </p:nvPr>
        </p:nvGraphicFramePr>
        <p:xfrm>
          <a:off x="5260975" y="1858963"/>
          <a:ext cx="2295525" cy="450850"/>
        </p:xfrm>
        <a:graphic>
          <a:graphicData uri="http://schemas.openxmlformats.org/presentationml/2006/ole">
            <mc:AlternateContent xmlns:mc="http://schemas.openxmlformats.org/markup-compatibility/2006">
              <mc:Choice xmlns:v="urn:schemas-microsoft-com:vml" Requires="v">
                <p:oleObj spid="_x0000_s83249" name="Equation" r:id="rId9" imgW="1028520" imgH="203040" progId="Equation.DSMT4">
                  <p:embed/>
                </p:oleObj>
              </mc:Choice>
              <mc:Fallback>
                <p:oleObj name="Equation" r:id="rId9" imgW="1028520" imgH="203040" progId="Equation.DSMT4">
                  <p:embed/>
                  <p:pic>
                    <p:nvPicPr>
                      <p:cNvPr id="68626" name="Object 18"/>
                      <p:cNvPicPr>
                        <a:picLocks noChangeAspect="1" noChangeArrowheads="1"/>
                      </p:cNvPicPr>
                      <p:nvPr/>
                    </p:nvPicPr>
                    <p:blipFill>
                      <a:blip r:embed="rId10"/>
                      <a:srcRect/>
                      <a:stretch>
                        <a:fillRect/>
                      </a:stretch>
                    </p:blipFill>
                    <p:spPr bwMode="auto">
                      <a:xfrm>
                        <a:off x="5260975" y="1858963"/>
                        <a:ext cx="2295525" cy="450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627" name="Text Box 19"/>
          <p:cNvSpPr txBox="1">
            <a:spLocks noChangeArrowheads="1"/>
          </p:cNvSpPr>
          <p:nvPr/>
        </p:nvSpPr>
        <p:spPr bwMode="auto">
          <a:xfrm>
            <a:off x="611188" y="1341438"/>
            <a:ext cx="719137" cy="461665"/>
          </a:xfrm>
          <a:prstGeom prst="rect">
            <a:avLst/>
          </a:prstGeom>
          <a:solidFill>
            <a:srgbClr val="990033"/>
          </a:solidFill>
          <a:ln>
            <a:noFill/>
          </a:ln>
          <a:effectLst/>
          <a:extLs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400">
                <a:solidFill>
                  <a:schemeClr val="bg1"/>
                </a:solidFill>
                <a:latin typeface="Times New Roman" panose="02020603050405020304" pitchFamily="18" charset="0"/>
                <a:ea typeface="宋体" panose="02010600030101010101" pitchFamily="2" charset="-122"/>
              </a:rPr>
              <a:t>解</a:t>
            </a:r>
          </a:p>
        </p:txBody>
      </p:sp>
      <p:sp>
        <p:nvSpPr>
          <p:cNvPr id="68634" name="Text Box 26"/>
          <p:cNvSpPr txBox="1">
            <a:spLocks noChangeArrowheads="1"/>
          </p:cNvSpPr>
          <p:nvPr/>
        </p:nvSpPr>
        <p:spPr bwMode="auto">
          <a:xfrm>
            <a:off x="539750" y="2660650"/>
            <a:ext cx="795338" cy="579438"/>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3200">
                <a:latin typeface="Times New Roman" panose="02020603050405020304" pitchFamily="18" charset="0"/>
                <a:ea typeface="宋体" panose="02010600030101010101" pitchFamily="2" charset="-122"/>
              </a:rPr>
              <a:t>例</a:t>
            </a:r>
            <a:r>
              <a:rPr kumimoji="1" lang="en-US" altLang="zh-CN" sz="3200" b="0">
                <a:latin typeface="Times New Roman" panose="02020603050405020304" pitchFamily="18" charset="0"/>
                <a:ea typeface="宋体" panose="02010600030101010101" pitchFamily="2" charset="-122"/>
              </a:rPr>
              <a:t>2</a:t>
            </a:r>
          </a:p>
        </p:txBody>
      </p:sp>
      <p:graphicFrame>
        <p:nvGraphicFramePr>
          <p:cNvPr id="68635" name="Object 27"/>
          <p:cNvGraphicFramePr>
            <a:graphicFrameLocks noChangeAspect="1"/>
          </p:cNvGraphicFramePr>
          <p:nvPr>
            <p:extLst>
              <p:ext uri="{D42A27DB-BD31-4B8C-83A1-F6EECF244321}">
                <p14:modId xmlns:p14="http://schemas.microsoft.com/office/powerpoint/2010/main" val="2311991324"/>
              </p:ext>
            </p:extLst>
          </p:nvPr>
        </p:nvGraphicFramePr>
        <p:xfrm>
          <a:off x="1824038" y="2557463"/>
          <a:ext cx="4552950" cy="868362"/>
        </p:xfrm>
        <a:graphic>
          <a:graphicData uri="http://schemas.openxmlformats.org/presentationml/2006/ole">
            <mc:AlternateContent xmlns:mc="http://schemas.openxmlformats.org/markup-compatibility/2006">
              <mc:Choice xmlns:v="urn:schemas-microsoft-com:vml" Requires="v">
                <p:oleObj spid="_x0000_s83250" name="Equation" r:id="rId11" imgW="2197080" imgH="419040" progId="Equation.DSMT4">
                  <p:embed/>
                </p:oleObj>
              </mc:Choice>
              <mc:Fallback>
                <p:oleObj name="Equation" r:id="rId11" imgW="2197080" imgH="419040" progId="Equation.DSMT4">
                  <p:embed/>
                  <p:pic>
                    <p:nvPicPr>
                      <p:cNvPr id="68635" name="Object 27"/>
                      <p:cNvPicPr>
                        <a:picLocks noChangeAspect="1" noChangeArrowheads="1"/>
                      </p:cNvPicPr>
                      <p:nvPr/>
                    </p:nvPicPr>
                    <p:blipFill>
                      <a:blip r:embed="rId12"/>
                      <a:srcRect/>
                      <a:stretch>
                        <a:fillRect/>
                      </a:stretch>
                    </p:blipFill>
                    <p:spPr bwMode="auto">
                      <a:xfrm>
                        <a:off x="1824038" y="2557463"/>
                        <a:ext cx="4552950" cy="868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636" name="Text Box 28"/>
          <p:cNvSpPr txBox="1">
            <a:spLocks noChangeArrowheads="1"/>
          </p:cNvSpPr>
          <p:nvPr/>
        </p:nvSpPr>
        <p:spPr bwMode="auto">
          <a:xfrm>
            <a:off x="539750" y="3644900"/>
            <a:ext cx="647700" cy="461665"/>
          </a:xfrm>
          <a:prstGeom prst="rect">
            <a:avLst/>
          </a:prstGeom>
          <a:solidFill>
            <a:srgbClr val="99003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400">
                <a:solidFill>
                  <a:schemeClr val="bg1"/>
                </a:solidFill>
                <a:latin typeface="Times New Roman" panose="02020603050405020304" pitchFamily="18" charset="0"/>
                <a:ea typeface="宋体" panose="02010600030101010101" pitchFamily="2" charset="-122"/>
              </a:rPr>
              <a:t>解</a:t>
            </a:r>
          </a:p>
        </p:txBody>
      </p:sp>
      <p:graphicFrame>
        <p:nvGraphicFramePr>
          <p:cNvPr id="68637" name="Object 29"/>
          <p:cNvGraphicFramePr>
            <a:graphicFrameLocks noChangeAspect="1"/>
          </p:cNvGraphicFramePr>
          <p:nvPr>
            <p:extLst>
              <p:ext uri="{D42A27DB-BD31-4B8C-83A1-F6EECF244321}">
                <p14:modId xmlns:p14="http://schemas.microsoft.com/office/powerpoint/2010/main" val="61551526"/>
              </p:ext>
            </p:extLst>
          </p:nvPr>
        </p:nvGraphicFramePr>
        <p:xfrm>
          <a:off x="1423988" y="3756025"/>
          <a:ext cx="2762250" cy="444500"/>
        </p:xfrm>
        <a:graphic>
          <a:graphicData uri="http://schemas.openxmlformats.org/presentationml/2006/ole">
            <mc:AlternateContent xmlns:mc="http://schemas.openxmlformats.org/markup-compatibility/2006">
              <mc:Choice xmlns:v="urn:schemas-microsoft-com:vml" Requires="v">
                <p:oleObj spid="_x0000_s83251" name="Equation" r:id="rId13" imgW="1333440" imgH="215640" progId="Equation.DSMT4">
                  <p:embed/>
                </p:oleObj>
              </mc:Choice>
              <mc:Fallback>
                <p:oleObj name="Equation" r:id="rId13" imgW="1333440" imgH="215640" progId="Equation.DSMT4">
                  <p:embed/>
                  <p:pic>
                    <p:nvPicPr>
                      <p:cNvPr id="68637" name="Object 29"/>
                      <p:cNvPicPr>
                        <a:picLocks noChangeAspect="1" noChangeArrowheads="1"/>
                      </p:cNvPicPr>
                      <p:nvPr/>
                    </p:nvPicPr>
                    <p:blipFill>
                      <a:blip r:embed="rId14"/>
                      <a:srcRect/>
                      <a:stretch>
                        <a:fillRect/>
                      </a:stretch>
                    </p:blipFill>
                    <p:spPr bwMode="auto">
                      <a:xfrm>
                        <a:off x="1423988" y="3756025"/>
                        <a:ext cx="276225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638" name="Object 30"/>
          <p:cNvGraphicFramePr>
            <a:graphicFrameLocks noChangeAspect="1"/>
          </p:cNvGraphicFramePr>
          <p:nvPr>
            <p:extLst>
              <p:ext uri="{D42A27DB-BD31-4B8C-83A1-F6EECF244321}">
                <p14:modId xmlns:p14="http://schemas.microsoft.com/office/powerpoint/2010/main" val="3412048969"/>
              </p:ext>
            </p:extLst>
          </p:nvPr>
        </p:nvGraphicFramePr>
        <p:xfrm>
          <a:off x="4214886" y="3494087"/>
          <a:ext cx="3763963" cy="868363"/>
        </p:xfrm>
        <a:graphic>
          <a:graphicData uri="http://schemas.openxmlformats.org/presentationml/2006/ole">
            <mc:AlternateContent xmlns:mc="http://schemas.openxmlformats.org/markup-compatibility/2006">
              <mc:Choice xmlns:v="urn:schemas-microsoft-com:vml" Requires="v">
                <p:oleObj spid="_x0000_s83252" name="Equation" r:id="rId15" imgW="1815840" imgH="419040" progId="Equation.DSMT4">
                  <p:embed/>
                </p:oleObj>
              </mc:Choice>
              <mc:Fallback>
                <p:oleObj name="Equation" r:id="rId15" imgW="1815840" imgH="419040" progId="Equation.DSMT4">
                  <p:embed/>
                  <p:pic>
                    <p:nvPicPr>
                      <p:cNvPr id="68638" name="Object 30"/>
                      <p:cNvPicPr>
                        <a:picLocks noChangeAspect="1" noChangeArrowheads="1"/>
                      </p:cNvPicPr>
                      <p:nvPr/>
                    </p:nvPicPr>
                    <p:blipFill>
                      <a:blip r:embed="rId16"/>
                      <a:srcRect/>
                      <a:stretch>
                        <a:fillRect/>
                      </a:stretch>
                    </p:blipFill>
                    <p:spPr bwMode="auto">
                      <a:xfrm>
                        <a:off x="4214886" y="3494087"/>
                        <a:ext cx="3763963" cy="868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639" name="Object 31"/>
          <p:cNvGraphicFramePr>
            <a:graphicFrameLocks noChangeAspect="1"/>
          </p:cNvGraphicFramePr>
          <p:nvPr>
            <p:extLst>
              <p:ext uri="{D42A27DB-BD31-4B8C-83A1-F6EECF244321}">
                <p14:modId xmlns:p14="http://schemas.microsoft.com/office/powerpoint/2010/main" val="540798644"/>
              </p:ext>
            </p:extLst>
          </p:nvPr>
        </p:nvGraphicFramePr>
        <p:xfrm>
          <a:off x="2320925" y="4606925"/>
          <a:ext cx="4105275" cy="474663"/>
        </p:xfrm>
        <a:graphic>
          <a:graphicData uri="http://schemas.openxmlformats.org/presentationml/2006/ole">
            <mc:AlternateContent xmlns:mc="http://schemas.openxmlformats.org/markup-compatibility/2006">
              <mc:Choice xmlns:v="urn:schemas-microsoft-com:vml" Requires="v">
                <p:oleObj spid="_x0000_s83253" name="Equation" r:id="rId17" imgW="1981080" imgH="228600" progId="Equation.DSMT4">
                  <p:embed/>
                </p:oleObj>
              </mc:Choice>
              <mc:Fallback>
                <p:oleObj name="Equation" r:id="rId17" imgW="1981080" imgH="228600" progId="Equation.DSMT4">
                  <p:embed/>
                  <p:pic>
                    <p:nvPicPr>
                      <p:cNvPr id="68639" name="Object 31"/>
                      <p:cNvPicPr>
                        <a:picLocks noChangeAspect="1" noChangeArrowheads="1"/>
                      </p:cNvPicPr>
                      <p:nvPr/>
                    </p:nvPicPr>
                    <p:blipFill>
                      <a:blip r:embed="rId18"/>
                      <a:srcRect/>
                      <a:stretch>
                        <a:fillRect/>
                      </a:stretch>
                    </p:blipFill>
                    <p:spPr bwMode="auto">
                      <a:xfrm>
                        <a:off x="2320925" y="4606925"/>
                        <a:ext cx="4105275" cy="47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640" name="Object 32"/>
          <p:cNvGraphicFramePr>
            <a:graphicFrameLocks noChangeAspect="1"/>
          </p:cNvGraphicFramePr>
          <p:nvPr>
            <p:extLst>
              <p:ext uri="{D42A27DB-BD31-4B8C-83A1-F6EECF244321}">
                <p14:modId xmlns:p14="http://schemas.microsoft.com/office/powerpoint/2010/main" val="3707950471"/>
              </p:ext>
            </p:extLst>
          </p:nvPr>
        </p:nvGraphicFramePr>
        <p:xfrm>
          <a:off x="2339752" y="5326063"/>
          <a:ext cx="4159250" cy="419100"/>
        </p:xfrm>
        <a:graphic>
          <a:graphicData uri="http://schemas.openxmlformats.org/presentationml/2006/ole">
            <mc:AlternateContent xmlns:mc="http://schemas.openxmlformats.org/markup-compatibility/2006">
              <mc:Choice xmlns:v="urn:schemas-microsoft-com:vml" Requires="v">
                <p:oleObj spid="_x0000_s83254" name="Equation" r:id="rId19" imgW="2006280" imgH="203040" progId="Equation.DSMT4">
                  <p:embed/>
                </p:oleObj>
              </mc:Choice>
              <mc:Fallback>
                <p:oleObj name="Equation" r:id="rId19" imgW="2006280" imgH="203040" progId="Equation.DSMT4">
                  <p:embed/>
                  <p:pic>
                    <p:nvPicPr>
                      <p:cNvPr id="68640" name="Object 32"/>
                      <p:cNvPicPr>
                        <a:picLocks noChangeAspect="1" noChangeArrowheads="1"/>
                      </p:cNvPicPr>
                      <p:nvPr/>
                    </p:nvPicPr>
                    <p:blipFill>
                      <a:blip r:embed="rId20"/>
                      <a:srcRect/>
                      <a:stretch>
                        <a:fillRect/>
                      </a:stretch>
                    </p:blipFill>
                    <p:spPr bwMode="auto">
                      <a:xfrm>
                        <a:off x="2339752" y="5326063"/>
                        <a:ext cx="415925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641" name="Object 33"/>
          <p:cNvGraphicFramePr>
            <a:graphicFrameLocks noChangeAspect="1"/>
          </p:cNvGraphicFramePr>
          <p:nvPr>
            <p:extLst>
              <p:ext uri="{D42A27DB-BD31-4B8C-83A1-F6EECF244321}">
                <p14:modId xmlns:p14="http://schemas.microsoft.com/office/powerpoint/2010/main" val="168595803"/>
              </p:ext>
            </p:extLst>
          </p:nvPr>
        </p:nvGraphicFramePr>
        <p:xfrm>
          <a:off x="2345605" y="5902325"/>
          <a:ext cx="3738563" cy="476250"/>
        </p:xfrm>
        <a:graphic>
          <a:graphicData uri="http://schemas.openxmlformats.org/presentationml/2006/ole">
            <mc:AlternateContent xmlns:mc="http://schemas.openxmlformats.org/markup-compatibility/2006">
              <mc:Choice xmlns:v="urn:schemas-microsoft-com:vml" Requires="v">
                <p:oleObj spid="_x0000_s83255" name="Equation" r:id="rId21" imgW="1803240" imgH="228600" progId="Equation.DSMT4">
                  <p:embed/>
                </p:oleObj>
              </mc:Choice>
              <mc:Fallback>
                <p:oleObj name="Equation" r:id="rId21" imgW="1803240" imgH="228600" progId="Equation.DSMT4">
                  <p:embed/>
                  <p:pic>
                    <p:nvPicPr>
                      <p:cNvPr id="68641" name="Object 33"/>
                      <p:cNvPicPr>
                        <a:picLocks noChangeAspect="1" noChangeArrowheads="1"/>
                      </p:cNvPicPr>
                      <p:nvPr/>
                    </p:nvPicPr>
                    <p:blipFill>
                      <a:blip r:embed="rId22"/>
                      <a:srcRect/>
                      <a:stretch>
                        <a:fillRect/>
                      </a:stretch>
                    </p:blipFill>
                    <p:spPr bwMode="auto">
                      <a:xfrm>
                        <a:off x="2345605" y="5902325"/>
                        <a:ext cx="3738563"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0894536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withEffect">
                                  <p:stCondLst>
                                    <p:cond delay="0"/>
                                  </p:stCondLst>
                                  <p:childTnLst>
                                    <p:set>
                                      <p:cBhvr>
                                        <p:cTn id="6" dur="1" fill="hold">
                                          <p:stCondLst>
                                            <p:cond delay="0"/>
                                          </p:stCondLst>
                                        </p:cTn>
                                        <p:tgtEl>
                                          <p:spTgt spid="68619"/>
                                        </p:tgtEl>
                                        <p:attrNameLst>
                                          <p:attrName>style.visibility</p:attrName>
                                        </p:attrNameLst>
                                      </p:cBhvr>
                                      <p:to>
                                        <p:strVal val="visible"/>
                                      </p:to>
                                    </p:set>
                                    <p:anim calcmode="lin" valueType="num">
                                      <p:cBhvr>
                                        <p:cTn id="7" dur="1000" fill="hold"/>
                                        <p:tgtEl>
                                          <p:spTgt spid="68619"/>
                                        </p:tgtEl>
                                        <p:attrNameLst>
                                          <p:attrName>ppt_w</p:attrName>
                                        </p:attrNameLst>
                                      </p:cBhvr>
                                      <p:tavLst>
                                        <p:tav tm="0">
                                          <p:val>
                                            <p:fltVal val="0"/>
                                          </p:val>
                                        </p:tav>
                                        <p:tav tm="100000">
                                          <p:val>
                                            <p:strVal val="#ppt_w"/>
                                          </p:val>
                                        </p:tav>
                                      </p:tavLst>
                                    </p:anim>
                                    <p:anim calcmode="lin" valueType="num">
                                      <p:cBhvr>
                                        <p:cTn id="8" dur="1000" fill="hold"/>
                                        <p:tgtEl>
                                          <p:spTgt spid="68619"/>
                                        </p:tgtEl>
                                        <p:attrNameLst>
                                          <p:attrName>ppt_h</p:attrName>
                                        </p:attrNameLst>
                                      </p:cBhvr>
                                      <p:tavLst>
                                        <p:tav tm="0">
                                          <p:val>
                                            <p:fltVal val="0"/>
                                          </p:val>
                                        </p:tav>
                                        <p:tav tm="100000">
                                          <p:val>
                                            <p:strVal val="#ppt_h"/>
                                          </p:val>
                                        </p:tav>
                                      </p:tavLst>
                                    </p:anim>
                                    <p:anim calcmode="lin" valueType="num">
                                      <p:cBhvr>
                                        <p:cTn id="9" dur="1000" fill="hold"/>
                                        <p:tgtEl>
                                          <p:spTgt spid="68619"/>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6861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2" fill="hold" nodeType="clickEffect">
                                  <p:stCondLst>
                                    <p:cond delay="0"/>
                                  </p:stCondLst>
                                  <p:childTnLst>
                                    <p:set>
                                      <p:cBhvr>
                                        <p:cTn id="14" dur="1" fill="hold">
                                          <p:stCondLst>
                                            <p:cond delay="0"/>
                                          </p:stCondLst>
                                        </p:cTn>
                                        <p:tgtEl>
                                          <p:spTgt spid="68623"/>
                                        </p:tgtEl>
                                        <p:attrNameLst>
                                          <p:attrName>style.visibility</p:attrName>
                                        </p:attrNameLst>
                                      </p:cBhvr>
                                      <p:to>
                                        <p:strVal val="visible"/>
                                      </p:to>
                                    </p:set>
                                    <p:anim calcmode="lin" valueType="num">
                                      <p:cBhvr additive="base">
                                        <p:cTn id="15" dur="500" fill="hold"/>
                                        <p:tgtEl>
                                          <p:spTgt spid="68623"/>
                                        </p:tgtEl>
                                        <p:attrNameLst>
                                          <p:attrName>ppt_x</p:attrName>
                                        </p:attrNameLst>
                                      </p:cBhvr>
                                      <p:tavLst>
                                        <p:tav tm="0">
                                          <p:val>
                                            <p:strVal val="1+#ppt_w/2"/>
                                          </p:val>
                                        </p:tav>
                                        <p:tav tm="100000">
                                          <p:val>
                                            <p:strVal val="#ppt_x"/>
                                          </p:val>
                                        </p:tav>
                                      </p:tavLst>
                                    </p:anim>
                                    <p:anim calcmode="lin" valueType="num">
                                      <p:cBhvr additive="base">
                                        <p:cTn id="16" dur="500" fill="hold"/>
                                        <p:tgtEl>
                                          <p:spTgt spid="68623"/>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5" presetClass="entr" presetSubtype="0" fill="hold" grpId="0" nodeType="clickEffect">
                                  <p:stCondLst>
                                    <p:cond delay="0"/>
                                  </p:stCondLst>
                                  <p:childTnLst>
                                    <p:set>
                                      <p:cBhvr>
                                        <p:cTn id="20" dur="1" fill="hold">
                                          <p:stCondLst>
                                            <p:cond delay="0"/>
                                          </p:stCondLst>
                                        </p:cTn>
                                        <p:tgtEl>
                                          <p:spTgt spid="68627"/>
                                        </p:tgtEl>
                                        <p:attrNameLst>
                                          <p:attrName>style.visibility</p:attrName>
                                        </p:attrNameLst>
                                      </p:cBhvr>
                                      <p:to>
                                        <p:strVal val="visible"/>
                                      </p:to>
                                    </p:set>
                                    <p:anim calcmode="lin" valueType="num">
                                      <p:cBhvr>
                                        <p:cTn id="21" dur="1000" fill="hold"/>
                                        <p:tgtEl>
                                          <p:spTgt spid="68627"/>
                                        </p:tgtEl>
                                        <p:attrNameLst>
                                          <p:attrName>ppt_w</p:attrName>
                                        </p:attrNameLst>
                                      </p:cBhvr>
                                      <p:tavLst>
                                        <p:tav tm="0">
                                          <p:val>
                                            <p:fltVal val="0"/>
                                          </p:val>
                                        </p:tav>
                                        <p:tav tm="100000">
                                          <p:val>
                                            <p:strVal val="#ppt_w"/>
                                          </p:val>
                                        </p:tav>
                                      </p:tavLst>
                                    </p:anim>
                                    <p:anim calcmode="lin" valueType="num">
                                      <p:cBhvr>
                                        <p:cTn id="22" dur="1000" fill="hold"/>
                                        <p:tgtEl>
                                          <p:spTgt spid="68627"/>
                                        </p:tgtEl>
                                        <p:attrNameLst>
                                          <p:attrName>ppt_h</p:attrName>
                                        </p:attrNameLst>
                                      </p:cBhvr>
                                      <p:tavLst>
                                        <p:tav tm="0">
                                          <p:val>
                                            <p:fltVal val="0"/>
                                          </p:val>
                                        </p:tav>
                                        <p:tav tm="100000">
                                          <p:val>
                                            <p:strVal val="#ppt_h"/>
                                          </p:val>
                                        </p:tav>
                                      </p:tavLst>
                                    </p:anim>
                                    <p:anim calcmode="lin" valueType="num">
                                      <p:cBhvr>
                                        <p:cTn id="23" dur="1000" fill="hold"/>
                                        <p:tgtEl>
                                          <p:spTgt spid="68627"/>
                                        </p:tgtEl>
                                        <p:attrNameLst>
                                          <p:attrName>ppt_x</p:attrName>
                                        </p:attrNameLst>
                                      </p:cBhvr>
                                      <p:tavLst>
                                        <p:tav tm="0" fmla="#ppt_x+(cos(-2*pi*(1-$))*-#ppt_x-sin(-2*pi*(1-$))*(1-#ppt_y))*(1-$)">
                                          <p:val>
                                            <p:fltVal val="0"/>
                                          </p:val>
                                        </p:tav>
                                        <p:tav tm="100000">
                                          <p:val>
                                            <p:fltVal val="1"/>
                                          </p:val>
                                        </p:tav>
                                      </p:tavLst>
                                    </p:anim>
                                    <p:anim calcmode="lin" valueType="num">
                                      <p:cBhvr>
                                        <p:cTn id="24" dur="1000" fill="hold"/>
                                        <p:tgtEl>
                                          <p:spTgt spid="6862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68624"/>
                                        </p:tgtEl>
                                        <p:attrNameLst>
                                          <p:attrName>style.visibility</p:attrName>
                                        </p:attrNameLst>
                                      </p:cBhvr>
                                      <p:to>
                                        <p:strVal val="visible"/>
                                      </p:to>
                                    </p:set>
                                    <p:animEffect transition="in" filter="wipe(left)">
                                      <p:cBhvr>
                                        <p:cTn id="29" dur="2000"/>
                                        <p:tgtEl>
                                          <p:spTgt spid="6862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68625"/>
                                        </p:tgtEl>
                                        <p:attrNameLst>
                                          <p:attrName>style.visibility</p:attrName>
                                        </p:attrNameLst>
                                      </p:cBhvr>
                                      <p:to>
                                        <p:strVal val="visible"/>
                                      </p:to>
                                    </p:set>
                                    <p:animEffect transition="in" filter="wipe(left)">
                                      <p:cBhvr>
                                        <p:cTn id="34" dur="2000"/>
                                        <p:tgtEl>
                                          <p:spTgt spid="68625"/>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2" fill="hold" nodeType="clickEffect">
                                  <p:stCondLst>
                                    <p:cond delay="0"/>
                                  </p:stCondLst>
                                  <p:childTnLst>
                                    <p:set>
                                      <p:cBhvr>
                                        <p:cTn id="38" dur="1" fill="hold">
                                          <p:stCondLst>
                                            <p:cond delay="0"/>
                                          </p:stCondLst>
                                        </p:cTn>
                                        <p:tgtEl>
                                          <p:spTgt spid="68626"/>
                                        </p:tgtEl>
                                        <p:attrNameLst>
                                          <p:attrName>style.visibility</p:attrName>
                                        </p:attrNameLst>
                                      </p:cBhvr>
                                      <p:to>
                                        <p:strVal val="visible"/>
                                      </p:to>
                                    </p:set>
                                    <p:anim calcmode="lin" valueType="num">
                                      <p:cBhvr additive="base">
                                        <p:cTn id="39" dur="500" fill="hold"/>
                                        <p:tgtEl>
                                          <p:spTgt spid="68626"/>
                                        </p:tgtEl>
                                        <p:attrNameLst>
                                          <p:attrName>ppt_x</p:attrName>
                                        </p:attrNameLst>
                                      </p:cBhvr>
                                      <p:tavLst>
                                        <p:tav tm="0">
                                          <p:val>
                                            <p:strVal val="1+#ppt_w/2"/>
                                          </p:val>
                                        </p:tav>
                                        <p:tav tm="100000">
                                          <p:val>
                                            <p:strVal val="#ppt_x"/>
                                          </p:val>
                                        </p:tav>
                                      </p:tavLst>
                                    </p:anim>
                                    <p:anim calcmode="lin" valueType="num">
                                      <p:cBhvr additive="base">
                                        <p:cTn id="40" dur="500" fill="hold"/>
                                        <p:tgtEl>
                                          <p:spTgt spid="68626"/>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5" presetClass="entr" presetSubtype="0" fill="hold" grpId="0" nodeType="clickEffect">
                                  <p:stCondLst>
                                    <p:cond delay="0"/>
                                  </p:stCondLst>
                                  <p:childTnLst>
                                    <p:set>
                                      <p:cBhvr>
                                        <p:cTn id="44" dur="1" fill="hold">
                                          <p:stCondLst>
                                            <p:cond delay="0"/>
                                          </p:stCondLst>
                                        </p:cTn>
                                        <p:tgtEl>
                                          <p:spTgt spid="68634"/>
                                        </p:tgtEl>
                                        <p:attrNameLst>
                                          <p:attrName>style.visibility</p:attrName>
                                        </p:attrNameLst>
                                      </p:cBhvr>
                                      <p:to>
                                        <p:strVal val="visible"/>
                                      </p:to>
                                    </p:set>
                                    <p:anim calcmode="lin" valueType="num">
                                      <p:cBhvr>
                                        <p:cTn id="45" dur="1000" fill="hold"/>
                                        <p:tgtEl>
                                          <p:spTgt spid="68634"/>
                                        </p:tgtEl>
                                        <p:attrNameLst>
                                          <p:attrName>ppt_w</p:attrName>
                                        </p:attrNameLst>
                                      </p:cBhvr>
                                      <p:tavLst>
                                        <p:tav tm="0">
                                          <p:val>
                                            <p:fltVal val="0"/>
                                          </p:val>
                                        </p:tav>
                                        <p:tav tm="100000">
                                          <p:val>
                                            <p:strVal val="#ppt_w"/>
                                          </p:val>
                                        </p:tav>
                                      </p:tavLst>
                                    </p:anim>
                                    <p:anim calcmode="lin" valueType="num">
                                      <p:cBhvr>
                                        <p:cTn id="46" dur="1000" fill="hold"/>
                                        <p:tgtEl>
                                          <p:spTgt spid="68634"/>
                                        </p:tgtEl>
                                        <p:attrNameLst>
                                          <p:attrName>ppt_h</p:attrName>
                                        </p:attrNameLst>
                                      </p:cBhvr>
                                      <p:tavLst>
                                        <p:tav tm="0">
                                          <p:val>
                                            <p:fltVal val="0"/>
                                          </p:val>
                                        </p:tav>
                                        <p:tav tm="100000">
                                          <p:val>
                                            <p:strVal val="#ppt_h"/>
                                          </p:val>
                                        </p:tav>
                                      </p:tavLst>
                                    </p:anim>
                                    <p:anim calcmode="lin" valueType="num">
                                      <p:cBhvr>
                                        <p:cTn id="47" dur="1000" fill="hold"/>
                                        <p:tgtEl>
                                          <p:spTgt spid="68634"/>
                                        </p:tgtEl>
                                        <p:attrNameLst>
                                          <p:attrName>ppt_x</p:attrName>
                                        </p:attrNameLst>
                                      </p:cBhvr>
                                      <p:tavLst>
                                        <p:tav tm="0" fmla="#ppt_x+(cos(-2*pi*(1-$))*-#ppt_x-sin(-2*pi*(1-$))*(1-#ppt_y))*(1-$)">
                                          <p:val>
                                            <p:fltVal val="0"/>
                                          </p:val>
                                        </p:tav>
                                        <p:tav tm="100000">
                                          <p:val>
                                            <p:fltVal val="1"/>
                                          </p:val>
                                        </p:tav>
                                      </p:tavLst>
                                    </p:anim>
                                    <p:anim calcmode="lin" valueType="num">
                                      <p:cBhvr>
                                        <p:cTn id="48" dur="1000" fill="hold"/>
                                        <p:tgtEl>
                                          <p:spTgt spid="68634"/>
                                        </p:tgtEl>
                                        <p:attrNameLst>
                                          <p:attrName>ppt_y</p:attrName>
                                        </p:attrNameLst>
                                      </p:cBhvr>
                                      <p:tavLst>
                                        <p:tav tm="0" fmla="#ppt_y+(sin(-2*pi*(1-$))*-#ppt_x+cos(-2*pi*(1-$))*(1-#ppt_y))*(1-$)">
                                          <p:val>
                                            <p:fltVal val="0"/>
                                          </p:val>
                                        </p:tav>
                                        <p:tav tm="100000">
                                          <p:val>
                                            <p:fltVal val="1"/>
                                          </p:val>
                                        </p:tav>
                                      </p:tavLst>
                                    </p:anim>
                                  </p:childTnLst>
                                </p:cTn>
                              </p:par>
                            </p:childTnLst>
                          </p:cTn>
                        </p:par>
                        <p:par>
                          <p:cTn id="49" fill="hold" nodeType="afterGroup">
                            <p:stCondLst>
                              <p:cond delay="1000"/>
                            </p:stCondLst>
                            <p:childTnLst>
                              <p:par>
                                <p:cTn id="50" presetID="22" presetClass="entr" presetSubtype="8" fill="hold" nodeType="afterEffect">
                                  <p:stCondLst>
                                    <p:cond delay="0"/>
                                  </p:stCondLst>
                                  <p:childTnLst>
                                    <p:set>
                                      <p:cBhvr>
                                        <p:cTn id="51" dur="1" fill="hold">
                                          <p:stCondLst>
                                            <p:cond delay="0"/>
                                          </p:stCondLst>
                                        </p:cTn>
                                        <p:tgtEl>
                                          <p:spTgt spid="68635"/>
                                        </p:tgtEl>
                                        <p:attrNameLst>
                                          <p:attrName>style.visibility</p:attrName>
                                        </p:attrNameLst>
                                      </p:cBhvr>
                                      <p:to>
                                        <p:strVal val="visible"/>
                                      </p:to>
                                    </p:set>
                                    <p:animEffect transition="in" filter="wipe(left)">
                                      <p:cBhvr>
                                        <p:cTn id="52" dur="2000"/>
                                        <p:tgtEl>
                                          <p:spTgt spid="6863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5" presetClass="entr" presetSubtype="0" fill="hold" grpId="0" nodeType="clickEffect">
                                  <p:stCondLst>
                                    <p:cond delay="0"/>
                                  </p:stCondLst>
                                  <p:childTnLst>
                                    <p:set>
                                      <p:cBhvr>
                                        <p:cTn id="56" dur="1" fill="hold">
                                          <p:stCondLst>
                                            <p:cond delay="0"/>
                                          </p:stCondLst>
                                        </p:cTn>
                                        <p:tgtEl>
                                          <p:spTgt spid="68636"/>
                                        </p:tgtEl>
                                        <p:attrNameLst>
                                          <p:attrName>style.visibility</p:attrName>
                                        </p:attrNameLst>
                                      </p:cBhvr>
                                      <p:to>
                                        <p:strVal val="visible"/>
                                      </p:to>
                                    </p:set>
                                    <p:anim calcmode="lin" valueType="num">
                                      <p:cBhvr>
                                        <p:cTn id="57" dur="1000" fill="hold"/>
                                        <p:tgtEl>
                                          <p:spTgt spid="68636"/>
                                        </p:tgtEl>
                                        <p:attrNameLst>
                                          <p:attrName>ppt_w</p:attrName>
                                        </p:attrNameLst>
                                      </p:cBhvr>
                                      <p:tavLst>
                                        <p:tav tm="0">
                                          <p:val>
                                            <p:fltVal val="0"/>
                                          </p:val>
                                        </p:tav>
                                        <p:tav tm="100000">
                                          <p:val>
                                            <p:strVal val="#ppt_w"/>
                                          </p:val>
                                        </p:tav>
                                      </p:tavLst>
                                    </p:anim>
                                    <p:anim calcmode="lin" valueType="num">
                                      <p:cBhvr>
                                        <p:cTn id="58" dur="1000" fill="hold"/>
                                        <p:tgtEl>
                                          <p:spTgt spid="68636"/>
                                        </p:tgtEl>
                                        <p:attrNameLst>
                                          <p:attrName>ppt_h</p:attrName>
                                        </p:attrNameLst>
                                      </p:cBhvr>
                                      <p:tavLst>
                                        <p:tav tm="0">
                                          <p:val>
                                            <p:fltVal val="0"/>
                                          </p:val>
                                        </p:tav>
                                        <p:tav tm="100000">
                                          <p:val>
                                            <p:strVal val="#ppt_h"/>
                                          </p:val>
                                        </p:tav>
                                      </p:tavLst>
                                    </p:anim>
                                    <p:anim calcmode="lin" valueType="num">
                                      <p:cBhvr>
                                        <p:cTn id="59" dur="1000" fill="hold"/>
                                        <p:tgtEl>
                                          <p:spTgt spid="68636"/>
                                        </p:tgtEl>
                                        <p:attrNameLst>
                                          <p:attrName>ppt_x</p:attrName>
                                        </p:attrNameLst>
                                      </p:cBhvr>
                                      <p:tavLst>
                                        <p:tav tm="0" fmla="#ppt_x+(cos(-2*pi*(1-$))*-#ppt_x-sin(-2*pi*(1-$))*(1-#ppt_y))*(1-$)">
                                          <p:val>
                                            <p:fltVal val="0"/>
                                          </p:val>
                                        </p:tav>
                                        <p:tav tm="100000">
                                          <p:val>
                                            <p:fltVal val="1"/>
                                          </p:val>
                                        </p:tav>
                                      </p:tavLst>
                                    </p:anim>
                                    <p:anim calcmode="lin" valueType="num">
                                      <p:cBhvr>
                                        <p:cTn id="60" dur="1000" fill="hold"/>
                                        <p:tgtEl>
                                          <p:spTgt spid="6863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68637"/>
                                        </p:tgtEl>
                                        <p:attrNameLst>
                                          <p:attrName>style.visibility</p:attrName>
                                        </p:attrNameLst>
                                      </p:cBhvr>
                                      <p:to>
                                        <p:strVal val="visible"/>
                                      </p:to>
                                    </p:set>
                                    <p:animEffect transition="in" filter="wipe(left)">
                                      <p:cBhvr>
                                        <p:cTn id="65" dur="2000"/>
                                        <p:tgtEl>
                                          <p:spTgt spid="68637"/>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68638"/>
                                        </p:tgtEl>
                                        <p:attrNameLst>
                                          <p:attrName>style.visibility</p:attrName>
                                        </p:attrNameLst>
                                      </p:cBhvr>
                                      <p:to>
                                        <p:strVal val="visible"/>
                                      </p:to>
                                    </p:set>
                                    <p:animEffect transition="in" filter="wipe(left)">
                                      <p:cBhvr>
                                        <p:cTn id="70" dur="2000"/>
                                        <p:tgtEl>
                                          <p:spTgt spid="68638"/>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68639"/>
                                        </p:tgtEl>
                                        <p:attrNameLst>
                                          <p:attrName>style.visibility</p:attrName>
                                        </p:attrNameLst>
                                      </p:cBhvr>
                                      <p:to>
                                        <p:strVal val="visible"/>
                                      </p:to>
                                    </p:set>
                                    <p:animEffect transition="in" filter="wipe(left)">
                                      <p:cBhvr>
                                        <p:cTn id="75" dur="2000"/>
                                        <p:tgtEl>
                                          <p:spTgt spid="68639"/>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68640"/>
                                        </p:tgtEl>
                                        <p:attrNameLst>
                                          <p:attrName>style.visibility</p:attrName>
                                        </p:attrNameLst>
                                      </p:cBhvr>
                                      <p:to>
                                        <p:strVal val="visible"/>
                                      </p:to>
                                    </p:set>
                                    <p:animEffect transition="in" filter="wipe(left)">
                                      <p:cBhvr>
                                        <p:cTn id="80" dur="2000"/>
                                        <p:tgtEl>
                                          <p:spTgt spid="68640"/>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68641"/>
                                        </p:tgtEl>
                                        <p:attrNameLst>
                                          <p:attrName>style.visibility</p:attrName>
                                        </p:attrNameLst>
                                      </p:cBhvr>
                                      <p:to>
                                        <p:strVal val="visible"/>
                                      </p:to>
                                    </p:set>
                                    <p:animEffect transition="in" filter="wipe(left)">
                                      <p:cBhvr>
                                        <p:cTn id="85" dur="2000"/>
                                        <p:tgtEl>
                                          <p:spTgt spid="686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9" grpId="0"/>
      <p:bldP spid="68627" grpId="0" animBg="1" autoUpdateAnimBg="0"/>
      <p:bldP spid="68634" grpId="0"/>
      <p:bldP spid="68636" grpId="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Text Box 4"/>
          <p:cNvSpPr txBox="1">
            <a:spLocks noChangeArrowheads="1"/>
          </p:cNvSpPr>
          <p:nvPr/>
        </p:nvSpPr>
        <p:spPr bwMode="auto">
          <a:xfrm>
            <a:off x="805408" y="461030"/>
            <a:ext cx="1988045"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Tx/>
              <a:buAutoNum type="circleNumDbPlain" startAt="3"/>
            </a:pPr>
            <a:r>
              <a:rPr kumimoji="1" lang="zh-CN" altLang="en-US" sz="2800" dirty="0">
                <a:latin typeface="楷体_GB2312" pitchFamily="49" charset="-122"/>
                <a:ea typeface="楷体_GB2312" pitchFamily="49" charset="-122"/>
              </a:rPr>
              <a:t>旋转因子</a:t>
            </a:r>
          </a:p>
        </p:txBody>
      </p:sp>
      <p:sp>
        <p:nvSpPr>
          <p:cNvPr id="20485" name="Text Box 5"/>
          <p:cNvSpPr txBox="1">
            <a:spLocks noChangeArrowheads="1"/>
          </p:cNvSpPr>
          <p:nvPr/>
        </p:nvSpPr>
        <p:spPr bwMode="auto">
          <a:xfrm>
            <a:off x="971550" y="1196975"/>
            <a:ext cx="5616575"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zh-CN" altLang="en-US" sz="2800" dirty="0">
                <a:latin typeface="Times New Roman" panose="02020603050405020304" pitchFamily="18" charset="0"/>
              </a:rPr>
              <a:t>复数</a:t>
            </a:r>
            <a:r>
              <a:rPr kumimoji="1" lang="zh-CN" altLang="en-US" sz="2400" dirty="0">
                <a:latin typeface="Times New Roman" panose="02020603050405020304" pitchFamily="18" charset="0"/>
                <a:ea typeface="宋体" panose="02010600030101010101" pitchFamily="2" charset="-122"/>
              </a:rPr>
              <a:t>      </a:t>
            </a:r>
            <a:r>
              <a:rPr kumimoji="1" lang="en-US" altLang="zh-CN" sz="3200" b="0" i="1" dirty="0" err="1">
                <a:latin typeface="Times New Roman" panose="02020603050405020304" pitchFamily="18" charset="0"/>
                <a:ea typeface="宋体" panose="02010600030101010101" pitchFamily="2" charset="-122"/>
              </a:rPr>
              <a:t>e</a:t>
            </a:r>
            <a:r>
              <a:rPr kumimoji="1" lang="en-US" altLang="zh-CN" sz="3200" b="0" baseline="30000" dirty="0" err="1">
                <a:latin typeface="Times New Roman" panose="02020603050405020304" pitchFamily="18" charset="0"/>
                <a:ea typeface="宋体" panose="02010600030101010101" pitchFamily="2" charset="-122"/>
              </a:rPr>
              <a:t>j</a:t>
            </a:r>
            <a:r>
              <a:rPr kumimoji="1" lang="en-US" altLang="zh-CN" sz="3200" b="0" i="1" baseline="30000" dirty="0" err="1">
                <a:latin typeface="Symbol" panose="05050102010706020507" pitchFamily="18" charset="2"/>
                <a:ea typeface="宋体" panose="02010600030101010101" pitchFamily="2" charset="-122"/>
              </a:rPr>
              <a:t>q</a:t>
            </a:r>
            <a:r>
              <a:rPr kumimoji="1" lang="en-US" altLang="zh-CN" sz="3200" b="0" baseline="30000" dirty="0">
                <a:latin typeface="Symbol" panose="05050102010706020507" pitchFamily="18" charset="2"/>
                <a:ea typeface="宋体" panose="02010600030101010101" pitchFamily="2" charset="-122"/>
              </a:rPr>
              <a:t> </a:t>
            </a:r>
            <a:r>
              <a:rPr kumimoji="1" lang="en-US" altLang="zh-CN" sz="3200" b="0" dirty="0">
                <a:latin typeface="Times New Roman" panose="02020603050405020304" pitchFamily="18" charset="0"/>
                <a:ea typeface="宋体" panose="02010600030101010101" pitchFamily="2" charset="-122"/>
              </a:rPr>
              <a:t>=</a:t>
            </a:r>
            <a:r>
              <a:rPr kumimoji="1" lang="en-US" altLang="zh-CN" sz="3200" b="0" dirty="0" err="1">
                <a:latin typeface="Times New Roman" panose="02020603050405020304" pitchFamily="18" charset="0"/>
                <a:ea typeface="宋体" panose="02010600030101010101" pitchFamily="2" charset="-122"/>
              </a:rPr>
              <a:t>cos</a:t>
            </a:r>
            <a:r>
              <a:rPr kumimoji="1" lang="en-US" altLang="zh-CN" sz="3200" b="0" i="1" dirty="0" err="1">
                <a:latin typeface="Symbol" panose="05050102010706020507" pitchFamily="18" charset="2"/>
                <a:ea typeface="宋体" panose="02010600030101010101" pitchFamily="2" charset="-122"/>
              </a:rPr>
              <a:t>q</a:t>
            </a:r>
            <a:r>
              <a:rPr kumimoji="1" lang="en-US" altLang="zh-CN" sz="3200" b="0" dirty="0">
                <a:latin typeface="Times New Roman" panose="02020603050405020304" pitchFamily="18" charset="0"/>
                <a:ea typeface="宋体" panose="02010600030101010101" pitchFamily="2" charset="-122"/>
              </a:rPr>
              <a:t> +</a:t>
            </a:r>
            <a:r>
              <a:rPr kumimoji="1" lang="en-US" altLang="zh-CN" sz="3200" b="0" dirty="0" err="1">
                <a:latin typeface="Times New Roman" panose="02020603050405020304" pitchFamily="18" charset="0"/>
                <a:ea typeface="宋体" panose="02010600030101010101" pitchFamily="2" charset="-122"/>
              </a:rPr>
              <a:t>jsin</a:t>
            </a:r>
            <a:r>
              <a:rPr kumimoji="1" lang="en-US" altLang="zh-CN" sz="3200" b="0" i="1" dirty="0" err="1">
                <a:latin typeface="Symbol" panose="05050102010706020507" pitchFamily="18" charset="2"/>
                <a:ea typeface="宋体" panose="02010600030101010101" pitchFamily="2" charset="-122"/>
              </a:rPr>
              <a:t>q</a:t>
            </a:r>
            <a:r>
              <a:rPr kumimoji="1" lang="en-US" altLang="zh-CN" sz="3200" b="0" dirty="0">
                <a:latin typeface="Times New Roman" panose="02020603050405020304" pitchFamily="18" charset="0"/>
                <a:ea typeface="宋体" panose="02010600030101010101" pitchFamily="2" charset="-122"/>
              </a:rPr>
              <a:t>  =1∠</a:t>
            </a:r>
            <a:r>
              <a:rPr kumimoji="1" lang="en-US" altLang="zh-CN" sz="3200" b="0" i="1" dirty="0">
                <a:latin typeface="Symbol" panose="05050102010706020507" pitchFamily="18" charset="2"/>
                <a:ea typeface="宋体" panose="02010600030101010101" pitchFamily="2" charset="-122"/>
              </a:rPr>
              <a:t>q</a:t>
            </a:r>
            <a:endParaRPr kumimoji="1" lang="en-US" altLang="zh-CN" sz="3200" b="0" dirty="0">
              <a:latin typeface="Symbol" panose="05050102010706020507" pitchFamily="18" charset="2"/>
              <a:ea typeface="宋体" panose="02010600030101010101" pitchFamily="2" charset="-122"/>
            </a:endParaRPr>
          </a:p>
        </p:txBody>
      </p:sp>
      <p:sp>
        <p:nvSpPr>
          <p:cNvPr id="20486" name="Text Box 6"/>
          <p:cNvSpPr txBox="1">
            <a:spLocks noChangeArrowheads="1"/>
          </p:cNvSpPr>
          <p:nvPr/>
        </p:nvSpPr>
        <p:spPr bwMode="auto">
          <a:xfrm>
            <a:off x="1258888" y="2133600"/>
            <a:ext cx="1584325" cy="6317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marL="952500" indent="-952500">
              <a:defRPr>
                <a:solidFill>
                  <a:schemeClr val="tx1"/>
                </a:solidFill>
                <a:latin typeface="Arial" panose="020B0604020202020204" pitchFamily="34" charset="0"/>
                <a:ea typeface="宋体" panose="02010600030101010101" pitchFamily="2" charset="-122"/>
              </a:defRPr>
            </a:lvl1pPr>
            <a:lvl2pPr marL="1143000">
              <a:defRPr>
                <a:solidFill>
                  <a:schemeClr val="tx1"/>
                </a:solidFill>
                <a:latin typeface="Arial" panose="020B0604020202020204" pitchFamily="34" charset="0"/>
                <a:ea typeface="宋体" panose="02010600030101010101" pitchFamily="2" charset="-122"/>
              </a:defRPr>
            </a:lvl2pPr>
            <a:lvl3pPr marL="1333500">
              <a:defRPr>
                <a:solidFill>
                  <a:schemeClr val="tx1"/>
                </a:solidFill>
                <a:latin typeface="Arial" panose="020B0604020202020204" pitchFamily="34" charset="0"/>
                <a:ea typeface="宋体" panose="02010600030101010101" pitchFamily="2" charset="-122"/>
              </a:defRPr>
            </a:lvl3pPr>
            <a:lvl4pPr marL="1524000">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20000"/>
              </a:lnSpc>
            </a:pPr>
            <a:r>
              <a:rPr kumimoji="1" lang="en-US" altLang="zh-CN" sz="3200" b="0" i="1">
                <a:latin typeface="Times New Roman" panose="02020603050405020304" pitchFamily="18" charset="0"/>
              </a:rPr>
              <a:t>F</a:t>
            </a:r>
            <a:r>
              <a:rPr kumimoji="1" lang="en-US" altLang="zh-CN" sz="3200" b="0">
                <a:latin typeface="Times New Roman" panose="02020603050405020304" pitchFamily="18" charset="0"/>
              </a:rPr>
              <a:t>• </a:t>
            </a:r>
            <a:r>
              <a:rPr kumimoji="1" lang="en-US" altLang="zh-CN" sz="3200" b="0" i="1">
                <a:latin typeface="Times New Roman" panose="02020603050405020304" pitchFamily="18" charset="0"/>
              </a:rPr>
              <a:t>e</a:t>
            </a:r>
            <a:r>
              <a:rPr kumimoji="1" lang="en-US" altLang="zh-CN" sz="3200" b="0" baseline="30000">
                <a:latin typeface="Times New Roman" panose="02020603050405020304" pitchFamily="18" charset="0"/>
              </a:rPr>
              <a:t>j</a:t>
            </a:r>
            <a:r>
              <a:rPr kumimoji="1" lang="en-US" altLang="zh-CN" sz="3200" b="0" i="1" baseline="30000">
                <a:latin typeface="Symbol" panose="05050102010706020507" pitchFamily="18" charset="2"/>
              </a:rPr>
              <a:t>q</a:t>
            </a:r>
            <a:endParaRPr kumimoji="1" lang="en-US" altLang="zh-CN" sz="2400">
              <a:latin typeface="Times New Roman" panose="02020603050405020304" pitchFamily="18" charset="0"/>
            </a:endParaRPr>
          </a:p>
        </p:txBody>
      </p:sp>
      <p:grpSp>
        <p:nvGrpSpPr>
          <p:cNvPr id="20524" name="Group 44"/>
          <p:cNvGrpSpPr>
            <a:grpSpLocks/>
          </p:cNvGrpSpPr>
          <p:nvPr/>
        </p:nvGrpSpPr>
        <p:grpSpPr bwMode="auto">
          <a:xfrm>
            <a:off x="2916238" y="1916113"/>
            <a:ext cx="3816350" cy="2459037"/>
            <a:chOff x="1837" y="1207"/>
            <a:chExt cx="2404" cy="1549"/>
          </a:xfrm>
        </p:grpSpPr>
        <p:sp>
          <p:nvSpPr>
            <p:cNvPr id="20494" name="Line 14"/>
            <p:cNvSpPr>
              <a:spLocks noChangeShapeType="1"/>
            </p:cNvSpPr>
            <p:nvPr/>
          </p:nvSpPr>
          <p:spPr bwMode="auto">
            <a:xfrm flipV="1">
              <a:off x="1871" y="2523"/>
              <a:ext cx="2370" cy="11"/>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5" name="Line 15"/>
            <p:cNvSpPr>
              <a:spLocks noChangeShapeType="1"/>
            </p:cNvSpPr>
            <p:nvPr/>
          </p:nvSpPr>
          <p:spPr bwMode="auto">
            <a:xfrm flipH="1" flipV="1">
              <a:off x="2064" y="1298"/>
              <a:ext cx="20" cy="142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497" name="Line 17"/>
            <p:cNvSpPr>
              <a:spLocks noChangeShapeType="1"/>
            </p:cNvSpPr>
            <p:nvPr/>
          </p:nvSpPr>
          <p:spPr bwMode="auto">
            <a:xfrm flipV="1">
              <a:off x="2084" y="2115"/>
              <a:ext cx="1975" cy="419"/>
            </a:xfrm>
            <a:prstGeom prst="line">
              <a:avLst/>
            </a:prstGeom>
            <a:noFill/>
            <a:ln w="28575">
              <a:solidFill>
                <a:schemeClr val="accent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00" name="Line 20"/>
            <p:cNvSpPr>
              <a:spLocks noChangeShapeType="1"/>
            </p:cNvSpPr>
            <p:nvPr/>
          </p:nvSpPr>
          <p:spPr bwMode="auto">
            <a:xfrm flipV="1">
              <a:off x="2109" y="1298"/>
              <a:ext cx="1315" cy="121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01" name="Text Box 21"/>
            <p:cNvSpPr txBox="1">
              <a:spLocks noChangeArrowheads="1"/>
            </p:cNvSpPr>
            <p:nvPr/>
          </p:nvSpPr>
          <p:spPr bwMode="auto">
            <a:xfrm>
              <a:off x="3878" y="2160"/>
              <a:ext cx="205"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p>
              <a:r>
                <a:rPr kumimoji="1" lang="en-US" altLang="zh-CN" b="0" i="1">
                  <a:latin typeface="Times New Roman" panose="02020603050405020304" pitchFamily="18" charset="0"/>
                  <a:ea typeface="宋体" panose="02010600030101010101" pitchFamily="2" charset="-122"/>
                </a:rPr>
                <a:t>F</a:t>
              </a:r>
              <a:endParaRPr kumimoji="1" lang="en-US" altLang="zh-CN" b="0">
                <a:latin typeface="Times New Roman" panose="02020603050405020304" pitchFamily="18" charset="0"/>
                <a:ea typeface="宋体" panose="02010600030101010101" pitchFamily="2" charset="-122"/>
              </a:endParaRPr>
            </a:p>
          </p:txBody>
        </p:sp>
        <p:sp>
          <p:nvSpPr>
            <p:cNvPr id="20503" name="Text Box 23"/>
            <p:cNvSpPr txBox="1">
              <a:spLocks noChangeArrowheads="1"/>
            </p:cNvSpPr>
            <p:nvPr/>
          </p:nvSpPr>
          <p:spPr bwMode="auto">
            <a:xfrm>
              <a:off x="3923" y="2523"/>
              <a:ext cx="278"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p>
              <a:r>
                <a:rPr kumimoji="1" lang="en-US" altLang="zh-CN" b="0">
                  <a:latin typeface="Times New Roman" panose="02020603050405020304" pitchFamily="18" charset="0"/>
                  <a:ea typeface="宋体" panose="02010600030101010101" pitchFamily="2" charset="-122"/>
                </a:rPr>
                <a:t>Re</a:t>
              </a:r>
            </a:p>
          </p:txBody>
        </p:sp>
        <p:sp>
          <p:nvSpPr>
            <p:cNvPr id="20504" name="Text Box 24"/>
            <p:cNvSpPr txBox="1">
              <a:spLocks noChangeArrowheads="1"/>
            </p:cNvSpPr>
            <p:nvPr/>
          </p:nvSpPr>
          <p:spPr bwMode="auto">
            <a:xfrm>
              <a:off x="2154" y="1253"/>
              <a:ext cx="278"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p>
              <a:r>
                <a:rPr kumimoji="1" lang="en-US" altLang="zh-CN" b="0">
                  <a:latin typeface="Times New Roman" panose="02020603050405020304" pitchFamily="18" charset="0"/>
                  <a:ea typeface="宋体" panose="02010600030101010101" pitchFamily="2" charset="-122"/>
                </a:rPr>
                <a:t>Im</a:t>
              </a:r>
            </a:p>
          </p:txBody>
        </p:sp>
        <p:sp>
          <p:nvSpPr>
            <p:cNvPr id="20505" name="Text Box 25"/>
            <p:cNvSpPr txBox="1">
              <a:spLocks noChangeArrowheads="1"/>
            </p:cNvSpPr>
            <p:nvPr/>
          </p:nvSpPr>
          <p:spPr bwMode="auto">
            <a:xfrm>
              <a:off x="1837" y="2523"/>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b="0">
                  <a:latin typeface="Times New Roman" panose="02020603050405020304" pitchFamily="18" charset="0"/>
                  <a:ea typeface="宋体" panose="02010600030101010101" pitchFamily="2" charset="-122"/>
                </a:rPr>
                <a:t>0</a:t>
              </a:r>
            </a:p>
          </p:txBody>
        </p:sp>
        <p:sp>
          <p:nvSpPr>
            <p:cNvPr id="20506" name="Text Box 26"/>
            <p:cNvSpPr txBox="1">
              <a:spLocks noChangeArrowheads="1"/>
            </p:cNvSpPr>
            <p:nvPr/>
          </p:nvSpPr>
          <p:spPr bwMode="auto">
            <a:xfrm>
              <a:off x="3379" y="1207"/>
              <a:ext cx="772" cy="3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lvl1pPr marL="952500" indent="-952500">
                <a:defRPr>
                  <a:solidFill>
                    <a:schemeClr val="tx1"/>
                  </a:solidFill>
                  <a:latin typeface="Arial" panose="020B0604020202020204" pitchFamily="34" charset="0"/>
                  <a:ea typeface="宋体" panose="02010600030101010101" pitchFamily="2" charset="-122"/>
                </a:defRPr>
              </a:lvl1pPr>
              <a:lvl2pPr marL="1143000">
                <a:defRPr>
                  <a:solidFill>
                    <a:schemeClr val="tx1"/>
                  </a:solidFill>
                  <a:latin typeface="Arial" panose="020B0604020202020204" pitchFamily="34" charset="0"/>
                  <a:ea typeface="宋体" panose="02010600030101010101" pitchFamily="2" charset="-122"/>
                </a:defRPr>
              </a:lvl2pPr>
              <a:lvl3pPr marL="1333500">
                <a:defRPr>
                  <a:solidFill>
                    <a:schemeClr val="tx1"/>
                  </a:solidFill>
                  <a:latin typeface="Arial" panose="020B0604020202020204" pitchFamily="34" charset="0"/>
                  <a:ea typeface="宋体" panose="02010600030101010101" pitchFamily="2" charset="-122"/>
                </a:defRPr>
              </a:lvl3pPr>
              <a:lvl4pPr marL="1524000">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20000"/>
                </a:lnSpc>
              </a:pPr>
              <a:r>
                <a:rPr kumimoji="1" lang="en-US" altLang="zh-CN" sz="2400" b="0" i="1" dirty="0">
                  <a:latin typeface="Times New Roman" panose="02020603050405020304" pitchFamily="18" charset="0"/>
                </a:rPr>
                <a:t>F</a:t>
              </a:r>
              <a:r>
                <a:rPr kumimoji="1" lang="en-US" altLang="zh-CN" sz="2400" b="0" dirty="0">
                  <a:latin typeface="Times New Roman" panose="02020603050405020304" pitchFamily="18" charset="0"/>
                </a:rPr>
                <a:t>• </a:t>
              </a:r>
              <a:r>
                <a:rPr kumimoji="1" lang="en-US" altLang="zh-CN" sz="2400" b="0" i="1" dirty="0" err="1">
                  <a:latin typeface="Times New Roman" panose="02020603050405020304" pitchFamily="18" charset="0"/>
                </a:rPr>
                <a:t>e</a:t>
              </a:r>
              <a:r>
                <a:rPr kumimoji="1" lang="en-US" altLang="zh-CN" sz="2400" b="0" baseline="30000" dirty="0" err="1">
                  <a:latin typeface="Times New Roman" panose="02020603050405020304" pitchFamily="18" charset="0"/>
                </a:rPr>
                <a:t>j</a:t>
              </a:r>
              <a:r>
                <a:rPr kumimoji="1" lang="en-US" altLang="zh-CN" sz="2400" b="0" i="1" baseline="30000" dirty="0" err="1">
                  <a:latin typeface="Symbol" panose="05050102010706020507" pitchFamily="18" charset="2"/>
                </a:rPr>
                <a:t>q</a:t>
              </a:r>
              <a:endParaRPr kumimoji="1" lang="en-US" altLang="zh-CN" sz="2400" b="0" dirty="0">
                <a:latin typeface="Times New Roman" panose="02020603050405020304" pitchFamily="18" charset="0"/>
              </a:endParaRPr>
            </a:p>
          </p:txBody>
        </p:sp>
        <p:sp>
          <p:nvSpPr>
            <p:cNvPr id="20507" name="Freeform 27"/>
            <p:cNvSpPr>
              <a:spLocks/>
            </p:cNvSpPr>
            <p:nvPr/>
          </p:nvSpPr>
          <p:spPr bwMode="auto">
            <a:xfrm>
              <a:off x="2426" y="2205"/>
              <a:ext cx="159" cy="211"/>
            </a:xfrm>
            <a:custGeom>
              <a:avLst/>
              <a:gdLst>
                <a:gd name="T0" fmla="*/ 0 w 159"/>
                <a:gd name="T1" fmla="*/ 30 h 211"/>
                <a:gd name="T2" fmla="*/ 136 w 159"/>
                <a:gd name="T3" fmla="*/ 30 h 211"/>
                <a:gd name="T4" fmla="*/ 136 w 159"/>
                <a:gd name="T5" fmla="*/ 211 h 211"/>
              </a:gdLst>
              <a:ahLst/>
              <a:cxnLst>
                <a:cxn ang="0">
                  <a:pos x="T0" y="T1"/>
                </a:cxn>
                <a:cxn ang="0">
                  <a:pos x="T2" y="T3"/>
                </a:cxn>
                <a:cxn ang="0">
                  <a:pos x="T4" y="T5"/>
                </a:cxn>
              </a:cxnLst>
              <a:rect l="0" t="0" r="r" b="b"/>
              <a:pathLst>
                <a:path w="159" h="211">
                  <a:moveTo>
                    <a:pt x="0" y="30"/>
                  </a:moveTo>
                  <a:cubicBezTo>
                    <a:pt x="56" y="15"/>
                    <a:pt x="113" y="0"/>
                    <a:pt x="136" y="30"/>
                  </a:cubicBezTo>
                  <a:cubicBezTo>
                    <a:pt x="159" y="60"/>
                    <a:pt x="136" y="181"/>
                    <a:pt x="136" y="211"/>
                  </a:cubicBezTo>
                </a:path>
              </a:pathLst>
            </a:custGeom>
            <a:noFill/>
            <a:ln w="28575" cmpd="sng">
              <a:solidFill>
                <a:srgbClr val="00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08" name="Text Box 28"/>
            <p:cNvSpPr txBox="1">
              <a:spLocks noChangeArrowheads="1"/>
            </p:cNvSpPr>
            <p:nvPr/>
          </p:nvSpPr>
          <p:spPr bwMode="auto">
            <a:xfrm>
              <a:off x="2699" y="1979"/>
              <a:ext cx="40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0" i="1">
                  <a:ea typeface="仿宋_GB2312" pitchFamily="49" charset="-122"/>
                  <a:sym typeface="Symbol" panose="05050102010706020507" pitchFamily="18" charset="2"/>
                </a:rPr>
                <a:t></a:t>
              </a:r>
            </a:p>
          </p:txBody>
        </p:sp>
      </p:grpSp>
      <p:sp>
        <p:nvSpPr>
          <p:cNvPr id="20528" name="AutoShape 48" descr="羊皮纸"/>
          <p:cNvSpPr>
            <a:spLocks noChangeArrowheads="1"/>
          </p:cNvSpPr>
          <p:nvPr/>
        </p:nvSpPr>
        <p:spPr bwMode="auto">
          <a:xfrm>
            <a:off x="827088" y="3573463"/>
            <a:ext cx="1944687" cy="576262"/>
          </a:xfrm>
          <a:prstGeom prst="wedgeRoundRectCallout">
            <a:avLst>
              <a:gd name="adj1" fmla="val 7468"/>
              <a:gd name="adj2" fmla="val -193250"/>
              <a:gd name="adj3" fmla="val 16667"/>
            </a:avLst>
          </a:prstGeom>
          <a:blipFill dpi="0" rotWithShape="1">
            <a:blip r:embed="rId2"/>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kumimoji="1" lang="zh-CN" altLang="en-US" sz="2800"/>
              <a:t>旋转因子</a:t>
            </a:r>
          </a:p>
        </p:txBody>
      </p:sp>
    </p:spTree>
    <p:extLst>
      <p:ext uri="{BB962C8B-B14F-4D97-AF65-F5344CB8AC3E}">
        <p14:creationId xmlns:p14="http://schemas.microsoft.com/office/powerpoint/2010/main" val="20870856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20484"/>
                                        </p:tgtEl>
                                        <p:attrNameLst>
                                          <p:attrName>style.visibility</p:attrName>
                                        </p:attrNameLst>
                                      </p:cBhvr>
                                      <p:to>
                                        <p:strVal val="visible"/>
                                      </p:to>
                                    </p:set>
                                    <p:anim calcmode="lin" valueType="num">
                                      <p:cBhvr additive="base">
                                        <p:cTn id="7" dur="500" fill="hold"/>
                                        <p:tgtEl>
                                          <p:spTgt spid="20484"/>
                                        </p:tgtEl>
                                        <p:attrNameLst>
                                          <p:attrName>ppt_x</p:attrName>
                                        </p:attrNameLst>
                                      </p:cBhvr>
                                      <p:tavLst>
                                        <p:tav tm="0">
                                          <p:val>
                                            <p:strVal val="0-#ppt_w/2"/>
                                          </p:val>
                                        </p:tav>
                                        <p:tav tm="100000">
                                          <p:val>
                                            <p:strVal val="#ppt_x"/>
                                          </p:val>
                                        </p:tav>
                                      </p:tavLst>
                                    </p:anim>
                                    <p:anim calcmode="lin" valueType="num">
                                      <p:cBhvr additive="base">
                                        <p:cTn id="8" dur="500" fill="hold"/>
                                        <p:tgtEl>
                                          <p:spTgt spid="2048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485"/>
                                        </p:tgtEl>
                                        <p:attrNameLst>
                                          <p:attrName>style.visibility</p:attrName>
                                        </p:attrNameLst>
                                      </p:cBhvr>
                                      <p:to>
                                        <p:strVal val="visible"/>
                                      </p:to>
                                    </p:set>
                                    <p:anim calcmode="lin" valueType="num">
                                      <p:cBhvr additive="base">
                                        <p:cTn id="13" dur="500" fill="hold"/>
                                        <p:tgtEl>
                                          <p:spTgt spid="20485"/>
                                        </p:tgtEl>
                                        <p:attrNameLst>
                                          <p:attrName>ppt_x</p:attrName>
                                        </p:attrNameLst>
                                      </p:cBhvr>
                                      <p:tavLst>
                                        <p:tav tm="0">
                                          <p:val>
                                            <p:strVal val="#ppt_x"/>
                                          </p:val>
                                        </p:tav>
                                        <p:tav tm="100000">
                                          <p:val>
                                            <p:strVal val="#ppt_x"/>
                                          </p:val>
                                        </p:tav>
                                      </p:tavLst>
                                    </p:anim>
                                    <p:anim calcmode="lin" valueType="num">
                                      <p:cBhvr additive="base">
                                        <p:cTn id="14" dur="500" fill="hold"/>
                                        <p:tgtEl>
                                          <p:spTgt spid="2048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iterate type="lt">
                                    <p:tmPct val="100000"/>
                                  </p:iterate>
                                  <p:childTnLst>
                                    <p:set>
                                      <p:cBhvr>
                                        <p:cTn id="18" dur="1" fill="hold">
                                          <p:stCondLst>
                                            <p:cond delay="0"/>
                                          </p:stCondLst>
                                        </p:cTn>
                                        <p:tgtEl>
                                          <p:spTgt spid="20486"/>
                                        </p:tgtEl>
                                        <p:attrNameLst>
                                          <p:attrName>style.visibility</p:attrName>
                                        </p:attrNameLst>
                                      </p:cBhvr>
                                      <p:to>
                                        <p:strVal val="visible"/>
                                      </p:to>
                                    </p:set>
                                    <p:animEffect transition="in" filter="wipe(left)">
                                      <p:cBhvr>
                                        <p:cTn id="19" dur="100"/>
                                        <p:tgtEl>
                                          <p:spTgt spid="2048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20524"/>
                                        </p:tgtEl>
                                        <p:attrNameLst>
                                          <p:attrName>style.visibility</p:attrName>
                                        </p:attrNameLst>
                                      </p:cBhvr>
                                      <p:to>
                                        <p:strVal val="visible"/>
                                      </p:to>
                                    </p:set>
                                    <p:animEffect transition="in" filter="blinds(horizontal)">
                                      <p:cBhvr>
                                        <p:cTn id="24" dur="500"/>
                                        <p:tgtEl>
                                          <p:spTgt spid="20524"/>
                                        </p:tgtEl>
                                      </p:cBhvr>
                                    </p:animEffect>
                                  </p:childTnLst>
                                </p:cTn>
                              </p:par>
                            </p:childTnLst>
                          </p:cTn>
                        </p:par>
                        <p:par>
                          <p:cTn id="25" fill="hold" nodeType="afterGroup">
                            <p:stCondLst>
                              <p:cond delay="500"/>
                            </p:stCondLst>
                            <p:childTnLst>
                              <p:par>
                                <p:cTn id="26" presetID="20" presetClass="entr" presetSubtype="0" fill="hold" grpId="0" nodeType="afterEffect">
                                  <p:stCondLst>
                                    <p:cond delay="0"/>
                                  </p:stCondLst>
                                  <p:childTnLst>
                                    <p:set>
                                      <p:cBhvr>
                                        <p:cTn id="27" dur="1" fill="hold">
                                          <p:stCondLst>
                                            <p:cond delay="0"/>
                                          </p:stCondLst>
                                        </p:cTn>
                                        <p:tgtEl>
                                          <p:spTgt spid="20528"/>
                                        </p:tgtEl>
                                        <p:attrNameLst>
                                          <p:attrName>style.visibility</p:attrName>
                                        </p:attrNameLst>
                                      </p:cBhvr>
                                      <p:to>
                                        <p:strVal val="visible"/>
                                      </p:to>
                                    </p:set>
                                    <p:animEffect transition="in" filter="wedge">
                                      <p:cBhvr>
                                        <p:cTn id="28" dur="2000"/>
                                        <p:tgtEl>
                                          <p:spTgt spid="205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autoUpdateAnimBg="0"/>
      <p:bldP spid="20485" grpId="0" autoUpdateAnimBg="0"/>
      <p:bldP spid="20486" grpId="0" autoUpdateAnimBg="0"/>
      <p:bldP spid="2052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458" name="Object 2"/>
          <p:cNvGraphicFramePr>
            <a:graphicFrameLocks noChangeAspect="1"/>
          </p:cNvGraphicFramePr>
          <p:nvPr>
            <p:extLst>
              <p:ext uri="{D42A27DB-BD31-4B8C-83A1-F6EECF244321}">
                <p14:modId xmlns:p14="http://schemas.microsoft.com/office/powerpoint/2010/main" val="970684988"/>
              </p:ext>
            </p:extLst>
          </p:nvPr>
        </p:nvGraphicFramePr>
        <p:xfrm>
          <a:off x="985838" y="1443038"/>
          <a:ext cx="3436937" cy="1909762"/>
        </p:xfrm>
        <a:graphic>
          <a:graphicData uri="http://schemas.openxmlformats.org/presentationml/2006/ole">
            <mc:AlternateContent xmlns:mc="http://schemas.openxmlformats.org/markup-compatibility/2006">
              <mc:Choice xmlns:v="urn:schemas-microsoft-com:vml" Requires="v">
                <p:oleObj spid="_x0000_s84180" name="Equation" r:id="rId3" imgW="1511280" imgH="838080" progId="Equation.DSMT4">
                  <p:embed/>
                </p:oleObj>
              </mc:Choice>
              <mc:Fallback>
                <p:oleObj name="Equation" r:id="rId3" imgW="1511280" imgH="838080" progId="Equation.DSMT4">
                  <p:embed/>
                  <p:pic>
                    <p:nvPicPr>
                      <p:cNvPr id="19458" name="Object 2"/>
                      <p:cNvPicPr>
                        <a:picLocks noChangeAspect="1" noChangeArrowheads="1"/>
                      </p:cNvPicPr>
                      <p:nvPr/>
                    </p:nvPicPr>
                    <p:blipFill>
                      <a:blip r:embed="rId4"/>
                      <a:srcRect/>
                      <a:stretch>
                        <a:fillRect/>
                      </a:stretch>
                    </p:blipFill>
                    <p:spPr bwMode="auto">
                      <a:xfrm>
                        <a:off x="985838" y="1443038"/>
                        <a:ext cx="3436937" cy="1909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59" name="Object 3"/>
          <p:cNvGraphicFramePr>
            <a:graphicFrameLocks noChangeAspect="1"/>
          </p:cNvGraphicFramePr>
          <p:nvPr>
            <p:extLst>
              <p:ext uri="{D42A27DB-BD31-4B8C-83A1-F6EECF244321}">
                <p14:modId xmlns:p14="http://schemas.microsoft.com/office/powerpoint/2010/main" val="33774887"/>
              </p:ext>
            </p:extLst>
          </p:nvPr>
        </p:nvGraphicFramePr>
        <p:xfrm>
          <a:off x="1038225" y="3673475"/>
          <a:ext cx="6056313" cy="971550"/>
        </p:xfrm>
        <a:graphic>
          <a:graphicData uri="http://schemas.openxmlformats.org/presentationml/2006/ole">
            <mc:AlternateContent xmlns:mc="http://schemas.openxmlformats.org/markup-compatibility/2006">
              <mc:Choice xmlns:v="urn:schemas-microsoft-com:vml" Requires="v">
                <p:oleObj spid="_x0000_s84181" name="Equation" r:id="rId5" imgW="2603160" imgH="419040" progId="Equation.DSMT4">
                  <p:embed/>
                </p:oleObj>
              </mc:Choice>
              <mc:Fallback>
                <p:oleObj name="Equation" r:id="rId5" imgW="2603160" imgH="419040" progId="Equation.DSMT4">
                  <p:embed/>
                  <p:pic>
                    <p:nvPicPr>
                      <p:cNvPr id="19459" name="Object 3"/>
                      <p:cNvPicPr>
                        <a:picLocks noChangeAspect="1" noChangeArrowheads="1"/>
                      </p:cNvPicPr>
                      <p:nvPr/>
                    </p:nvPicPr>
                    <p:blipFill>
                      <a:blip r:embed="rId6"/>
                      <a:srcRect/>
                      <a:stretch>
                        <a:fillRect/>
                      </a:stretch>
                    </p:blipFill>
                    <p:spPr bwMode="auto">
                      <a:xfrm>
                        <a:off x="1038225" y="3673475"/>
                        <a:ext cx="6056313" cy="971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0" name="Object 4"/>
          <p:cNvGraphicFramePr>
            <a:graphicFrameLocks noChangeAspect="1"/>
          </p:cNvGraphicFramePr>
          <p:nvPr>
            <p:extLst>
              <p:ext uri="{D42A27DB-BD31-4B8C-83A1-F6EECF244321}">
                <p14:modId xmlns:p14="http://schemas.microsoft.com/office/powerpoint/2010/main" val="3890767930"/>
              </p:ext>
            </p:extLst>
          </p:nvPr>
        </p:nvGraphicFramePr>
        <p:xfrm>
          <a:off x="1071563" y="4829175"/>
          <a:ext cx="6229350" cy="571500"/>
        </p:xfrm>
        <a:graphic>
          <a:graphicData uri="http://schemas.openxmlformats.org/presentationml/2006/ole">
            <mc:AlternateContent xmlns:mc="http://schemas.openxmlformats.org/markup-compatibility/2006">
              <mc:Choice xmlns:v="urn:schemas-microsoft-com:vml" Requires="v">
                <p:oleObj spid="_x0000_s84182" name="Equation" r:id="rId7" imgW="2489040" imgH="228600" progId="Equation.DSMT4">
                  <p:embed/>
                </p:oleObj>
              </mc:Choice>
              <mc:Fallback>
                <p:oleObj name="Equation" r:id="rId7" imgW="2489040" imgH="228600" progId="Equation.DSMT4">
                  <p:embed/>
                  <p:pic>
                    <p:nvPicPr>
                      <p:cNvPr id="19460" name="Object 4"/>
                      <p:cNvPicPr>
                        <a:picLocks noChangeAspect="1" noChangeArrowheads="1"/>
                      </p:cNvPicPr>
                      <p:nvPr/>
                    </p:nvPicPr>
                    <p:blipFill>
                      <a:blip r:embed="rId8"/>
                      <a:srcRect/>
                      <a:stretch>
                        <a:fillRect/>
                      </a:stretch>
                    </p:blipFill>
                    <p:spPr bwMode="auto">
                      <a:xfrm>
                        <a:off x="1071563" y="4829175"/>
                        <a:ext cx="622935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1" name="Text Box 5"/>
          <p:cNvSpPr txBox="1">
            <a:spLocks noChangeArrowheads="1"/>
          </p:cNvSpPr>
          <p:nvPr/>
        </p:nvSpPr>
        <p:spPr bwMode="auto">
          <a:xfrm>
            <a:off x="2029754" y="5608638"/>
            <a:ext cx="5452134" cy="523220"/>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zh-CN" altLang="zh-CN" sz="2800">
                <a:latin typeface="楷体_GB2312" pitchFamily="49" charset="-122"/>
              </a:rPr>
              <a:t> </a:t>
            </a:r>
            <a:r>
              <a:rPr kumimoji="1" lang="zh-CN" altLang="zh-CN" sz="2800" b="0"/>
              <a:t>+</a:t>
            </a:r>
            <a:r>
              <a:rPr kumimoji="1" lang="en-US" altLang="zh-CN" sz="2800" b="0"/>
              <a:t>j, –j, </a:t>
            </a:r>
            <a:r>
              <a:rPr kumimoji="1" lang="en-US" altLang="zh-CN" sz="2800" b="0">
                <a:latin typeface="宋体" panose="02010600030101010101" pitchFamily="2" charset="-122"/>
                <a:ea typeface="宋体" panose="02010600030101010101" pitchFamily="2" charset="-122"/>
              </a:rPr>
              <a:t>-</a:t>
            </a:r>
            <a:r>
              <a:rPr kumimoji="1" lang="en-US" altLang="zh-CN" sz="2800" b="0"/>
              <a:t>1</a:t>
            </a:r>
            <a:r>
              <a:rPr kumimoji="1" lang="en-US" altLang="zh-CN" sz="2800">
                <a:latin typeface="楷体_GB2312" pitchFamily="49" charset="-122"/>
              </a:rPr>
              <a:t> </a:t>
            </a:r>
            <a:r>
              <a:rPr kumimoji="1" lang="zh-CN" altLang="zh-CN" sz="2800">
                <a:latin typeface="楷体_GB2312" pitchFamily="49" charset="-122"/>
              </a:rPr>
              <a:t>都可以看成旋转因子。</a:t>
            </a:r>
            <a:endParaRPr kumimoji="1" lang="zh-CN" altLang="en-US" sz="2800">
              <a:latin typeface="楷体_GB2312" pitchFamily="49" charset="-122"/>
            </a:endParaRPr>
          </a:p>
        </p:txBody>
      </p:sp>
      <p:sp>
        <p:nvSpPr>
          <p:cNvPr id="19462" name="Text Box 6" descr="绿色大理石"/>
          <p:cNvSpPr txBox="1">
            <a:spLocks noChangeArrowheads="1"/>
          </p:cNvSpPr>
          <p:nvPr/>
        </p:nvSpPr>
        <p:spPr bwMode="auto">
          <a:xfrm>
            <a:off x="827088" y="620713"/>
            <a:ext cx="2592387" cy="461665"/>
          </a:xfrm>
          <a:prstGeom prst="rect">
            <a:avLst/>
          </a:prstGeom>
          <a:noFill/>
          <a:ln>
            <a:noFill/>
          </a:ln>
          <a:effectLst/>
          <a:extLst/>
        </p:spPr>
        <p:txBody>
          <a:bodyPr>
            <a:spAutoFit/>
          </a:bodyPr>
          <a:lstStyle/>
          <a:p>
            <a:pPr>
              <a:spcBef>
                <a:spcPct val="50000"/>
              </a:spcBef>
            </a:pPr>
            <a:r>
              <a:rPr kumimoji="1" lang="zh-CN" altLang="en-US" sz="2400" dirty="0">
                <a:latin typeface="楷体_GB2312" pitchFamily="49" charset="-122"/>
              </a:rPr>
              <a:t>特殊</a:t>
            </a:r>
            <a:r>
              <a:rPr kumimoji="1" lang="zh-CN" altLang="en-US" sz="2400" dirty="0">
                <a:latin typeface="楷体_GB2312" pitchFamily="49" charset="-122"/>
                <a:sym typeface="Symbol" panose="05050102010706020507" pitchFamily="18" charset="2"/>
              </a:rPr>
              <a:t>旋转因子</a:t>
            </a:r>
            <a:endParaRPr kumimoji="1" lang="zh-CN" altLang="en-US" sz="2400" dirty="0">
              <a:latin typeface="楷体_GB2312" pitchFamily="49" charset="-122"/>
            </a:endParaRPr>
          </a:p>
        </p:txBody>
      </p:sp>
      <p:grpSp>
        <p:nvGrpSpPr>
          <p:cNvPr id="19495" name="Group 39"/>
          <p:cNvGrpSpPr>
            <a:grpSpLocks/>
          </p:cNvGrpSpPr>
          <p:nvPr/>
        </p:nvGrpSpPr>
        <p:grpSpPr bwMode="auto">
          <a:xfrm>
            <a:off x="4716463" y="457200"/>
            <a:ext cx="3275012" cy="3238500"/>
            <a:chOff x="2971" y="164"/>
            <a:chExt cx="2063" cy="2040"/>
          </a:xfrm>
        </p:grpSpPr>
        <p:sp>
          <p:nvSpPr>
            <p:cNvPr id="19464" name="Line 8"/>
            <p:cNvSpPr>
              <a:spLocks noChangeShapeType="1"/>
            </p:cNvSpPr>
            <p:nvPr/>
          </p:nvSpPr>
          <p:spPr bwMode="auto">
            <a:xfrm>
              <a:off x="2971" y="1353"/>
              <a:ext cx="1988"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465" name="Line 9"/>
            <p:cNvSpPr>
              <a:spLocks noChangeShapeType="1"/>
            </p:cNvSpPr>
            <p:nvPr/>
          </p:nvSpPr>
          <p:spPr bwMode="auto">
            <a:xfrm flipV="1">
              <a:off x="3965" y="373"/>
              <a:ext cx="0" cy="1831"/>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466" name="Line 10"/>
            <p:cNvSpPr>
              <a:spLocks noChangeShapeType="1"/>
            </p:cNvSpPr>
            <p:nvPr/>
          </p:nvSpPr>
          <p:spPr bwMode="auto">
            <a:xfrm flipV="1">
              <a:off x="3965" y="618"/>
              <a:ext cx="729" cy="735"/>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467" name="Text Box 11"/>
            <p:cNvSpPr txBox="1">
              <a:spLocks noChangeArrowheads="1"/>
            </p:cNvSpPr>
            <p:nvPr/>
          </p:nvSpPr>
          <p:spPr bwMode="auto">
            <a:xfrm>
              <a:off x="4756" y="1312"/>
              <a:ext cx="278"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b="0">
                  <a:latin typeface="Times New Roman" panose="02020603050405020304" pitchFamily="18" charset="0"/>
                  <a:ea typeface="宋体" panose="02010600030101010101" pitchFamily="2" charset="-122"/>
                </a:rPr>
                <a:t>Re</a:t>
              </a:r>
            </a:p>
          </p:txBody>
        </p:sp>
        <p:sp>
          <p:nvSpPr>
            <p:cNvPr id="19468" name="Text Box 12"/>
            <p:cNvSpPr txBox="1">
              <a:spLocks noChangeArrowheads="1"/>
            </p:cNvSpPr>
            <p:nvPr/>
          </p:nvSpPr>
          <p:spPr bwMode="auto">
            <a:xfrm>
              <a:off x="4014" y="164"/>
              <a:ext cx="278"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b="0">
                  <a:latin typeface="Times New Roman" panose="02020603050405020304" pitchFamily="18" charset="0"/>
                  <a:ea typeface="宋体" panose="02010600030101010101" pitchFamily="2" charset="-122"/>
                </a:rPr>
                <a:t>Im</a:t>
              </a:r>
            </a:p>
          </p:txBody>
        </p:sp>
        <p:sp>
          <p:nvSpPr>
            <p:cNvPr id="19469" name="Text Box 13"/>
            <p:cNvSpPr txBox="1">
              <a:spLocks noChangeArrowheads="1"/>
            </p:cNvSpPr>
            <p:nvPr/>
          </p:nvSpPr>
          <p:spPr bwMode="auto">
            <a:xfrm>
              <a:off x="3969" y="1344"/>
              <a:ext cx="189"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b="0">
                  <a:latin typeface="Times New Roman" panose="02020603050405020304" pitchFamily="18" charset="0"/>
                  <a:ea typeface="宋体" panose="02010600030101010101" pitchFamily="2" charset="-122"/>
                </a:rPr>
                <a:t>0</a:t>
              </a:r>
            </a:p>
          </p:txBody>
        </p:sp>
        <p:graphicFrame>
          <p:nvGraphicFramePr>
            <p:cNvPr id="19470" name="Object 14"/>
            <p:cNvGraphicFramePr>
              <a:graphicFrameLocks noChangeAspect="1"/>
            </p:cNvGraphicFramePr>
            <p:nvPr>
              <p:extLst>
                <p:ext uri="{D42A27DB-BD31-4B8C-83A1-F6EECF244321}">
                  <p14:modId xmlns:p14="http://schemas.microsoft.com/office/powerpoint/2010/main" val="138126276"/>
                </p:ext>
              </p:extLst>
            </p:nvPr>
          </p:nvGraphicFramePr>
          <p:xfrm>
            <a:off x="4713" y="470"/>
            <a:ext cx="234" cy="226"/>
          </p:xfrm>
          <a:graphic>
            <a:graphicData uri="http://schemas.openxmlformats.org/presentationml/2006/ole">
              <mc:AlternateContent xmlns:mc="http://schemas.openxmlformats.org/markup-compatibility/2006">
                <mc:Choice xmlns:v="urn:schemas-microsoft-com:vml" Requires="v">
                  <p:oleObj spid="_x0000_s84183" name="Equation" r:id="rId9" imgW="164880" imgH="164880" progId="Equation.DSMT4">
                    <p:embed/>
                  </p:oleObj>
                </mc:Choice>
                <mc:Fallback>
                  <p:oleObj name="Equation" r:id="rId9" imgW="164880" imgH="164880" progId="Equation.DSMT4">
                    <p:embed/>
                    <p:pic>
                      <p:nvPicPr>
                        <p:cNvPr id="19470" name="Object 14"/>
                        <p:cNvPicPr>
                          <a:picLocks noChangeAspect="1" noChangeArrowheads="1"/>
                        </p:cNvPicPr>
                        <p:nvPr/>
                      </p:nvPicPr>
                      <p:blipFill>
                        <a:blip r:embed="rId10"/>
                        <a:srcRect/>
                        <a:stretch>
                          <a:fillRect/>
                        </a:stretch>
                      </p:blipFill>
                      <p:spPr bwMode="auto">
                        <a:xfrm>
                          <a:off x="4713" y="470"/>
                          <a:ext cx="234" cy="2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494" name="Group 38"/>
          <p:cNvGrpSpPr>
            <a:grpSpLocks/>
          </p:cNvGrpSpPr>
          <p:nvPr/>
        </p:nvGrpSpPr>
        <p:grpSpPr bwMode="auto">
          <a:xfrm>
            <a:off x="4670427" y="814387"/>
            <a:ext cx="1601788" cy="1555750"/>
            <a:chOff x="2942" y="389"/>
            <a:chExt cx="1009" cy="980"/>
          </a:xfrm>
        </p:grpSpPr>
        <p:sp>
          <p:nvSpPr>
            <p:cNvPr id="19472" name="Line 16"/>
            <p:cNvSpPr>
              <a:spLocks noChangeShapeType="1"/>
            </p:cNvSpPr>
            <p:nvPr/>
          </p:nvSpPr>
          <p:spPr bwMode="auto">
            <a:xfrm rot="16200000" flipV="1">
              <a:off x="3222" y="639"/>
              <a:ext cx="706" cy="753"/>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19473" name="Object 17"/>
            <p:cNvGraphicFramePr>
              <a:graphicFrameLocks noChangeAspect="1"/>
            </p:cNvGraphicFramePr>
            <p:nvPr>
              <p:extLst>
                <p:ext uri="{D42A27DB-BD31-4B8C-83A1-F6EECF244321}">
                  <p14:modId xmlns:p14="http://schemas.microsoft.com/office/powerpoint/2010/main" val="2316259927"/>
                </p:ext>
              </p:extLst>
            </p:nvPr>
          </p:nvGraphicFramePr>
          <p:xfrm>
            <a:off x="2942" y="389"/>
            <a:ext cx="418" cy="277"/>
          </p:xfrm>
          <a:graphic>
            <a:graphicData uri="http://schemas.openxmlformats.org/presentationml/2006/ole">
              <mc:AlternateContent xmlns:mc="http://schemas.openxmlformats.org/markup-compatibility/2006">
                <mc:Choice xmlns:v="urn:schemas-microsoft-com:vml" Requires="v">
                  <p:oleObj spid="_x0000_s84184" name="Equation" r:id="rId11" imgW="304560" imgH="203040" progId="Equation.DSMT4">
                    <p:embed/>
                  </p:oleObj>
                </mc:Choice>
                <mc:Fallback>
                  <p:oleObj name="Equation" r:id="rId11" imgW="304560" imgH="203040" progId="Equation.DSMT4">
                    <p:embed/>
                    <p:pic>
                      <p:nvPicPr>
                        <p:cNvPr id="19473" name="Object 17"/>
                        <p:cNvPicPr>
                          <a:picLocks noChangeAspect="1" noChangeArrowheads="1"/>
                        </p:cNvPicPr>
                        <p:nvPr/>
                      </p:nvPicPr>
                      <p:blipFill>
                        <a:blip r:embed="rId12"/>
                        <a:srcRect/>
                        <a:stretch>
                          <a:fillRect/>
                        </a:stretch>
                      </p:blipFill>
                      <p:spPr bwMode="auto">
                        <a:xfrm>
                          <a:off x="2942" y="389"/>
                          <a:ext cx="418" cy="2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497" name="Group 41"/>
          <p:cNvGrpSpPr>
            <a:grpSpLocks/>
          </p:cNvGrpSpPr>
          <p:nvPr/>
        </p:nvGrpSpPr>
        <p:grpSpPr bwMode="auto">
          <a:xfrm>
            <a:off x="6300788" y="2401888"/>
            <a:ext cx="1604962" cy="1079500"/>
            <a:chOff x="3969" y="1389"/>
            <a:chExt cx="1011" cy="680"/>
          </a:xfrm>
        </p:grpSpPr>
        <p:sp>
          <p:nvSpPr>
            <p:cNvPr id="19475" name="Line 19"/>
            <p:cNvSpPr>
              <a:spLocks noChangeShapeType="1"/>
            </p:cNvSpPr>
            <p:nvPr/>
          </p:nvSpPr>
          <p:spPr bwMode="auto">
            <a:xfrm rot="5400000" flipV="1">
              <a:off x="3992" y="1366"/>
              <a:ext cx="680" cy="725"/>
            </a:xfrm>
            <a:prstGeom prst="line">
              <a:avLst/>
            </a:prstGeom>
            <a:noFill/>
            <a:ln w="28575">
              <a:solidFill>
                <a:srgbClr val="FFC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19476" name="Object 20"/>
            <p:cNvGraphicFramePr>
              <a:graphicFrameLocks noChangeAspect="1"/>
            </p:cNvGraphicFramePr>
            <p:nvPr>
              <p:extLst>
                <p:ext uri="{D42A27DB-BD31-4B8C-83A1-F6EECF244321}">
                  <p14:modId xmlns:p14="http://schemas.microsoft.com/office/powerpoint/2010/main" val="3704872303"/>
                </p:ext>
              </p:extLst>
            </p:nvPr>
          </p:nvGraphicFramePr>
          <p:xfrm>
            <a:off x="4612" y="1790"/>
            <a:ext cx="368" cy="244"/>
          </p:xfrm>
          <a:graphic>
            <a:graphicData uri="http://schemas.openxmlformats.org/presentationml/2006/ole">
              <mc:AlternateContent xmlns:mc="http://schemas.openxmlformats.org/markup-compatibility/2006">
                <mc:Choice xmlns:v="urn:schemas-microsoft-com:vml" Requires="v">
                  <p:oleObj spid="_x0000_s84185" name="Equation" r:id="rId13" imgW="304560" imgH="203040" progId="Equation.DSMT4">
                    <p:embed/>
                  </p:oleObj>
                </mc:Choice>
                <mc:Fallback>
                  <p:oleObj name="Equation" r:id="rId13" imgW="304560" imgH="203040" progId="Equation.DSMT4">
                    <p:embed/>
                    <p:pic>
                      <p:nvPicPr>
                        <p:cNvPr id="19476" name="Object 20"/>
                        <p:cNvPicPr>
                          <a:picLocks noChangeAspect="1" noChangeArrowheads="1"/>
                        </p:cNvPicPr>
                        <p:nvPr/>
                      </p:nvPicPr>
                      <p:blipFill>
                        <a:blip r:embed="rId14"/>
                        <a:srcRect/>
                        <a:stretch>
                          <a:fillRect/>
                        </a:stretch>
                      </p:blipFill>
                      <p:spPr bwMode="auto">
                        <a:xfrm>
                          <a:off x="4612" y="1790"/>
                          <a:ext cx="368"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496" name="Group 40"/>
          <p:cNvGrpSpPr>
            <a:grpSpLocks/>
          </p:cNvGrpSpPr>
          <p:nvPr/>
        </p:nvGrpSpPr>
        <p:grpSpPr bwMode="auto">
          <a:xfrm>
            <a:off x="5219703" y="2330450"/>
            <a:ext cx="1103313" cy="1397000"/>
            <a:chOff x="3274" y="1344"/>
            <a:chExt cx="695" cy="880"/>
          </a:xfrm>
        </p:grpSpPr>
        <p:sp>
          <p:nvSpPr>
            <p:cNvPr id="19478" name="Line 22"/>
            <p:cNvSpPr>
              <a:spLocks noChangeShapeType="1"/>
            </p:cNvSpPr>
            <p:nvPr/>
          </p:nvSpPr>
          <p:spPr bwMode="auto">
            <a:xfrm rot="10800000" flipV="1">
              <a:off x="3274" y="1344"/>
              <a:ext cx="695" cy="680"/>
            </a:xfrm>
            <a:prstGeom prst="line">
              <a:avLst/>
            </a:prstGeom>
            <a:noFill/>
            <a:ln w="28575">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19479" name="Object 23"/>
            <p:cNvGraphicFramePr>
              <a:graphicFrameLocks noChangeAspect="1"/>
            </p:cNvGraphicFramePr>
            <p:nvPr>
              <p:extLst>
                <p:ext uri="{D42A27DB-BD31-4B8C-83A1-F6EECF244321}">
                  <p14:modId xmlns:p14="http://schemas.microsoft.com/office/powerpoint/2010/main" val="1972705352"/>
                </p:ext>
              </p:extLst>
            </p:nvPr>
          </p:nvGraphicFramePr>
          <p:xfrm>
            <a:off x="3298" y="1971"/>
            <a:ext cx="388" cy="253"/>
          </p:xfrm>
          <a:graphic>
            <a:graphicData uri="http://schemas.openxmlformats.org/presentationml/2006/ole">
              <mc:AlternateContent xmlns:mc="http://schemas.openxmlformats.org/markup-compatibility/2006">
                <mc:Choice xmlns:v="urn:schemas-microsoft-com:vml" Requires="v">
                  <p:oleObj spid="_x0000_s84186" name="Equation" r:id="rId15" imgW="253800" imgH="164880" progId="Equation.DSMT4">
                    <p:embed/>
                  </p:oleObj>
                </mc:Choice>
                <mc:Fallback>
                  <p:oleObj name="Equation" r:id="rId15" imgW="253800" imgH="164880" progId="Equation.DSMT4">
                    <p:embed/>
                    <p:pic>
                      <p:nvPicPr>
                        <p:cNvPr id="19479" name="Object 23"/>
                        <p:cNvPicPr>
                          <a:picLocks noChangeAspect="1" noChangeArrowheads="1"/>
                        </p:cNvPicPr>
                        <p:nvPr/>
                      </p:nvPicPr>
                      <p:blipFill>
                        <a:blip r:embed="rId16"/>
                        <a:srcRect/>
                        <a:stretch>
                          <a:fillRect/>
                        </a:stretch>
                      </p:blipFill>
                      <p:spPr bwMode="auto">
                        <a:xfrm>
                          <a:off x="3298" y="1971"/>
                          <a:ext cx="388" cy="2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800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9500" name="Text Box 44"/>
          <p:cNvSpPr txBox="1">
            <a:spLocks noChangeArrowheads="1"/>
          </p:cNvSpPr>
          <p:nvPr/>
        </p:nvSpPr>
        <p:spPr bwMode="auto">
          <a:xfrm>
            <a:off x="1042988" y="5608642"/>
            <a:ext cx="9969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3200" b="0">
                <a:latin typeface="Times New Roman" panose="02020603050405020304" pitchFamily="18" charset="0"/>
                <a:ea typeface="华文行楷" panose="02010800040101010101" pitchFamily="2" charset="-122"/>
              </a:rPr>
              <a:t>注意</a:t>
            </a:r>
          </a:p>
        </p:txBody>
      </p:sp>
    </p:spTree>
    <p:extLst>
      <p:ext uri="{BB962C8B-B14F-4D97-AF65-F5344CB8AC3E}">
        <p14:creationId xmlns:p14="http://schemas.microsoft.com/office/powerpoint/2010/main" val="31571800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19462"/>
                                        </p:tgtEl>
                                        <p:attrNameLst>
                                          <p:attrName>style.visibility</p:attrName>
                                        </p:attrNameLst>
                                      </p:cBhvr>
                                      <p:to>
                                        <p:strVal val="visible"/>
                                      </p:to>
                                    </p:set>
                                    <p:anim calcmode="lin" valueType="num">
                                      <p:cBhvr additive="base">
                                        <p:cTn id="7" dur="500" fill="hold"/>
                                        <p:tgtEl>
                                          <p:spTgt spid="19462"/>
                                        </p:tgtEl>
                                        <p:attrNameLst>
                                          <p:attrName>ppt_x</p:attrName>
                                        </p:attrNameLst>
                                      </p:cBhvr>
                                      <p:tavLst>
                                        <p:tav tm="0">
                                          <p:val>
                                            <p:strVal val="0-#ppt_w/2"/>
                                          </p:val>
                                        </p:tav>
                                        <p:tav tm="100000">
                                          <p:val>
                                            <p:strVal val="#ppt_x"/>
                                          </p:val>
                                        </p:tav>
                                      </p:tavLst>
                                    </p:anim>
                                    <p:anim calcmode="lin" valueType="num">
                                      <p:cBhvr additive="base">
                                        <p:cTn id="8" dur="500" fill="hold"/>
                                        <p:tgtEl>
                                          <p:spTgt spid="1946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19495"/>
                                        </p:tgtEl>
                                        <p:attrNameLst>
                                          <p:attrName>style.visibility</p:attrName>
                                        </p:attrNameLst>
                                      </p:cBhvr>
                                      <p:to>
                                        <p:strVal val="visible"/>
                                      </p:to>
                                    </p:set>
                                    <p:animEffect transition="in" filter="blinds(horizontal)">
                                      <p:cBhvr>
                                        <p:cTn id="13" dur="500"/>
                                        <p:tgtEl>
                                          <p:spTgt spid="1949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19458"/>
                                        </p:tgtEl>
                                        <p:attrNameLst>
                                          <p:attrName>style.visibility</p:attrName>
                                        </p:attrNameLst>
                                      </p:cBhvr>
                                      <p:to>
                                        <p:strVal val="visible"/>
                                      </p:to>
                                    </p:set>
                                    <p:animEffect transition="in" filter="wipe(up)">
                                      <p:cBhvr>
                                        <p:cTn id="18" dur="2000"/>
                                        <p:tgtEl>
                                          <p:spTgt spid="1945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nodeType="clickEffect">
                                  <p:stCondLst>
                                    <p:cond delay="0"/>
                                  </p:stCondLst>
                                  <p:childTnLst>
                                    <p:set>
                                      <p:cBhvr>
                                        <p:cTn id="22" dur="1" fill="hold">
                                          <p:stCondLst>
                                            <p:cond delay="0"/>
                                          </p:stCondLst>
                                        </p:cTn>
                                        <p:tgtEl>
                                          <p:spTgt spid="19494"/>
                                        </p:tgtEl>
                                        <p:attrNameLst>
                                          <p:attrName>style.visibility</p:attrName>
                                        </p:attrNameLst>
                                      </p:cBhvr>
                                      <p:to>
                                        <p:strVal val="visible"/>
                                      </p:to>
                                    </p:set>
                                    <p:animEffect transition="in" filter="wipe(down)">
                                      <p:cBhvr>
                                        <p:cTn id="23" dur="1000"/>
                                        <p:tgtEl>
                                          <p:spTgt spid="1949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19459"/>
                                        </p:tgtEl>
                                        <p:attrNameLst>
                                          <p:attrName>style.visibility</p:attrName>
                                        </p:attrNameLst>
                                      </p:cBhvr>
                                      <p:to>
                                        <p:strVal val="visible"/>
                                      </p:to>
                                    </p:set>
                                    <p:animEffect transition="in" filter="wipe(left)">
                                      <p:cBhvr>
                                        <p:cTn id="28" dur="2000"/>
                                        <p:tgtEl>
                                          <p:spTgt spid="1945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nodeType="clickEffect">
                                  <p:stCondLst>
                                    <p:cond delay="0"/>
                                  </p:stCondLst>
                                  <p:childTnLst>
                                    <p:set>
                                      <p:cBhvr>
                                        <p:cTn id="32" dur="1" fill="hold">
                                          <p:stCondLst>
                                            <p:cond delay="0"/>
                                          </p:stCondLst>
                                        </p:cTn>
                                        <p:tgtEl>
                                          <p:spTgt spid="19497"/>
                                        </p:tgtEl>
                                        <p:attrNameLst>
                                          <p:attrName>style.visibility</p:attrName>
                                        </p:attrNameLst>
                                      </p:cBhvr>
                                      <p:to>
                                        <p:strVal val="visible"/>
                                      </p:to>
                                    </p:set>
                                    <p:animEffect transition="in" filter="wipe(up)">
                                      <p:cBhvr>
                                        <p:cTn id="33" dur="1000"/>
                                        <p:tgtEl>
                                          <p:spTgt spid="1949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19460"/>
                                        </p:tgtEl>
                                        <p:attrNameLst>
                                          <p:attrName>style.visibility</p:attrName>
                                        </p:attrNameLst>
                                      </p:cBhvr>
                                      <p:to>
                                        <p:strVal val="visible"/>
                                      </p:to>
                                    </p:set>
                                    <p:animEffect transition="in" filter="wipe(left)">
                                      <p:cBhvr>
                                        <p:cTn id="38" dur="2000"/>
                                        <p:tgtEl>
                                          <p:spTgt spid="1946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19496"/>
                                        </p:tgtEl>
                                        <p:attrNameLst>
                                          <p:attrName>style.visibility</p:attrName>
                                        </p:attrNameLst>
                                      </p:cBhvr>
                                      <p:to>
                                        <p:strVal val="visible"/>
                                      </p:to>
                                    </p:set>
                                    <p:animEffect transition="in" filter="wipe(up)">
                                      <p:cBhvr>
                                        <p:cTn id="43" dur="1000"/>
                                        <p:tgtEl>
                                          <p:spTgt spid="19496"/>
                                        </p:tgtEl>
                                      </p:cBhvr>
                                    </p:animEffect>
                                  </p:childTnLst>
                                </p:cTn>
                              </p:par>
                            </p:childTnLst>
                          </p:cTn>
                        </p:par>
                        <p:par>
                          <p:cTn id="44" fill="hold" nodeType="afterGroup">
                            <p:stCondLst>
                              <p:cond delay="1000"/>
                            </p:stCondLst>
                            <p:childTnLst>
                              <p:par>
                                <p:cTn id="45" presetID="14" presetClass="entr" presetSubtype="5" fill="hold" grpId="0" nodeType="afterEffect">
                                  <p:stCondLst>
                                    <p:cond delay="0"/>
                                  </p:stCondLst>
                                  <p:childTnLst>
                                    <p:set>
                                      <p:cBhvr>
                                        <p:cTn id="46" dur="1" fill="hold">
                                          <p:stCondLst>
                                            <p:cond delay="0"/>
                                          </p:stCondLst>
                                        </p:cTn>
                                        <p:tgtEl>
                                          <p:spTgt spid="19461"/>
                                        </p:tgtEl>
                                        <p:attrNameLst>
                                          <p:attrName>style.visibility</p:attrName>
                                        </p:attrNameLst>
                                      </p:cBhvr>
                                      <p:to>
                                        <p:strVal val="visible"/>
                                      </p:to>
                                    </p:set>
                                    <p:animEffect transition="in" filter="randombar(vertical)">
                                      <p:cBhvr>
                                        <p:cTn id="47" dur="500"/>
                                        <p:tgtEl>
                                          <p:spTgt spid="19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p:bldP spid="1946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8" name="Text Box 6"/>
          <p:cNvSpPr txBox="1">
            <a:spLocks noChangeArrowheads="1"/>
          </p:cNvSpPr>
          <p:nvPr/>
        </p:nvSpPr>
        <p:spPr bwMode="auto">
          <a:xfrm>
            <a:off x="2499388" y="166410"/>
            <a:ext cx="4032250" cy="701675"/>
          </a:xfrm>
          <a:prstGeom prst="rect">
            <a:avLst/>
          </a:prstGeom>
          <a:noFill/>
          <a:ln>
            <a:noFill/>
          </a:ln>
          <a:effectLst/>
          <a:extLst>
            <a:ext uri="{909E8E84-426E-40DD-AFC4-6F175D3DCCD1}">
              <a14:hiddenFill xmlns:a14="http://schemas.microsoft.com/office/drawing/2010/main">
                <a:gradFill rotWithShape="0">
                  <a:gsLst>
                    <a:gs pos="0">
                      <a:srgbClr val="CCECFF"/>
                    </a:gs>
                    <a:gs pos="100000">
                      <a:srgbClr val="CCECFF">
                        <a:gamma/>
                        <a:shade val="46275"/>
                        <a:invGamma/>
                      </a:srgb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kumimoji="1" lang="en-US" altLang="zh-CN" sz="4000" dirty="0">
                <a:latin typeface="楷体_GB2312" pitchFamily="49" charset="-122"/>
              </a:rPr>
              <a:t>10.2  </a:t>
            </a:r>
            <a:r>
              <a:rPr kumimoji="1" lang="zh-CN" altLang="en-US" sz="4000" dirty="0">
                <a:latin typeface="楷体_GB2312" pitchFamily="49" charset="-122"/>
              </a:rPr>
              <a:t>正弦量</a:t>
            </a:r>
          </a:p>
        </p:txBody>
      </p:sp>
      <p:sp>
        <p:nvSpPr>
          <p:cNvPr id="33799" name="Text Box 7"/>
          <p:cNvSpPr txBox="1">
            <a:spLocks noChangeArrowheads="1"/>
          </p:cNvSpPr>
          <p:nvPr/>
        </p:nvSpPr>
        <p:spPr bwMode="auto">
          <a:xfrm>
            <a:off x="401249" y="1002448"/>
            <a:ext cx="2879725" cy="579438"/>
          </a:xfrm>
          <a:prstGeom prst="rect">
            <a:avLst/>
          </a:prstGeom>
          <a:noFill/>
          <a:ln>
            <a:noFill/>
          </a:ln>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en-US" altLang="zh-CN" sz="3200" dirty="0">
                <a:latin typeface="楷体_GB2312" pitchFamily="49" charset="-122"/>
              </a:rPr>
              <a:t>1. </a:t>
            </a:r>
            <a:r>
              <a:rPr kumimoji="1" lang="zh-CN" altLang="en-US" sz="3200" dirty="0">
                <a:latin typeface="楷体_GB2312" pitchFamily="49" charset="-122"/>
              </a:rPr>
              <a:t>正弦量</a:t>
            </a:r>
          </a:p>
        </p:txBody>
      </p:sp>
      <p:sp>
        <p:nvSpPr>
          <p:cNvPr id="33800" name="Text Box 8"/>
          <p:cNvSpPr txBox="1">
            <a:spLocks noChangeArrowheads="1"/>
          </p:cNvSpPr>
          <p:nvPr/>
        </p:nvSpPr>
        <p:spPr bwMode="auto">
          <a:xfrm>
            <a:off x="684284" y="1981807"/>
            <a:ext cx="3024187" cy="523220"/>
          </a:xfrm>
          <a:prstGeom prst="rect">
            <a:avLst/>
          </a:prstGeom>
          <a:noFill/>
          <a:ln w="28575">
            <a:solidFill>
              <a:srgbClr val="FF0000"/>
            </a:solidFill>
            <a:miter lim="800000"/>
            <a:headEnd/>
            <a:tailEnd/>
          </a:ln>
          <a:extLst>
            <a:ext uri="{909E8E84-426E-40DD-AFC4-6F175D3DCCD1}">
              <a14:hiddenFill xmlns:a14="http://schemas.microsoft.com/office/drawing/2010/main">
                <a:solidFill>
                  <a:schemeClr val="hlink"/>
                </a:solidFill>
              </a14:hiddenFill>
            </a:ext>
          </a:extLst>
        </p:spPr>
        <p:txBody>
          <a:bodyPr>
            <a:spAutoFit/>
          </a:bodyPr>
          <a:lstStyle/>
          <a:p>
            <a:pPr>
              <a:buSzPct val="85000"/>
              <a:buFont typeface="Wingdings" panose="05000000000000000000" pitchFamily="2" charset="2"/>
              <a:buChar char="l"/>
            </a:pPr>
            <a:r>
              <a:rPr kumimoji="1" lang="zh-CN" altLang="en-US" sz="2800" dirty="0">
                <a:latin typeface="楷体_GB2312" pitchFamily="49" charset="-122"/>
              </a:rPr>
              <a:t>瞬时值表达式</a:t>
            </a:r>
          </a:p>
        </p:txBody>
      </p:sp>
      <p:sp>
        <p:nvSpPr>
          <p:cNvPr id="33801" name="Text Box 9"/>
          <p:cNvSpPr txBox="1">
            <a:spLocks noChangeArrowheads="1"/>
          </p:cNvSpPr>
          <p:nvPr/>
        </p:nvSpPr>
        <p:spPr bwMode="auto">
          <a:xfrm>
            <a:off x="755650" y="2781300"/>
            <a:ext cx="3097323" cy="584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3200" b="0" i="1">
                <a:latin typeface="Times New Roman" panose="02020603050405020304" pitchFamily="18" charset="0"/>
                <a:ea typeface="宋体" panose="02010600030101010101" pitchFamily="2" charset="-122"/>
              </a:rPr>
              <a:t>i</a:t>
            </a:r>
            <a:r>
              <a:rPr kumimoji="1" lang="en-US" altLang="zh-CN" sz="3200" b="0">
                <a:latin typeface="Times New Roman" panose="02020603050405020304" pitchFamily="18" charset="0"/>
                <a:ea typeface="宋体" panose="02010600030101010101" pitchFamily="2" charset="-122"/>
              </a:rPr>
              <a:t>(</a:t>
            </a:r>
            <a:r>
              <a:rPr kumimoji="1" lang="en-US" altLang="zh-CN" sz="3200" b="0" i="1">
                <a:latin typeface="Times New Roman" panose="02020603050405020304" pitchFamily="18" charset="0"/>
                <a:ea typeface="宋体" panose="02010600030101010101" pitchFamily="2" charset="-122"/>
              </a:rPr>
              <a:t>t</a:t>
            </a:r>
            <a:r>
              <a:rPr kumimoji="1" lang="en-US" altLang="zh-CN" sz="3200" b="0">
                <a:latin typeface="Times New Roman" panose="02020603050405020304" pitchFamily="18" charset="0"/>
                <a:ea typeface="宋体" panose="02010600030101010101" pitchFamily="2" charset="-122"/>
              </a:rPr>
              <a:t>)=</a:t>
            </a:r>
            <a:r>
              <a:rPr kumimoji="1" lang="en-US" altLang="zh-CN" sz="3200" b="0" i="1">
                <a:latin typeface="Times New Roman" panose="02020603050405020304" pitchFamily="18" charset="0"/>
                <a:ea typeface="宋体" panose="02010600030101010101" pitchFamily="2" charset="-122"/>
              </a:rPr>
              <a:t>I</a:t>
            </a:r>
            <a:r>
              <a:rPr kumimoji="1" lang="en-US" altLang="zh-CN" sz="3200" b="0" baseline="-25000">
                <a:latin typeface="Times New Roman" panose="02020603050405020304" pitchFamily="18" charset="0"/>
                <a:ea typeface="宋体" panose="02010600030101010101" pitchFamily="2" charset="-122"/>
              </a:rPr>
              <a:t>m</a:t>
            </a:r>
            <a:r>
              <a:rPr kumimoji="1" lang="en-US" altLang="zh-CN" sz="3200" b="0">
                <a:latin typeface="Times New Roman" panose="02020603050405020304" pitchFamily="18" charset="0"/>
                <a:ea typeface="宋体" panose="02010600030101010101" pitchFamily="2" charset="-122"/>
              </a:rPr>
              <a:t>cos(</a:t>
            </a:r>
            <a:r>
              <a:rPr kumimoji="1" lang="en-US" altLang="zh-CN" sz="3200" b="0" i="1">
                <a:latin typeface="Symbol" panose="05050102010706020507" pitchFamily="18" charset="2"/>
                <a:ea typeface="宋体" panose="02010600030101010101" pitchFamily="2" charset="-122"/>
              </a:rPr>
              <a:t>w </a:t>
            </a:r>
            <a:r>
              <a:rPr kumimoji="1" lang="en-US" altLang="zh-CN" sz="3200" b="0" i="1">
                <a:latin typeface="Times New Roman" panose="02020603050405020304" pitchFamily="18" charset="0"/>
                <a:ea typeface="宋体" panose="02010600030101010101" pitchFamily="2" charset="-122"/>
              </a:rPr>
              <a:t>t</a:t>
            </a:r>
            <a:r>
              <a:rPr kumimoji="1" lang="en-US" altLang="zh-CN" sz="3200" b="0">
                <a:latin typeface="Times New Roman" panose="02020603050405020304" pitchFamily="18" charset="0"/>
                <a:ea typeface="宋体" panose="02010600030101010101" pitchFamily="2" charset="-122"/>
              </a:rPr>
              <a:t>+</a:t>
            </a:r>
            <a:r>
              <a:rPr kumimoji="1" lang="en-US" altLang="zh-CN" sz="3200" b="0" i="1">
                <a:latin typeface="Symbol" panose="05050102010706020507" pitchFamily="18" charset="2"/>
                <a:ea typeface="宋体" panose="02010600030101010101" pitchFamily="2" charset="-122"/>
              </a:rPr>
              <a:t>y</a:t>
            </a:r>
            <a:r>
              <a:rPr kumimoji="1" lang="en-US" altLang="zh-CN" sz="3200" b="0">
                <a:ea typeface="宋体" panose="02010600030101010101" pitchFamily="2" charset="-122"/>
              </a:rPr>
              <a:t>)</a:t>
            </a:r>
            <a:endParaRPr kumimoji="1" lang="en-US" altLang="zh-CN" sz="3200" b="0">
              <a:latin typeface="Symbol" panose="05050102010706020507" pitchFamily="18" charset="2"/>
              <a:ea typeface="宋体" panose="02010600030101010101" pitchFamily="2" charset="-122"/>
            </a:endParaRPr>
          </a:p>
        </p:txBody>
      </p:sp>
      <p:grpSp>
        <p:nvGrpSpPr>
          <p:cNvPr id="33861" name="Group 69"/>
          <p:cNvGrpSpPr>
            <a:grpSpLocks/>
          </p:cNvGrpSpPr>
          <p:nvPr/>
        </p:nvGrpSpPr>
        <p:grpSpPr bwMode="auto">
          <a:xfrm>
            <a:off x="4140200" y="1052513"/>
            <a:ext cx="4465638" cy="2447925"/>
            <a:chOff x="3023" y="783"/>
            <a:chExt cx="2292" cy="1403"/>
          </a:xfrm>
        </p:grpSpPr>
        <p:sp>
          <p:nvSpPr>
            <p:cNvPr id="33814" name="Freeform 22"/>
            <p:cNvSpPr>
              <a:spLocks/>
            </p:cNvSpPr>
            <p:nvPr/>
          </p:nvSpPr>
          <p:spPr bwMode="auto">
            <a:xfrm>
              <a:off x="3295" y="1361"/>
              <a:ext cx="137" cy="284"/>
            </a:xfrm>
            <a:custGeom>
              <a:avLst/>
              <a:gdLst>
                <a:gd name="T0" fmla="*/ 0 w 118"/>
                <a:gd name="T1" fmla="*/ 274 h 274"/>
                <a:gd name="T2" fmla="*/ 13 w 118"/>
                <a:gd name="T3" fmla="*/ 240 h 274"/>
                <a:gd name="T4" fmla="*/ 29 w 118"/>
                <a:gd name="T5" fmla="*/ 200 h 274"/>
                <a:gd name="T6" fmla="*/ 59 w 118"/>
                <a:gd name="T7" fmla="*/ 127 h 274"/>
                <a:gd name="T8" fmla="*/ 75 w 118"/>
                <a:gd name="T9" fmla="*/ 90 h 274"/>
                <a:gd name="T10" fmla="*/ 89 w 118"/>
                <a:gd name="T11" fmla="*/ 56 h 274"/>
                <a:gd name="T12" fmla="*/ 105 w 118"/>
                <a:gd name="T13" fmla="*/ 27 h 274"/>
                <a:gd name="T14" fmla="*/ 118 w 118"/>
                <a:gd name="T15" fmla="*/ 0 h 2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274">
                  <a:moveTo>
                    <a:pt x="0" y="274"/>
                  </a:moveTo>
                  <a:lnTo>
                    <a:pt x="13" y="240"/>
                  </a:lnTo>
                  <a:lnTo>
                    <a:pt x="29" y="200"/>
                  </a:lnTo>
                  <a:lnTo>
                    <a:pt x="59" y="127"/>
                  </a:lnTo>
                  <a:lnTo>
                    <a:pt x="75" y="90"/>
                  </a:lnTo>
                  <a:lnTo>
                    <a:pt x="89" y="56"/>
                  </a:lnTo>
                  <a:lnTo>
                    <a:pt x="105" y="27"/>
                  </a:lnTo>
                  <a:lnTo>
                    <a:pt x="118" y="0"/>
                  </a:lnTo>
                </a:path>
              </a:pathLst>
            </a:custGeom>
            <a:noFill/>
            <a:ln w="28575"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15" name="Freeform 23"/>
            <p:cNvSpPr>
              <a:spLocks/>
            </p:cNvSpPr>
            <p:nvPr/>
          </p:nvSpPr>
          <p:spPr bwMode="auto">
            <a:xfrm>
              <a:off x="3432" y="1244"/>
              <a:ext cx="135" cy="117"/>
            </a:xfrm>
            <a:custGeom>
              <a:avLst/>
              <a:gdLst>
                <a:gd name="T0" fmla="*/ 0 w 116"/>
                <a:gd name="T1" fmla="*/ 113 h 113"/>
                <a:gd name="T2" fmla="*/ 14 w 116"/>
                <a:gd name="T3" fmla="*/ 88 h 113"/>
                <a:gd name="T4" fmla="*/ 30 w 116"/>
                <a:gd name="T5" fmla="*/ 69 h 113"/>
                <a:gd name="T6" fmla="*/ 44 w 116"/>
                <a:gd name="T7" fmla="*/ 49 h 113"/>
                <a:gd name="T8" fmla="*/ 57 w 116"/>
                <a:gd name="T9" fmla="*/ 32 h 113"/>
                <a:gd name="T10" fmla="*/ 73 w 116"/>
                <a:gd name="T11" fmla="*/ 20 h 113"/>
                <a:gd name="T12" fmla="*/ 87 w 116"/>
                <a:gd name="T13" fmla="*/ 8 h 113"/>
                <a:gd name="T14" fmla="*/ 103 w 116"/>
                <a:gd name="T15" fmla="*/ 3 h 113"/>
                <a:gd name="T16" fmla="*/ 116 w 116"/>
                <a:gd name="T17"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13">
                  <a:moveTo>
                    <a:pt x="0" y="113"/>
                  </a:moveTo>
                  <a:lnTo>
                    <a:pt x="14" y="88"/>
                  </a:lnTo>
                  <a:lnTo>
                    <a:pt x="30" y="69"/>
                  </a:lnTo>
                  <a:lnTo>
                    <a:pt x="44" y="49"/>
                  </a:lnTo>
                  <a:lnTo>
                    <a:pt x="57" y="32"/>
                  </a:lnTo>
                  <a:lnTo>
                    <a:pt x="73" y="20"/>
                  </a:lnTo>
                  <a:lnTo>
                    <a:pt x="87" y="8"/>
                  </a:lnTo>
                  <a:lnTo>
                    <a:pt x="103" y="3"/>
                  </a:lnTo>
                  <a:lnTo>
                    <a:pt x="116" y="0"/>
                  </a:lnTo>
                </a:path>
              </a:pathLst>
            </a:custGeom>
            <a:noFill/>
            <a:ln w="28575"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16" name="Freeform 24"/>
            <p:cNvSpPr>
              <a:spLocks/>
            </p:cNvSpPr>
            <p:nvPr/>
          </p:nvSpPr>
          <p:spPr bwMode="auto">
            <a:xfrm>
              <a:off x="3567" y="1244"/>
              <a:ext cx="139" cy="117"/>
            </a:xfrm>
            <a:custGeom>
              <a:avLst/>
              <a:gdLst>
                <a:gd name="T0" fmla="*/ 0 w 119"/>
                <a:gd name="T1" fmla="*/ 0 h 113"/>
                <a:gd name="T2" fmla="*/ 14 w 119"/>
                <a:gd name="T3" fmla="*/ 3 h 113"/>
                <a:gd name="T4" fmla="*/ 30 w 119"/>
                <a:gd name="T5" fmla="*/ 8 h 113"/>
                <a:gd name="T6" fmla="*/ 44 w 119"/>
                <a:gd name="T7" fmla="*/ 20 h 113"/>
                <a:gd name="T8" fmla="*/ 60 w 119"/>
                <a:gd name="T9" fmla="*/ 32 h 113"/>
                <a:gd name="T10" fmla="*/ 76 w 119"/>
                <a:gd name="T11" fmla="*/ 49 h 113"/>
                <a:gd name="T12" fmla="*/ 90 w 119"/>
                <a:gd name="T13" fmla="*/ 69 h 113"/>
                <a:gd name="T14" fmla="*/ 106 w 119"/>
                <a:gd name="T15" fmla="*/ 88 h 113"/>
                <a:gd name="T16" fmla="*/ 119 w 119"/>
                <a:gd name="T17"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13">
                  <a:moveTo>
                    <a:pt x="0" y="0"/>
                  </a:moveTo>
                  <a:lnTo>
                    <a:pt x="14" y="3"/>
                  </a:lnTo>
                  <a:lnTo>
                    <a:pt x="30" y="8"/>
                  </a:lnTo>
                  <a:lnTo>
                    <a:pt x="44" y="20"/>
                  </a:lnTo>
                  <a:lnTo>
                    <a:pt x="60" y="32"/>
                  </a:lnTo>
                  <a:lnTo>
                    <a:pt x="76" y="49"/>
                  </a:lnTo>
                  <a:lnTo>
                    <a:pt x="90" y="69"/>
                  </a:lnTo>
                  <a:lnTo>
                    <a:pt x="106" y="88"/>
                  </a:lnTo>
                  <a:lnTo>
                    <a:pt x="119" y="113"/>
                  </a:lnTo>
                </a:path>
              </a:pathLst>
            </a:custGeom>
            <a:noFill/>
            <a:ln w="28575"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17" name="Freeform 25"/>
            <p:cNvSpPr>
              <a:spLocks/>
            </p:cNvSpPr>
            <p:nvPr/>
          </p:nvSpPr>
          <p:spPr bwMode="auto">
            <a:xfrm>
              <a:off x="3706" y="1361"/>
              <a:ext cx="135" cy="284"/>
            </a:xfrm>
            <a:custGeom>
              <a:avLst/>
              <a:gdLst>
                <a:gd name="T0" fmla="*/ 0 w 116"/>
                <a:gd name="T1" fmla="*/ 0 h 274"/>
                <a:gd name="T2" fmla="*/ 14 w 116"/>
                <a:gd name="T3" fmla="*/ 27 h 274"/>
                <a:gd name="T4" fmla="*/ 30 w 116"/>
                <a:gd name="T5" fmla="*/ 56 h 274"/>
                <a:gd name="T6" fmla="*/ 43 w 116"/>
                <a:gd name="T7" fmla="*/ 90 h 274"/>
                <a:gd name="T8" fmla="*/ 57 w 116"/>
                <a:gd name="T9" fmla="*/ 127 h 274"/>
                <a:gd name="T10" fmla="*/ 87 w 116"/>
                <a:gd name="T11" fmla="*/ 203 h 274"/>
                <a:gd name="T12" fmla="*/ 103 w 116"/>
                <a:gd name="T13" fmla="*/ 240 h 274"/>
                <a:gd name="T14" fmla="*/ 116 w 116"/>
                <a:gd name="T15" fmla="*/ 274 h 2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274">
                  <a:moveTo>
                    <a:pt x="0" y="0"/>
                  </a:moveTo>
                  <a:lnTo>
                    <a:pt x="14" y="27"/>
                  </a:lnTo>
                  <a:lnTo>
                    <a:pt x="30" y="56"/>
                  </a:lnTo>
                  <a:lnTo>
                    <a:pt x="43" y="90"/>
                  </a:lnTo>
                  <a:lnTo>
                    <a:pt x="57" y="127"/>
                  </a:lnTo>
                  <a:lnTo>
                    <a:pt x="87" y="203"/>
                  </a:lnTo>
                  <a:lnTo>
                    <a:pt x="103" y="240"/>
                  </a:lnTo>
                  <a:lnTo>
                    <a:pt x="116" y="274"/>
                  </a:lnTo>
                </a:path>
              </a:pathLst>
            </a:custGeom>
            <a:noFill/>
            <a:ln w="28575"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18" name="Freeform 26"/>
            <p:cNvSpPr>
              <a:spLocks/>
            </p:cNvSpPr>
            <p:nvPr/>
          </p:nvSpPr>
          <p:spPr bwMode="auto">
            <a:xfrm>
              <a:off x="3841" y="1645"/>
              <a:ext cx="138" cy="280"/>
            </a:xfrm>
            <a:custGeom>
              <a:avLst/>
              <a:gdLst>
                <a:gd name="T0" fmla="*/ 0 w 119"/>
                <a:gd name="T1" fmla="*/ 0 h 271"/>
                <a:gd name="T2" fmla="*/ 14 w 119"/>
                <a:gd name="T3" fmla="*/ 34 h 271"/>
                <a:gd name="T4" fmla="*/ 30 w 119"/>
                <a:gd name="T5" fmla="*/ 71 h 271"/>
                <a:gd name="T6" fmla="*/ 60 w 119"/>
                <a:gd name="T7" fmla="*/ 146 h 271"/>
                <a:gd name="T8" fmla="*/ 76 w 119"/>
                <a:gd name="T9" fmla="*/ 181 h 271"/>
                <a:gd name="T10" fmla="*/ 89 w 119"/>
                <a:gd name="T11" fmla="*/ 215 h 271"/>
                <a:gd name="T12" fmla="*/ 106 w 119"/>
                <a:gd name="T13" fmla="*/ 244 h 271"/>
                <a:gd name="T14" fmla="*/ 119 w 119"/>
                <a:gd name="T15" fmla="*/ 271 h 2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 h="271">
                  <a:moveTo>
                    <a:pt x="0" y="0"/>
                  </a:moveTo>
                  <a:lnTo>
                    <a:pt x="14" y="34"/>
                  </a:lnTo>
                  <a:lnTo>
                    <a:pt x="30" y="71"/>
                  </a:lnTo>
                  <a:lnTo>
                    <a:pt x="60" y="146"/>
                  </a:lnTo>
                  <a:lnTo>
                    <a:pt x="76" y="181"/>
                  </a:lnTo>
                  <a:lnTo>
                    <a:pt x="89" y="215"/>
                  </a:lnTo>
                  <a:lnTo>
                    <a:pt x="106" y="244"/>
                  </a:lnTo>
                  <a:lnTo>
                    <a:pt x="119" y="271"/>
                  </a:lnTo>
                </a:path>
              </a:pathLst>
            </a:custGeom>
            <a:noFill/>
            <a:ln w="28575"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19" name="Freeform 27"/>
            <p:cNvSpPr>
              <a:spLocks/>
            </p:cNvSpPr>
            <p:nvPr/>
          </p:nvSpPr>
          <p:spPr bwMode="auto">
            <a:xfrm>
              <a:off x="3979" y="1925"/>
              <a:ext cx="136" cy="119"/>
            </a:xfrm>
            <a:custGeom>
              <a:avLst/>
              <a:gdLst>
                <a:gd name="T0" fmla="*/ 0 w 116"/>
                <a:gd name="T1" fmla="*/ 0 h 115"/>
                <a:gd name="T2" fmla="*/ 14 w 116"/>
                <a:gd name="T3" fmla="*/ 25 h 115"/>
                <a:gd name="T4" fmla="*/ 30 w 116"/>
                <a:gd name="T5" fmla="*/ 44 h 115"/>
                <a:gd name="T6" fmla="*/ 43 w 116"/>
                <a:gd name="T7" fmla="*/ 64 h 115"/>
                <a:gd name="T8" fmla="*/ 57 w 116"/>
                <a:gd name="T9" fmla="*/ 81 h 115"/>
                <a:gd name="T10" fmla="*/ 73 w 116"/>
                <a:gd name="T11" fmla="*/ 96 h 115"/>
                <a:gd name="T12" fmla="*/ 87 w 116"/>
                <a:gd name="T13" fmla="*/ 105 h 115"/>
                <a:gd name="T14" fmla="*/ 103 w 116"/>
                <a:gd name="T15" fmla="*/ 113 h 115"/>
                <a:gd name="T16" fmla="*/ 116 w 116"/>
                <a:gd name="T17" fmla="*/ 115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15">
                  <a:moveTo>
                    <a:pt x="0" y="0"/>
                  </a:moveTo>
                  <a:lnTo>
                    <a:pt x="14" y="25"/>
                  </a:lnTo>
                  <a:lnTo>
                    <a:pt x="30" y="44"/>
                  </a:lnTo>
                  <a:lnTo>
                    <a:pt x="43" y="64"/>
                  </a:lnTo>
                  <a:lnTo>
                    <a:pt x="57" y="81"/>
                  </a:lnTo>
                  <a:lnTo>
                    <a:pt x="73" y="96"/>
                  </a:lnTo>
                  <a:lnTo>
                    <a:pt x="87" y="105"/>
                  </a:lnTo>
                  <a:lnTo>
                    <a:pt x="103" y="113"/>
                  </a:lnTo>
                  <a:lnTo>
                    <a:pt x="116" y="115"/>
                  </a:lnTo>
                </a:path>
              </a:pathLst>
            </a:custGeom>
            <a:noFill/>
            <a:ln w="28575"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20" name="Freeform 28"/>
            <p:cNvSpPr>
              <a:spLocks/>
            </p:cNvSpPr>
            <p:nvPr/>
          </p:nvSpPr>
          <p:spPr bwMode="auto">
            <a:xfrm>
              <a:off x="4115" y="1925"/>
              <a:ext cx="138" cy="119"/>
            </a:xfrm>
            <a:custGeom>
              <a:avLst/>
              <a:gdLst>
                <a:gd name="T0" fmla="*/ 0 w 119"/>
                <a:gd name="T1" fmla="*/ 115 h 115"/>
                <a:gd name="T2" fmla="*/ 14 w 119"/>
                <a:gd name="T3" fmla="*/ 113 h 115"/>
                <a:gd name="T4" fmla="*/ 30 w 119"/>
                <a:gd name="T5" fmla="*/ 105 h 115"/>
                <a:gd name="T6" fmla="*/ 43 w 119"/>
                <a:gd name="T7" fmla="*/ 96 h 115"/>
                <a:gd name="T8" fmla="*/ 60 w 119"/>
                <a:gd name="T9" fmla="*/ 81 h 115"/>
                <a:gd name="T10" fmla="*/ 76 w 119"/>
                <a:gd name="T11" fmla="*/ 64 h 115"/>
                <a:gd name="T12" fmla="*/ 89 w 119"/>
                <a:gd name="T13" fmla="*/ 44 h 115"/>
                <a:gd name="T14" fmla="*/ 106 w 119"/>
                <a:gd name="T15" fmla="*/ 25 h 115"/>
                <a:gd name="T16" fmla="*/ 119 w 119"/>
                <a:gd name="T17"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15">
                  <a:moveTo>
                    <a:pt x="0" y="115"/>
                  </a:moveTo>
                  <a:lnTo>
                    <a:pt x="14" y="113"/>
                  </a:lnTo>
                  <a:lnTo>
                    <a:pt x="30" y="105"/>
                  </a:lnTo>
                  <a:lnTo>
                    <a:pt x="43" y="96"/>
                  </a:lnTo>
                  <a:lnTo>
                    <a:pt x="60" y="81"/>
                  </a:lnTo>
                  <a:lnTo>
                    <a:pt x="76" y="64"/>
                  </a:lnTo>
                  <a:lnTo>
                    <a:pt x="89" y="44"/>
                  </a:lnTo>
                  <a:lnTo>
                    <a:pt x="106" y="25"/>
                  </a:lnTo>
                  <a:lnTo>
                    <a:pt x="119" y="0"/>
                  </a:lnTo>
                </a:path>
              </a:pathLst>
            </a:custGeom>
            <a:noFill/>
            <a:ln w="28575"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21" name="Freeform 29"/>
            <p:cNvSpPr>
              <a:spLocks/>
            </p:cNvSpPr>
            <p:nvPr/>
          </p:nvSpPr>
          <p:spPr bwMode="auto">
            <a:xfrm>
              <a:off x="4253" y="1645"/>
              <a:ext cx="135" cy="280"/>
            </a:xfrm>
            <a:custGeom>
              <a:avLst/>
              <a:gdLst>
                <a:gd name="T0" fmla="*/ 0 w 116"/>
                <a:gd name="T1" fmla="*/ 271 h 271"/>
                <a:gd name="T2" fmla="*/ 14 w 116"/>
                <a:gd name="T3" fmla="*/ 244 h 271"/>
                <a:gd name="T4" fmla="*/ 30 w 116"/>
                <a:gd name="T5" fmla="*/ 215 h 271"/>
                <a:gd name="T6" fmla="*/ 43 w 116"/>
                <a:gd name="T7" fmla="*/ 181 h 271"/>
                <a:gd name="T8" fmla="*/ 57 w 116"/>
                <a:gd name="T9" fmla="*/ 146 h 271"/>
                <a:gd name="T10" fmla="*/ 86 w 116"/>
                <a:gd name="T11" fmla="*/ 71 h 271"/>
                <a:gd name="T12" fmla="*/ 103 w 116"/>
                <a:gd name="T13" fmla="*/ 34 h 271"/>
                <a:gd name="T14" fmla="*/ 116 w 116"/>
                <a:gd name="T15" fmla="*/ 0 h 2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271">
                  <a:moveTo>
                    <a:pt x="0" y="271"/>
                  </a:moveTo>
                  <a:lnTo>
                    <a:pt x="14" y="244"/>
                  </a:lnTo>
                  <a:lnTo>
                    <a:pt x="30" y="215"/>
                  </a:lnTo>
                  <a:lnTo>
                    <a:pt x="43" y="181"/>
                  </a:lnTo>
                  <a:lnTo>
                    <a:pt x="57" y="146"/>
                  </a:lnTo>
                  <a:lnTo>
                    <a:pt x="86" y="71"/>
                  </a:lnTo>
                  <a:lnTo>
                    <a:pt x="103" y="34"/>
                  </a:lnTo>
                  <a:lnTo>
                    <a:pt x="116" y="0"/>
                  </a:lnTo>
                </a:path>
              </a:pathLst>
            </a:custGeom>
            <a:noFill/>
            <a:ln w="28575"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22" name="Freeform 30"/>
            <p:cNvSpPr>
              <a:spLocks/>
            </p:cNvSpPr>
            <p:nvPr/>
          </p:nvSpPr>
          <p:spPr bwMode="auto">
            <a:xfrm>
              <a:off x="4388" y="1361"/>
              <a:ext cx="139" cy="284"/>
            </a:xfrm>
            <a:custGeom>
              <a:avLst/>
              <a:gdLst>
                <a:gd name="T0" fmla="*/ 0 w 119"/>
                <a:gd name="T1" fmla="*/ 274 h 274"/>
                <a:gd name="T2" fmla="*/ 14 w 119"/>
                <a:gd name="T3" fmla="*/ 240 h 274"/>
                <a:gd name="T4" fmla="*/ 30 w 119"/>
                <a:gd name="T5" fmla="*/ 203 h 274"/>
                <a:gd name="T6" fmla="*/ 60 w 119"/>
                <a:gd name="T7" fmla="*/ 127 h 274"/>
                <a:gd name="T8" fmla="*/ 76 w 119"/>
                <a:gd name="T9" fmla="*/ 90 h 274"/>
                <a:gd name="T10" fmla="*/ 89 w 119"/>
                <a:gd name="T11" fmla="*/ 56 h 274"/>
                <a:gd name="T12" fmla="*/ 105 w 119"/>
                <a:gd name="T13" fmla="*/ 27 h 274"/>
                <a:gd name="T14" fmla="*/ 119 w 119"/>
                <a:gd name="T15" fmla="*/ 0 h 2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 h="274">
                  <a:moveTo>
                    <a:pt x="0" y="274"/>
                  </a:moveTo>
                  <a:lnTo>
                    <a:pt x="14" y="240"/>
                  </a:lnTo>
                  <a:lnTo>
                    <a:pt x="30" y="203"/>
                  </a:lnTo>
                  <a:lnTo>
                    <a:pt x="60" y="127"/>
                  </a:lnTo>
                  <a:lnTo>
                    <a:pt x="76" y="90"/>
                  </a:lnTo>
                  <a:lnTo>
                    <a:pt x="89" y="56"/>
                  </a:lnTo>
                  <a:lnTo>
                    <a:pt x="105" y="27"/>
                  </a:lnTo>
                  <a:lnTo>
                    <a:pt x="119" y="0"/>
                  </a:lnTo>
                </a:path>
              </a:pathLst>
            </a:custGeom>
            <a:noFill/>
            <a:ln w="28575"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23" name="Freeform 31"/>
            <p:cNvSpPr>
              <a:spLocks/>
            </p:cNvSpPr>
            <p:nvPr/>
          </p:nvSpPr>
          <p:spPr bwMode="auto">
            <a:xfrm>
              <a:off x="4527" y="1244"/>
              <a:ext cx="135" cy="117"/>
            </a:xfrm>
            <a:custGeom>
              <a:avLst/>
              <a:gdLst>
                <a:gd name="T0" fmla="*/ 0 w 116"/>
                <a:gd name="T1" fmla="*/ 113 h 113"/>
                <a:gd name="T2" fmla="*/ 13 w 116"/>
                <a:gd name="T3" fmla="*/ 88 h 113"/>
                <a:gd name="T4" fmla="*/ 30 w 116"/>
                <a:gd name="T5" fmla="*/ 69 h 113"/>
                <a:gd name="T6" fmla="*/ 43 w 116"/>
                <a:gd name="T7" fmla="*/ 49 h 113"/>
                <a:gd name="T8" fmla="*/ 57 w 116"/>
                <a:gd name="T9" fmla="*/ 32 h 113"/>
                <a:gd name="T10" fmla="*/ 73 w 116"/>
                <a:gd name="T11" fmla="*/ 20 h 113"/>
                <a:gd name="T12" fmla="*/ 86 w 116"/>
                <a:gd name="T13" fmla="*/ 8 h 113"/>
                <a:gd name="T14" fmla="*/ 103 w 116"/>
                <a:gd name="T15" fmla="*/ 3 h 113"/>
                <a:gd name="T16" fmla="*/ 116 w 116"/>
                <a:gd name="T17"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13">
                  <a:moveTo>
                    <a:pt x="0" y="113"/>
                  </a:moveTo>
                  <a:lnTo>
                    <a:pt x="13" y="88"/>
                  </a:lnTo>
                  <a:lnTo>
                    <a:pt x="30" y="69"/>
                  </a:lnTo>
                  <a:lnTo>
                    <a:pt x="43" y="49"/>
                  </a:lnTo>
                  <a:lnTo>
                    <a:pt x="57" y="32"/>
                  </a:lnTo>
                  <a:lnTo>
                    <a:pt x="73" y="20"/>
                  </a:lnTo>
                  <a:lnTo>
                    <a:pt x="86" y="8"/>
                  </a:lnTo>
                  <a:lnTo>
                    <a:pt x="103" y="3"/>
                  </a:lnTo>
                  <a:lnTo>
                    <a:pt x="116" y="0"/>
                  </a:lnTo>
                </a:path>
              </a:pathLst>
            </a:custGeom>
            <a:noFill/>
            <a:ln w="28575"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24" name="Freeform 32"/>
            <p:cNvSpPr>
              <a:spLocks/>
            </p:cNvSpPr>
            <p:nvPr/>
          </p:nvSpPr>
          <p:spPr bwMode="auto">
            <a:xfrm>
              <a:off x="4662" y="1244"/>
              <a:ext cx="138" cy="117"/>
            </a:xfrm>
            <a:custGeom>
              <a:avLst/>
              <a:gdLst>
                <a:gd name="T0" fmla="*/ 0 w 119"/>
                <a:gd name="T1" fmla="*/ 0 h 113"/>
                <a:gd name="T2" fmla="*/ 14 w 119"/>
                <a:gd name="T3" fmla="*/ 3 h 113"/>
                <a:gd name="T4" fmla="*/ 30 w 119"/>
                <a:gd name="T5" fmla="*/ 8 h 113"/>
                <a:gd name="T6" fmla="*/ 43 w 119"/>
                <a:gd name="T7" fmla="*/ 20 h 113"/>
                <a:gd name="T8" fmla="*/ 59 w 119"/>
                <a:gd name="T9" fmla="*/ 32 h 113"/>
                <a:gd name="T10" fmla="*/ 76 w 119"/>
                <a:gd name="T11" fmla="*/ 49 h 113"/>
                <a:gd name="T12" fmla="*/ 89 w 119"/>
                <a:gd name="T13" fmla="*/ 69 h 113"/>
                <a:gd name="T14" fmla="*/ 105 w 119"/>
                <a:gd name="T15" fmla="*/ 88 h 113"/>
                <a:gd name="T16" fmla="*/ 119 w 119"/>
                <a:gd name="T17"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13">
                  <a:moveTo>
                    <a:pt x="0" y="0"/>
                  </a:moveTo>
                  <a:lnTo>
                    <a:pt x="14" y="3"/>
                  </a:lnTo>
                  <a:lnTo>
                    <a:pt x="30" y="8"/>
                  </a:lnTo>
                  <a:lnTo>
                    <a:pt x="43" y="20"/>
                  </a:lnTo>
                  <a:lnTo>
                    <a:pt x="59" y="32"/>
                  </a:lnTo>
                  <a:lnTo>
                    <a:pt x="76" y="49"/>
                  </a:lnTo>
                  <a:lnTo>
                    <a:pt x="89" y="69"/>
                  </a:lnTo>
                  <a:lnTo>
                    <a:pt x="105" y="88"/>
                  </a:lnTo>
                  <a:lnTo>
                    <a:pt x="119" y="113"/>
                  </a:lnTo>
                </a:path>
              </a:pathLst>
            </a:custGeom>
            <a:noFill/>
            <a:ln w="28575"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25" name="Freeform 33"/>
            <p:cNvSpPr>
              <a:spLocks/>
            </p:cNvSpPr>
            <p:nvPr/>
          </p:nvSpPr>
          <p:spPr bwMode="auto">
            <a:xfrm>
              <a:off x="4800" y="1361"/>
              <a:ext cx="135" cy="284"/>
            </a:xfrm>
            <a:custGeom>
              <a:avLst/>
              <a:gdLst>
                <a:gd name="T0" fmla="*/ 0 w 116"/>
                <a:gd name="T1" fmla="*/ 0 h 274"/>
                <a:gd name="T2" fmla="*/ 13 w 116"/>
                <a:gd name="T3" fmla="*/ 27 h 274"/>
                <a:gd name="T4" fmla="*/ 30 w 116"/>
                <a:gd name="T5" fmla="*/ 56 h 274"/>
                <a:gd name="T6" fmla="*/ 43 w 116"/>
                <a:gd name="T7" fmla="*/ 90 h 274"/>
                <a:gd name="T8" fmla="*/ 57 w 116"/>
                <a:gd name="T9" fmla="*/ 127 h 274"/>
                <a:gd name="T10" fmla="*/ 86 w 116"/>
                <a:gd name="T11" fmla="*/ 203 h 274"/>
                <a:gd name="T12" fmla="*/ 102 w 116"/>
                <a:gd name="T13" fmla="*/ 240 h 274"/>
                <a:gd name="T14" fmla="*/ 116 w 116"/>
                <a:gd name="T15" fmla="*/ 274 h 2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274">
                  <a:moveTo>
                    <a:pt x="0" y="0"/>
                  </a:moveTo>
                  <a:lnTo>
                    <a:pt x="13" y="27"/>
                  </a:lnTo>
                  <a:lnTo>
                    <a:pt x="30" y="56"/>
                  </a:lnTo>
                  <a:lnTo>
                    <a:pt x="43" y="90"/>
                  </a:lnTo>
                  <a:lnTo>
                    <a:pt x="57" y="127"/>
                  </a:lnTo>
                  <a:lnTo>
                    <a:pt x="86" y="203"/>
                  </a:lnTo>
                  <a:lnTo>
                    <a:pt x="102" y="240"/>
                  </a:lnTo>
                  <a:lnTo>
                    <a:pt x="116" y="274"/>
                  </a:lnTo>
                </a:path>
              </a:pathLst>
            </a:custGeom>
            <a:noFill/>
            <a:ln w="28575"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26" name="Line 34"/>
            <p:cNvSpPr>
              <a:spLocks noChangeShapeType="1"/>
            </p:cNvSpPr>
            <p:nvPr/>
          </p:nvSpPr>
          <p:spPr bwMode="auto">
            <a:xfrm>
              <a:off x="4935" y="1645"/>
              <a:ext cx="139" cy="28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27" name="Line 35"/>
            <p:cNvSpPr>
              <a:spLocks noChangeShapeType="1"/>
            </p:cNvSpPr>
            <p:nvPr/>
          </p:nvSpPr>
          <p:spPr bwMode="auto">
            <a:xfrm>
              <a:off x="3023" y="1638"/>
              <a:ext cx="2292" cy="0"/>
            </a:xfrm>
            <a:prstGeom prst="line">
              <a:avLst/>
            </a:prstGeom>
            <a:noFill/>
            <a:ln w="28575">
              <a:solidFill>
                <a:schemeClr val="tx1"/>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28" name="Line 36"/>
            <p:cNvSpPr>
              <a:spLocks noChangeShapeType="1"/>
            </p:cNvSpPr>
            <p:nvPr/>
          </p:nvSpPr>
          <p:spPr bwMode="auto">
            <a:xfrm flipV="1">
              <a:off x="3415" y="944"/>
              <a:ext cx="0" cy="1242"/>
            </a:xfrm>
            <a:prstGeom prst="line">
              <a:avLst/>
            </a:prstGeom>
            <a:noFill/>
            <a:ln w="28575">
              <a:solidFill>
                <a:schemeClr val="tx1"/>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29" name="Text Box 37"/>
            <p:cNvSpPr txBox="1">
              <a:spLocks noChangeArrowheads="1"/>
            </p:cNvSpPr>
            <p:nvPr/>
          </p:nvSpPr>
          <p:spPr bwMode="auto">
            <a:xfrm>
              <a:off x="5080" y="1528"/>
              <a:ext cx="153" cy="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p>
              <a:r>
                <a:rPr kumimoji="1" lang="en-US" altLang="zh-CN" sz="3200" b="0" i="1">
                  <a:latin typeface="Times New Roman" panose="02020603050405020304" pitchFamily="18" charset="0"/>
                  <a:ea typeface="宋体" panose="02010600030101010101" pitchFamily="2" charset="-122"/>
                </a:rPr>
                <a:t>t</a:t>
              </a:r>
              <a:endParaRPr kumimoji="1" lang="en-US" altLang="zh-CN" sz="3200" b="0">
                <a:latin typeface="Times New Roman" panose="02020603050405020304" pitchFamily="18" charset="0"/>
                <a:ea typeface="宋体" panose="02010600030101010101" pitchFamily="2" charset="-122"/>
              </a:endParaRPr>
            </a:p>
          </p:txBody>
        </p:sp>
        <p:sp>
          <p:nvSpPr>
            <p:cNvPr id="33830" name="Text Box 38"/>
            <p:cNvSpPr txBox="1">
              <a:spLocks noChangeArrowheads="1"/>
            </p:cNvSpPr>
            <p:nvPr/>
          </p:nvSpPr>
          <p:spPr bwMode="auto">
            <a:xfrm>
              <a:off x="3162" y="783"/>
              <a:ext cx="153" cy="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p>
              <a:r>
                <a:rPr kumimoji="1" lang="en-US" altLang="zh-CN" sz="3200" b="0" i="1">
                  <a:latin typeface="Times New Roman" panose="02020603050405020304" pitchFamily="18" charset="0"/>
                  <a:ea typeface="宋体" panose="02010600030101010101" pitchFamily="2" charset="-122"/>
                </a:rPr>
                <a:t>i</a:t>
              </a:r>
              <a:endParaRPr kumimoji="1" lang="en-US" altLang="zh-CN" sz="3200" b="0">
                <a:latin typeface="Times New Roman" panose="02020603050405020304" pitchFamily="18" charset="0"/>
                <a:ea typeface="宋体" panose="02010600030101010101" pitchFamily="2" charset="-122"/>
              </a:endParaRPr>
            </a:p>
          </p:txBody>
        </p:sp>
        <p:sp>
          <p:nvSpPr>
            <p:cNvPr id="33831" name="Text Box 39"/>
            <p:cNvSpPr txBox="1">
              <a:spLocks noChangeArrowheads="1"/>
            </p:cNvSpPr>
            <p:nvPr/>
          </p:nvSpPr>
          <p:spPr bwMode="auto">
            <a:xfrm>
              <a:off x="3107" y="1616"/>
              <a:ext cx="15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b="0">
                  <a:latin typeface="Times New Roman" panose="02020603050405020304" pitchFamily="18" charset="0"/>
                  <a:ea typeface="宋体" panose="02010600030101010101" pitchFamily="2" charset="-122"/>
                </a:rPr>
                <a:t>0</a:t>
              </a:r>
            </a:p>
          </p:txBody>
        </p:sp>
        <p:sp>
          <p:nvSpPr>
            <p:cNvPr id="33836" name="Line 44"/>
            <p:cNvSpPr>
              <a:spLocks noChangeShapeType="1"/>
            </p:cNvSpPr>
            <p:nvPr/>
          </p:nvSpPr>
          <p:spPr bwMode="auto">
            <a:xfrm>
              <a:off x="4519" y="1093"/>
              <a:ext cx="0" cy="547"/>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3837" name="Line 45"/>
            <p:cNvSpPr>
              <a:spLocks noChangeShapeType="1"/>
            </p:cNvSpPr>
            <p:nvPr/>
          </p:nvSpPr>
          <p:spPr bwMode="auto">
            <a:xfrm>
              <a:off x="3415" y="1193"/>
              <a:ext cx="1118" cy="0"/>
            </a:xfrm>
            <a:prstGeom prst="line">
              <a:avLst/>
            </a:prstGeom>
            <a:noFill/>
            <a:ln w="28575">
              <a:solidFill>
                <a:schemeClr val="accent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3838" name="Text Box 46"/>
            <p:cNvSpPr txBox="1">
              <a:spLocks noChangeArrowheads="1"/>
            </p:cNvSpPr>
            <p:nvPr/>
          </p:nvSpPr>
          <p:spPr bwMode="auto">
            <a:xfrm>
              <a:off x="3778" y="912"/>
              <a:ext cx="16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b="0" i="1">
                  <a:latin typeface="Times New Roman" panose="02020603050405020304" pitchFamily="18" charset="0"/>
                  <a:ea typeface="宋体" panose="02010600030101010101" pitchFamily="2" charset="-122"/>
                </a:rPr>
                <a:t>T</a:t>
              </a:r>
              <a:endParaRPr kumimoji="1" lang="en-US" altLang="zh-CN" b="0">
                <a:latin typeface="Times New Roman" panose="02020603050405020304" pitchFamily="18" charset="0"/>
                <a:ea typeface="宋体" panose="02010600030101010101" pitchFamily="2" charset="-122"/>
              </a:endParaRPr>
            </a:p>
          </p:txBody>
        </p:sp>
      </p:grpSp>
      <p:sp>
        <p:nvSpPr>
          <p:cNvPr id="33839" name="Text Box 47"/>
          <p:cNvSpPr txBox="1">
            <a:spLocks noChangeArrowheads="1"/>
          </p:cNvSpPr>
          <p:nvPr/>
        </p:nvSpPr>
        <p:spPr bwMode="auto">
          <a:xfrm>
            <a:off x="682625" y="4365625"/>
            <a:ext cx="3240088" cy="52322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buSzPct val="85000"/>
              <a:buFont typeface="Wingdings" panose="05000000000000000000" pitchFamily="2" charset="2"/>
              <a:buChar char="l"/>
            </a:pPr>
            <a:r>
              <a:rPr kumimoji="1" lang="zh-CN" altLang="en-US" sz="2800" dirty="0">
                <a:latin typeface="楷体_GB2312" pitchFamily="49" charset="-122"/>
              </a:rPr>
              <a:t>周期</a:t>
            </a:r>
            <a:r>
              <a:rPr kumimoji="1" lang="en-US" altLang="zh-CN" sz="2800" b="0" i="1" dirty="0">
                <a:latin typeface="楷体_GB2312" pitchFamily="49" charset="-122"/>
              </a:rPr>
              <a:t>T</a:t>
            </a:r>
            <a:r>
              <a:rPr kumimoji="1" lang="en-US" altLang="zh-CN" sz="2800" i="1" dirty="0">
                <a:latin typeface="楷体_GB2312" pitchFamily="49" charset="-122"/>
              </a:rPr>
              <a:t> </a:t>
            </a:r>
            <a:r>
              <a:rPr kumimoji="1" lang="zh-CN" altLang="en-US" sz="2800" dirty="0">
                <a:latin typeface="楷体_GB2312" pitchFamily="49" charset="-122"/>
              </a:rPr>
              <a:t>和频率</a:t>
            </a:r>
            <a:r>
              <a:rPr kumimoji="1" lang="en-US" altLang="zh-CN" sz="2800" b="0" i="1" dirty="0"/>
              <a:t>f</a:t>
            </a:r>
            <a:endParaRPr kumimoji="1" lang="en-US" altLang="zh-CN" sz="2800" dirty="0"/>
          </a:p>
        </p:txBody>
      </p:sp>
      <p:sp>
        <p:nvSpPr>
          <p:cNvPr id="33840" name="Text Box 48"/>
          <p:cNvSpPr txBox="1">
            <a:spLocks noChangeArrowheads="1"/>
          </p:cNvSpPr>
          <p:nvPr/>
        </p:nvSpPr>
        <p:spPr bwMode="auto">
          <a:xfrm>
            <a:off x="935038" y="5641975"/>
            <a:ext cx="51133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400">
                <a:latin typeface="楷体_GB2312" pitchFamily="49" charset="-122"/>
              </a:rPr>
              <a:t>频率</a:t>
            </a:r>
            <a:r>
              <a:rPr kumimoji="1" lang="en-US" altLang="zh-CN" sz="2400" b="0" i="1"/>
              <a:t>f</a:t>
            </a:r>
            <a:r>
              <a:rPr kumimoji="1" lang="en-US" altLang="zh-CN" sz="2400"/>
              <a:t> </a:t>
            </a:r>
            <a:r>
              <a:rPr kumimoji="1" lang="zh-CN" altLang="en-US" sz="2400">
                <a:latin typeface="楷体_GB2312" pitchFamily="49" charset="-122"/>
              </a:rPr>
              <a:t>：每秒重复变化的次数。</a:t>
            </a:r>
            <a:endParaRPr kumimoji="1" lang="zh-CN" altLang="en-US" sz="2400" i="1">
              <a:latin typeface="楷体_GB2312" pitchFamily="49" charset="-122"/>
            </a:endParaRPr>
          </a:p>
        </p:txBody>
      </p:sp>
      <p:sp>
        <p:nvSpPr>
          <p:cNvPr id="33841" name="Text Box 49"/>
          <p:cNvSpPr txBox="1">
            <a:spLocks noChangeArrowheads="1"/>
          </p:cNvSpPr>
          <p:nvPr/>
        </p:nvSpPr>
        <p:spPr bwMode="auto">
          <a:xfrm>
            <a:off x="935038" y="5065713"/>
            <a:ext cx="59055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400" dirty="0">
                <a:latin typeface="楷体_GB2312" pitchFamily="49" charset="-122"/>
              </a:rPr>
              <a:t>周期</a:t>
            </a:r>
            <a:r>
              <a:rPr kumimoji="1" lang="en-US" altLang="zh-CN" sz="2400" b="0" i="1" dirty="0"/>
              <a:t>T</a:t>
            </a:r>
            <a:r>
              <a:rPr kumimoji="1" lang="en-US" altLang="zh-CN" sz="2400" dirty="0"/>
              <a:t> </a:t>
            </a:r>
            <a:r>
              <a:rPr kumimoji="1" lang="zh-CN" altLang="en-US" sz="2400" dirty="0">
                <a:latin typeface="楷体_GB2312" pitchFamily="49" charset="-122"/>
              </a:rPr>
              <a:t>：重复变化一次所需的时间。</a:t>
            </a:r>
            <a:endParaRPr kumimoji="1" lang="zh-CN" altLang="en-US" sz="2400" i="1" dirty="0">
              <a:latin typeface="楷体_GB2312" pitchFamily="49" charset="-122"/>
            </a:endParaRPr>
          </a:p>
        </p:txBody>
      </p:sp>
      <p:sp>
        <p:nvSpPr>
          <p:cNvPr id="33842" name="AutoShape 50"/>
          <p:cNvSpPr>
            <a:spLocks/>
          </p:cNvSpPr>
          <p:nvPr/>
        </p:nvSpPr>
        <p:spPr bwMode="auto">
          <a:xfrm flipH="1">
            <a:off x="719138" y="5404326"/>
            <a:ext cx="301625" cy="422910"/>
          </a:xfrm>
          <a:prstGeom prst="rightBrace">
            <a:avLst>
              <a:gd name="adj1" fmla="val 30395"/>
              <a:gd name="adj2" fmla="val 50000"/>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33843" name="Rectangle 51"/>
          <p:cNvSpPr>
            <a:spLocks noChangeArrowheads="1"/>
          </p:cNvSpPr>
          <p:nvPr/>
        </p:nvSpPr>
        <p:spPr bwMode="auto">
          <a:xfrm>
            <a:off x="5759450" y="5703639"/>
            <a:ext cx="2401619"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400">
                <a:latin typeface="楷体_GB2312" pitchFamily="49" charset="-122"/>
              </a:rPr>
              <a:t>单位：赫</a:t>
            </a:r>
            <a:r>
              <a:rPr kumimoji="1" lang="en-US" altLang="zh-CN" sz="2400">
                <a:latin typeface="楷体_GB2312" pitchFamily="49" charset="-122"/>
              </a:rPr>
              <a:t>(</a:t>
            </a:r>
            <a:r>
              <a:rPr kumimoji="1" lang="zh-CN" altLang="en-US" sz="2400">
                <a:latin typeface="楷体_GB2312" pitchFamily="49" charset="-122"/>
              </a:rPr>
              <a:t>兹</a:t>
            </a:r>
            <a:r>
              <a:rPr kumimoji="1" lang="en-US" altLang="zh-CN" sz="2400">
                <a:latin typeface="楷体_GB2312" pitchFamily="49" charset="-122"/>
              </a:rPr>
              <a:t>)</a:t>
            </a:r>
            <a:r>
              <a:rPr kumimoji="1" lang="en-US" altLang="zh-CN" sz="2400" b="0"/>
              <a:t>Hz</a:t>
            </a:r>
          </a:p>
        </p:txBody>
      </p:sp>
      <p:sp>
        <p:nvSpPr>
          <p:cNvPr id="33844" name="Rectangle 52"/>
          <p:cNvSpPr>
            <a:spLocks noChangeArrowheads="1"/>
          </p:cNvSpPr>
          <p:nvPr/>
        </p:nvSpPr>
        <p:spPr bwMode="auto">
          <a:xfrm>
            <a:off x="6551613" y="5105152"/>
            <a:ext cx="212407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400" dirty="0">
                <a:latin typeface="楷体_GB2312" pitchFamily="49" charset="-122"/>
              </a:rPr>
              <a:t>单位：秒</a:t>
            </a:r>
            <a:r>
              <a:rPr kumimoji="1" lang="en-US" altLang="zh-CN" sz="2400" b="0" dirty="0">
                <a:latin typeface="楷体_GB2312" pitchFamily="49" charset="-122"/>
              </a:rPr>
              <a:t>s</a:t>
            </a:r>
          </a:p>
        </p:txBody>
      </p:sp>
      <p:graphicFrame>
        <p:nvGraphicFramePr>
          <p:cNvPr id="33845" name="Object 53"/>
          <p:cNvGraphicFramePr>
            <a:graphicFrameLocks noChangeAspect="1"/>
          </p:cNvGraphicFramePr>
          <p:nvPr>
            <p:extLst>
              <p:ext uri="{D42A27DB-BD31-4B8C-83A1-F6EECF244321}">
                <p14:modId xmlns:p14="http://schemas.microsoft.com/office/powerpoint/2010/main" val="1992616407"/>
              </p:ext>
            </p:extLst>
          </p:nvPr>
        </p:nvGraphicFramePr>
        <p:xfrm>
          <a:off x="6948488" y="3429000"/>
          <a:ext cx="1249362" cy="1150938"/>
        </p:xfrm>
        <a:graphic>
          <a:graphicData uri="http://schemas.openxmlformats.org/presentationml/2006/ole">
            <mc:AlternateContent xmlns:mc="http://schemas.openxmlformats.org/markup-compatibility/2006">
              <mc:Choice xmlns:v="urn:schemas-microsoft-com:vml" Requires="v">
                <p:oleObj spid="_x0000_s85024" name="公式" r:id="rId3" imgW="482400" imgH="444240" progId="Equation.3">
                  <p:embed/>
                </p:oleObj>
              </mc:Choice>
              <mc:Fallback>
                <p:oleObj name="公式" r:id="rId3" imgW="482400" imgH="444240" progId="Equation.3">
                  <p:embed/>
                  <p:pic>
                    <p:nvPicPr>
                      <p:cNvPr id="33845" name="Object 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48488" y="3429000"/>
                        <a:ext cx="1249362" cy="1150938"/>
                      </a:xfrm>
                      <a:prstGeom prst="rect">
                        <a:avLst/>
                      </a:prstGeom>
                      <a:gradFill rotWithShape="1">
                        <a:gsLst>
                          <a:gs pos="0">
                            <a:schemeClr val="accent1"/>
                          </a:gs>
                          <a:gs pos="100000">
                            <a:schemeClr val="bg1"/>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849" name="Text Box 57"/>
          <p:cNvSpPr txBox="1">
            <a:spLocks noChangeArrowheads="1"/>
          </p:cNvSpPr>
          <p:nvPr/>
        </p:nvSpPr>
        <p:spPr bwMode="auto">
          <a:xfrm>
            <a:off x="611188" y="3500438"/>
            <a:ext cx="5545137" cy="584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zh-CN" altLang="en-US" sz="2400" dirty="0">
                <a:latin typeface="Times New Roman" panose="02020603050405020304" pitchFamily="18" charset="0"/>
              </a:rPr>
              <a:t>正弦量为周期函数</a:t>
            </a:r>
            <a:r>
              <a:rPr kumimoji="1" lang="zh-CN" altLang="en-US" sz="3200" dirty="0">
                <a:latin typeface="Times New Roman" panose="02020603050405020304" pitchFamily="18" charset="0"/>
              </a:rPr>
              <a:t>     </a:t>
            </a:r>
            <a:r>
              <a:rPr kumimoji="1" lang="en-US" altLang="zh-CN" sz="3200" b="0" i="1" dirty="0">
                <a:latin typeface="Times New Roman" panose="02020603050405020304" pitchFamily="18" charset="0"/>
                <a:ea typeface="宋体" panose="02010600030101010101" pitchFamily="2" charset="-122"/>
              </a:rPr>
              <a:t>f</a:t>
            </a:r>
            <a:r>
              <a:rPr kumimoji="1" lang="en-US" altLang="zh-CN" sz="3200" b="0" dirty="0">
                <a:latin typeface="Times New Roman" panose="02020603050405020304" pitchFamily="18" charset="0"/>
                <a:ea typeface="宋体" panose="02010600030101010101" pitchFamily="2" charset="-122"/>
              </a:rPr>
              <a:t>(</a:t>
            </a:r>
            <a:r>
              <a:rPr kumimoji="1" lang="en-US" altLang="zh-CN" sz="3200" b="0" i="1" dirty="0">
                <a:latin typeface="Times New Roman" panose="02020603050405020304" pitchFamily="18" charset="0"/>
                <a:ea typeface="宋体" panose="02010600030101010101" pitchFamily="2" charset="-122"/>
              </a:rPr>
              <a:t>t</a:t>
            </a:r>
            <a:r>
              <a:rPr kumimoji="1" lang="en-US" altLang="zh-CN" sz="3200" b="0" dirty="0">
                <a:latin typeface="Times New Roman" panose="02020603050405020304" pitchFamily="18" charset="0"/>
                <a:ea typeface="宋体" panose="02010600030101010101" pitchFamily="2" charset="-122"/>
              </a:rPr>
              <a:t>)=</a:t>
            </a:r>
            <a:r>
              <a:rPr kumimoji="1" lang="en-US" altLang="zh-CN" sz="3200" b="0" i="1" dirty="0">
                <a:latin typeface="Times New Roman" panose="02020603050405020304" pitchFamily="18" charset="0"/>
                <a:ea typeface="宋体" panose="02010600030101010101" pitchFamily="2" charset="-122"/>
              </a:rPr>
              <a:t>f</a:t>
            </a:r>
            <a:r>
              <a:rPr kumimoji="1" lang="en-US" altLang="zh-CN" sz="3200" b="0" dirty="0">
                <a:latin typeface="Times New Roman" panose="02020603050405020304" pitchFamily="18" charset="0"/>
                <a:ea typeface="宋体" panose="02010600030101010101" pitchFamily="2" charset="-122"/>
              </a:rPr>
              <a:t> (</a:t>
            </a:r>
            <a:r>
              <a:rPr kumimoji="1" lang="en-US" altLang="zh-CN" sz="3200" b="0" i="1" dirty="0">
                <a:latin typeface="Symbol" panose="05050102010706020507" pitchFamily="18" charset="2"/>
                <a:ea typeface="宋体" panose="02010600030101010101" pitchFamily="2" charset="-122"/>
              </a:rPr>
              <a:t> </a:t>
            </a:r>
            <a:r>
              <a:rPr kumimoji="1" lang="en-US" altLang="zh-CN" sz="3200" b="0" i="1" dirty="0" err="1">
                <a:latin typeface="Times New Roman" panose="02020603050405020304" pitchFamily="18" charset="0"/>
                <a:ea typeface="宋体" panose="02010600030101010101" pitchFamily="2" charset="-122"/>
              </a:rPr>
              <a:t>t</a:t>
            </a:r>
            <a:r>
              <a:rPr kumimoji="1" lang="en-US" altLang="zh-CN" sz="3200" b="0" dirty="0" err="1">
                <a:latin typeface="Times New Roman" panose="02020603050405020304" pitchFamily="18" charset="0"/>
                <a:ea typeface="宋体" panose="02010600030101010101" pitchFamily="2" charset="-122"/>
              </a:rPr>
              <a:t>+</a:t>
            </a:r>
            <a:r>
              <a:rPr kumimoji="1" lang="en-US" altLang="zh-CN" sz="3200" b="0" i="1" dirty="0" err="1">
                <a:latin typeface="Times New Roman" panose="02020603050405020304" pitchFamily="18" charset="0"/>
                <a:ea typeface="宋体" panose="02010600030101010101" pitchFamily="2" charset="-122"/>
              </a:rPr>
              <a:t>k</a:t>
            </a:r>
            <a:r>
              <a:rPr kumimoji="1" lang="en-US" altLang="zh-CN" sz="3200" b="0" i="1" dirty="0" err="1">
                <a:latin typeface="Symbol" panose="05050102010706020507" pitchFamily="18" charset="2"/>
                <a:ea typeface="宋体" panose="02010600030101010101" pitchFamily="2" charset="-122"/>
              </a:rPr>
              <a:t>T</a:t>
            </a:r>
            <a:r>
              <a:rPr kumimoji="1" lang="en-US" altLang="zh-CN" sz="3200" b="0" i="1" dirty="0">
                <a:latin typeface="Symbol" panose="05050102010706020507" pitchFamily="18" charset="2"/>
                <a:ea typeface="宋体" panose="02010600030101010101" pitchFamily="2" charset="-122"/>
              </a:rPr>
              <a:t> </a:t>
            </a:r>
            <a:r>
              <a:rPr kumimoji="1" lang="en-US" altLang="zh-CN" sz="3200" b="0" dirty="0">
                <a:ea typeface="宋体" panose="02010600030101010101" pitchFamily="2" charset="-122"/>
              </a:rPr>
              <a:t>)</a:t>
            </a:r>
            <a:endParaRPr kumimoji="1" lang="en-US" altLang="zh-CN" sz="3200" b="0" dirty="0">
              <a:latin typeface="Symbol" panose="05050102010706020507" pitchFamily="18" charset="2"/>
              <a:ea typeface="宋体" panose="02010600030101010101" pitchFamily="2" charset="-122"/>
            </a:endParaRPr>
          </a:p>
        </p:txBody>
      </p:sp>
      <p:sp>
        <p:nvSpPr>
          <p:cNvPr id="33860" name="AutoShape 68" descr="羊皮纸"/>
          <p:cNvSpPr>
            <a:spLocks noChangeArrowheads="1"/>
          </p:cNvSpPr>
          <p:nvPr/>
        </p:nvSpPr>
        <p:spPr bwMode="auto">
          <a:xfrm>
            <a:off x="7740650" y="908050"/>
            <a:ext cx="1081088" cy="576263"/>
          </a:xfrm>
          <a:prstGeom prst="wedgeRoundRectCallout">
            <a:avLst>
              <a:gd name="adj1" fmla="val -76727"/>
              <a:gd name="adj2" fmla="val 122176"/>
              <a:gd name="adj3" fmla="val 16667"/>
            </a:avLst>
          </a:prstGeom>
          <a:blipFill dpi="0" rotWithShape="1">
            <a:blip r:embed="rId5"/>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zh-CN" altLang="en-US" sz="2800"/>
              <a:t>波形</a:t>
            </a:r>
          </a:p>
        </p:txBody>
      </p:sp>
    </p:spTree>
    <p:extLst>
      <p:ext uri="{BB962C8B-B14F-4D97-AF65-F5344CB8AC3E}">
        <p14:creationId xmlns:p14="http://schemas.microsoft.com/office/powerpoint/2010/main" val="35450206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9" fill="hold" grpId="0" nodeType="withEffect">
                                  <p:stCondLst>
                                    <p:cond delay="0"/>
                                  </p:stCondLst>
                                  <p:childTnLst>
                                    <p:set>
                                      <p:cBhvr>
                                        <p:cTn id="6" dur="1" fill="hold">
                                          <p:stCondLst>
                                            <p:cond delay="0"/>
                                          </p:stCondLst>
                                        </p:cTn>
                                        <p:tgtEl>
                                          <p:spTgt spid="33798"/>
                                        </p:tgtEl>
                                        <p:attrNameLst>
                                          <p:attrName>style.visibility</p:attrName>
                                        </p:attrNameLst>
                                      </p:cBhvr>
                                      <p:to>
                                        <p:strVal val="visible"/>
                                      </p:to>
                                    </p:set>
                                    <p:anim calcmode="lin" valueType="num">
                                      <p:cBhvr additive="base">
                                        <p:cTn id="7" dur="500" fill="hold"/>
                                        <p:tgtEl>
                                          <p:spTgt spid="33798"/>
                                        </p:tgtEl>
                                        <p:attrNameLst>
                                          <p:attrName>ppt_x</p:attrName>
                                        </p:attrNameLst>
                                      </p:cBhvr>
                                      <p:tavLst>
                                        <p:tav tm="0">
                                          <p:val>
                                            <p:strVal val="0-#ppt_w/2"/>
                                          </p:val>
                                        </p:tav>
                                        <p:tav tm="100000">
                                          <p:val>
                                            <p:strVal val="#ppt_x"/>
                                          </p:val>
                                        </p:tav>
                                      </p:tavLst>
                                    </p:anim>
                                    <p:anim calcmode="lin" valueType="num">
                                      <p:cBhvr additive="base">
                                        <p:cTn id="8" dur="500" fill="hold"/>
                                        <p:tgtEl>
                                          <p:spTgt spid="33798"/>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3799"/>
                                        </p:tgtEl>
                                        <p:attrNameLst>
                                          <p:attrName>style.visibility</p:attrName>
                                        </p:attrNameLst>
                                      </p:cBhvr>
                                      <p:to>
                                        <p:strVal val="visible"/>
                                      </p:to>
                                    </p:set>
                                    <p:anim calcmode="lin" valueType="num">
                                      <p:cBhvr additive="base">
                                        <p:cTn id="13" dur="500" fill="hold"/>
                                        <p:tgtEl>
                                          <p:spTgt spid="33799"/>
                                        </p:tgtEl>
                                        <p:attrNameLst>
                                          <p:attrName>ppt_x</p:attrName>
                                        </p:attrNameLst>
                                      </p:cBhvr>
                                      <p:tavLst>
                                        <p:tav tm="0">
                                          <p:val>
                                            <p:strVal val="0-#ppt_w/2"/>
                                          </p:val>
                                        </p:tav>
                                        <p:tav tm="100000">
                                          <p:val>
                                            <p:strVal val="#ppt_x"/>
                                          </p:val>
                                        </p:tav>
                                      </p:tavLst>
                                    </p:anim>
                                    <p:anim calcmode="lin" valueType="num">
                                      <p:cBhvr additive="base">
                                        <p:cTn id="14" dur="500" fill="hold"/>
                                        <p:tgtEl>
                                          <p:spTgt spid="3379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3800"/>
                                        </p:tgtEl>
                                        <p:attrNameLst>
                                          <p:attrName>style.visibility</p:attrName>
                                        </p:attrNameLst>
                                      </p:cBhvr>
                                      <p:to>
                                        <p:strVal val="visible"/>
                                      </p:to>
                                    </p:set>
                                    <p:anim calcmode="lin" valueType="num">
                                      <p:cBhvr additive="base">
                                        <p:cTn id="19" dur="500" fill="hold"/>
                                        <p:tgtEl>
                                          <p:spTgt spid="33800"/>
                                        </p:tgtEl>
                                        <p:attrNameLst>
                                          <p:attrName>ppt_x</p:attrName>
                                        </p:attrNameLst>
                                      </p:cBhvr>
                                      <p:tavLst>
                                        <p:tav tm="0">
                                          <p:val>
                                            <p:strVal val="0-#ppt_w/2"/>
                                          </p:val>
                                        </p:tav>
                                        <p:tav tm="100000">
                                          <p:val>
                                            <p:strVal val="#ppt_x"/>
                                          </p:val>
                                        </p:tav>
                                      </p:tavLst>
                                    </p:anim>
                                    <p:anim calcmode="lin" valueType="num">
                                      <p:cBhvr additive="base">
                                        <p:cTn id="20" dur="500" fill="hold"/>
                                        <p:tgtEl>
                                          <p:spTgt spid="33800"/>
                                        </p:tgtEl>
                                        <p:attrNameLst>
                                          <p:attrName>ppt_y</p:attrName>
                                        </p:attrNameLst>
                                      </p:cBhvr>
                                      <p:tavLst>
                                        <p:tav tm="0">
                                          <p:val>
                                            <p:strVal val="#ppt_y"/>
                                          </p:val>
                                        </p:tav>
                                        <p:tav tm="100000">
                                          <p:val>
                                            <p:strVal val="#ppt_y"/>
                                          </p:val>
                                        </p:tav>
                                      </p:tavLst>
                                    </p:anim>
                                  </p:childTnLst>
                                </p:cTn>
                              </p:par>
                            </p:childTnLst>
                          </p:cTn>
                        </p:par>
                        <p:par>
                          <p:cTn id="21" fill="hold" nodeType="afterGroup">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33801"/>
                                        </p:tgtEl>
                                        <p:attrNameLst>
                                          <p:attrName>style.visibility</p:attrName>
                                        </p:attrNameLst>
                                      </p:cBhvr>
                                      <p:to>
                                        <p:strVal val="visible"/>
                                      </p:to>
                                    </p:set>
                                    <p:animEffect transition="in" filter="wipe(left)">
                                      <p:cBhvr>
                                        <p:cTn id="24" dur="2000"/>
                                        <p:tgtEl>
                                          <p:spTgt spid="3380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33861"/>
                                        </p:tgtEl>
                                        <p:attrNameLst>
                                          <p:attrName>style.visibility</p:attrName>
                                        </p:attrNameLst>
                                      </p:cBhvr>
                                      <p:to>
                                        <p:strVal val="visible"/>
                                      </p:to>
                                    </p:set>
                                    <p:animEffect transition="in" filter="wipe(left)">
                                      <p:cBhvr>
                                        <p:cTn id="29" dur="1000"/>
                                        <p:tgtEl>
                                          <p:spTgt spid="33861"/>
                                        </p:tgtEl>
                                      </p:cBhvr>
                                    </p:animEffect>
                                  </p:childTnLst>
                                </p:cTn>
                              </p:par>
                            </p:childTnLst>
                          </p:cTn>
                        </p:par>
                        <p:par>
                          <p:cTn id="30" fill="hold" nodeType="afterGroup">
                            <p:stCondLst>
                              <p:cond delay="1000"/>
                            </p:stCondLst>
                            <p:childTnLst>
                              <p:par>
                                <p:cTn id="31" presetID="20" presetClass="entr" presetSubtype="0" fill="hold" grpId="0" nodeType="afterEffect">
                                  <p:stCondLst>
                                    <p:cond delay="0"/>
                                  </p:stCondLst>
                                  <p:childTnLst>
                                    <p:set>
                                      <p:cBhvr>
                                        <p:cTn id="32" dur="1" fill="hold">
                                          <p:stCondLst>
                                            <p:cond delay="0"/>
                                          </p:stCondLst>
                                        </p:cTn>
                                        <p:tgtEl>
                                          <p:spTgt spid="33860"/>
                                        </p:tgtEl>
                                        <p:attrNameLst>
                                          <p:attrName>style.visibility</p:attrName>
                                        </p:attrNameLst>
                                      </p:cBhvr>
                                      <p:to>
                                        <p:strVal val="visible"/>
                                      </p:to>
                                    </p:set>
                                    <p:animEffect transition="in" filter="wedge">
                                      <p:cBhvr>
                                        <p:cTn id="33" dur="2000"/>
                                        <p:tgtEl>
                                          <p:spTgt spid="3386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33849"/>
                                        </p:tgtEl>
                                        <p:attrNameLst>
                                          <p:attrName>style.visibility</p:attrName>
                                        </p:attrNameLst>
                                      </p:cBhvr>
                                      <p:to>
                                        <p:strVal val="visible"/>
                                      </p:to>
                                    </p:set>
                                    <p:animEffect transition="in" filter="wipe(left)">
                                      <p:cBhvr>
                                        <p:cTn id="38" dur="2000"/>
                                        <p:tgtEl>
                                          <p:spTgt spid="33849"/>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3839"/>
                                        </p:tgtEl>
                                        <p:attrNameLst>
                                          <p:attrName>style.visibility</p:attrName>
                                        </p:attrNameLst>
                                      </p:cBhvr>
                                      <p:to>
                                        <p:strVal val="visible"/>
                                      </p:to>
                                    </p:set>
                                    <p:anim calcmode="lin" valueType="num">
                                      <p:cBhvr additive="base">
                                        <p:cTn id="43" dur="500" fill="hold"/>
                                        <p:tgtEl>
                                          <p:spTgt spid="33839"/>
                                        </p:tgtEl>
                                        <p:attrNameLst>
                                          <p:attrName>ppt_x</p:attrName>
                                        </p:attrNameLst>
                                      </p:cBhvr>
                                      <p:tavLst>
                                        <p:tav tm="0">
                                          <p:val>
                                            <p:strVal val="0-#ppt_w/2"/>
                                          </p:val>
                                        </p:tav>
                                        <p:tav tm="100000">
                                          <p:val>
                                            <p:strVal val="#ppt_x"/>
                                          </p:val>
                                        </p:tav>
                                      </p:tavLst>
                                    </p:anim>
                                    <p:anim calcmode="lin" valueType="num">
                                      <p:cBhvr additive="base">
                                        <p:cTn id="44" dur="500" fill="hold"/>
                                        <p:tgtEl>
                                          <p:spTgt spid="33839"/>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33841"/>
                                        </p:tgtEl>
                                        <p:attrNameLst>
                                          <p:attrName>style.visibility</p:attrName>
                                        </p:attrNameLst>
                                      </p:cBhvr>
                                      <p:to>
                                        <p:strVal val="visible"/>
                                      </p:to>
                                    </p:set>
                                    <p:animEffect transition="in" filter="wipe(left)">
                                      <p:cBhvr>
                                        <p:cTn id="49" dur="2000"/>
                                        <p:tgtEl>
                                          <p:spTgt spid="33841"/>
                                        </p:tgtEl>
                                      </p:cBhvr>
                                    </p:animEffect>
                                  </p:childTnLst>
                                </p:cTn>
                              </p:par>
                            </p:childTnLst>
                          </p:cTn>
                        </p:par>
                        <p:par>
                          <p:cTn id="50" fill="hold" nodeType="afterGroup">
                            <p:stCondLst>
                              <p:cond delay="2000"/>
                            </p:stCondLst>
                            <p:childTnLst>
                              <p:par>
                                <p:cTn id="51" presetID="3" presetClass="entr" presetSubtype="10" fill="hold" grpId="0" nodeType="afterEffect">
                                  <p:stCondLst>
                                    <p:cond delay="0"/>
                                  </p:stCondLst>
                                  <p:childTnLst>
                                    <p:set>
                                      <p:cBhvr>
                                        <p:cTn id="52" dur="1" fill="hold">
                                          <p:stCondLst>
                                            <p:cond delay="0"/>
                                          </p:stCondLst>
                                        </p:cTn>
                                        <p:tgtEl>
                                          <p:spTgt spid="33844"/>
                                        </p:tgtEl>
                                        <p:attrNameLst>
                                          <p:attrName>style.visibility</p:attrName>
                                        </p:attrNameLst>
                                      </p:cBhvr>
                                      <p:to>
                                        <p:strVal val="visible"/>
                                      </p:to>
                                    </p:set>
                                    <p:animEffect transition="in" filter="blinds(horizontal)">
                                      <p:cBhvr>
                                        <p:cTn id="53" dur="500"/>
                                        <p:tgtEl>
                                          <p:spTgt spid="33844"/>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33840"/>
                                        </p:tgtEl>
                                        <p:attrNameLst>
                                          <p:attrName>style.visibility</p:attrName>
                                        </p:attrNameLst>
                                      </p:cBhvr>
                                      <p:to>
                                        <p:strVal val="visible"/>
                                      </p:to>
                                    </p:set>
                                    <p:animEffect transition="in" filter="wipe(left)">
                                      <p:cBhvr>
                                        <p:cTn id="58" dur="2000"/>
                                        <p:tgtEl>
                                          <p:spTgt spid="33840"/>
                                        </p:tgtEl>
                                      </p:cBhvr>
                                    </p:animEffect>
                                  </p:childTnLst>
                                </p:cTn>
                              </p:par>
                            </p:childTnLst>
                          </p:cTn>
                        </p:par>
                        <p:par>
                          <p:cTn id="59" fill="hold" nodeType="afterGroup">
                            <p:stCondLst>
                              <p:cond delay="2000"/>
                            </p:stCondLst>
                            <p:childTnLst>
                              <p:par>
                                <p:cTn id="60" presetID="3" presetClass="entr" presetSubtype="10" fill="hold" grpId="0" nodeType="afterEffect">
                                  <p:stCondLst>
                                    <p:cond delay="0"/>
                                  </p:stCondLst>
                                  <p:childTnLst>
                                    <p:set>
                                      <p:cBhvr>
                                        <p:cTn id="61" dur="1" fill="hold">
                                          <p:stCondLst>
                                            <p:cond delay="0"/>
                                          </p:stCondLst>
                                        </p:cTn>
                                        <p:tgtEl>
                                          <p:spTgt spid="33843"/>
                                        </p:tgtEl>
                                        <p:attrNameLst>
                                          <p:attrName>style.visibility</p:attrName>
                                        </p:attrNameLst>
                                      </p:cBhvr>
                                      <p:to>
                                        <p:strVal val="visible"/>
                                      </p:to>
                                    </p:set>
                                    <p:animEffect transition="in" filter="blinds(horizontal)">
                                      <p:cBhvr>
                                        <p:cTn id="62" dur="500"/>
                                        <p:tgtEl>
                                          <p:spTgt spid="33843"/>
                                        </p:tgtEl>
                                      </p:cBhvr>
                                    </p:animEffect>
                                  </p:childTnLst>
                                </p:cTn>
                              </p:par>
                            </p:childTnLst>
                          </p:cTn>
                        </p:par>
                        <p:par>
                          <p:cTn id="63" fill="hold" nodeType="afterGroup">
                            <p:stCondLst>
                              <p:cond delay="2500"/>
                            </p:stCondLst>
                            <p:childTnLst>
                              <p:par>
                                <p:cTn id="64" presetID="9" presetClass="entr" presetSubtype="0" fill="hold" nodeType="afterEffect">
                                  <p:stCondLst>
                                    <p:cond delay="0"/>
                                  </p:stCondLst>
                                  <p:childTnLst>
                                    <p:set>
                                      <p:cBhvr>
                                        <p:cTn id="65" dur="1" fill="hold">
                                          <p:stCondLst>
                                            <p:cond delay="0"/>
                                          </p:stCondLst>
                                        </p:cTn>
                                        <p:tgtEl>
                                          <p:spTgt spid="33842"/>
                                        </p:tgtEl>
                                        <p:attrNameLst>
                                          <p:attrName>style.visibility</p:attrName>
                                        </p:attrNameLst>
                                      </p:cBhvr>
                                      <p:to>
                                        <p:strVal val="visible"/>
                                      </p:to>
                                    </p:set>
                                    <p:animEffect transition="in" filter="dissolve">
                                      <p:cBhvr>
                                        <p:cTn id="66" dur="500"/>
                                        <p:tgtEl>
                                          <p:spTgt spid="33842"/>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0" presetClass="entr" presetSubtype="0" fill="hold" nodeType="clickEffect">
                                  <p:stCondLst>
                                    <p:cond delay="0"/>
                                  </p:stCondLst>
                                  <p:childTnLst>
                                    <p:set>
                                      <p:cBhvr>
                                        <p:cTn id="70" dur="1" fill="hold">
                                          <p:stCondLst>
                                            <p:cond delay="0"/>
                                          </p:stCondLst>
                                        </p:cTn>
                                        <p:tgtEl>
                                          <p:spTgt spid="33845"/>
                                        </p:tgtEl>
                                        <p:attrNameLst>
                                          <p:attrName>style.visibility</p:attrName>
                                        </p:attrNameLst>
                                      </p:cBhvr>
                                      <p:to>
                                        <p:strVal val="visible"/>
                                      </p:to>
                                    </p:set>
                                    <p:animEffect transition="in" filter="wedge">
                                      <p:cBhvr>
                                        <p:cTn id="71" dur="2000"/>
                                        <p:tgtEl>
                                          <p:spTgt spid="338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8" grpId="0"/>
      <p:bldP spid="33799" grpId="0"/>
      <p:bldP spid="33800" grpId="0" animBg="1"/>
      <p:bldP spid="33801" grpId="0" autoUpdateAnimBg="0"/>
      <p:bldP spid="33839" grpId="0" animBg="1"/>
      <p:bldP spid="33840" grpId="0" autoUpdateAnimBg="0"/>
      <p:bldP spid="33841" grpId="0" autoUpdateAnimBg="0"/>
      <p:bldP spid="33843" grpId="0" autoUpdateAnimBg="0"/>
      <p:bldP spid="33844" grpId="0" autoUpdateAnimBg="0"/>
      <p:bldP spid="33849" grpId="0" autoUpdateAnimBg="0"/>
      <p:bldP spid="3386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p:cNvSpPr txBox="1">
            <a:spLocks noChangeArrowheads="1"/>
          </p:cNvSpPr>
          <p:nvPr/>
        </p:nvSpPr>
        <p:spPr bwMode="auto">
          <a:xfrm>
            <a:off x="611188" y="620713"/>
            <a:ext cx="2881312" cy="461665"/>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SzPct val="85000"/>
              <a:buFont typeface="Wingdings" panose="05000000000000000000" pitchFamily="2" charset="2"/>
              <a:buChar char="l"/>
            </a:pPr>
            <a:r>
              <a:rPr lang="zh-CN" altLang="en-US" sz="2400">
                <a:latin typeface="楷体_GB2312" pitchFamily="49" charset="-122"/>
              </a:rPr>
              <a:t>正弦电流电路</a:t>
            </a:r>
          </a:p>
        </p:txBody>
      </p:sp>
      <p:sp>
        <p:nvSpPr>
          <p:cNvPr id="56323" name="Text Box 3"/>
          <p:cNvSpPr txBox="1">
            <a:spLocks noChangeArrowheads="1"/>
          </p:cNvSpPr>
          <p:nvPr/>
        </p:nvSpPr>
        <p:spPr bwMode="auto">
          <a:xfrm>
            <a:off x="611188" y="1268413"/>
            <a:ext cx="7848600"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kumimoji="1" lang="en-US" altLang="zh-CN" sz="2400">
                <a:latin typeface="楷体_GB2312" pitchFamily="49" charset="-122"/>
              </a:rPr>
              <a:t>    </a:t>
            </a:r>
            <a:r>
              <a:rPr kumimoji="1" lang="zh-CN" altLang="en-US" sz="2400">
                <a:latin typeface="楷体_GB2312" pitchFamily="49" charset="-122"/>
              </a:rPr>
              <a:t>激励和响应均为同频率的正弦量的线性电路（正弦稳态电路）称为正弦电路或交流电路。</a:t>
            </a:r>
          </a:p>
        </p:txBody>
      </p:sp>
      <p:sp>
        <p:nvSpPr>
          <p:cNvPr id="56324" name="Line 4"/>
          <p:cNvSpPr>
            <a:spLocks noChangeShapeType="1"/>
          </p:cNvSpPr>
          <p:nvPr/>
        </p:nvSpPr>
        <p:spPr bwMode="auto">
          <a:xfrm>
            <a:off x="3851275" y="981075"/>
            <a:ext cx="574675" cy="0"/>
          </a:xfrm>
          <a:prstGeom prst="line">
            <a:avLst/>
          </a:prstGeom>
          <a:noFill/>
          <a:ln w="76200">
            <a:solidFill>
              <a:srgbClr val="33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56325" name="Text Box 5"/>
          <p:cNvSpPr txBox="1">
            <a:spLocks noChangeArrowheads="1"/>
          </p:cNvSpPr>
          <p:nvPr/>
        </p:nvSpPr>
        <p:spPr bwMode="auto">
          <a:xfrm>
            <a:off x="936625" y="3213100"/>
            <a:ext cx="7272338"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buFontTx/>
              <a:buAutoNum type="arabicPeriod"/>
            </a:pPr>
            <a:r>
              <a:rPr kumimoji="1" lang="zh-CN" altLang="en-US" sz="2400">
                <a:latin typeface="楷体_GB2312" pitchFamily="49" charset="-122"/>
                <a:ea typeface="楷体_GB2312" pitchFamily="49" charset="-122"/>
              </a:rPr>
              <a:t>正弦稳态电路在电力系统和电子技术领域占有十分重要的地位。</a:t>
            </a:r>
            <a:endParaRPr kumimoji="1" lang="zh-CN" altLang="en-US" sz="2400" i="1">
              <a:latin typeface="楷体_GB2312" pitchFamily="49" charset="-122"/>
              <a:ea typeface="楷体_GB2312" pitchFamily="49" charset="-122"/>
            </a:endParaRPr>
          </a:p>
        </p:txBody>
      </p:sp>
      <p:sp>
        <p:nvSpPr>
          <p:cNvPr id="56329" name="Text Box 9"/>
          <p:cNvSpPr txBox="1">
            <a:spLocks noChangeArrowheads="1"/>
          </p:cNvSpPr>
          <p:nvPr/>
        </p:nvSpPr>
        <p:spPr bwMode="auto">
          <a:xfrm>
            <a:off x="611188" y="2565400"/>
            <a:ext cx="3959225" cy="461665"/>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SzPct val="85000"/>
              <a:buFont typeface="Wingdings" panose="05000000000000000000" pitchFamily="2" charset="2"/>
              <a:buChar char="l"/>
            </a:pPr>
            <a:r>
              <a:rPr lang="zh-CN" altLang="en-US" sz="2400">
                <a:latin typeface="楷体_GB2312" pitchFamily="49" charset="-122"/>
              </a:rPr>
              <a:t>研究正弦电路的意义</a:t>
            </a:r>
          </a:p>
        </p:txBody>
      </p:sp>
      <p:sp>
        <p:nvSpPr>
          <p:cNvPr id="56332" name="Text Box 12"/>
          <p:cNvSpPr txBox="1">
            <a:spLocks noChangeArrowheads="1"/>
          </p:cNvSpPr>
          <p:nvPr/>
        </p:nvSpPr>
        <p:spPr bwMode="auto">
          <a:xfrm>
            <a:off x="1258888" y="4365625"/>
            <a:ext cx="7272337"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buFontTx/>
              <a:buAutoNum type="circleNumDbPlain"/>
            </a:pPr>
            <a:r>
              <a:rPr kumimoji="1" lang="zh-CN" altLang="en-US" sz="2400">
                <a:latin typeface="楷体_GB2312" pitchFamily="49" charset="-122"/>
                <a:ea typeface="楷体_GB2312" pitchFamily="49" charset="-122"/>
              </a:rPr>
              <a:t>正弦函数是周期函数，其加、减、求导、积分运算后仍是同频率的正弦函数；</a:t>
            </a:r>
            <a:endParaRPr kumimoji="1" lang="zh-CN" altLang="en-US" sz="2400" i="1">
              <a:latin typeface="楷体_GB2312" pitchFamily="49" charset="-122"/>
              <a:ea typeface="楷体_GB2312" pitchFamily="49" charset="-122"/>
            </a:endParaRPr>
          </a:p>
        </p:txBody>
      </p:sp>
      <p:sp>
        <p:nvSpPr>
          <p:cNvPr id="56334" name="Text Box 14"/>
          <p:cNvSpPr txBox="1">
            <a:spLocks noChangeArrowheads="1"/>
          </p:cNvSpPr>
          <p:nvPr/>
        </p:nvSpPr>
        <p:spPr bwMode="auto">
          <a:xfrm>
            <a:off x="1258888" y="5516563"/>
            <a:ext cx="6553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Tx/>
              <a:buAutoNum type="circleNumDbPlain" startAt="2"/>
            </a:pPr>
            <a:r>
              <a:rPr kumimoji="1" lang="zh-CN" altLang="en-US" sz="2400">
                <a:latin typeface="楷体_GB2312" pitchFamily="49" charset="-122"/>
                <a:ea typeface="楷体_GB2312" pitchFamily="49" charset="-122"/>
              </a:rPr>
              <a:t>正弦信号容易产生、传送和使用。</a:t>
            </a:r>
            <a:endParaRPr kumimoji="1" lang="zh-CN" altLang="en-US" sz="2400" i="1">
              <a:latin typeface="楷体_GB2312" pitchFamily="49" charset="-122"/>
              <a:ea typeface="楷体_GB2312" pitchFamily="49" charset="-122"/>
            </a:endParaRPr>
          </a:p>
        </p:txBody>
      </p:sp>
      <p:sp>
        <p:nvSpPr>
          <p:cNvPr id="56347" name="Text Box 27"/>
          <p:cNvSpPr txBox="1">
            <a:spLocks noChangeArrowheads="1"/>
          </p:cNvSpPr>
          <p:nvPr/>
        </p:nvSpPr>
        <p:spPr bwMode="auto">
          <a:xfrm>
            <a:off x="469285" y="4384680"/>
            <a:ext cx="64633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3600" b="0" dirty="0">
                <a:solidFill>
                  <a:srgbClr val="FF0000"/>
                </a:solidFill>
                <a:latin typeface="Times New Roman" panose="02020603050405020304" pitchFamily="18" charset="0"/>
                <a:ea typeface="华文行楷" panose="02010800040101010101" pitchFamily="2" charset="-122"/>
              </a:rPr>
              <a:t>优</a:t>
            </a:r>
          </a:p>
          <a:p>
            <a:r>
              <a:rPr kumimoji="1" lang="zh-CN" altLang="en-US" sz="3600" b="0" dirty="0">
                <a:solidFill>
                  <a:srgbClr val="FF0000"/>
                </a:solidFill>
                <a:latin typeface="Times New Roman" panose="02020603050405020304" pitchFamily="18" charset="0"/>
                <a:ea typeface="华文行楷" panose="02010800040101010101" pitchFamily="2" charset="-122"/>
              </a:rPr>
              <a:t>点</a:t>
            </a:r>
          </a:p>
        </p:txBody>
      </p:sp>
    </p:spTree>
    <p:extLst>
      <p:ext uri="{BB962C8B-B14F-4D97-AF65-F5344CB8AC3E}">
        <p14:creationId xmlns:p14="http://schemas.microsoft.com/office/powerpoint/2010/main" val="9802377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56322"/>
                                        </p:tgtEl>
                                        <p:attrNameLst>
                                          <p:attrName>style.visibility</p:attrName>
                                        </p:attrNameLst>
                                      </p:cBhvr>
                                      <p:to>
                                        <p:strVal val="visible"/>
                                      </p:to>
                                    </p:set>
                                    <p:anim calcmode="lin" valueType="num">
                                      <p:cBhvr additive="base">
                                        <p:cTn id="7" dur="500" fill="hold"/>
                                        <p:tgtEl>
                                          <p:spTgt spid="56322"/>
                                        </p:tgtEl>
                                        <p:attrNameLst>
                                          <p:attrName>ppt_x</p:attrName>
                                        </p:attrNameLst>
                                      </p:cBhvr>
                                      <p:tavLst>
                                        <p:tav tm="0">
                                          <p:val>
                                            <p:strVal val="0-#ppt_w/2"/>
                                          </p:val>
                                        </p:tav>
                                        <p:tav tm="100000">
                                          <p:val>
                                            <p:strVal val="#ppt_x"/>
                                          </p:val>
                                        </p:tav>
                                      </p:tavLst>
                                    </p:anim>
                                    <p:anim calcmode="lin" valueType="num">
                                      <p:cBhvr additive="base">
                                        <p:cTn id="8" dur="500" fill="hold"/>
                                        <p:tgtEl>
                                          <p:spTgt spid="5632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8" fill="hold" nodeType="clickEffect">
                                  <p:stCondLst>
                                    <p:cond delay="0"/>
                                  </p:stCondLst>
                                  <p:childTnLst>
                                    <p:set>
                                      <p:cBhvr>
                                        <p:cTn id="12" dur="1" fill="hold">
                                          <p:stCondLst>
                                            <p:cond delay="0"/>
                                          </p:stCondLst>
                                        </p:cTn>
                                        <p:tgtEl>
                                          <p:spTgt spid="56324"/>
                                        </p:tgtEl>
                                        <p:attrNameLst>
                                          <p:attrName>style.visibility</p:attrName>
                                        </p:attrNameLst>
                                      </p:cBhvr>
                                      <p:to>
                                        <p:strVal val="visible"/>
                                      </p:to>
                                    </p:set>
                                    <p:animEffect transition="in" filter="slide(fromLeft)">
                                      <p:cBhvr>
                                        <p:cTn id="13" dur="500"/>
                                        <p:tgtEl>
                                          <p:spTgt spid="56324"/>
                                        </p:tgtEl>
                                      </p:cBhvr>
                                    </p:animEffect>
                                  </p:childTnLst>
                                </p:cTn>
                              </p:par>
                            </p:childTnLst>
                          </p:cTn>
                        </p:par>
                        <p:par>
                          <p:cTn id="14" fill="hold" nodeType="afterGroup">
                            <p:stCondLst>
                              <p:cond delay="500"/>
                            </p:stCondLst>
                            <p:childTnLst>
                              <p:par>
                                <p:cTn id="15" presetID="22" presetClass="entr" presetSubtype="8" fill="hold" grpId="0" nodeType="afterEffect">
                                  <p:stCondLst>
                                    <p:cond delay="0"/>
                                  </p:stCondLst>
                                  <p:iterate type="lt">
                                    <p:tmPct val="100000"/>
                                  </p:iterate>
                                  <p:childTnLst>
                                    <p:set>
                                      <p:cBhvr>
                                        <p:cTn id="16" dur="1" fill="hold">
                                          <p:stCondLst>
                                            <p:cond delay="0"/>
                                          </p:stCondLst>
                                        </p:cTn>
                                        <p:tgtEl>
                                          <p:spTgt spid="56323"/>
                                        </p:tgtEl>
                                        <p:attrNameLst>
                                          <p:attrName>style.visibility</p:attrName>
                                        </p:attrNameLst>
                                      </p:cBhvr>
                                      <p:to>
                                        <p:strVal val="visible"/>
                                      </p:to>
                                    </p:set>
                                    <p:animEffect transition="in" filter="wipe(left)">
                                      <p:cBhvr>
                                        <p:cTn id="17" dur="100"/>
                                        <p:tgtEl>
                                          <p:spTgt spid="5632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56329"/>
                                        </p:tgtEl>
                                        <p:attrNameLst>
                                          <p:attrName>style.visibility</p:attrName>
                                        </p:attrNameLst>
                                      </p:cBhvr>
                                      <p:to>
                                        <p:strVal val="visible"/>
                                      </p:to>
                                    </p:set>
                                    <p:anim calcmode="lin" valueType="num">
                                      <p:cBhvr additive="base">
                                        <p:cTn id="22" dur="500" fill="hold"/>
                                        <p:tgtEl>
                                          <p:spTgt spid="56329"/>
                                        </p:tgtEl>
                                        <p:attrNameLst>
                                          <p:attrName>ppt_x</p:attrName>
                                        </p:attrNameLst>
                                      </p:cBhvr>
                                      <p:tavLst>
                                        <p:tav tm="0">
                                          <p:val>
                                            <p:strVal val="0-#ppt_w/2"/>
                                          </p:val>
                                        </p:tav>
                                        <p:tav tm="100000">
                                          <p:val>
                                            <p:strVal val="#ppt_x"/>
                                          </p:val>
                                        </p:tav>
                                      </p:tavLst>
                                    </p:anim>
                                    <p:anim calcmode="lin" valueType="num">
                                      <p:cBhvr additive="base">
                                        <p:cTn id="23" dur="500" fill="hold"/>
                                        <p:tgtEl>
                                          <p:spTgt spid="56329"/>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56325"/>
                                        </p:tgtEl>
                                        <p:attrNameLst>
                                          <p:attrName>style.visibility</p:attrName>
                                        </p:attrNameLst>
                                      </p:cBhvr>
                                      <p:to>
                                        <p:strVal val="visible"/>
                                      </p:to>
                                    </p:set>
                                    <p:animEffect transition="in" filter="wipe(up)">
                                      <p:cBhvr>
                                        <p:cTn id="28" dur="2000"/>
                                        <p:tgtEl>
                                          <p:spTgt spid="5632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56332"/>
                                        </p:tgtEl>
                                        <p:attrNameLst>
                                          <p:attrName>style.visibility</p:attrName>
                                        </p:attrNameLst>
                                      </p:cBhvr>
                                      <p:to>
                                        <p:strVal val="visible"/>
                                      </p:to>
                                    </p:set>
                                    <p:animEffect transition="in" filter="wipe(up)">
                                      <p:cBhvr>
                                        <p:cTn id="33" dur="2000"/>
                                        <p:tgtEl>
                                          <p:spTgt spid="5633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56334"/>
                                        </p:tgtEl>
                                        <p:attrNameLst>
                                          <p:attrName>style.visibility</p:attrName>
                                        </p:attrNameLst>
                                      </p:cBhvr>
                                      <p:to>
                                        <p:strVal val="visible"/>
                                      </p:to>
                                    </p:set>
                                    <p:animEffect transition="in" filter="wipe(left)">
                                      <p:cBhvr>
                                        <p:cTn id="38" dur="2000"/>
                                        <p:tgtEl>
                                          <p:spTgt spid="56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2" grpId="0" animBg="1"/>
      <p:bldP spid="56323" grpId="0"/>
      <p:bldP spid="56325" grpId="0" autoUpdateAnimBg="0"/>
      <p:bldP spid="56329" grpId="0" animBg="1"/>
      <p:bldP spid="56332" grpId="0" autoUpdateAnimBg="0"/>
      <p:bldP spid="56334"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43" name="Text Box 47"/>
          <p:cNvSpPr txBox="1">
            <a:spLocks noChangeArrowheads="1"/>
          </p:cNvSpPr>
          <p:nvPr/>
        </p:nvSpPr>
        <p:spPr bwMode="auto">
          <a:xfrm>
            <a:off x="684213" y="620713"/>
            <a:ext cx="7775575"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buFontTx/>
              <a:buAutoNum type="arabicPeriod" startAt="2"/>
            </a:pPr>
            <a:r>
              <a:rPr kumimoji="1" lang="zh-CN" altLang="en-US" sz="2400">
                <a:latin typeface="楷体_GB2312" pitchFamily="49" charset="-122"/>
                <a:ea typeface="楷体_GB2312" pitchFamily="49" charset="-122"/>
              </a:rPr>
              <a:t>正弦信号是一种基本信号，任何非正弦周期信号可以分解为按正弦规律变化的分量。</a:t>
            </a:r>
            <a:endParaRPr kumimoji="1" lang="zh-CN" altLang="en-US" sz="2400" i="1">
              <a:latin typeface="楷体_GB2312" pitchFamily="49" charset="-122"/>
              <a:ea typeface="楷体_GB2312" pitchFamily="49" charset="-122"/>
            </a:endParaRPr>
          </a:p>
        </p:txBody>
      </p:sp>
      <p:graphicFrame>
        <p:nvGraphicFramePr>
          <p:cNvPr id="55345" name="Object 49"/>
          <p:cNvGraphicFramePr>
            <a:graphicFrameLocks noChangeAspect="1"/>
          </p:cNvGraphicFramePr>
          <p:nvPr>
            <p:extLst>
              <p:ext uri="{D42A27DB-BD31-4B8C-83A1-F6EECF244321}">
                <p14:modId xmlns:p14="http://schemas.microsoft.com/office/powerpoint/2010/main" val="4066472464"/>
              </p:ext>
            </p:extLst>
          </p:nvPr>
        </p:nvGraphicFramePr>
        <p:xfrm>
          <a:off x="1455738" y="1863725"/>
          <a:ext cx="5802312" cy="1360488"/>
        </p:xfrm>
        <a:graphic>
          <a:graphicData uri="http://schemas.openxmlformats.org/presentationml/2006/ole">
            <mc:AlternateContent xmlns:mc="http://schemas.openxmlformats.org/markup-compatibility/2006">
              <mc:Choice xmlns:v="urn:schemas-microsoft-com:vml" Requires="v">
                <p:oleObj spid="_x0000_s86048" name="公式" r:id="rId3" imgW="1841400" imgH="431640" progId="Equation.3">
                  <p:embed/>
                </p:oleObj>
              </mc:Choice>
              <mc:Fallback>
                <p:oleObj name="公式" r:id="rId3" imgW="1841400" imgH="431640" progId="Equation.3">
                  <p:embed/>
                  <p:pic>
                    <p:nvPicPr>
                      <p:cNvPr id="55345" name="Object 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5738" y="1863725"/>
                        <a:ext cx="5802312" cy="1360488"/>
                      </a:xfrm>
                      <a:prstGeom prst="rect">
                        <a:avLst/>
                      </a:prstGeom>
                      <a:gradFill rotWithShape="1">
                        <a:gsLst>
                          <a:gs pos="0">
                            <a:srgbClr val="66FFFF"/>
                          </a:gs>
                          <a:gs pos="50000">
                            <a:schemeClr val="bg1"/>
                          </a:gs>
                          <a:gs pos="100000">
                            <a:srgbClr val="66FFFF"/>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46" name="Text Box 50"/>
          <p:cNvSpPr txBox="1">
            <a:spLocks noChangeArrowheads="1"/>
          </p:cNvSpPr>
          <p:nvPr/>
        </p:nvSpPr>
        <p:spPr bwMode="auto">
          <a:xfrm>
            <a:off x="1116013" y="4149725"/>
            <a:ext cx="6769100" cy="1195712"/>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0000"/>
              </a:lnSpc>
            </a:pPr>
            <a:r>
              <a:rPr kumimoji="1" lang="en-US" altLang="zh-CN" sz="3200" dirty="0">
                <a:latin typeface="楷体_GB2312" pitchFamily="49" charset="-122"/>
              </a:rPr>
              <a:t>    </a:t>
            </a:r>
            <a:r>
              <a:rPr kumimoji="1" lang="zh-CN" altLang="en-US" sz="3200" dirty="0">
                <a:latin typeface="楷体_GB2312" pitchFamily="49" charset="-122"/>
              </a:rPr>
              <a:t>对正弦电路的分析研究具有重要的理论价值和实际意义。</a:t>
            </a:r>
            <a:endParaRPr kumimoji="1" lang="zh-CN" altLang="en-US" sz="3200" i="1" dirty="0">
              <a:latin typeface="楷体_GB2312" pitchFamily="49" charset="-122"/>
            </a:endParaRPr>
          </a:p>
        </p:txBody>
      </p:sp>
      <p:sp>
        <p:nvSpPr>
          <p:cNvPr id="55359" name="Text Box 63"/>
          <p:cNvSpPr txBox="1">
            <a:spLocks noChangeArrowheads="1"/>
          </p:cNvSpPr>
          <p:nvPr/>
        </p:nvSpPr>
        <p:spPr bwMode="auto">
          <a:xfrm>
            <a:off x="827584" y="3573016"/>
            <a:ext cx="100540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3200" b="0">
                <a:latin typeface="Times New Roman" panose="02020603050405020304" pitchFamily="18" charset="0"/>
                <a:ea typeface="华文行楷" panose="02010800040101010101" pitchFamily="2" charset="-122"/>
              </a:rPr>
              <a:t>结论</a:t>
            </a:r>
          </a:p>
        </p:txBody>
      </p:sp>
    </p:spTree>
    <p:extLst>
      <p:ext uri="{BB962C8B-B14F-4D97-AF65-F5344CB8AC3E}">
        <p14:creationId xmlns:p14="http://schemas.microsoft.com/office/powerpoint/2010/main" val="32518009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55343"/>
                                        </p:tgtEl>
                                        <p:attrNameLst>
                                          <p:attrName>style.visibility</p:attrName>
                                        </p:attrNameLst>
                                      </p:cBhvr>
                                      <p:to>
                                        <p:strVal val="visible"/>
                                      </p:to>
                                    </p:set>
                                    <p:animEffect transition="in" filter="wipe(up)">
                                      <p:cBhvr>
                                        <p:cTn id="7" dur="2000"/>
                                        <p:tgtEl>
                                          <p:spTgt spid="553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5" presetClass="entr" presetSubtype="0" fill="hold" nodeType="clickEffect">
                                  <p:stCondLst>
                                    <p:cond delay="0"/>
                                  </p:stCondLst>
                                  <p:childTnLst>
                                    <p:set>
                                      <p:cBhvr>
                                        <p:cTn id="11" dur="1" fill="hold">
                                          <p:stCondLst>
                                            <p:cond delay="0"/>
                                          </p:stCondLst>
                                        </p:cTn>
                                        <p:tgtEl>
                                          <p:spTgt spid="55345"/>
                                        </p:tgtEl>
                                        <p:attrNameLst>
                                          <p:attrName>style.visibility</p:attrName>
                                        </p:attrNameLst>
                                      </p:cBhvr>
                                      <p:to>
                                        <p:strVal val="visible"/>
                                      </p:to>
                                    </p:set>
                                    <p:anim calcmode="lin" valueType="num">
                                      <p:cBhvr>
                                        <p:cTn id="12" dur="1000" fill="hold"/>
                                        <p:tgtEl>
                                          <p:spTgt spid="55345"/>
                                        </p:tgtEl>
                                        <p:attrNameLst>
                                          <p:attrName>ppt_w</p:attrName>
                                        </p:attrNameLst>
                                      </p:cBhvr>
                                      <p:tavLst>
                                        <p:tav tm="0">
                                          <p:val>
                                            <p:strVal val="#ppt_w*0.70"/>
                                          </p:val>
                                        </p:tav>
                                        <p:tav tm="100000">
                                          <p:val>
                                            <p:strVal val="#ppt_w"/>
                                          </p:val>
                                        </p:tav>
                                      </p:tavLst>
                                    </p:anim>
                                    <p:anim calcmode="lin" valueType="num">
                                      <p:cBhvr>
                                        <p:cTn id="13" dur="1000" fill="hold"/>
                                        <p:tgtEl>
                                          <p:spTgt spid="55345"/>
                                        </p:tgtEl>
                                        <p:attrNameLst>
                                          <p:attrName>ppt_h</p:attrName>
                                        </p:attrNameLst>
                                      </p:cBhvr>
                                      <p:tavLst>
                                        <p:tav tm="0">
                                          <p:val>
                                            <p:strVal val="#ppt_h"/>
                                          </p:val>
                                        </p:tav>
                                        <p:tav tm="100000">
                                          <p:val>
                                            <p:strVal val="#ppt_h"/>
                                          </p:val>
                                        </p:tav>
                                      </p:tavLst>
                                    </p:anim>
                                    <p:animEffect transition="in" filter="fade">
                                      <p:cBhvr>
                                        <p:cTn id="14" dur="1000"/>
                                        <p:tgtEl>
                                          <p:spTgt spid="55345"/>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5" presetClass="entr" presetSubtype="0" fill="hold" grpId="0" nodeType="clickEffect">
                                  <p:stCondLst>
                                    <p:cond delay="0"/>
                                  </p:stCondLst>
                                  <p:childTnLst>
                                    <p:set>
                                      <p:cBhvr>
                                        <p:cTn id="18" dur="1" fill="hold">
                                          <p:stCondLst>
                                            <p:cond delay="0"/>
                                          </p:stCondLst>
                                        </p:cTn>
                                        <p:tgtEl>
                                          <p:spTgt spid="55346"/>
                                        </p:tgtEl>
                                        <p:attrNameLst>
                                          <p:attrName>style.visibility</p:attrName>
                                        </p:attrNameLst>
                                      </p:cBhvr>
                                      <p:to>
                                        <p:strVal val="visible"/>
                                      </p:to>
                                    </p:set>
                                    <p:anim calcmode="lin" valueType="num">
                                      <p:cBhvr>
                                        <p:cTn id="19" dur="1000" fill="hold"/>
                                        <p:tgtEl>
                                          <p:spTgt spid="55346"/>
                                        </p:tgtEl>
                                        <p:attrNameLst>
                                          <p:attrName>ppt_w</p:attrName>
                                        </p:attrNameLst>
                                      </p:cBhvr>
                                      <p:tavLst>
                                        <p:tav tm="0">
                                          <p:val>
                                            <p:strVal val="#ppt_w*0.70"/>
                                          </p:val>
                                        </p:tav>
                                        <p:tav tm="100000">
                                          <p:val>
                                            <p:strVal val="#ppt_w"/>
                                          </p:val>
                                        </p:tav>
                                      </p:tavLst>
                                    </p:anim>
                                    <p:anim calcmode="lin" valueType="num">
                                      <p:cBhvr>
                                        <p:cTn id="20" dur="1000" fill="hold"/>
                                        <p:tgtEl>
                                          <p:spTgt spid="55346"/>
                                        </p:tgtEl>
                                        <p:attrNameLst>
                                          <p:attrName>ppt_h</p:attrName>
                                        </p:attrNameLst>
                                      </p:cBhvr>
                                      <p:tavLst>
                                        <p:tav tm="0">
                                          <p:val>
                                            <p:strVal val="#ppt_h"/>
                                          </p:val>
                                        </p:tav>
                                        <p:tav tm="100000">
                                          <p:val>
                                            <p:strVal val="#ppt_h"/>
                                          </p:val>
                                        </p:tav>
                                      </p:tavLst>
                                    </p:anim>
                                    <p:animEffect transition="in" filter="fade">
                                      <p:cBhvr>
                                        <p:cTn id="21" dur="1000"/>
                                        <p:tgtEl>
                                          <p:spTgt spid="55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43" grpId="0" autoUpdateAnimBg="0"/>
      <p:bldP spid="5534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18" name="Rectangle 50"/>
          <p:cNvSpPr>
            <a:spLocks noChangeArrowheads="1"/>
          </p:cNvSpPr>
          <p:nvPr/>
        </p:nvSpPr>
        <p:spPr bwMode="auto">
          <a:xfrm>
            <a:off x="611188" y="1557338"/>
            <a:ext cx="5832475" cy="4931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marL="476250" indent="-476250">
              <a:defRPr>
                <a:solidFill>
                  <a:schemeClr val="tx1"/>
                </a:solidFill>
                <a:latin typeface="Arial" panose="020B0604020202020204" pitchFamily="34" charset="0"/>
                <a:ea typeface="宋体" panose="02010600030101010101" pitchFamily="2" charset="-122"/>
              </a:defRPr>
            </a:lvl1pPr>
            <a:lvl2pPr marL="100965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20000"/>
              </a:lnSpc>
              <a:buFontTx/>
              <a:buAutoNum type="arabicParenBoth"/>
            </a:pPr>
            <a:r>
              <a:rPr kumimoji="1" lang="en-US" altLang="zh-CN" sz="2400">
                <a:latin typeface="楷体_GB2312" pitchFamily="49" charset="-122"/>
                <a:ea typeface="楷体_GB2312" pitchFamily="49" charset="-122"/>
              </a:rPr>
              <a:t> </a:t>
            </a:r>
            <a:r>
              <a:rPr kumimoji="1" lang="zh-CN" altLang="zh-CN" sz="2400">
                <a:latin typeface="楷体_GB2312" pitchFamily="49" charset="-122"/>
                <a:ea typeface="楷体_GB2312" pitchFamily="49" charset="-122"/>
              </a:rPr>
              <a:t>幅值</a:t>
            </a:r>
            <a:r>
              <a:rPr kumimoji="1" lang="zh-CN" altLang="zh-CN" sz="2400">
                <a:latin typeface="仿宋_GB2312" pitchFamily="49" charset="-122"/>
                <a:ea typeface="仿宋_GB2312" pitchFamily="49" charset="-122"/>
              </a:rPr>
              <a:t> </a:t>
            </a:r>
            <a:r>
              <a:rPr kumimoji="1" lang="en-US" altLang="zh-CN" sz="2400">
                <a:latin typeface="楷体_GB2312" pitchFamily="49" charset="-122"/>
                <a:ea typeface="楷体_GB2312" pitchFamily="49" charset="-122"/>
              </a:rPr>
              <a:t>(</a:t>
            </a:r>
            <a:r>
              <a:rPr kumimoji="1" lang="zh-CN" altLang="en-US" sz="2400">
                <a:latin typeface="楷体_GB2312" pitchFamily="49" charset="-122"/>
                <a:ea typeface="楷体_GB2312" pitchFamily="49" charset="-122"/>
              </a:rPr>
              <a:t>振幅、最大值</a:t>
            </a:r>
            <a:r>
              <a:rPr kumimoji="1" lang="en-US" altLang="zh-CN" sz="2400">
                <a:latin typeface="楷体_GB2312" pitchFamily="49" charset="-122"/>
                <a:ea typeface="楷体_GB2312" pitchFamily="49" charset="-122"/>
              </a:rPr>
              <a:t>)</a:t>
            </a:r>
            <a:r>
              <a:rPr kumimoji="1" lang="en-US" altLang="zh-CN" sz="2400" b="0" i="1">
                <a:latin typeface="Times New Roman" panose="02020603050405020304" pitchFamily="18" charset="0"/>
                <a:ea typeface="仿宋_GB2312" pitchFamily="49" charset="-122"/>
              </a:rPr>
              <a:t>I</a:t>
            </a:r>
            <a:r>
              <a:rPr kumimoji="1" lang="en-US" altLang="zh-CN" sz="2400" b="0" baseline="-25000">
                <a:latin typeface="Times New Roman" panose="02020603050405020304" pitchFamily="18" charset="0"/>
                <a:ea typeface="仿宋_GB2312" pitchFamily="49" charset="-122"/>
              </a:rPr>
              <a:t>m</a:t>
            </a:r>
            <a:endParaRPr kumimoji="1" lang="en-US" altLang="zh-CN" sz="2400" b="0">
              <a:latin typeface="Times New Roman" panose="02020603050405020304" pitchFamily="18" charset="0"/>
              <a:ea typeface="仿宋_GB2312" pitchFamily="49" charset="-122"/>
            </a:endParaRPr>
          </a:p>
        </p:txBody>
      </p:sp>
      <p:sp>
        <p:nvSpPr>
          <p:cNvPr id="32819" name="Text Box 51"/>
          <p:cNvSpPr txBox="1">
            <a:spLocks noChangeArrowheads="1"/>
          </p:cNvSpPr>
          <p:nvPr/>
        </p:nvSpPr>
        <p:spPr bwMode="auto">
          <a:xfrm>
            <a:off x="611188" y="2636838"/>
            <a:ext cx="6265862" cy="4766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marL="476250" indent="-476250">
              <a:defRPr>
                <a:solidFill>
                  <a:schemeClr val="tx1"/>
                </a:solidFill>
                <a:latin typeface="Arial" panose="020B0604020202020204" pitchFamily="34" charset="0"/>
                <a:ea typeface="宋体" panose="02010600030101010101" pitchFamily="2" charset="-122"/>
              </a:defRPr>
            </a:lvl1pPr>
            <a:lvl2pPr marL="666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20000"/>
              </a:lnSpc>
            </a:pPr>
            <a:r>
              <a:rPr kumimoji="1" lang="en-US" altLang="zh-CN" sz="2400" dirty="0">
                <a:latin typeface="楷体_GB2312" pitchFamily="49" charset="-122"/>
                <a:ea typeface="楷体_GB2312" pitchFamily="49" charset="-122"/>
              </a:rPr>
              <a:t>(2) </a:t>
            </a:r>
            <a:r>
              <a:rPr kumimoji="1" lang="zh-CN" altLang="en-US" sz="2400" dirty="0">
                <a:latin typeface="楷体_GB2312" pitchFamily="49" charset="-122"/>
                <a:ea typeface="楷体_GB2312" pitchFamily="49" charset="-122"/>
              </a:rPr>
              <a:t>角频率</a:t>
            </a:r>
            <a:r>
              <a:rPr kumimoji="1" lang="el-GR" altLang="zh-CN" sz="2400" b="0" i="1" dirty="0">
                <a:latin typeface="仿宋_GB2312" pitchFamily="49" charset="-122"/>
                <a:ea typeface="仿宋_GB2312" pitchFamily="49" charset="-122"/>
              </a:rPr>
              <a:t>ω</a:t>
            </a:r>
            <a:endParaRPr kumimoji="1" lang="el-GR" altLang="zh-CN" sz="2400" b="0" dirty="0">
              <a:latin typeface="仿宋_GB2312" pitchFamily="49" charset="-122"/>
              <a:ea typeface="仿宋_GB2312" pitchFamily="49" charset="-122"/>
            </a:endParaRPr>
          </a:p>
        </p:txBody>
      </p:sp>
      <p:sp>
        <p:nvSpPr>
          <p:cNvPr id="32820" name="Rectangle 52"/>
          <p:cNvSpPr>
            <a:spLocks noChangeArrowheads="1"/>
          </p:cNvSpPr>
          <p:nvPr/>
        </p:nvSpPr>
        <p:spPr bwMode="auto">
          <a:xfrm>
            <a:off x="468313" y="692150"/>
            <a:ext cx="4535487" cy="461665"/>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270000" rIns="270000">
            <a:spAutoFit/>
          </a:bodyPr>
          <a:lstStyle/>
          <a:p>
            <a:r>
              <a:rPr kumimoji="1" lang="en-US" altLang="zh-CN" sz="2400">
                <a:latin typeface="楷体_GB2312" pitchFamily="49" charset="-122"/>
              </a:rPr>
              <a:t>2. </a:t>
            </a:r>
            <a:r>
              <a:rPr kumimoji="1" lang="zh-CN" altLang="en-US" sz="2400">
                <a:latin typeface="楷体_GB2312" pitchFamily="49" charset="-122"/>
              </a:rPr>
              <a:t>正弦量的三要素</a:t>
            </a:r>
          </a:p>
        </p:txBody>
      </p:sp>
      <p:sp>
        <p:nvSpPr>
          <p:cNvPr id="32847" name="Text Box 79"/>
          <p:cNvSpPr txBox="1">
            <a:spLocks noChangeArrowheads="1"/>
          </p:cNvSpPr>
          <p:nvPr/>
        </p:nvSpPr>
        <p:spPr bwMode="auto">
          <a:xfrm>
            <a:off x="611560" y="4726210"/>
            <a:ext cx="4826000"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en-US" altLang="zh-CN" sz="2400" dirty="0">
                <a:latin typeface="楷体_GB2312" pitchFamily="49" charset="-122"/>
              </a:rPr>
              <a:t>(3)</a:t>
            </a:r>
            <a:r>
              <a:rPr kumimoji="1" lang="en-US" altLang="zh-CN" sz="2400" dirty="0">
                <a:latin typeface="仿宋_GB2312" pitchFamily="49" charset="-122"/>
                <a:ea typeface="仿宋_GB2312" pitchFamily="49" charset="-122"/>
              </a:rPr>
              <a:t> </a:t>
            </a:r>
            <a:r>
              <a:rPr lang="zh-CN" altLang="en-US" sz="2400" dirty="0">
                <a:latin typeface="楷体_GB2312" pitchFamily="49" charset="-122"/>
                <a:ea typeface="楷体_GB2312" pitchFamily="49" charset="-122"/>
              </a:rPr>
              <a:t>初相位</a:t>
            </a:r>
            <a:r>
              <a:rPr kumimoji="1" lang="en-US" altLang="zh-CN" sz="2400" b="0" i="1" dirty="0">
                <a:latin typeface="Symbol" panose="05050102010706020507" pitchFamily="18" charset="2"/>
                <a:ea typeface="宋体" panose="02010600030101010101" pitchFamily="2" charset="-122"/>
              </a:rPr>
              <a:t>y</a:t>
            </a:r>
            <a:endParaRPr kumimoji="1" lang="en-US" altLang="zh-CN" sz="2400" b="0" dirty="0">
              <a:latin typeface="Symbol" panose="05050102010706020507" pitchFamily="18" charset="2"/>
              <a:ea typeface="宋体" panose="02010600030101010101" pitchFamily="2" charset="-122"/>
            </a:endParaRPr>
          </a:p>
        </p:txBody>
      </p:sp>
      <p:graphicFrame>
        <p:nvGraphicFramePr>
          <p:cNvPr id="32855" name="Object 87"/>
          <p:cNvGraphicFramePr>
            <a:graphicFrameLocks noChangeAspect="1"/>
          </p:cNvGraphicFramePr>
          <p:nvPr>
            <p:extLst>
              <p:ext uri="{D42A27DB-BD31-4B8C-83A1-F6EECF244321}">
                <p14:modId xmlns:p14="http://schemas.microsoft.com/office/powerpoint/2010/main" val="2877010341"/>
              </p:ext>
            </p:extLst>
          </p:nvPr>
        </p:nvGraphicFramePr>
        <p:xfrm>
          <a:off x="1392238" y="3905250"/>
          <a:ext cx="2392362" cy="704850"/>
        </p:xfrm>
        <a:graphic>
          <a:graphicData uri="http://schemas.openxmlformats.org/presentationml/2006/ole">
            <mc:AlternateContent xmlns:mc="http://schemas.openxmlformats.org/markup-compatibility/2006">
              <mc:Choice xmlns:v="urn:schemas-microsoft-com:vml" Requires="v">
                <p:oleObj spid="_x0000_s87072" name="Equation" r:id="rId3" imgW="1028520" imgH="304560" progId="Equation.DSMT4">
                  <p:embed/>
                </p:oleObj>
              </mc:Choice>
              <mc:Fallback>
                <p:oleObj name="Equation" r:id="rId3" imgW="1028520" imgH="304560" progId="Equation.DSMT4">
                  <p:embed/>
                  <p:pic>
                    <p:nvPicPr>
                      <p:cNvPr id="32855" name="Object 87"/>
                      <p:cNvPicPr>
                        <a:picLocks noChangeAspect="1" noChangeArrowheads="1"/>
                      </p:cNvPicPr>
                      <p:nvPr/>
                    </p:nvPicPr>
                    <p:blipFill>
                      <a:blip r:embed="rId4"/>
                      <a:srcRect/>
                      <a:stretch>
                        <a:fillRect/>
                      </a:stretch>
                    </p:blipFill>
                    <p:spPr bwMode="auto">
                      <a:xfrm>
                        <a:off x="1392238" y="3905250"/>
                        <a:ext cx="2392362" cy="704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856" name="Rectangle 88"/>
          <p:cNvSpPr>
            <a:spLocks noChangeArrowheads="1"/>
          </p:cNvSpPr>
          <p:nvPr/>
        </p:nvSpPr>
        <p:spPr bwMode="auto">
          <a:xfrm>
            <a:off x="4356100" y="4076700"/>
            <a:ext cx="403225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98000" rIns="198000">
            <a:spAutoFit/>
          </a:bodyPr>
          <a:lstStyle/>
          <a:p>
            <a:pPr>
              <a:spcBef>
                <a:spcPct val="50000"/>
              </a:spcBef>
            </a:pPr>
            <a:r>
              <a:rPr kumimoji="1" lang="zh-CN" altLang="en-US" sz="2400"/>
              <a:t>单位：</a:t>
            </a:r>
            <a:r>
              <a:rPr kumimoji="1" lang="zh-CN" altLang="en-US" sz="2400" b="0">
                <a:ea typeface="宋体" panose="02010600030101010101" pitchFamily="2" charset="-122"/>
              </a:rPr>
              <a:t> </a:t>
            </a:r>
            <a:r>
              <a:rPr kumimoji="1" lang="en-US" altLang="zh-CN" sz="2400" b="0">
                <a:ea typeface="宋体" panose="02010600030101010101" pitchFamily="2" charset="-122"/>
              </a:rPr>
              <a:t>rad/s</a:t>
            </a:r>
            <a:r>
              <a:rPr kumimoji="1" lang="en-US" altLang="zh-CN" sz="2400" b="0" baseline="30000">
                <a:ea typeface="宋体" panose="02010600030101010101" pitchFamily="2" charset="-122"/>
              </a:rPr>
              <a:t>  </a:t>
            </a:r>
            <a:r>
              <a:rPr kumimoji="1" lang="zh-CN" altLang="en-US" sz="2400">
                <a:ea typeface="宋体" panose="02010600030101010101" pitchFamily="2" charset="-122"/>
              </a:rPr>
              <a:t>，</a:t>
            </a:r>
            <a:r>
              <a:rPr kumimoji="1" lang="zh-CN" altLang="zh-CN" sz="2400">
                <a:latin typeface="楷体_GB2312" pitchFamily="49" charset="-122"/>
              </a:rPr>
              <a:t>弧度</a:t>
            </a:r>
            <a:r>
              <a:rPr kumimoji="1" lang="en-US" altLang="zh-CN" sz="2400">
                <a:latin typeface="楷体_GB2312" pitchFamily="49" charset="-122"/>
              </a:rPr>
              <a:t>/</a:t>
            </a:r>
            <a:r>
              <a:rPr kumimoji="1" lang="zh-CN" altLang="en-US" sz="2400">
                <a:latin typeface="楷体_GB2312" pitchFamily="49" charset="-122"/>
              </a:rPr>
              <a:t>秒</a:t>
            </a:r>
            <a:endParaRPr kumimoji="1" lang="zh-CN" altLang="en-US" sz="2400" baseline="30000">
              <a:latin typeface="楷体_GB2312" pitchFamily="49" charset="-122"/>
            </a:endParaRPr>
          </a:p>
        </p:txBody>
      </p:sp>
      <p:sp>
        <p:nvSpPr>
          <p:cNvPr id="32858" name="Line 90"/>
          <p:cNvSpPr>
            <a:spLocks noChangeShapeType="1"/>
          </p:cNvSpPr>
          <p:nvPr/>
        </p:nvSpPr>
        <p:spPr bwMode="auto">
          <a:xfrm>
            <a:off x="1187450" y="2492896"/>
            <a:ext cx="576263" cy="0"/>
          </a:xfrm>
          <a:prstGeom prst="line">
            <a:avLst/>
          </a:prstGeom>
          <a:noFill/>
          <a:ln w="76200">
            <a:solidFill>
              <a:srgbClr val="33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32859" name="Rectangle 91"/>
          <p:cNvSpPr>
            <a:spLocks noChangeArrowheads="1"/>
          </p:cNvSpPr>
          <p:nvPr/>
        </p:nvSpPr>
        <p:spPr bwMode="auto">
          <a:xfrm>
            <a:off x="1908175" y="2205038"/>
            <a:ext cx="56165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8000" rIns="198000">
            <a:spAutoFit/>
          </a:bodyPr>
          <a:lstStyle/>
          <a:p>
            <a:r>
              <a:rPr kumimoji="1" lang="zh-CN" altLang="zh-CN" sz="2400" dirty="0">
                <a:latin typeface="楷体_GB2312" pitchFamily="49" charset="-122"/>
              </a:rPr>
              <a:t>反映正弦量变化幅度的大小。</a:t>
            </a:r>
            <a:endParaRPr kumimoji="1" lang="zh-CN" altLang="en-US" sz="2400" dirty="0">
              <a:latin typeface="楷体_GB2312" pitchFamily="49" charset="-122"/>
            </a:endParaRPr>
          </a:p>
        </p:txBody>
      </p:sp>
      <p:sp>
        <p:nvSpPr>
          <p:cNvPr id="32860" name="Line 92"/>
          <p:cNvSpPr>
            <a:spLocks noChangeShapeType="1"/>
          </p:cNvSpPr>
          <p:nvPr/>
        </p:nvSpPr>
        <p:spPr bwMode="auto">
          <a:xfrm>
            <a:off x="1116013" y="3644900"/>
            <a:ext cx="576262" cy="0"/>
          </a:xfrm>
          <a:prstGeom prst="line">
            <a:avLst/>
          </a:prstGeom>
          <a:noFill/>
          <a:ln w="76200">
            <a:solidFill>
              <a:srgbClr val="33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32861" name="Rectangle 93"/>
          <p:cNvSpPr>
            <a:spLocks noChangeArrowheads="1"/>
          </p:cNvSpPr>
          <p:nvPr/>
        </p:nvSpPr>
        <p:spPr bwMode="auto">
          <a:xfrm>
            <a:off x="1835150" y="3356992"/>
            <a:ext cx="5908990"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kumimoji="1" lang="zh-CN" altLang="en-US" sz="2400" dirty="0">
                <a:latin typeface="楷体_GB2312" pitchFamily="49" charset="-122"/>
              </a:rPr>
              <a:t>相位变化的速度，反映正弦量变化快慢。 </a:t>
            </a:r>
          </a:p>
        </p:txBody>
      </p:sp>
      <p:sp>
        <p:nvSpPr>
          <p:cNvPr id="32862" name="Line 94"/>
          <p:cNvSpPr>
            <a:spLocks noChangeShapeType="1"/>
          </p:cNvSpPr>
          <p:nvPr/>
        </p:nvSpPr>
        <p:spPr bwMode="auto">
          <a:xfrm>
            <a:off x="971923" y="5661248"/>
            <a:ext cx="647700" cy="0"/>
          </a:xfrm>
          <a:prstGeom prst="line">
            <a:avLst/>
          </a:prstGeom>
          <a:noFill/>
          <a:ln w="76200">
            <a:solidFill>
              <a:srgbClr val="33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32863" name="Rectangle 95"/>
          <p:cNvSpPr>
            <a:spLocks noChangeArrowheads="1"/>
          </p:cNvSpPr>
          <p:nvPr/>
        </p:nvSpPr>
        <p:spPr bwMode="auto">
          <a:xfrm>
            <a:off x="1692275" y="5413749"/>
            <a:ext cx="7056438"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kumimoji="1" lang="zh-CN" altLang="en-US" sz="2400" dirty="0">
                <a:latin typeface="楷体_GB2312" pitchFamily="49" charset="-122"/>
              </a:rPr>
              <a:t>反映正弦量的计时起点，常用角度表示。 </a:t>
            </a:r>
          </a:p>
        </p:txBody>
      </p:sp>
      <p:sp>
        <p:nvSpPr>
          <p:cNvPr id="32864" name="Text Box 96"/>
          <p:cNvSpPr txBox="1">
            <a:spLocks noChangeArrowheads="1"/>
          </p:cNvSpPr>
          <p:nvPr/>
        </p:nvSpPr>
        <p:spPr bwMode="auto">
          <a:xfrm>
            <a:off x="4572000" y="692150"/>
            <a:ext cx="3096344" cy="523220"/>
          </a:xfrm>
          <a:prstGeom prst="rect">
            <a:avLst/>
          </a:prstGeom>
          <a:gradFill rotWithShape="1">
            <a:gsLst>
              <a:gs pos="0">
                <a:srgbClr val="66FFFF"/>
              </a:gs>
              <a:gs pos="50000">
                <a:schemeClr val="bg1"/>
              </a:gs>
              <a:gs pos="100000">
                <a:srgbClr val="66FFFF"/>
              </a:gs>
            </a:gsLst>
            <a:lin ang="5400000" scaled="1"/>
          </a:gradFill>
          <a:ln>
            <a:noFill/>
          </a:ln>
          <a:extLs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kumimoji="1" lang="en-US" altLang="zh-CN" sz="2800" b="0" i="1" dirty="0">
                <a:ea typeface="宋体" panose="02010600030101010101" pitchFamily="2" charset="-122"/>
              </a:rPr>
              <a:t> </a:t>
            </a:r>
            <a:r>
              <a:rPr kumimoji="1" lang="en-US" altLang="zh-CN" sz="2800" b="0" i="1" dirty="0" err="1">
                <a:ea typeface="宋体" panose="02010600030101010101" pitchFamily="2" charset="-122"/>
              </a:rPr>
              <a:t>i</a:t>
            </a:r>
            <a:r>
              <a:rPr kumimoji="1" lang="en-US" altLang="zh-CN" sz="2800" b="0" dirty="0">
                <a:ea typeface="宋体" panose="02010600030101010101" pitchFamily="2" charset="-122"/>
              </a:rPr>
              <a:t>(</a:t>
            </a:r>
            <a:r>
              <a:rPr kumimoji="1" lang="en-US" altLang="zh-CN" sz="2800" b="0" i="1" dirty="0">
                <a:ea typeface="宋体" panose="02010600030101010101" pitchFamily="2" charset="-122"/>
              </a:rPr>
              <a:t>t</a:t>
            </a:r>
            <a:r>
              <a:rPr kumimoji="1" lang="en-US" altLang="zh-CN" sz="2800" b="0" dirty="0">
                <a:ea typeface="宋体" panose="02010600030101010101" pitchFamily="2" charset="-122"/>
              </a:rPr>
              <a:t>)=</a:t>
            </a:r>
            <a:r>
              <a:rPr kumimoji="1" lang="en-US" altLang="zh-CN" sz="2800" b="0" i="1" dirty="0" err="1">
                <a:ea typeface="宋体" panose="02010600030101010101" pitchFamily="2" charset="-122"/>
              </a:rPr>
              <a:t>I</a:t>
            </a:r>
            <a:r>
              <a:rPr kumimoji="1" lang="en-US" altLang="zh-CN" sz="2800" b="0" baseline="-25000" dirty="0" err="1">
                <a:ea typeface="宋体" panose="02010600030101010101" pitchFamily="2" charset="-122"/>
              </a:rPr>
              <a:t>m</a:t>
            </a:r>
            <a:r>
              <a:rPr kumimoji="1" lang="en-US" altLang="zh-CN" sz="2800" b="0" dirty="0" err="1">
                <a:ea typeface="宋体" panose="02010600030101010101" pitchFamily="2" charset="-122"/>
              </a:rPr>
              <a:t>cos</a:t>
            </a:r>
            <a:r>
              <a:rPr kumimoji="1" lang="en-US" altLang="zh-CN" sz="2800" b="0" dirty="0">
                <a:ea typeface="宋体" panose="02010600030101010101" pitchFamily="2" charset="-122"/>
              </a:rPr>
              <a:t>(</a:t>
            </a:r>
            <a:r>
              <a:rPr kumimoji="1" lang="en-US" altLang="zh-CN" sz="2800" b="0" i="1" dirty="0">
                <a:latin typeface="Symbol" panose="05050102010706020507" pitchFamily="18" charset="2"/>
                <a:ea typeface="宋体" panose="02010600030101010101" pitchFamily="2" charset="-122"/>
              </a:rPr>
              <a:t>w </a:t>
            </a:r>
            <a:r>
              <a:rPr kumimoji="1" lang="en-US" altLang="zh-CN" sz="2800" b="0" i="1" dirty="0" err="1">
                <a:ea typeface="宋体" panose="02010600030101010101" pitchFamily="2" charset="-122"/>
              </a:rPr>
              <a:t>t</a:t>
            </a:r>
            <a:r>
              <a:rPr kumimoji="1" lang="en-US" altLang="zh-CN" sz="2800" b="0" dirty="0" err="1">
                <a:ea typeface="宋体" panose="02010600030101010101" pitchFamily="2" charset="-122"/>
              </a:rPr>
              <a:t>+</a:t>
            </a:r>
            <a:r>
              <a:rPr kumimoji="1" lang="en-US" altLang="zh-CN" sz="2800" b="0" i="1" dirty="0" err="1">
                <a:latin typeface="Symbol" panose="05050102010706020507" pitchFamily="18" charset="2"/>
                <a:ea typeface="宋体" panose="02010600030101010101" pitchFamily="2" charset="-122"/>
              </a:rPr>
              <a:t>y</a:t>
            </a:r>
            <a:r>
              <a:rPr kumimoji="1" lang="en-US" altLang="zh-CN" sz="2800" b="0" dirty="0">
                <a:ea typeface="宋体" panose="02010600030101010101" pitchFamily="2" charset="-122"/>
              </a:rPr>
              <a:t>) </a:t>
            </a:r>
            <a:endParaRPr kumimoji="1" lang="en-US" altLang="zh-CN" sz="2800" b="0" dirty="0">
              <a:latin typeface="Symbol" panose="05050102010706020507" pitchFamily="18" charset="2"/>
              <a:ea typeface="宋体" panose="02010600030101010101" pitchFamily="2" charset="-122"/>
            </a:endParaRPr>
          </a:p>
        </p:txBody>
      </p:sp>
    </p:spTree>
    <p:extLst>
      <p:ext uri="{BB962C8B-B14F-4D97-AF65-F5344CB8AC3E}">
        <p14:creationId xmlns:p14="http://schemas.microsoft.com/office/powerpoint/2010/main" val="21330027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2820"/>
                                        </p:tgtEl>
                                        <p:attrNameLst>
                                          <p:attrName>style.visibility</p:attrName>
                                        </p:attrNameLst>
                                      </p:cBhvr>
                                      <p:to>
                                        <p:strVal val="visible"/>
                                      </p:to>
                                    </p:set>
                                    <p:anim calcmode="lin" valueType="num">
                                      <p:cBhvr additive="base">
                                        <p:cTn id="7" dur="500" fill="hold"/>
                                        <p:tgtEl>
                                          <p:spTgt spid="32820"/>
                                        </p:tgtEl>
                                        <p:attrNameLst>
                                          <p:attrName>ppt_x</p:attrName>
                                        </p:attrNameLst>
                                      </p:cBhvr>
                                      <p:tavLst>
                                        <p:tav tm="0">
                                          <p:val>
                                            <p:strVal val="0-#ppt_w/2"/>
                                          </p:val>
                                        </p:tav>
                                        <p:tav tm="100000">
                                          <p:val>
                                            <p:strVal val="#ppt_x"/>
                                          </p:val>
                                        </p:tav>
                                      </p:tavLst>
                                    </p:anim>
                                    <p:anim calcmode="lin" valueType="num">
                                      <p:cBhvr additive="base">
                                        <p:cTn id="8" dur="500" fill="hold"/>
                                        <p:tgtEl>
                                          <p:spTgt spid="32820"/>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32864"/>
                                        </p:tgtEl>
                                        <p:attrNameLst>
                                          <p:attrName>style.visibility</p:attrName>
                                        </p:attrNameLst>
                                      </p:cBhvr>
                                      <p:to>
                                        <p:strVal val="visible"/>
                                      </p:to>
                                    </p:set>
                                    <p:animEffect transition="in" filter="wipe(left)">
                                      <p:cBhvr>
                                        <p:cTn id="12" dur="2000"/>
                                        <p:tgtEl>
                                          <p:spTgt spid="328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32818"/>
                                        </p:tgtEl>
                                        <p:attrNameLst>
                                          <p:attrName>style.visibility</p:attrName>
                                        </p:attrNameLst>
                                      </p:cBhvr>
                                      <p:to>
                                        <p:strVal val="visible"/>
                                      </p:to>
                                    </p:set>
                                    <p:animEffect transition="in" filter="slide(fromLeft)">
                                      <p:cBhvr>
                                        <p:cTn id="17" dur="500"/>
                                        <p:tgtEl>
                                          <p:spTgt spid="328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8" fill="hold" nodeType="clickEffect">
                                  <p:stCondLst>
                                    <p:cond delay="0"/>
                                  </p:stCondLst>
                                  <p:childTnLst>
                                    <p:set>
                                      <p:cBhvr>
                                        <p:cTn id="21" dur="1" fill="hold">
                                          <p:stCondLst>
                                            <p:cond delay="0"/>
                                          </p:stCondLst>
                                        </p:cTn>
                                        <p:tgtEl>
                                          <p:spTgt spid="32858"/>
                                        </p:tgtEl>
                                        <p:attrNameLst>
                                          <p:attrName>style.visibility</p:attrName>
                                        </p:attrNameLst>
                                      </p:cBhvr>
                                      <p:to>
                                        <p:strVal val="visible"/>
                                      </p:to>
                                    </p:set>
                                    <p:animEffect transition="in" filter="slide(fromLeft)">
                                      <p:cBhvr>
                                        <p:cTn id="22" dur="500"/>
                                        <p:tgtEl>
                                          <p:spTgt spid="32858"/>
                                        </p:tgtEl>
                                      </p:cBhvr>
                                    </p:animEffect>
                                  </p:childTnLst>
                                </p:cTn>
                              </p:par>
                            </p:childTnLst>
                          </p:cTn>
                        </p:par>
                        <p:par>
                          <p:cTn id="23" fill="hold" nodeType="afterGroup">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32859"/>
                                        </p:tgtEl>
                                        <p:attrNameLst>
                                          <p:attrName>style.visibility</p:attrName>
                                        </p:attrNameLst>
                                      </p:cBhvr>
                                      <p:to>
                                        <p:strVal val="visible"/>
                                      </p:to>
                                    </p:set>
                                    <p:animEffect transition="in" filter="wipe(left)">
                                      <p:cBhvr>
                                        <p:cTn id="26" dur="2000"/>
                                        <p:tgtEl>
                                          <p:spTgt spid="3285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2819"/>
                                        </p:tgtEl>
                                        <p:attrNameLst>
                                          <p:attrName>style.visibility</p:attrName>
                                        </p:attrNameLst>
                                      </p:cBhvr>
                                      <p:to>
                                        <p:strVal val="visible"/>
                                      </p:to>
                                    </p:set>
                                    <p:animEffect transition="in" filter="wipe(left)">
                                      <p:cBhvr>
                                        <p:cTn id="31" dur="2000"/>
                                        <p:tgtEl>
                                          <p:spTgt spid="3281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2" presetClass="entr" presetSubtype="8" fill="hold" nodeType="clickEffect">
                                  <p:stCondLst>
                                    <p:cond delay="0"/>
                                  </p:stCondLst>
                                  <p:childTnLst>
                                    <p:set>
                                      <p:cBhvr>
                                        <p:cTn id="35" dur="1" fill="hold">
                                          <p:stCondLst>
                                            <p:cond delay="0"/>
                                          </p:stCondLst>
                                        </p:cTn>
                                        <p:tgtEl>
                                          <p:spTgt spid="32860"/>
                                        </p:tgtEl>
                                        <p:attrNameLst>
                                          <p:attrName>style.visibility</p:attrName>
                                        </p:attrNameLst>
                                      </p:cBhvr>
                                      <p:to>
                                        <p:strVal val="visible"/>
                                      </p:to>
                                    </p:set>
                                    <p:animEffect transition="in" filter="slide(fromLeft)">
                                      <p:cBhvr>
                                        <p:cTn id="36" dur="500"/>
                                        <p:tgtEl>
                                          <p:spTgt spid="32860"/>
                                        </p:tgtEl>
                                      </p:cBhvr>
                                    </p:animEffect>
                                  </p:childTnLst>
                                </p:cTn>
                              </p:par>
                            </p:childTnLst>
                          </p:cTn>
                        </p:par>
                        <p:par>
                          <p:cTn id="37" fill="hold" nodeType="afterGroup">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32861"/>
                                        </p:tgtEl>
                                        <p:attrNameLst>
                                          <p:attrName>style.visibility</p:attrName>
                                        </p:attrNameLst>
                                      </p:cBhvr>
                                      <p:to>
                                        <p:strVal val="visible"/>
                                      </p:to>
                                    </p:set>
                                    <p:animEffect transition="in" filter="wipe(left)">
                                      <p:cBhvr>
                                        <p:cTn id="40" dur="2000"/>
                                        <p:tgtEl>
                                          <p:spTgt spid="32861"/>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8" fill="hold" nodeType="clickEffect">
                                  <p:stCondLst>
                                    <p:cond delay="0"/>
                                  </p:stCondLst>
                                  <p:childTnLst>
                                    <p:set>
                                      <p:cBhvr>
                                        <p:cTn id="44" dur="1" fill="hold">
                                          <p:stCondLst>
                                            <p:cond delay="0"/>
                                          </p:stCondLst>
                                        </p:cTn>
                                        <p:tgtEl>
                                          <p:spTgt spid="32855"/>
                                        </p:tgtEl>
                                        <p:attrNameLst>
                                          <p:attrName>style.visibility</p:attrName>
                                        </p:attrNameLst>
                                      </p:cBhvr>
                                      <p:to>
                                        <p:strVal val="visible"/>
                                      </p:to>
                                    </p:set>
                                    <p:anim calcmode="lin" valueType="num">
                                      <p:cBhvr additive="base">
                                        <p:cTn id="45" dur="500" fill="hold"/>
                                        <p:tgtEl>
                                          <p:spTgt spid="32855"/>
                                        </p:tgtEl>
                                        <p:attrNameLst>
                                          <p:attrName>ppt_x</p:attrName>
                                        </p:attrNameLst>
                                      </p:cBhvr>
                                      <p:tavLst>
                                        <p:tav tm="0">
                                          <p:val>
                                            <p:strVal val="0-#ppt_w/2"/>
                                          </p:val>
                                        </p:tav>
                                        <p:tav tm="100000">
                                          <p:val>
                                            <p:strVal val="#ppt_x"/>
                                          </p:val>
                                        </p:tav>
                                      </p:tavLst>
                                    </p:anim>
                                    <p:anim calcmode="lin" valueType="num">
                                      <p:cBhvr additive="base">
                                        <p:cTn id="46" dur="500" fill="hold"/>
                                        <p:tgtEl>
                                          <p:spTgt spid="32855"/>
                                        </p:tgtEl>
                                        <p:attrNameLst>
                                          <p:attrName>ppt_y</p:attrName>
                                        </p:attrNameLst>
                                      </p:cBhvr>
                                      <p:tavLst>
                                        <p:tav tm="0">
                                          <p:val>
                                            <p:strVal val="#ppt_y"/>
                                          </p:val>
                                        </p:tav>
                                        <p:tav tm="100000">
                                          <p:val>
                                            <p:strVal val="#ppt_y"/>
                                          </p:val>
                                        </p:tav>
                                      </p:tavLst>
                                    </p:anim>
                                  </p:childTnLst>
                                </p:cTn>
                              </p:par>
                            </p:childTnLst>
                          </p:cTn>
                        </p:par>
                        <p:par>
                          <p:cTn id="47" fill="hold" nodeType="afterGroup">
                            <p:stCondLst>
                              <p:cond delay="500"/>
                            </p:stCondLst>
                            <p:childTnLst>
                              <p:par>
                                <p:cTn id="48" presetID="17" presetClass="entr" presetSubtype="10" fill="hold" grpId="0" nodeType="afterEffect">
                                  <p:stCondLst>
                                    <p:cond delay="0"/>
                                  </p:stCondLst>
                                  <p:childTnLst>
                                    <p:set>
                                      <p:cBhvr>
                                        <p:cTn id="49" dur="1" fill="hold">
                                          <p:stCondLst>
                                            <p:cond delay="0"/>
                                          </p:stCondLst>
                                        </p:cTn>
                                        <p:tgtEl>
                                          <p:spTgt spid="32856"/>
                                        </p:tgtEl>
                                        <p:attrNameLst>
                                          <p:attrName>style.visibility</p:attrName>
                                        </p:attrNameLst>
                                      </p:cBhvr>
                                      <p:to>
                                        <p:strVal val="visible"/>
                                      </p:to>
                                    </p:set>
                                    <p:anim calcmode="lin" valueType="num">
                                      <p:cBhvr>
                                        <p:cTn id="50" dur="500" fill="hold"/>
                                        <p:tgtEl>
                                          <p:spTgt spid="32856"/>
                                        </p:tgtEl>
                                        <p:attrNameLst>
                                          <p:attrName>ppt_w</p:attrName>
                                        </p:attrNameLst>
                                      </p:cBhvr>
                                      <p:tavLst>
                                        <p:tav tm="0">
                                          <p:val>
                                            <p:fltVal val="0"/>
                                          </p:val>
                                        </p:tav>
                                        <p:tav tm="100000">
                                          <p:val>
                                            <p:strVal val="#ppt_w"/>
                                          </p:val>
                                        </p:tav>
                                      </p:tavLst>
                                    </p:anim>
                                    <p:anim calcmode="lin" valueType="num">
                                      <p:cBhvr>
                                        <p:cTn id="51" dur="500" fill="hold"/>
                                        <p:tgtEl>
                                          <p:spTgt spid="32856"/>
                                        </p:tgtEl>
                                        <p:attrNameLst>
                                          <p:attrName>ppt_h</p:attrName>
                                        </p:attrNameLst>
                                      </p:cBhvr>
                                      <p:tavLst>
                                        <p:tav tm="0">
                                          <p:val>
                                            <p:strVal val="#ppt_h"/>
                                          </p:val>
                                        </p:tav>
                                        <p:tav tm="100000">
                                          <p:val>
                                            <p:strVal val="#ppt_h"/>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32847"/>
                                        </p:tgtEl>
                                        <p:attrNameLst>
                                          <p:attrName>style.visibility</p:attrName>
                                        </p:attrNameLst>
                                      </p:cBhvr>
                                      <p:to>
                                        <p:strVal val="visible"/>
                                      </p:to>
                                    </p:set>
                                    <p:animEffect transition="in" filter="wipe(left)">
                                      <p:cBhvr>
                                        <p:cTn id="56" dur="2000"/>
                                        <p:tgtEl>
                                          <p:spTgt spid="32847"/>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2" presetClass="entr" presetSubtype="8" fill="hold" nodeType="clickEffect">
                                  <p:stCondLst>
                                    <p:cond delay="0"/>
                                  </p:stCondLst>
                                  <p:childTnLst>
                                    <p:set>
                                      <p:cBhvr>
                                        <p:cTn id="60" dur="1" fill="hold">
                                          <p:stCondLst>
                                            <p:cond delay="0"/>
                                          </p:stCondLst>
                                        </p:cTn>
                                        <p:tgtEl>
                                          <p:spTgt spid="32862"/>
                                        </p:tgtEl>
                                        <p:attrNameLst>
                                          <p:attrName>style.visibility</p:attrName>
                                        </p:attrNameLst>
                                      </p:cBhvr>
                                      <p:to>
                                        <p:strVal val="visible"/>
                                      </p:to>
                                    </p:set>
                                    <p:animEffect transition="in" filter="slide(fromLeft)">
                                      <p:cBhvr>
                                        <p:cTn id="61" dur="500"/>
                                        <p:tgtEl>
                                          <p:spTgt spid="32862"/>
                                        </p:tgtEl>
                                      </p:cBhvr>
                                    </p:animEffect>
                                  </p:childTnLst>
                                </p:cTn>
                              </p:par>
                            </p:childTnLst>
                          </p:cTn>
                        </p:par>
                        <p:par>
                          <p:cTn id="62" fill="hold" nodeType="afterGroup">
                            <p:stCondLst>
                              <p:cond delay="500"/>
                            </p:stCondLst>
                            <p:childTnLst>
                              <p:par>
                                <p:cTn id="63" presetID="22" presetClass="entr" presetSubtype="8" fill="hold" grpId="0" nodeType="afterEffect">
                                  <p:stCondLst>
                                    <p:cond delay="0"/>
                                  </p:stCondLst>
                                  <p:childTnLst>
                                    <p:set>
                                      <p:cBhvr>
                                        <p:cTn id="64" dur="1" fill="hold">
                                          <p:stCondLst>
                                            <p:cond delay="0"/>
                                          </p:stCondLst>
                                        </p:cTn>
                                        <p:tgtEl>
                                          <p:spTgt spid="32863"/>
                                        </p:tgtEl>
                                        <p:attrNameLst>
                                          <p:attrName>style.visibility</p:attrName>
                                        </p:attrNameLst>
                                      </p:cBhvr>
                                      <p:to>
                                        <p:strVal val="visible"/>
                                      </p:to>
                                    </p:set>
                                    <p:animEffect transition="in" filter="wipe(left)">
                                      <p:cBhvr>
                                        <p:cTn id="65" dur="2000"/>
                                        <p:tgtEl>
                                          <p:spTgt spid="328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18" grpId="0" autoUpdateAnimBg="0"/>
      <p:bldP spid="32819" grpId="0" autoUpdateAnimBg="0"/>
      <p:bldP spid="32820" grpId="0"/>
      <p:bldP spid="32847" grpId="0" autoUpdateAnimBg="0"/>
      <p:bldP spid="32856" grpId="0" autoUpdateAnimBg="0"/>
      <p:bldP spid="32859" grpId="0"/>
      <p:bldP spid="32861" grpId="0"/>
      <p:bldP spid="32863" grpId="0"/>
      <p:bldP spid="32864"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1222810" y="477257"/>
            <a:ext cx="6841257" cy="535531"/>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FFFF00"/>
                </a:solidFill>
                <a:miter lim="800000"/>
                <a:headEnd/>
                <a:tailEnd/>
              </a14:hiddenLine>
            </a:ext>
          </a:extLst>
        </p:spPr>
        <p:txBody>
          <a:bodyPr wrap="square" lIns="198000" rIns="198000">
            <a:spAutoFit/>
          </a:bodyPr>
          <a:lstStyle/>
          <a:p>
            <a:pPr algn="just">
              <a:lnSpc>
                <a:spcPct val="120000"/>
              </a:lnSpc>
            </a:pPr>
            <a:r>
              <a:rPr kumimoji="1" lang="zh-CN" altLang="en-US" sz="2400" dirty="0">
                <a:latin typeface="Times New Roman" panose="02020603050405020304" pitchFamily="18" charset="0"/>
              </a:rPr>
              <a:t>同一个正弦量，计时起点不同，初相位不同。</a:t>
            </a:r>
          </a:p>
        </p:txBody>
      </p:sp>
      <p:sp>
        <p:nvSpPr>
          <p:cNvPr id="31772" name="Text Box 28"/>
          <p:cNvSpPr txBox="1">
            <a:spLocks noChangeArrowheads="1"/>
          </p:cNvSpPr>
          <p:nvPr/>
        </p:nvSpPr>
        <p:spPr bwMode="auto">
          <a:xfrm>
            <a:off x="5003800" y="1844675"/>
            <a:ext cx="36703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98000" rIns="198000">
            <a:spAutoFit/>
          </a:bodyPr>
          <a:lstStyle/>
          <a:p>
            <a:pPr>
              <a:spcBef>
                <a:spcPct val="50000"/>
              </a:spcBef>
            </a:pPr>
            <a:r>
              <a:rPr kumimoji="1" lang="zh-CN" altLang="en-US" sz="2400" dirty="0">
                <a:latin typeface="Times New Roman" panose="02020603050405020304" pitchFamily="18" charset="0"/>
              </a:rPr>
              <a:t>一般规定</a:t>
            </a:r>
            <a:r>
              <a:rPr kumimoji="1" lang="zh-CN" altLang="en-US" sz="2400" dirty="0">
                <a:latin typeface="Times New Roman" panose="02020603050405020304" pitchFamily="18" charset="0"/>
                <a:ea typeface="宋体" panose="02010600030101010101" pitchFamily="2" charset="-122"/>
              </a:rPr>
              <a:t>：</a:t>
            </a:r>
            <a:r>
              <a:rPr kumimoji="1" lang="en-US" altLang="zh-CN" sz="2400" b="0" dirty="0">
                <a:latin typeface="Times New Roman" panose="02020603050405020304" pitchFamily="18" charset="0"/>
                <a:ea typeface="宋体" panose="02010600030101010101" pitchFamily="2" charset="-122"/>
              </a:rPr>
              <a:t>|</a:t>
            </a:r>
            <a:r>
              <a:rPr kumimoji="1" lang="en-US" altLang="zh-CN" sz="2400" b="0" i="1" dirty="0">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0" dirty="0">
                <a:latin typeface="Times New Roman" panose="02020603050405020304" pitchFamily="18" charset="0"/>
                <a:ea typeface="宋体" panose="02010600030101010101" pitchFamily="2" charset="-122"/>
                <a:sym typeface="Symbol" panose="05050102010706020507" pitchFamily="18" charset="2"/>
              </a:rPr>
              <a:t>  |</a:t>
            </a:r>
            <a:r>
              <a:rPr kumimoji="1" lang="en-US" altLang="zh-CN" sz="2400" dirty="0">
                <a:latin typeface="Times New Roman" panose="02020603050405020304" pitchFamily="18" charset="0"/>
                <a:ea typeface="宋体" panose="02010600030101010101" pitchFamily="2" charset="-122"/>
                <a:sym typeface="Symbol" panose="05050102010706020507" pitchFamily="18" charset="2"/>
              </a:rPr>
              <a:t> </a:t>
            </a:r>
            <a:r>
              <a:rPr kumimoji="1" lang="zh-CN" altLang="en-US" sz="2400" dirty="0">
                <a:latin typeface="Times New Roman" panose="02020603050405020304" pitchFamily="18" charset="0"/>
                <a:ea typeface="宋体" panose="02010600030101010101" pitchFamily="2" charset="-122"/>
                <a:sym typeface="Symbol" panose="05050102010706020507" pitchFamily="18" charset="2"/>
              </a:rPr>
              <a:t>。</a:t>
            </a:r>
            <a:endParaRPr kumimoji="1" lang="zh-CN" altLang="en-US" sz="2400" dirty="0">
              <a:latin typeface="Times New Roman" panose="02020603050405020304" pitchFamily="18" charset="0"/>
              <a:ea typeface="宋体" panose="02010600030101010101" pitchFamily="2" charset="-122"/>
            </a:endParaRPr>
          </a:p>
        </p:txBody>
      </p:sp>
      <p:grpSp>
        <p:nvGrpSpPr>
          <p:cNvPr id="31792" name="Group 48"/>
          <p:cNvGrpSpPr>
            <a:grpSpLocks/>
          </p:cNvGrpSpPr>
          <p:nvPr/>
        </p:nvGrpSpPr>
        <p:grpSpPr bwMode="auto">
          <a:xfrm>
            <a:off x="2484438" y="1773238"/>
            <a:ext cx="2159000" cy="2849562"/>
            <a:chOff x="1565" y="845"/>
            <a:chExt cx="1360" cy="1795"/>
          </a:xfrm>
        </p:grpSpPr>
        <p:sp>
          <p:nvSpPr>
            <p:cNvPr id="31767" name="Line 23"/>
            <p:cNvSpPr>
              <a:spLocks noChangeShapeType="1"/>
            </p:cNvSpPr>
            <p:nvPr/>
          </p:nvSpPr>
          <p:spPr bwMode="auto">
            <a:xfrm flipV="1">
              <a:off x="1565" y="1344"/>
              <a:ext cx="0" cy="1296"/>
            </a:xfrm>
            <a:prstGeom prst="line">
              <a:avLst/>
            </a:prstGeom>
            <a:noFill/>
            <a:ln w="28575">
              <a:solidFill>
                <a:srgbClr val="66FFFF"/>
              </a:solidFill>
              <a:prstDash val="dash"/>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31773" name="AutoShape 29"/>
            <p:cNvSpPr>
              <a:spLocks/>
            </p:cNvSpPr>
            <p:nvPr/>
          </p:nvSpPr>
          <p:spPr bwMode="auto">
            <a:xfrm>
              <a:off x="2154" y="845"/>
              <a:ext cx="771" cy="408"/>
            </a:xfrm>
            <a:prstGeom prst="borderCallout2">
              <a:avLst>
                <a:gd name="adj1" fmla="val 17648"/>
                <a:gd name="adj2" fmla="val -6227"/>
                <a:gd name="adj3" fmla="val 17648"/>
                <a:gd name="adj4" fmla="val -6227"/>
                <a:gd name="adj5" fmla="val 189218"/>
                <a:gd name="adj6" fmla="val -78468"/>
              </a:avLst>
            </a:prstGeom>
            <a:solidFill>
              <a:srgbClr val="66FFFF"/>
            </a:solidFill>
            <a:ln w="28575">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50000"/>
                </a:spcBef>
              </a:pPr>
              <a:r>
                <a:rPr kumimoji="1" lang="en-US" altLang="zh-CN" sz="2400" b="0" i="1">
                  <a:ea typeface="仿宋_GB2312" pitchFamily="49" charset="-122"/>
                  <a:sym typeface="Symbol" panose="05050102010706020507" pitchFamily="18" charset="2"/>
                </a:rPr>
                <a:t> </a:t>
              </a:r>
              <a:r>
                <a:rPr kumimoji="1" lang="en-US" altLang="zh-CN" sz="2400" b="0">
                  <a:ea typeface="仿宋_GB2312" pitchFamily="49" charset="-122"/>
                  <a:sym typeface="Symbol" panose="05050102010706020507" pitchFamily="18" charset="2"/>
                </a:rPr>
                <a:t>=0</a:t>
              </a:r>
              <a:endParaRPr kumimoji="1" lang="en-US" altLang="zh-CN" sz="2400" b="0">
                <a:ea typeface="仿宋_GB2312" pitchFamily="49" charset="-122"/>
              </a:endParaRPr>
            </a:p>
            <a:p>
              <a:pPr algn="ctr"/>
              <a:endParaRPr lang="en-US" altLang="zh-CN" sz="2400" b="0">
                <a:ea typeface="仿宋_GB2312" pitchFamily="49" charset="-122"/>
              </a:endParaRPr>
            </a:p>
          </p:txBody>
        </p:sp>
      </p:grpSp>
      <p:grpSp>
        <p:nvGrpSpPr>
          <p:cNvPr id="31791" name="Group 47"/>
          <p:cNvGrpSpPr>
            <a:grpSpLocks/>
          </p:cNvGrpSpPr>
          <p:nvPr/>
        </p:nvGrpSpPr>
        <p:grpSpPr bwMode="auto">
          <a:xfrm>
            <a:off x="3203575" y="2636838"/>
            <a:ext cx="3021013" cy="3455987"/>
            <a:chOff x="2018" y="1389"/>
            <a:chExt cx="1903" cy="2177"/>
          </a:xfrm>
        </p:grpSpPr>
        <p:sp>
          <p:nvSpPr>
            <p:cNvPr id="31768" name="Line 24"/>
            <p:cNvSpPr>
              <a:spLocks noChangeShapeType="1"/>
            </p:cNvSpPr>
            <p:nvPr/>
          </p:nvSpPr>
          <p:spPr bwMode="auto">
            <a:xfrm flipV="1">
              <a:off x="2018" y="1389"/>
              <a:ext cx="0" cy="1296"/>
            </a:xfrm>
            <a:prstGeom prst="line">
              <a:avLst/>
            </a:prstGeom>
            <a:noFill/>
            <a:ln w="28575">
              <a:solidFill>
                <a:schemeClr val="tx1"/>
              </a:solidFill>
              <a:prstDash val="dash"/>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31774" name="AutoShape 30"/>
            <p:cNvSpPr>
              <a:spLocks/>
            </p:cNvSpPr>
            <p:nvPr/>
          </p:nvSpPr>
          <p:spPr bwMode="auto">
            <a:xfrm>
              <a:off x="3107" y="3158"/>
              <a:ext cx="814" cy="408"/>
            </a:xfrm>
            <a:prstGeom prst="borderCallout2">
              <a:avLst>
                <a:gd name="adj1" fmla="val 17648"/>
                <a:gd name="adj2" fmla="val -5898"/>
                <a:gd name="adj3" fmla="val 17648"/>
                <a:gd name="adj4" fmla="val -5898"/>
                <a:gd name="adj5" fmla="val -123528"/>
                <a:gd name="adj6" fmla="val -137593"/>
              </a:avLst>
            </a:prstGeom>
            <a:solidFill>
              <a:schemeClr val="bg1"/>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50000"/>
                </a:spcBef>
              </a:pPr>
              <a:r>
                <a:rPr kumimoji="1" lang="en-US" altLang="zh-CN" sz="2800" b="0" i="1" dirty="0">
                  <a:ea typeface="仿宋_GB2312" pitchFamily="49" charset="-122"/>
                  <a:sym typeface="Symbol" panose="05050102010706020507" pitchFamily="18" charset="2"/>
                </a:rPr>
                <a:t> </a:t>
              </a:r>
              <a:r>
                <a:rPr kumimoji="1" lang="en-US" altLang="zh-CN" sz="2800" b="0" dirty="0">
                  <a:ea typeface="仿宋_GB2312" pitchFamily="49" charset="-122"/>
                  <a:sym typeface="Symbol" panose="05050102010706020507" pitchFamily="18" charset="2"/>
                </a:rPr>
                <a:t>=/2</a:t>
              </a:r>
              <a:endParaRPr kumimoji="1" lang="en-US" altLang="zh-CN" sz="2800" b="0" dirty="0">
                <a:ea typeface="仿宋_GB2312" pitchFamily="49" charset="-122"/>
              </a:endParaRPr>
            </a:p>
            <a:p>
              <a:pPr algn="ctr"/>
              <a:endParaRPr lang="en-US" altLang="zh-CN" sz="2800" b="0" dirty="0">
                <a:ea typeface="仿宋_GB2312" pitchFamily="49" charset="-122"/>
              </a:endParaRPr>
            </a:p>
          </p:txBody>
        </p:sp>
      </p:grpSp>
      <p:grpSp>
        <p:nvGrpSpPr>
          <p:cNvPr id="31790" name="Group 46"/>
          <p:cNvGrpSpPr>
            <a:grpSpLocks/>
          </p:cNvGrpSpPr>
          <p:nvPr/>
        </p:nvGrpSpPr>
        <p:grpSpPr bwMode="auto">
          <a:xfrm>
            <a:off x="1763713" y="2636838"/>
            <a:ext cx="2376487" cy="3600450"/>
            <a:chOff x="1111" y="1389"/>
            <a:chExt cx="1497" cy="2268"/>
          </a:xfrm>
        </p:grpSpPr>
        <p:sp>
          <p:nvSpPr>
            <p:cNvPr id="31770" name="Line 26"/>
            <p:cNvSpPr>
              <a:spLocks noChangeShapeType="1"/>
            </p:cNvSpPr>
            <p:nvPr/>
          </p:nvSpPr>
          <p:spPr bwMode="auto">
            <a:xfrm flipV="1">
              <a:off x="1111" y="1389"/>
              <a:ext cx="0" cy="1296"/>
            </a:xfrm>
            <a:prstGeom prst="line">
              <a:avLst/>
            </a:prstGeom>
            <a:noFill/>
            <a:ln w="28575">
              <a:solidFill>
                <a:schemeClr val="tx1"/>
              </a:solidFill>
              <a:prstDash val="dash"/>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31775" name="AutoShape 31"/>
            <p:cNvSpPr>
              <a:spLocks/>
            </p:cNvSpPr>
            <p:nvPr/>
          </p:nvSpPr>
          <p:spPr bwMode="auto">
            <a:xfrm>
              <a:off x="1429" y="3249"/>
              <a:ext cx="1179" cy="408"/>
            </a:xfrm>
            <a:prstGeom prst="borderCallout2">
              <a:avLst>
                <a:gd name="adj1" fmla="val 17648"/>
                <a:gd name="adj2" fmla="val -4069"/>
                <a:gd name="adj3" fmla="val 17648"/>
                <a:gd name="adj4" fmla="val -14421"/>
                <a:gd name="adj5" fmla="val -155884"/>
                <a:gd name="adj6" fmla="val -25106"/>
              </a:avLst>
            </a:prstGeom>
            <a:noFill/>
            <a:ln w="3810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50000"/>
                </a:spcBef>
              </a:pPr>
              <a:r>
                <a:rPr kumimoji="1" lang="en-US" altLang="zh-CN" sz="2800" b="0" i="1">
                  <a:ea typeface="仿宋_GB2312" pitchFamily="49" charset="-122"/>
                  <a:sym typeface="Symbol" panose="05050102010706020507" pitchFamily="18" charset="2"/>
                </a:rPr>
                <a:t> </a:t>
              </a:r>
              <a:r>
                <a:rPr kumimoji="1" lang="en-US" altLang="zh-CN" sz="2800" b="0">
                  <a:ea typeface="仿宋_GB2312" pitchFamily="49" charset="-122"/>
                  <a:sym typeface="Symbol" panose="05050102010706020507" pitchFamily="18" charset="2"/>
                </a:rPr>
                <a:t>=</a:t>
              </a:r>
              <a:r>
                <a:rPr kumimoji="1" lang="zh-CN" altLang="en-US" sz="2800" b="0">
                  <a:ea typeface="仿宋_GB2312" pitchFamily="49" charset="-122"/>
                  <a:sym typeface="Symbol" panose="05050102010706020507" pitchFamily="18" charset="2"/>
                </a:rPr>
                <a:t>－</a:t>
              </a:r>
              <a:r>
                <a:rPr kumimoji="1" lang="en-US" altLang="zh-CN" sz="2800" b="0">
                  <a:ea typeface="仿宋_GB2312" pitchFamily="49" charset="-122"/>
                  <a:sym typeface="Symbol" panose="05050102010706020507" pitchFamily="18" charset="2"/>
                </a:rPr>
                <a:t>/2</a:t>
              </a:r>
              <a:endParaRPr kumimoji="1" lang="en-US" altLang="zh-CN" sz="2800" b="0">
                <a:ea typeface="仿宋_GB2312" pitchFamily="49" charset="-122"/>
              </a:endParaRPr>
            </a:p>
            <a:p>
              <a:pPr algn="ctr"/>
              <a:endParaRPr lang="en-US" altLang="zh-CN" sz="2800" b="0">
                <a:ea typeface="仿宋_GB2312" pitchFamily="49" charset="-122"/>
              </a:endParaRPr>
            </a:p>
          </p:txBody>
        </p:sp>
      </p:grpSp>
      <p:grpSp>
        <p:nvGrpSpPr>
          <p:cNvPr id="31800" name="Group 56"/>
          <p:cNvGrpSpPr>
            <a:grpSpLocks/>
          </p:cNvGrpSpPr>
          <p:nvPr/>
        </p:nvGrpSpPr>
        <p:grpSpPr bwMode="auto">
          <a:xfrm>
            <a:off x="1116013" y="2060575"/>
            <a:ext cx="6503987" cy="3127375"/>
            <a:chOff x="703" y="1041"/>
            <a:chExt cx="4097" cy="1970"/>
          </a:xfrm>
        </p:grpSpPr>
        <p:sp>
          <p:nvSpPr>
            <p:cNvPr id="31748" name="Freeform 4"/>
            <p:cNvSpPr>
              <a:spLocks/>
            </p:cNvSpPr>
            <p:nvPr/>
          </p:nvSpPr>
          <p:spPr bwMode="auto">
            <a:xfrm>
              <a:off x="1131" y="1851"/>
              <a:ext cx="217" cy="399"/>
            </a:xfrm>
            <a:custGeom>
              <a:avLst/>
              <a:gdLst>
                <a:gd name="T0" fmla="*/ 0 w 118"/>
                <a:gd name="T1" fmla="*/ 274 h 274"/>
                <a:gd name="T2" fmla="*/ 13 w 118"/>
                <a:gd name="T3" fmla="*/ 240 h 274"/>
                <a:gd name="T4" fmla="*/ 29 w 118"/>
                <a:gd name="T5" fmla="*/ 200 h 274"/>
                <a:gd name="T6" fmla="*/ 59 w 118"/>
                <a:gd name="T7" fmla="*/ 127 h 274"/>
                <a:gd name="T8" fmla="*/ 75 w 118"/>
                <a:gd name="T9" fmla="*/ 90 h 274"/>
                <a:gd name="T10" fmla="*/ 89 w 118"/>
                <a:gd name="T11" fmla="*/ 56 h 274"/>
                <a:gd name="T12" fmla="*/ 105 w 118"/>
                <a:gd name="T13" fmla="*/ 27 h 274"/>
                <a:gd name="T14" fmla="*/ 118 w 118"/>
                <a:gd name="T15" fmla="*/ 0 h 2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274">
                  <a:moveTo>
                    <a:pt x="0" y="274"/>
                  </a:moveTo>
                  <a:lnTo>
                    <a:pt x="13" y="240"/>
                  </a:lnTo>
                  <a:lnTo>
                    <a:pt x="29" y="200"/>
                  </a:lnTo>
                  <a:lnTo>
                    <a:pt x="59" y="127"/>
                  </a:lnTo>
                  <a:lnTo>
                    <a:pt x="75" y="90"/>
                  </a:lnTo>
                  <a:lnTo>
                    <a:pt x="89" y="56"/>
                  </a:lnTo>
                  <a:lnTo>
                    <a:pt x="105" y="27"/>
                  </a:lnTo>
                  <a:lnTo>
                    <a:pt x="118" y="0"/>
                  </a:lnTo>
                </a:path>
              </a:pathLst>
            </a:custGeom>
            <a:noFill/>
            <a:ln w="28575"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400"/>
            </a:p>
          </p:txBody>
        </p:sp>
        <p:sp>
          <p:nvSpPr>
            <p:cNvPr id="31749" name="Freeform 5"/>
            <p:cNvSpPr>
              <a:spLocks/>
            </p:cNvSpPr>
            <p:nvPr/>
          </p:nvSpPr>
          <p:spPr bwMode="auto">
            <a:xfrm>
              <a:off x="1348" y="1687"/>
              <a:ext cx="214" cy="164"/>
            </a:xfrm>
            <a:custGeom>
              <a:avLst/>
              <a:gdLst>
                <a:gd name="T0" fmla="*/ 0 w 116"/>
                <a:gd name="T1" fmla="*/ 113 h 113"/>
                <a:gd name="T2" fmla="*/ 14 w 116"/>
                <a:gd name="T3" fmla="*/ 88 h 113"/>
                <a:gd name="T4" fmla="*/ 30 w 116"/>
                <a:gd name="T5" fmla="*/ 69 h 113"/>
                <a:gd name="T6" fmla="*/ 44 w 116"/>
                <a:gd name="T7" fmla="*/ 49 h 113"/>
                <a:gd name="T8" fmla="*/ 57 w 116"/>
                <a:gd name="T9" fmla="*/ 32 h 113"/>
                <a:gd name="T10" fmla="*/ 73 w 116"/>
                <a:gd name="T11" fmla="*/ 20 h 113"/>
                <a:gd name="T12" fmla="*/ 87 w 116"/>
                <a:gd name="T13" fmla="*/ 8 h 113"/>
                <a:gd name="T14" fmla="*/ 103 w 116"/>
                <a:gd name="T15" fmla="*/ 3 h 113"/>
                <a:gd name="T16" fmla="*/ 116 w 116"/>
                <a:gd name="T17"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13">
                  <a:moveTo>
                    <a:pt x="0" y="113"/>
                  </a:moveTo>
                  <a:lnTo>
                    <a:pt x="14" y="88"/>
                  </a:lnTo>
                  <a:lnTo>
                    <a:pt x="30" y="69"/>
                  </a:lnTo>
                  <a:lnTo>
                    <a:pt x="44" y="49"/>
                  </a:lnTo>
                  <a:lnTo>
                    <a:pt x="57" y="32"/>
                  </a:lnTo>
                  <a:lnTo>
                    <a:pt x="73" y="20"/>
                  </a:lnTo>
                  <a:lnTo>
                    <a:pt x="87" y="8"/>
                  </a:lnTo>
                  <a:lnTo>
                    <a:pt x="103" y="3"/>
                  </a:lnTo>
                  <a:lnTo>
                    <a:pt x="116" y="0"/>
                  </a:lnTo>
                </a:path>
              </a:pathLst>
            </a:custGeom>
            <a:noFill/>
            <a:ln w="28575"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400"/>
            </a:p>
          </p:txBody>
        </p:sp>
        <p:sp>
          <p:nvSpPr>
            <p:cNvPr id="31750" name="Freeform 6"/>
            <p:cNvSpPr>
              <a:spLocks/>
            </p:cNvSpPr>
            <p:nvPr/>
          </p:nvSpPr>
          <p:spPr bwMode="auto">
            <a:xfrm>
              <a:off x="1562" y="1687"/>
              <a:ext cx="218" cy="164"/>
            </a:xfrm>
            <a:custGeom>
              <a:avLst/>
              <a:gdLst>
                <a:gd name="T0" fmla="*/ 0 w 119"/>
                <a:gd name="T1" fmla="*/ 0 h 113"/>
                <a:gd name="T2" fmla="*/ 14 w 119"/>
                <a:gd name="T3" fmla="*/ 3 h 113"/>
                <a:gd name="T4" fmla="*/ 30 w 119"/>
                <a:gd name="T5" fmla="*/ 8 h 113"/>
                <a:gd name="T6" fmla="*/ 44 w 119"/>
                <a:gd name="T7" fmla="*/ 20 h 113"/>
                <a:gd name="T8" fmla="*/ 60 w 119"/>
                <a:gd name="T9" fmla="*/ 32 h 113"/>
                <a:gd name="T10" fmla="*/ 76 w 119"/>
                <a:gd name="T11" fmla="*/ 49 h 113"/>
                <a:gd name="T12" fmla="*/ 90 w 119"/>
                <a:gd name="T13" fmla="*/ 69 h 113"/>
                <a:gd name="T14" fmla="*/ 106 w 119"/>
                <a:gd name="T15" fmla="*/ 88 h 113"/>
                <a:gd name="T16" fmla="*/ 119 w 119"/>
                <a:gd name="T17"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13">
                  <a:moveTo>
                    <a:pt x="0" y="0"/>
                  </a:moveTo>
                  <a:lnTo>
                    <a:pt x="14" y="3"/>
                  </a:lnTo>
                  <a:lnTo>
                    <a:pt x="30" y="8"/>
                  </a:lnTo>
                  <a:lnTo>
                    <a:pt x="44" y="20"/>
                  </a:lnTo>
                  <a:lnTo>
                    <a:pt x="60" y="32"/>
                  </a:lnTo>
                  <a:lnTo>
                    <a:pt x="76" y="49"/>
                  </a:lnTo>
                  <a:lnTo>
                    <a:pt x="90" y="69"/>
                  </a:lnTo>
                  <a:lnTo>
                    <a:pt x="106" y="88"/>
                  </a:lnTo>
                  <a:lnTo>
                    <a:pt x="119" y="113"/>
                  </a:lnTo>
                </a:path>
              </a:pathLst>
            </a:custGeom>
            <a:noFill/>
            <a:ln w="28575"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400"/>
            </a:p>
          </p:txBody>
        </p:sp>
        <p:sp>
          <p:nvSpPr>
            <p:cNvPr id="31751" name="Freeform 7"/>
            <p:cNvSpPr>
              <a:spLocks/>
            </p:cNvSpPr>
            <p:nvPr/>
          </p:nvSpPr>
          <p:spPr bwMode="auto">
            <a:xfrm>
              <a:off x="1780" y="1851"/>
              <a:ext cx="214" cy="399"/>
            </a:xfrm>
            <a:custGeom>
              <a:avLst/>
              <a:gdLst>
                <a:gd name="T0" fmla="*/ 0 w 116"/>
                <a:gd name="T1" fmla="*/ 0 h 274"/>
                <a:gd name="T2" fmla="*/ 14 w 116"/>
                <a:gd name="T3" fmla="*/ 27 h 274"/>
                <a:gd name="T4" fmla="*/ 30 w 116"/>
                <a:gd name="T5" fmla="*/ 56 h 274"/>
                <a:gd name="T6" fmla="*/ 43 w 116"/>
                <a:gd name="T7" fmla="*/ 90 h 274"/>
                <a:gd name="T8" fmla="*/ 57 w 116"/>
                <a:gd name="T9" fmla="*/ 127 h 274"/>
                <a:gd name="T10" fmla="*/ 87 w 116"/>
                <a:gd name="T11" fmla="*/ 203 h 274"/>
                <a:gd name="T12" fmla="*/ 103 w 116"/>
                <a:gd name="T13" fmla="*/ 240 h 274"/>
                <a:gd name="T14" fmla="*/ 116 w 116"/>
                <a:gd name="T15" fmla="*/ 274 h 2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274">
                  <a:moveTo>
                    <a:pt x="0" y="0"/>
                  </a:moveTo>
                  <a:lnTo>
                    <a:pt x="14" y="27"/>
                  </a:lnTo>
                  <a:lnTo>
                    <a:pt x="30" y="56"/>
                  </a:lnTo>
                  <a:lnTo>
                    <a:pt x="43" y="90"/>
                  </a:lnTo>
                  <a:lnTo>
                    <a:pt x="57" y="127"/>
                  </a:lnTo>
                  <a:lnTo>
                    <a:pt x="87" y="203"/>
                  </a:lnTo>
                  <a:lnTo>
                    <a:pt x="103" y="240"/>
                  </a:lnTo>
                  <a:lnTo>
                    <a:pt x="116" y="274"/>
                  </a:lnTo>
                </a:path>
              </a:pathLst>
            </a:custGeom>
            <a:noFill/>
            <a:ln w="28575"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400"/>
            </a:p>
          </p:txBody>
        </p:sp>
        <p:sp>
          <p:nvSpPr>
            <p:cNvPr id="31752" name="Freeform 8"/>
            <p:cNvSpPr>
              <a:spLocks/>
            </p:cNvSpPr>
            <p:nvPr/>
          </p:nvSpPr>
          <p:spPr bwMode="auto">
            <a:xfrm>
              <a:off x="1994" y="2250"/>
              <a:ext cx="218" cy="394"/>
            </a:xfrm>
            <a:custGeom>
              <a:avLst/>
              <a:gdLst>
                <a:gd name="T0" fmla="*/ 0 w 119"/>
                <a:gd name="T1" fmla="*/ 0 h 271"/>
                <a:gd name="T2" fmla="*/ 14 w 119"/>
                <a:gd name="T3" fmla="*/ 34 h 271"/>
                <a:gd name="T4" fmla="*/ 30 w 119"/>
                <a:gd name="T5" fmla="*/ 71 h 271"/>
                <a:gd name="T6" fmla="*/ 60 w 119"/>
                <a:gd name="T7" fmla="*/ 146 h 271"/>
                <a:gd name="T8" fmla="*/ 76 w 119"/>
                <a:gd name="T9" fmla="*/ 181 h 271"/>
                <a:gd name="T10" fmla="*/ 89 w 119"/>
                <a:gd name="T11" fmla="*/ 215 h 271"/>
                <a:gd name="T12" fmla="*/ 106 w 119"/>
                <a:gd name="T13" fmla="*/ 244 h 271"/>
                <a:gd name="T14" fmla="*/ 119 w 119"/>
                <a:gd name="T15" fmla="*/ 271 h 2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 h="271">
                  <a:moveTo>
                    <a:pt x="0" y="0"/>
                  </a:moveTo>
                  <a:lnTo>
                    <a:pt x="14" y="34"/>
                  </a:lnTo>
                  <a:lnTo>
                    <a:pt x="30" y="71"/>
                  </a:lnTo>
                  <a:lnTo>
                    <a:pt x="60" y="146"/>
                  </a:lnTo>
                  <a:lnTo>
                    <a:pt x="76" y="181"/>
                  </a:lnTo>
                  <a:lnTo>
                    <a:pt x="89" y="215"/>
                  </a:lnTo>
                  <a:lnTo>
                    <a:pt x="106" y="244"/>
                  </a:lnTo>
                  <a:lnTo>
                    <a:pt x="119" y="271"/>
                  </a:lnTo>
                </a:path>
              </a:pathLst>
            </a:custGeom>
            <a:noFill/>
            <a:ln w="28575"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400"/>
            </a:p>
          </p:txBody>
        </p:sp>
        <p:sp>
          <p:nvSpPr>
            <p:cNvPr id="31753" name="Freeform 9"/>
            <p:cNvSpPr>
              <a:spLocks/>
            </p:cNvSpPr>
            <p:nvPr/>
          </p:nvSpPr>
          <p:spPr bwMode="auto">
            <a:xfrm>
              <a:off x="2212" y="2644"/>
              <a:ext cx="214" cy="168"/>
            </a:xfrm>
            <a:custGeom>
              <a:avLst/>
              <a:gdLst>
                <a:gd name="T0" fmla="*/ 0 w 116"/>
                <a:gd name="T1" fmla="*/ 0 h 115"/>
                <a:gd name="T2" fmla="*/ 14 w 116"/>
                <a:gd name="T3" fmla="*/ 25 h 115"/>
                <a:gd name="T4" fmla="*/ 30 w 116"/>
                <a:gd name="T5" fmla="*/ 44 h 115"/>
                <a:gd name="T6" fmla="*/ 43 w 116"/>
                <a:gd name="T7" fmla="*/ 64 h 115"/>
                <a:gd name="T8" fmla="*/ 57 w 116"/>
                <a:gd name="T9" fmla="*/ 81 h 115"/>
                <a:gd name="T10" fmla="*/ 73 w 116"/>
                <a:gd name="T11" fmla="*/ 96 h 115"/>
                <a:gd name="T12" fmla="*/ 87 w 116"/>
                <a:gd name="T13" fmla="*/ 105 h 115"/>
                <a:gd name="T14" fmla="*/ 103 w 116"/>
                <a:gd name="T15" fmla="*/ 113 h 115"/>
                <a:gd name="T16" fmla="*/ 116 w 116"/>
                <a:gd name="T17" fmla="*/ 115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15">
                  <a:moveTo>
                    <a:pt x="0" y="0"/>
                  </a:moveTo>
                  <a:lnTo>
                    <a:pt x="14" y="25"/>
                  </a:lnTo>
                  <a:lnTo>
                    <a:pt x="30" y="44"/>
                  </a:lnTo>
                  <a:lnTo>
                    <a:pt x="43" y="64"/>
                  </a:lnTo>
                  <a:lnTo>
                    <a:pt x="57" y="81"/>
                  </a:lnTo>
                  <a:lnTo>
                    <a:pt x="73" y="96"/>
                  </a:lnTo>
                  <a:lnTo>
                    <a:pt x="87" y="105"/>
                  </a:lnTo>
                  <a:lnTo>
                    <a:pt x="103" y="113"/>
                  </a:lnTo>
                  <a:lnTo>
                    <a:pt x="116" y="115"/>
                  </a:lnTo>
                </a:path>
              </a:pathLst>
            </a:custGeom>
            <a:noFill/>
            <a:ln w="28575"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400"/>
            </a:p>
          </p:txBody>
        </p:sp>
        <p:sp>
          <p:nvSpPr>
            <p:cNvPr id="31754" name="Freeform 10"/>
            <p:cNvSpPr>
              <a:spLocks/>
            </p:cNvSpPr>
            <p:nvPr/>
          </p:nvSpPr>
          <p:spPr bwMode="auto">
            <a:xfrm>
              <a:off x="2426" y="2644"/>
              <a:ext cx="218" cy="168"/>
            </a:xfrm>
            <a:custGeom>
              <a:avLst/>
              <a:gdLst>
                <a:gd name="T0" fmla="*/ 0 w 119"/>
                <a:gd name="T1" fmla="*/ 115 h 115"/>
                <a:gd name="T2" fmla="*/ 14 w 119"/>
                <a:gd name="T3" fmla="*/ 113 h 115"/>
                <a:gd name="T4" fmla="*/ 30 w 119"/>
                <a:gd name="T5" fmla="*/ 105 h 115"/>
                <a:gd name="T6" fmla="*/ 43 w 119"/>
                <a:gd name="T7" fmla="*/ 96 h 115"/>
                <a:gd name="T8" fmla="*/ 60 w 119"/>
                <a:gd name="T9" fmla="*/ 81 h 115"/>
                <a:gd name="T10" fmla="*/ 76 w 119"/>
                <a:gd name="T11" fmla="*/ 64 h 115"/>
                <a:gd name="T12" fmla="*/ 89 w 119"/>
                <a:gd name="T13" fmla="*/ 44 h 115"/>
                <a:gd name="T14" fmla="*/ 106 w 119"/>
                <a:gd name="T15" fmla="*/ 25 h 115"/>
                <a:gd name="T16" fmla="*/ 119 w 119"/>
                <a:gd name="T17"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15">
                  <a:moveTo>
                    <a:pt x="0" y="115"/>
                  </a:moveTo>
                  <a:lnTo>
                    <a:pt x="14" y="113"/>
                  </a:lnTo>
                  <a:lnTo>
                    <a:pt x="30" y="105"/>
                  </a:lnTo>
                  <a:lnTo>
                    <a:pt x="43" y="96"/>
                  </a:lnTo>
                  <a:lnTo>
                    <a:pt x="60" y="81"/>
                  </a:lnTo>
                  <a:lnTo>
                    <a:pt x="76" y="64"/>
                  </a:lnTo>
                  <a:lnTo>
                    <a:pt x="89" y="44"/>
                  </a:lnTo>
                  <a:lnTo>
                    <a:pt x="106" y="25"/>
                  </a:lnTo>
                  <a:lnTo>
                    <a:pt x="119" y="0"/>
                  </a:lnTo>
                </a:path>
              </a:pathLst>
            </a:custGeom>
            <a:noFill/>
            <a:ln w="28575"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400"/>
            </a:p>
          </p:txBody>
        </p:sp>
        <p:sp>
          <p:nvSpPr>
            <p:cNvPr id="31755" name="Freeform 11"/>
            <p:cNvSpPr>
              <a:spLocks/>
            </p:cNvSpPr>
            <p:nvPr/>
          </p:nvSpPr>
          <p:spPr bwMode="auto">
            <a:xfrm>
              <a:off x="2644" y="2250"/>
              <a:ext cx="214" cy="394"/>
            </a:xfrm>
            <a:custGeom>
              <a:avLst/>
              <a:gdLst>
                <a:gd name="T0" fmla="*/ 0 w 116"/>
                <a:gd name="T1" fmla="*/ 271 h 271"/>
                <a:gd name="T2" fmla="*/ 14 w 116"/>
                <a:gd name="T3" fmla="*/ 244 h 271"/>
                <a:gd name="T4" fmla="*/ 30 w 116"/>
                <a:gd name="T5" fmla="*/ 215 h 271"/>
                <a:gd name="T6" fmla="*/ 43 w 116"/>
                <a:gd name="T7" fmla="*/ 181 h 271"/>
                <a:gd name="T8" fmla="*/ 57 w 116"/>
                <a:gd name="T9" fmla="*/ 146 h 271"/>
                <a:gd name="T10" fmla="*/ 86 w 116"/>
                <a:gd name="T11" fmla="*/ 71 h 271"/>
                <a:gd name="T12" fmla="*/ 103 w 116"/>
                <a:gd name="T13" fmla="*/ 34 h 271"/>
                <a:gd name="T14" fmla="*/ 116 w 116"/>
                <a:gd name="T15" fmla="*/ 0 h 2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271">
                  <a:moveTo>
                    <a:pt x="0" y="271"/>
                  </a:moveTo>
                  <a:lnTo>
                    <a:pt x="14" y="244"/>
                  </a:lnTo>
                  <a:lnTo>
                    <a:pt x="30" y="215"/>
                  </a:lnTo>
                  <a:lnTo>
                    <a:pt x="43" y="181"/>
                  </a:lnTo>
                  <a:lnTo>
                    <a:pt x="57" y="146"/>
                  </a:lnTo>
                  <a:lnTo>
                    <a:pt x="86" y="71"/>
                  </a:lnTo>
                  <a:lnTo>
                    <a:pt x="103" y="34"/>
                  </a:lnTo>
                  <a:lnTo>
                    <a:pt x="116" y="0"/>
                  </a:lnTo>
                </a:path>
              </a:pathLst>
            </a:custGeom>
            <a:noFill/>
            <a:ln w="28575"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400"/>
            </a:p>
          </p:txBody>
        </p:sp>
        <p:sp>
          <p:nvSpPr>
            <p:cNvPr id="31756" name="Freeform 12"/>
            <p:cNvSpPr>
              <a:spLocks/>
            </p:cNvSpPr>
            <p:nvPr/>
          </p:nvSpPr>
          <p:spPr bwMode="auto">
            <a:xfrm>
              <a:off x="2858" y="1851"/>
              <a:ext cx="218" cy="399"/>
            </a:xfrm>
            <a:custGeom>
              <a:avLst/>
              <a:gdLst>
                <a:gd name="T0" fmla="*/ 0 w 119"/>
                <a:gd name="T1" fmla="*/ 274 h 274"/>
                <a:gd name="T2" fmla="*/ 14 w 119"/>
                <a:gd name="T3" fmla="*/ 240 h 274"/>
                <a:gd name="T4" fmla="*/ 30 w 119"/>
                <a:gd name="T5" fmla="*/ 203 h 274"/>
                <a:gd name="T6" fmla="*/ 60 w 119"/>
                <a:gd name="T7" fmla="*/ 127 h 274"/>
                <a:gd name="T8" fmla="*/ 76 w 119"/>
                <a:gd name="T9" fmla="*/ 90 h 274"/>
                <a:gd name="T10" fmla="*/ 89 w 119"/>
                <a:gd name="T11" fmla="*/ 56 h 274"/>
                <a:gd name="T12" fmla="*/ 105 w 119"/>
                <a:gd name="T13" fmla="*/ 27 h 274"/>
                <a:gd name="T14" fmla="*/ 119 w 119"/>
                <a:gd name="T15" fmla="*/ 0 h 2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 h="274">
                  <a:moveTo>
                    <a:pt x="0" y="274"/>
                  </a:moveTo>
                  <a:lnTo>
                    <a:pt x="14" y="240"/>
                  </a:lnTo>
                  <a:lnTo>
                    <a:pt x="30" y="203"/>
                  </a:lnTo>
                  <a:lnTo>
                    <a:pt x="60" y="127"/>
                  </a:lnTo>
                  <a:lnTo>
                    <a:pt x="76" y="90"/>
                  </a:lnTo>
                  <a:lnTo>
                    <a:pt x="89" y="56"/>
                  </a:lnTo>
                  <a:lnTo>
                    <a:pt x="105" y="27"/>
                  </a:lnTo>
                  <a:lnTo>
                    <a:pt x="119" y="0"/>
                  </a:lnTo>
                </a:path>
              </a:pathLst>
            </a:custGeom>
            <a:noFill/>
            <a:ln w="28575"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400"/>
            </a:p>
          </p:txBody>
        </p:sp>
        <p:sp>
          <p:nvSpPr>
            <p:cNvPr id="31757" name="Freeform 13"/>
            <p:cNvSpPr>
              <a:spLocks/>
            </p:cNvSpPr>
            <p:nvPr/>
          </p:nvSpPr>
          <p:spPr bwMode="auto">
            <a:xfrm>
              <a:off x="3076" y="1687"/>
              <a:ext cx="214" cy="164"/>
            </a:xfrm>
            <a:custGeom>
              <a:avLst/>
              <a:gdLst>
                <a:gd name="T0" fmla="*/ 0 w 116"/>
                <a:gd name="T1" fmla="*/ 113 h 113"/>
                <a:gd name="T2" fmla="*/ 13 w 116"/>
                <a:gd name="T3" fmla="*/ 88 h 113"/>
                <a:gd name="T4" fmla="*/ 30 w 116"/>
                <a:gd name="T5" fmla="*/ 69 h 113"/>
                <a:gd name="T6" fmla="*/ 43 w 116"/>
                <a:gd name="T7" fmla="*/ 49 h 113"/>
                <a:gd name="T8" fmla="*/ 57 w 116"/>
                <a:gd name="T9" fmla="*/ 32 h 113"/>
                <a:gd name="T10" fmla="*/ 73 w 116"/>
                <a:gd name="T11" fmla="*/ 20 h 113"/>
                <a:gd name="T12" fmla="*/ 86 w 116"/>
                <a:gd name="T13" fmla="*/ 8 h 113"/>
                <a:gd name="T14" fmla="*/ 103 w 116"/>
                <a:gd name="T15" fmla="*/ 3 h 113"/>
                <a:gd name="T16" fmla="*/ 116 w 116"/>
                <a:gd name="T17"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13">
                  <a:moveTo>
                    <a:pt x="0" y="113"/>
                  </a:moveTo>
                  <a:lnTo>
                    <a:pt x="13" y="88"/>
                  </a:lnTo>
                  <a:lnTo>
                    <a:pt x="30" y="69"/>
                  </a:lnTo>
                  <a:lnTo>
                    <a:pt x="43" y="49"/>
                  </a:lnTo>
                  <a:lnTo>
                    <a:pt x="57" y="32"/>
                  </a:lnTo>
                  <a:lnTo>
                    <a:pt x="73" y="20"/>
                  </a:lnTo>
                  <a:lnTo>
                    <a:pt x="86" y="8"/>
                  </a:lnTo>
                  <a:lnTo>
                    <a:pt x="103" y="3"/>
                  </a:lnTo>
                  <a:lnTo>
                    <a:pt x="116" y="0"/>
                  </a:lnTo>
                </a:path>
              </a:pathLst>
            </a:custGeom>
            <a:noFill/>
            <a:ln w="28575"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400"/>
            </a:p>
          </p:txBody>
        </p:sp>
        <p:sp>
          <p:nvSpPr>
            <p:cNvPr id="31758" name="Freeform 14"/>
            <p:cNvSpPr>
              <a:spLocks/>
            </p:cNvSpPr>
            <p:nvPr/>
          </p:nvSpPr>
          <p:spPr bwMode="auto">
            <a:xfrm>
              <a:off x="3290" y="1687"/>
              <a:ext cx="218" cy="164"/>
            </a:xfrm>
            <a:custGeom>
              <a:avLst/>
              <a:gdLst>
                <a:gd name="T0" fmla="*/ 0 w 119"/>
                <a:gd name="T1" fmla="*/ 0 h 113"/>
                <a:gd name="T2" fmla="*/ 14 w 119"/>
                <a:gd name="T3" fmla="*/ 3 h 113"/>
                <a:gd name="T4" fmla="*/ 30 w 119"/>
                <a:gd name="T5" fmla="*/ 8 h 113"/>
                <a:gd name="T6" fmla="*/ 43 w 119"/>
                <a:gd name="T7" fmla="*/ 20 h 113"/>
                <a:gd name="T8" fmla="*/ 59 w 119"/>
                <a:gd name="T9" fmla="*/ 32 h 113"/>
                <a:gd name="T10" fmla="*/ 76 w 119"/>
                <a:gd name="T11" fmla="*/ 49 h 113"/>
                <a:gd name="T12" fmla="*/ 89 w 119"/>
                <a:gd name="T13" fmla="*/ 69 h 113"/>
                <a:gd name="T14" fmla="*/ 105 w 119"/>
                <a:gd name="T15" fmla="*/ 88 h 113"/>
                <a:gd name="T16" fmla="*/ 119 w 119"/>
                <a:gd name="T17"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13">
                  <a:moveTo>
                    <a:pt x="0" y="0"/>
                  </a:moveTo>
                  <a:lnTo>
                    <a:pt x="14" y="3"/>
                  </a:lnTo>
                  <a:lnTo>
                    <a:pt x="30" y="8"/>
                  </a:lnTo>
                  <a:lnTo>
                    <a:pt x="43" y="20"/>
                  </a:lnTo>
                  <a:lnTo>
                    <a:pt x="59" y="32"/>
                  </a:lnTo>
                  <a:lnTo>
                    <a:pt x="76" y="49"/>
                  </a:lnTo>
                  <a:lnTo>
                    <a:pt x="89" y="69"/>
                  </a:lnTo>
                  <a:lnTo>
                    <a:pt x="105" y="88"/>
                  </a:lnTo>
                  <a:lnTo>
                    <a:pt x="119" y="113"/>
                  </a:lnTo>
                </a:path>
              </a:pathLst>
            </a:custGeom>
            <a:noFill/>
            <a:ln w="28575"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400"/>
            </a:p>
          </p:txBody>
        </p:sp>
        <p:sp>
          <p:nvSpPr>
            <p:cNvPr id="31759" name="Freeform 15"/>
            <p:cNvSpPr>
              <a:spLocks/>
            </p:cNvSpPr>
            <p:nvPr/>
          </p:nvSpPr>
          <p:spPr bwMode="auto">
            <a:xfrm>
              <a:off x="3508" y="1851"/>
              <a:ext cx="214" cy="399"/>
            </a:xfrm>
            <a:custGeom>
              <a:avLst/>
              <a:gdLst>
                <a:gd name="T0" fmla="*/ 0 w 116"/>
                <a:gd name="T1" fmla="*/ 0 h 274"/>
                <a:gd name="T2" fmla="*/ 13 w 116"/>
                <a:gd name="T3" fmla="*/ 27 h 274"/>
                <a:gd name="T4" fmla="*/ 30 w 116"/>
                <a:gd name="T5" fmla="*/ 56 h 274"/>
                <a:gd name="T6" fmla="*/ 43 w 116"/>
                <a:gd name="T7" fmla="*/ 90 h 274"/>
                <a:gd name="T8" fmla="*/ 57 w 116"/>
                <a:gd name="T9" fmla="*/ 127 h 274"/>
                <a:gd name="T10" fmla="*/ 86 w 116"/>
                <a:gd name="T11" fmla="*/ 203 h 274"/>
                <a:gd name="T12" fmla="*/ 102 w 116"/>
                <a:gd name="T13" fmla="*/ 240 h 274"/>
                <a:gd name="T14" fmla="*/ 116 w 116"/>
                <a:gd name="T15" fmla="*/ 274 h 2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274">
                  <a:moveTo>
                    <a:pt x="0" y="0"/>
                  </a:moveTo>
                  <a:lnTo>
                    <a:pt x="13" y="27"/>
                  </a:lnTo>
                  <a:lnTo>
                    <a:pt x="30" y="56"/>
                  </a:lnTo>
                  <a:lnTo>
                    <a:pt x="43" y="90"/>
                  </a:lnTo>
                  <a:lnTo>
                    <a:pt x="57" y="127"/>
                  </a:lnTo>
                  <a:lnTo>
                    <a:pt x="86" y="203"/>
                  </a:lnTo>
                  <a:lnTo>
                    <a:pt x="102" y="240"/>
                  </a:lnTo>
                  <a:lnTo>
                    <a:pt x="116" y="274"/>
                  </a:lnTo>
                </a:path>
              </a:pathLst>
            </a:custGeom>
            <a:noFill/>
            <a:ln w="28575"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400"/>
            </a:p>
          </p:txBody>
        </p:sp>
        <p:sp>
          <p:nvSpPr>
            <p:cNvPr id="31760" name="Line 16"/>
            <p:cNvSpPr>
              <a:spLocks noChangeShapeType="1"/>
            </p:cNvSpPr>
            <p:nvPr/>
          </p:nvSpPr>
          <p:spPr bwMode="auto">
            <a:xfrm>
              <a:off x="3722" y="2250"/>
              <a:ext cx="218" cy="394"/>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sz="2400"/>
            </a:p>
          </p:txBody>
        </p:sp>
        <p:sp>
          <p:nvSpPr>
            <p:cNvPr id="31761" name="Line 17"/>
            <p:cNvSpPr>
              <a:spLocks noChangeShapeType="1"/>
            </p:cNvSpPr>
            <p:nvPr/>
          </p:nvSpPr>
          <p:spPr bwMode="auto">
            <a:xfrm>
              <a:off x="703" y="2240"/>
              <a:ext cx="361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31762" name="Line 18"/>
            <p:cNvSpPr>
              <a:spLocks noChangeShapeType="1"/>
            </p:cNvSpPr>
            <p:nvPr/>
          </p:nvSpPr>
          <p:spPr bwMode="auto">
            <a:xfrm flipV="1">
              <a:off x="1321" y="1265"/>
              <a:ext cx="0" cy="174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31763" name="Text Box 19"/>
            <p:cNvSpPr txBox="1">
              <a:spLocks noChangeArrowheads="1"/>
            </p:cNvSpPr>
            <p:nvPr/>
          </p:nvSpPr>
          <p:spPr bwMode="auto">
            <a:xfrm>
              <a:off x="4368" y="2007"/>
              <a:ext cx="116" cy="2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p>
              <a:endParaRPr kumimoji="1" lang="zh-CN" altLang="zh-CN" sz="2400" b="0">
                <a:latin typeface="Times New Roman" panose="02020603050405020304" pitchFamily="18" charset="0"/>
                <a:ea typeface="宋体" panose="02010600030101010101" pitchFamily="2" charset="-122"/>
              </a:endParaRPr>
            </a:p>
          </p:txBody>
        </p:sp>
        <p:sp>
          <p:nvSpPr>
            <p:cNvPr id="31764" name="Text Box 20"/>
            <p:cNvSpPr txBox="1">
              <a:spLocks noChangeArrowheads="1"/>
            </p:cNvSpPr>
            <p:nvPr/>
          </p:nvSpPr>
          <p:spPr bwMode="auto">
            <a:xfrm>
              <a:off x="1383" y="1041"/>
              <a:ext cx="170" cy="2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p>
              <a:r>
                <a:rPr kumimoji="1" lang="en-US" altLang="zh-CN" sz="2400" b="0" i="1">
                  <a:latin typeface="Times New Roman" panose="02020603050405020304" pitchFamily="18" charset="0"/>
                  <a:ea typeface="宋体" panose="02010600030101010101" pitchFamily="2" charset="-122"/>
                </a:rPr>
                <a:t>i</a:t>
              </a:r>
              <a:endParaRPr kumimoji="1" lang="en-US" altLang="zh-CN" sz="2400" b="0">
                <a:latin typeface="Times New Roman" panose="02020603050405020304" pitchFamily="18" charset="0"/>
                <a:ea typeface="宋体" panose="02010600030101010101" pitchFamily="2" charset="-122"/>
              </a:endParaRPr>
            </a:p>
          </p:txBody>
        </p:sp>
        <p:sp>
          <p:nvSpPr>
            <p:cNvPr id="31765" name="Text Box 21"/>
            <p:cNvSpPr txBox="1">
              <a:spLocks noChangeArrowheads="1"/>
            </p:cNvSpPr>
            <p:nvPr/>
          </p:nvSpPr>
          <p:spPr bwMode="auto">
            <a:xfrm>
              <a:off x="1110" y="2205"/>
              <a:ext cx="21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400" b="0">
                  <a:latin typeface="Times New Roman" panose="02020603050405020304" pitchFamily="18" charset="0"/>
                  <a:ea typeface="宋体" panose="02010600030101010101" pitchFamily="2" charset="-122"/>
                </a:rPr>
                <a:t>o</a:t>
              </a:r>
            </a:p>
          </p:txBody>
        </p:sp>
        <p:sp>
          <p:nvSpPr>
            <p:cNvPr id="31797" name="Text Box 53"/>
            <p:cNvSpPr txBox="1">
              <a:spLocks noChangeArrowheads="1"/>
            </p:cNvSpPr>
            <p:nvPr/>
          </p:nvSpPr>
          <p:spPr bwMode="auto">
            <a:xfrm>
              <a:off x="4241" y="2115"/>
              <a:ext cx="55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en-US" altLang="zh-CN" sz="2400" b="0" i="1">
                  <a:latin typeface="宋体" panose="02010600030101010101" pitchFamily="2" charset="-122"/>
                  <a:ea typeface="宋体" panose="02010600030101010101" pitchFamily="2" charset="-122"/>
                  <a:sym typeface="Symbol" panose="05050102010706020507" pitchFamily="18" charset="2"/>
                </a:rPr>
                <a:t>t</a:t>
              </a:r>
              <a:endParaRPr kumimoji="1" lang="en-US" altLang="zh-CN" sz="2400" b="0">
                <a:ea typeface="宋体" panose="02010600030101010101" pitchFamily="2" charset="-122"/>
              </a:endParaRPr>
            </a:p>
          </p:txBody>
        </p:sp>
      </p:grpSp>
      <p:grpSp>
        <p:nvGrpSpPr>
          <p:cNvPr id="31802" name="Group 58"/>
          <p:cNvGrpSpPr>
            <a:grpSpLocks/>
          </p:cNvGrpSpPr>
          <p:nvPr/>
        </p:nvGrpSpPr>
        <p:grpSpPr bwMode="auto">
          <a:xfrm>
            <a:off x="1331913" y="2636839"/>
            <a:ext cx="2087562" cy="2016125"/>
            <a:chOff x="839" y="1389"/>
            <a:chExt cx="1315" cy="1270"/>
          </a:xfrm>
        </p:grpSpPr>
        <p:grpSp>
          <p:nvGrpSpPr>
            <p:cNvPr id="31799" name="Group 55"/>
            <p:cNvGrpSpPr>
              <a:grpSpLocks/>
            </p:cNvGrpSpPr>
            <p:nvPr/>
          </p:nvGrpSpPr>
          <p:grpSpPr bwMode="auto">
            <a:xfrm>
              <a:off x="839" y="2341"/>
              <a:ext cx="1315" cy="291"/>
              <a:chOff x="385" y="3748"/>
              <a:chExt cx="1315" cy="291"/>
            </a:xfrm>
          </p:grpSpPr>
          <p:grpSp>
            <p:nvGrpSpPr>
              <p:cNvPr id="31798" name="Group 54"/>
              <p:cNvGrpSpPr>
                <a:grpSpLocks/>
              </p:cNvGrpSpPr>
              <p:nvPr/>
            </p:nvGrpSpPr>
            <p:grpSpPr bwMode="auto">
              <a:xfrm>
                <a:off x="385" y="3929"/>
                <a:ext cx="1315" cy="0"/>
                <a:chOff x="839" y="2478"/>
                <a:chExt cx="1315" cy="0"/>
              </a:xfrm>
            </p:grpSpPr>
            <p:sp>
              <p:nvSpPr>
                <p:cNvPr id="31794" name="Line 50"/>
                <p:cNvSpPr>
                  <a:spLocks noChangeShapeType="1"/>
                </p:cNvSpPr>
                <p:nvPr/>
              </p:nvSpPr>
              <p:spPr bwMode="auto">
                <a:xfrm>
                  <a:off x="839" y="2478"/>
                  <a:ext cx="453" cy="0"/>
                </a:xfrm>
                <a:prstGeom prst="line">
                  <a:avLst/>
                </a:prstGeom>
                <a:noFill/>
                <a:ln w="28575">
                  <a:solidFill>
                    <a:srgbClr val="0070C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sz="2400"/>
                </a:p>
              </p:txBody>
            </p:sp>
            <p:sp>
              <p:nvSpPr>
                <p:cNvPr id="31795" name="Line 51"/>
                <p:cNvSpPr>
                  <a:spLocks noChangeShapeType="1"/>
                </p:cNvSpPr>
                <p:nvPr/>
              </p:nvSpPr>
              <p:spPr bwMode="auto">
                <a:xfrm flipH="1">
                  <a:off x="1610" y="2478"/>
                  <a:ext cx="544" cy="0"/>
                </a:xfrm>
                <a:prstGeom prst="line">
                  <a:avLst/>
                </a:prstGeom>
                <a:noFill/>
                <a:ln w="28575">
                  <a:solidFill>
                    <a:srgbClr val="0070C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sz="2400"/>
                </a:p>
              </p:txBody>
            </p:sp>
          </p:grpSp>
          <p:sp>
            <p:nvSpPr>
              <p:cNvPr id="31796" name="Text Box 52"/>
              <p:cNvSpPr txBox="1">
                <a:spLocks noChangeArrowheads="1"/>
              </p:cNvSpPr>
              <p:nvPr/>
            </p:nvSpPr>
            <p:spPr bwMode="auto">
              <a:xfrm>
                <a:off x="839" y="3748"/>
                <a:ext cx="55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en-US" altLang="zh-CN" sz="2400" b="0" i="1">
                    <a:latin typeface="宋体" panose="02010600030101010101" pitchFamily="2" charset="-122"/>
                    <a:ea typeface="宋体" panose="02010600030101010101" pitchFamily="2" charset="-122"/>
                    <a:sym typeface="Symbol" panose="05050102010706020507" pitchFamily="18" charset="2"/>
                  </a:rPr>
                  <a:t></a:t>
                </a:r>
                <a:endParaRPr kumimoji="1" lang="en-US" altLang="zh-CN" sz="2400" b="0">
                  <a:ea typeface="宋体" panose="02010600030101010101" pitchFamily="2" charset="-122"/>
                </a:endParaRPr>
              </a:p>
            </p:txBody>
          </p:sp>
        </p:grpSp>
        <p:sp>
          <p:nvSpPr>
            <p:cNvPr id="31801" name="Line 57"/>
            <p:cNvSpPr>
              <a:spLocks noChangeShapeType="1"/>
            </p:cNvSpPr>
            <p:nvPr/>
          </p:nvSpPr>
          <p:spPr bwMode="auto">
            <a:xfrm flipV="1">
              <a:off x="1565" y="1389"/>
              <a:ext cx="0" cy="1270"/>
            </a:xfrm>
            <a:prstGeom prst="line">
              <a:avLst/>
            </a:prstGeom>
            <a:noFill/>
            <a:ln w="2857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p:sp>
        <p:nvSpPr>
          <p:cNvPr id="31805" name="Text Box 61"/>
          <p:cNvSpPr txBox="1">
            <a:spLocks noChangeArrowheads="1"/>
          </p:cNvSpPr>
          <p:nvPr/>
        </p:nvSpPr>
        <p:spPr bwMode="auto">
          <a:xfrm>
            <a:off x="467544" y="496893"/>
            <a:ext cx="8001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0">
                <a:latin typeface="Times New Roman" panose="02020603050405020304" pitchFamily="18" charset="0"/>
                <a:ea typeface="华文行楷" panose="02010800040101010101" pitchFamily="2" charset="-122"/>
              </a:rPr>
              <a:t>注意</a:t>
            </a:r>
          </a:p>
        </p:txBody>
      </p:sp>
      <p:sp>
        <p:nvSpPr>
          <p:cNvPr id="52" name="Text Box 96"/>
          <p:cNvSpPr txBox="1">
            <a:spLocks noChangeArrowheads="1"/>
          </p:cNvSpPr>
          <p:nvPr/>
        </p:nvSpPr>
        <p:spPr bwMode="auto">
          <a:xfrm>
            <a:off x="349940" y="1146502"/>
            <a:ext cx="3096344" cy="523220"/>
          </a:xfrm>
          <a:prstGeom prst="rect">
            <a:avLst/>
          </a:prstGeom>
          <a:gradFill rotWithShape="1">
            <a:gsLst>
              <a:gs pos="0">
                <a:srgbClr val="66FFFF"/>
              </a:gs>
              <a:gs pos="50000">
                <a:schemeClr val="bg1"/>
              </a:gs>
              <a:gs pos="100000">
                <a:srgbClr val="66FFFF"/>
              </a:gs>
            </a:gsLst>
            <a:lin ang="5400000" scaled="1"/>
          </a:gradFill>
          <a:ln>
            <a:noFill/>
          </a:ln>
          <a:extLs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kumimoji="1" lang="en-US" altLang="zh-CN" sz="2800" b="0" i="1" dirty="0">
                <a:ea typeface="宋体" panose="02010600030101010101" pitchFamily="2" charset="-122"/>
              </a:rPr>
              <a:t> </a:t>
            </a:r>
            <a:r>
              <a:rPr kumimoji="1" lang="en-US" altLang="zh-CN" sz="2800" b="0" i="1" dirty="0" err="1">
                <a:ea typeface="宋体" panose="02010600030101010101" pitchFamily="2" charset="-122"/>
              </a:rPr>
              <a:t>i</a:t>
            </a:r>
            <a:r>
              <a:rPr kumimoji="1" lang="en-US" altLang="zh-CN" sz="2800" b="0" dirty="0">
                <a:ea typeface="宋体" panose="02010600030101010101" pitchFamily="2" charset="-122"/>
              </a:rPr>
              <a:t>(</a:t>
            </a:r>
            <a:r>
              <a:rPr kumimoji="1" lang="en-US" altLang="zh-CN" sz="2800" b="0" i="1" dirty="0">
                <a:ea typeface="宋体" panose="02010600030101010101" pitchFamily="2" charset="-122"/>
              </a:rPr>
              <a:t>t</a:t>
            </a:r>
            <a:r>
              <a:rPr kumimoji="1" lang="en-US" altLang="zh-CN" sz="2800" b="0" dirty="0">
                <a:ea typeface="宋体" panose="02010600030101010101" pitchFamily="2" charset="-122"/>
              </a:rPr>
              <a:t>)=</a:t>
            </a:r>
            <a:r>
              <a:rPr kumimoji="1" lang="en-US" altLang="zh-CN" sz="2800" b="0" i="1" dirty="0" err="1">
                <a:ea typeface="宋体" panose="02010600030101010101" pitchFamily="2" charset="-122"/>
              </a:rPr>
              <a:t>I</a:t>
            </a:r>
            <a:r>
              <a:rPr kumimoji="1" lang="en-US" altLang="zh-CN" sz="2800" b="0" baseline="-25000" dirty="0" err="1">
                <a:ea typeface="宋体" panose="02010600030101010101" pitchFamily="2" charset="-122"/>
              </a:rPr>
              <a:t>m</a:t>
            </a:r>
            <a:r>
              <a:rPr kumimoji="1" lang="en-US" altLang="zh-CN" sz="2800" b="0" dirty="0" err="1">
                <a:ea typeface="宋体" panose="02010600030101010101" pitchFamily="2" charset="-122"/>
              </a:rPr>
              <a:t>cos</a:t>
            </a:r>
            <a:r>
              <a:rPr kumimoji="1" lang="en-US" altLang="zh-CN" sz="2800" b="0" dirty="0">
                <a:ea typeface="宋体" panose="02010600030101010101" pitchFamily="2" charset="-122"/>
              </a:rPr>
              <a:t>(</a:t>
            </a:r>
            <a:r>
              <a:rPr kumimoji="1" lang="en-US" altLang="zh-CN" sz="2800" b="0" i="1" dirty="0">
                <a:latin typeface="Symbol" panose="05050102010706020507" pitchFamily="18" charset="2"/>
                <a:ea typeface="宋体" panose="02010600030101010101" pitchFamily="2" charset="-122"/>
              </a:rPr>
              <a:t>w </a:t>
            </a:r>
            <a:r>
              <a:rPr kumimoji="1" lang="en-US" altLang="zh-CN" sz="2800" b="0" i="1" dirty="0" err="1">
                <a:ea typeface="宋体" panose="02010600030101010101" pitchFamily="2" charset="-122"/>
              </a:rPr>
              <a:t>t</a:t>
            </a:r>
            <a:r>
              <a:rPr kumimoji="1" lang="en-US" altLang="zh-CN" sz="2800" b="0" dirty="0" err="1">
                <a:ea typeface="宋体" panose="02010600030101010101" pitchFamily="2" charset="-122"/>
              </a:rPr>
              <a:t>+</a:t>
            </a:r>
            <a:r>
              <a:rPr kumimoji="1" lang="en-US" altLang="zh-CN" sz="2800" b="0" i="1" dirty="0" err="1">
                <a:latin typeface="Symbol" panose="05050102010706020507" pitchFamily="18" charset="2"/>
                <a:ea typeface="宋体" panose="02010600030101010101" pitchFamily="2" charset="-122"/>
              </a:rPr>
              <a:t>y</a:t>
            </a:r>
            <a:r>
              <a:rPr kumimoji="1" lang="en-US" altLang="zh-CN" sz="2800" b="0" dirty="0">
                <a:ea typeface="宋体" panose="02010600030101010101" pitchFamily="2" charset="-122"/>
              </a:rPr>
              <a:t>) </a:t>
            </a:r>
            <a:endParaRPr kumimoji="1" lang="en-US" altLang="zh-CN" sz="2800" b="0" dirty="0">
              <a:latin typeface="Symbol" panose="05050102010706020507" pitchFamily="18" charset="2"/>
              <a:ea typeface="宋体" panose="02010600030101010101" pitchFamily="2" charset="-122"/>
            </a:endParaRPr>
          </a:p>
        </p:txBody>
      </p:sp>
    </p:spTree>
    <p:extLst>
      <p:ext uri="{BB962C8B-B14F-4D97-AF65-F5344CB8AC3E}">
        <p14:creationId xmlns:p14="http://schemas.microsoft.com/office/powerpoint/2010/main" val="18481319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746"/>
                                        </p:tgtEl>
                                        <p:attrNameLst>
                                          <p:attrName>style.visibility</p:attrName>
                                        </p:attrNameLst>
                                      </p:cBhvr>
                                      <p:to>
                                        <p:strVal val="visible"/>
                                      </p:to>
                                    </p:set>
                                    <p:animEffect transition="in" filter="wipe(left)">
                                      <p:cBhvr>
                                        <p:cTn id="7" dur="2000"/>
                                        <p:tgtEl>
                                          <p:spTgt spid="317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wipe(left)">
                                      <p:cBhvr>
                                        <p:cTn id="12" dur="2000"/>
                                        <p:tgtEl>
                                          <p:spTgt spid="5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1800"/>
                                        </p:tgtEl>
                                        <p:attrNameLst>
                                          <p:attrName>style.visibility</p:attrName>
                                        </p:attrNameLst>
                                      </p:cBhvr>
                                      <p:to>
                                        <p:strVal val="visible"/>
                                      </p:to>
                                    </p:set>
                                    <p:animEffect transition="in" filter="wipe(left)">
                                      <p:cBhvr>
                                        <p:cTn id="17" dur="1000"/>
                                        <p:tgtEl>
                                          <p:spTgt spid="318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31802"/>
                                        </p:tgtEl>
                                        <p:attrNameLst>
                                          <p:attrName>style.visibility</p:attrName>
                                        </p:attrNameLst>
                                      </p:cBhvr>
                                      <p:to>
                                        <p:strVal val="visible"/>
                                      </p:to>
                                    </p:set>
                                    <p:animEffect transition="in" filter="wipe(up)">
                                      <p:cBhvr>
                                        <p:cTn id="22" dur="500"/>
                                        <p:tgtEl>
                                          <p:spTgt spid="31802"/>
                                        </p:tgtEl>
                                      </p:cBhvr>
                                    </p:animEffect>
                                  </p:childTnLst>
                                  <p:subTnLst>
                                    <p:set>
                                      <p:cBhvr override="childStyle">
                                        <p:cTn dur="1" fill="hold" display="0" masterRel="nextClick" afterEffect="1"/>
                                        <p:tgtEl>
                                          <p:spTgt spid="31802"/>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31792"/>
                                        </p:tgtEl>
                                        <p:attrNameLst>
                                          <p:attrName>style.visibility</p:attrName>
                                        </p:attrNameLst>
                                      </p:cBhvr>
                                      <p:to>
                                        <p:strVal val="visible"/>
                                      </p:to>
                                    </p:set>
                                    <p:animEffect transition="in" filter="wipe(up)">
                                      <p:cBhvr>
                                        <p:cTn id="27" dur="500"/>
                                        <p:tgtEl>
                                          <p:spTgt spid="3179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31790"/>
                                        </p:tgtEl>
                                        <p:attrNameLst>
                                          <p:attrName>style.visibility</p:attrName>
                                        </p:attrNameLst>
                                      </p:cBhvr>
                                      <p:to>
                                        <p:strVal val="visible"/>
                                      </p:to>
                                    </p:set>
                                    <p:animEffect transition="in" filter="wipe(up)">
                                      <p:cBhvr>
                                        <p:cTn id="32" dur="500"/>
                                        <p:tgtEl>
                                          <p:spTgt spid="3179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31791"/>
                                        </p:tgtEl>
                                        <p:attrNameLst>
                                          <p:attrName>style.visibility</p:attrName>
                                        </p:attrNameLst>
                                      </p:cBhvr>
                                      <p:to>
                                        <p:strVal val="visible"/>
                                      </p:to>
                                    </p:set>
                                    <p:animEffect transition="in" filter="wipe(up)">
                                      <p:cBhvr>
                                        <p:cTn id="37" dur="500"/>
                                        <p:tgtEl>
                                          <p:spTgt spid="3179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2" fill="hold" grpId="0" nodeType="clickEffect">
                                  <p:stCondLst>
                                    <p:cond delay="0"/>
                                  </p:stCondLst>
                                  <p:childTnLst>
                                    <p:set>
                                      <p:cBhvr>
                                        <p:cTn id="41" dur="1" fill="hold">
                                          <p:stCondLst>
                                            <p:cond delay="0"/>
                                          </p:stCondLst>
                                        </p:cTn>
                                        <p:tgtEl>
                                          <p:spTgt spid="31772"/>
                                        </p:tgtEl>
                                        <p:attrNameLst>
                                          <p:attrName>style.visibility</p:attrName>
                                        </p:attrNameLst>
                                      </p:cBhvr>
                                      <p:to>
                                        <p:strVal val="visible"/>
                                      </p:to>
                                    </p:set>
                                    <p:anim calcmode="lin" valueType="num">
                                      <p:cBhvr additive="base">
                                        <p:cTn id="42" dur="500" fill="hold"/>
                                        <p:tgtEl>
                                          <p:spTgt spid="31772"/>
                                        </p:tgtEl>
                                        <p:attrNameLst>
                                          <p:attrName>ppt_x</p:attrName>
                                        </p:attrNameLst>
                                      </p:cBhvr>
                                      <p:tavLst>
                                        <p:tav tm="0">
                                          <p:val>
                                            <p:strVal val="1+#ppt_w/2"/>
                                          </p:val>
                                        </p:tav>
                                        <p:tav tm="100000">
                                          <p:val>
                                            <p:strVal val="#ppt_x"/>
                                          </p:val>
                                        </p:tav>
                                      </p:tavLst>
                                    </p:anim>
                                    <p:anim calcmode="lin" valueType="num">
                                      <p:cBhvr additive="base">
                                        <p:cTn id="43" dur="500" fill="hold"/>
                                        <p:tgtEl>
                                          <p:spTgt spid="3177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p:bldP spid="31772" grpId="0" autoUpdateAnimBg="0"/>
      <p:bldP spid="52"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a:spLocks noChangeArrowheads="1"/>
          </p:cNvSpPr>
          <p:nvPr/>
        </p:nvSpPr>
        <p:spPr bwMode="auto">
          <a:xfrm>
            <a:off x="539750" y="692150"/>
            <a:ext cx="647700" cy="461665"/>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dirty="0">
                <a:ea typeface="宋体" panose="02010600030101010101" pitchFamily="2" charset="-122"/>
              </a:rPr>
              <a:t>例</a:t>
            </a:r>
          </a:p>
        </p:txBody>
      </p:sp>
      <p:sp>
        <p:nvSpPr>
          <p:cNvPr id="29725" name="Text Box 29"/>
          <p:cNvSpPr txBox="1">
            <a:spLocks noChangeArrowheads="1"/>
          </p:cNvSpPr>
          <p:nvPr/>
        </p:nvSpPr>
        <p:spPr bwMode="auto">
          <a:xfrm>
            <a:off x="1258888" y="476250"/>
            <a:ext cx="748823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sz="2400">
                <a:latin typeface="楷体_GB2312" pitchFamily="49" charset="-122"/>
              </a:rPr>
              <a:t>已知正弦电流波形如图，</a:t>
            </a:r>
            <a:r>
              <a:rPr lang="zh-CN" altLang="en-US" sz="2400" b="0">
                <a:sym typeface="Symbol" panose="05050102010706020507" pitchFamily="18" charset="2"/>
              </a:rPr>
              <a:t>＝</a:t>
            </a:r>
            <a:r>
              <a:rPr lang="en-US" altLang="zh-CN" sz="2400" b="0">
                <a:sym typeface="Symbol" panose="05050102010706020507" pitchFamily="18" charset="2"/>
              </a:rPr>
              <a:t>10</a:t>
            </a:r>
            <a:r>
              <a:rPr lang="en-US" altLang="zh-CN" sz="2400" b="0" baseline="30000">
                <a:sym typeface="Symbol" panose="05050102010706020507" pitchFamily="18" charset="2"/>
              </a:rPr>
              <a:t>3</a:t>
            </a:r>
            <a:r>
              <a:rPr lang="en-US" altLang="zh-CN" sz="2400" b="0">
                <a:sym typeface="Symbol" panose="05050102010706020507" pitchFamily="18" charset="2"/>
              </a:rPr>
              <a:t>rad/s</a:t>
            </a:r>
            <a:r>
              <a:rPr lang="zh-CN" altLang="en-US" sz="2400">
                <a:latin typeface="楷体_GB2312" pitchFamily="49" charset="-122"/>
                <a:sym typeface="Symbol" panose="05050102010706020507" pitchFamily="18" charset="2"/>
              </a:rPr>
              <a:t>，</a:t>
            </a:r>
          </a:p>
          <a:p>
            <a:pPr>
              <a:lnSpc>
                <a:spcPct val="120000"/>
              </a:lnSpc>
            </a:pPr>
            <a:r>
              <a:rPr lang="en-US" altLang="zh-CN" sz="2400">
                <a:latin typeface="楷体_GB2312" pitchFamily="49" charset="-122"/>
                <a:sym typeface="Symbol" panose="05050102010706020507" pitchFamily="18" charset="2"/>
              </a:rPr>
              <a:t>1.</a:t>
            </a:r>
            <a:r>
              <a:rPr lang="zh-CN" altLang="en-US" sz="2400">
                <a:latin typeface="楷体_GB2312" pitchFamily="49" charset="-122"/>
                <a:sym typeface="Symbol" panose="05050102010706020507" pitchFamily="18" charset="2"/>
              </a:rPr>
              <a:t>写出 </a:t>
            </a:r>
            <a:r>
              <a:rPr lang="en-US" altLang="zh-CN" sz="2400" b="0" i="1">
                <a:sym typeface="Symbol" panose="05050102010706020507" pitchFamily="18" charset="2"/>
              </a:rPr>
              <a:t>i</a:t>
            </a:r>
            <a:r>
              <a:rPr lang="en-US" altLang="zh-CN" sz="2400" b="0">
                <a:sym typeface="Symbol" panose="05050102010706020507" pitchFamily="18" charset="2"/>
              </a:rPr>
              <a:t>(</a:t>
            </a:r>
            <a:r>
              <a:rPr lang="en-US" altLang="zh-CN" sz="2400" b="0" i="1">
                <a:sym typeface="Symbol" panose="05050102010706020507" pitchFamily="18" charset="2"/>
              </a:rPr>
              <a:t>t</a:t>
            </a:r>
            <a:r>
              <a:rPr lang="en-US" altLang="zh-CN" sz="2400" b="0">
                <a:sym typeface="Symbol" panose="05050102010706020507" pitchFamily="18" charset="2"/>
              </a:rPr>
              <a:t>) </a:t>
            </a:r>
            <a:r>
              <a:rPr lang="zh-CN" altLang="en-US" sz="2400">
                <a:latin typeface="楷体_GB2312" pitchFamily="49" charset="-122"/>
                <a:sym typeface="Symbol" panose="05050102010706020507" pitchFamily="18" charset="2"/>
              </a:rPr>
              <a:t>表达式；</a:t>
            </a:r>
            <a:r>
              <a:rPr lang="en-US" altLang="zh-CN" sz="2400">
                <a:latin typeface="楷体_GB2312" pitchFamily="49" charset="-122"/>
                <a:sym typeface="Symbol" panose="05050102010706020507" pitchFamily="18" charset="2"/>
              </a:rPr>
              <a:t>2.</a:t>
            </a:r>
            <a:r>
              <a:rPr lang="zh-CN" altLang="en-US" sz="2400">
                <a:latin typeface="楷体_GB2312" pitchFamily="49" charset="-122"/>
                <a:sym typeface="Symbol" panose="05050102010706020507" pitchFamily="18" charset="2"/>
              </a:rPr>
              <a:t>求最大值发生的时间</a:t>
            </a:r>
            <a:r>
              <a:rPr lang="en-US" altLang="zh-CN" sz="2400" b="0" i="1">
                <a:latin typeface="楷体_GB2312" pitchFamily="49" charset="-122"/>
                <a:sym typeface="Symbol" panose="05050102010706020507" pitchFamily="18" charset="2"/>
              </a:rPr>
              <a:t>t</a:t>
            </a:r>
            <a:r>
              <a:rPr lang="en-US" altLang="zh-CN" sz="2400" baseline="-25000">
                <a:latin typeface="楷体_GB2312" pitchFamily="49" charset="-122"/>
                <a:sym typeface="Symbol" panose="05050102010706020507" pitchFamily="18" charset="2"/>
              </a:rPr>
              <a:t>1</a:t>
            </a:r>
          </a:p>
        </p:txBody>
      </p:sp>
      <p:grpSp>
        <p:nvGrpSpPr>
          <p:cNvPr id="29754" name="Group 58"/>
          <p:cNvGrpSpPr>
            <a:grpSpLocks/>
          </p:cNvGrpSpPr>
          <p:nvPr/>
        </p:nvGrpSpPr>
        <p:grpSpPr bwMode="auto">
          <a:xfrm>
            <a:off x="5956300" y="1844675"/>
            <a:ext cx="2792413" cy="3024188"/>
            <a:chOff x="3752" y="935"/>
            <a:chExt cx="1759" cy="1905"/>
          </a:xfrm>
        </p:grpSpPr>
        <p:sp>
          <p:nvSpPr>
            <p:cNvPr id="29713" name="Line 17"/>
            <p:cNvSpPr>
              <a:spLocks noChangeShapeType="1"/>
            </p:cNvSpPr>
            <p:nvPr/>
          </p:nvSpPr>
          <p:spPr bwMode="auto">
            <a:xfrm>
              <a:off x="3787" y="2115"/>
              <a:ext cx="1724"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29714" name="Line 18"/>
            <p:cNvSpPr>
              <a:spLocks noChangeShapeType="1"/>
            </p:cNvSpPr>
            <p:nvPr/>
          </p:nvSpPr>
          <p:spPr bwMode="auto">
            <a:xfrm flipV="1">
              <a:off x="4314" y="1158"/>
              <a:ext cx="0" cy="168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a:p>
          </p:txBody>
        </p:sp>
        <p:sp>
          <p:nvSpPr>
            <p:cNvPr id="29715" name="Text Box 19"/>
            <p:cNvSpPr txBox="1">
              <a:spLocks noChangeArrowheads="1"/>
            </p:cNvSpPr>
            <p:nvPr/>
          </p:nvSpPr>
          <p:spPr bwMode="auto">
            <a:xfrm>
              <a:off x="5329" y="1752"/>
              <a:ext cx="170" cy="2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Lst>
          </p:spPr>
          <p:txBody>
            <a:bodyPr wrap="none">
              <a:spAutoFit/>
            </a:bodyPr>
            <a:lstStyle/>
            <a:p>
              <a:r>
                <a:rPr kumimoji="1" lang="en-US" altLang="zh-CN" sz="2400" b="0" i="1">
                  <a:latin typeface="Times New Roman" panose="02020603050405020304" pitchFamily="18" charset="0"/>
                  <a:ea typeface="宋体" panose="02010600030101010101" pitchFamily="2" charset="-122"/>
                </a:rPr>
                <a:t>t</a:t>
              </a:r>
              <a:endParaRPr kumimoji="1" lang="en-US" altLang="zh-CN" sz="2400" b="0">
                <a:latin typeface="Times New Roman" panose="02020603050405020304" pitchFamily="18" charset="0"/>
                <a:ea typeface="宋体" panose="02010600030101010101" pitchFamily="2" charset="-122"/>
              </a:endParaRPr>
            </a:p>
          </p:txBody>
        </p:sp>
        <p:sp>
          <p:nvSpPr>
            <p:cNvPr id="29716" name="Text Box 20"/>
            <p:cNvSpPr txBox="1">
              <a:spLocks noChangeArrowheads="1"/>
            </p:cNvSpPr>
            <p:nvPr/>
          </p:nvSpPr>
          <p:spPr bwMode="auto">
            <a:xfrm>
              <a:off x="4422" y="935"/>
              <a:ext cx="170" cy="2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Lst>
          </p:spPr>
          <p:txBody>
            <a:bodyPr wrap="none">
              <a:spAutoFit/>
            </a:bodyPr>
            <a:lstStyle/>
            <a:p>
              <a:r>
                <a:rPr kumimoji="1" lang="en-US" altLang="zh-CN" sz="2400" b="0" i="1">
                  <a:latin typeface="Times New Roman" panose="02020603050405020304" pitchFamily="18" charset="0"/>
                  <a:ea typeface="宋体" panose="02010600030101010101" pitchFamily="2" charset="-122"/>
                </a:rPr>
                <a:t>i</a:t>
              </a:r>
              <a:endParaRPr kumimoji="1" lang="en-US" altLang="zh-CN" sz="2400" b="0">
                <a:latin typeface="Times New Roman" panose="02020603050405020304" pitchFamily="18" charset="0"/>
                <a:ea typeface="宋体" panose="02010600030101010101" pitchFamily="2" charset="-122"/>
              </a:endParaRPr>
            </a:p>
          </p:txBody>
        </p:sp>
        <p:sp>
          <p:nvSpPr>
            <p:cNvPr id="29717" name="Text Box 21"/>
            <p:cNvSpPr txBox="1">
              <a:spLocks noChangeArrowheads="1"/>
            </p:cNvSpPr>
            <p:nvPr/>
          </p:nvSpPr>
          <p:spPr bwMode="auto">
            <a:xfrm>
              <a:off x="4069" y="2115"/>
              <a:ext cx="21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400" b="0">
                  <a:latin typeface="Times New Roman" panose="02020603050405020304" pitchFamily="18" charset="0"/>
                  <a:ea typeface="宋体" panose="02010600030101010101" pitchFamily="2" charset="-122"/>
                </a:rPr>
                <a:t>o</a:t>
              </a:r>
            </a:p>
          </p:txBody>
        </p:sp>
        <p:sp>
          <p:nvSpPr>
            <p:cNvPr id="29719" name="Text Box 23"/>
            <p:cNvSpPr txBox="1">
              <a:spLocks noChangeArrowheads="1"/>
            </p:cNvSpPr>
            <p:nvPr/>
          </p:nvSpPr>
          <p:spPr bwMode="auto">
            <a:xfrm>
              <a:off x="3878" y="1071"/>
              <a:ext cx="54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0">
                  <a:latin typeface="Times New Roman" panose="02020603050405020304" pitchFamily="18" charset="0"/>
                  <a:ea typeface="仿宋_GB2312" pitchFamily="49" charset="-122"/>
                </a:rPr>
                <a:t>100</a:t>
              </a:r>
            </a:p>
          </p:txBody>
        </p:sp>
        <p:sp>
          <p:nvSpPr>
            <p:cNvPr id="29720" name="Text Box 24"/>
            <p:cNvSpPr txBox="1">
              <a:spLocks noChangeArrowheads="1"/>
            </p:cNvSpPr>
            <p:nvPr/>
          </p:nvSpPr>
          <p:spPr bwMode="auto">
            <a:xfrm>
              <a:off x="3878" y="1570"/>
              <a:ext cx="36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0">
                  <a:latin typeface="Times New Roman" panose="02020603050405020304" pitchFamily="18" charset="0"/>
                  <a:ea typeface="仿宋_GB2312" pitchFamily="49" charset="-122"/>
                </a:rPr>
                <a:t>50</a:t>
              </a:r>
            </a:p>
          </p:txBody>
        </p:sp>
        <p:sp>
          <p:nvSpPr>
            <p:cNvPr id="29700" name="Freeform 4"/>
            <p:cNvSpPr>
              <a:spLocks/>
            </p:cNvSpPr>
            <p:nvPr/>
          </p:nvSpPr>
          <p:spPr bwMode="auto">
            <a:xfrm>
              <a:off x="4110" y="1598"/>
              <a:ext cx="263" cy="613"/>
            </a:xfrm>
            <a:custGeom>
              <a:avLst/>
              <a:gdLst>
                <a:gd name="T0" fmla="*/ 0 w 118"/>
                <a:gd name="T1" fmla="*/ 274 h 274"/>
                <a:gd name="T2" fmla="*/ 13 w 118"/>
                <a:gd name="T3" fmla="*/ 240 h 274"/>
                <a:gd name="T4" fmla="*/ 29 w 118"/>
                <a:gd name="T5" fmla="*/ 200 h 274"/>
                <a:gd name="T6" fmla="*/ 59 w 118"/>
                <a:gd name="T7" fmla="*/ 127 h 274"/>
                <a:gd name="T8" fmla="*/ 75 w 118"/>
                <a:gd name="T9" fmla="*/ 90 h 274"/>
                <a:gd name="T10" fmla="*/ 89 w 118"/>
                <a:gd name="T11" fmla="*/ 56 h 274"/>
                <a:gd name="T12" fmla="*/ 105 w 118"/>
                <a:gd name="T13" fmla="*/ 27 h 274"/>
                <a:gd name="T14" fmla="*/ 118 w 118"/>
                <a:gd name="T15" fmla="*/ 0 h 2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274">
                  <a:moveTo>
                    <a:pt x="0" y="274"/>
                  </a:moveTo>
                  <a:lnTo>
                    <a:pt x="13" y="240"/>
                  </a:lnTo>
                  <a:lnTo>
                    <a:pt x="29" y="200"/>
                  </a:lnTo>
                  <a:lnTo>
                    <a:pt x="59" y="127"/>
                  </a:lnTo>
                  <a:lnTo>
                    <a:pt x="75" y="90"/>
                  </a:lnTo>
                  <a:lnTo>
                    <a:pt x="89" y="56"/>
                  </a:lnTo>
                  <a:lnTo>
                    <a:pt x="105" y="27"/>
                  </a:lnTo>
                  <a:lnTo>
                    <a:pt x="118" y="0"/>
                  </a:lnTo>
                </a:path>
              </a:pathLst>
            </a:custGeom>
            <a:noFill/>
            <a:ln w="28575"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400"/>
            </a:p>
          </p:txBody>
        </p:sp>
        <p:sp>
          <p:nvSpPr>
            <p:cNvPr id="29701" name="Freeform 5"/>
            <p:cNvSpPr>
              <a:spLocks/>
            </p:cNvSpPr>
            <p:nvPr/>
          </p:nvSpPr>
          <p:spPr bwMode="auto">
            <a:xfrm>
              <a:off x="4373" y="1344"/>
              <a:ext cx="259" cy="254"/>
            </a:xfrm>
            <a:custGeom>
              <a:avLst/>
              <a:gdLst>
                <a:gd name="T0" fmla="*/ 0 w 116"/>
                <a:gd name="T1" fmla="*/ 113 h 113"/>
                <a:gd name="T2" fmla="*/ 14 w 116"/>
                <a:gd name="T3" fmla="*/ 88 h 113"/>
                <a:gd name="T4" fmla="*/ 30 w 116"/>
                <a:gd name="T5" fmla="*/ 69 h 113"/>
                <a:gd name="T6" fmla="*/ 44 w 116"/>
                <a:gd name="T7" fmla="*/ 49 h 113"/>
                <a:gd name="T8" fmla="*/ 57 w 116"/>
                <a:gd name="T9" fmla="*/ 32 h 113"/>
                <a:gd name="T10" fmla="*/ 73 w 116"/>
                <a:gd name="T11" fmla="*/ 20 h 113"/>
                <a:gd name="T12" fmla="*/ 87 w 116"/>
                <a:gd name="T13" fmla="*/ 8 h 113"/>
                <a:gd name="T14" fmla="*/ 103 w 116"/>
                <a:gd name="T15" fmla="*/ 3 h 113"/>
                <a:gd name="T16" fmla="*/ 116 w 116"/>
                <a:gd name="T17"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13">
                  <a:moveTo>
                    <a:pt x="0" y="113"/>
                  </a:moveTo>
                  <a:lnTo>
                    <a:pt x="14" y="88"/>
                  </a:lnTo>
                  <a:lnTo>
                    <a:pt x="30" y="69"/>
                  </a:lnTo>
                  <a:lnTo>
                    <a:pt x="44" y="49"/>
                  </a:lnTo>
                  <a:lnTo>
                    <a:pt x="57" y="32"/>
                  </a:lnTo>
                  <a:lnTo>
                    <a:pt x="73" y="20"/>
                  </a:lnTo>
                  <a:lnTo>
                    <a:pt x="87" y="8"/>
                  </a:lnTo>
                  <a:lnTo>
                    <a:pt x="103" y="3"/>
                  </a:lnTo>
                  <a:lnTo>
                    <a:pt x="116" y="0"/>
                  </a:lnTo>
                </a:path>
              </a:pathLst>
            </a:custGeom>
            <a:noFill/>
            <a:ln w="28575"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400"/>
            </a:p>
          </p:txBody>
        </p:sp>
        <p:sp>
          <p:nvSpPr>
            <p:cNvPr id="29702" name="Freeform 6"/>
            <p:cNvSpPr>
              <a:spLocks/>
            </p:cNvSpPr>
            <p:nvPr/>
          </p:nvSpPr>
          <p:spPr bwMode="auto">
            <a:xfrm>
              <a:off x="4632" y="1344"/>
              <a:ext cx="265" cy="254"/>
            </a:xfrm>
            <a:custGeom>
              <a:avLst/>
              <a:gdLst>
                <a:gd name="T0" fmla="*/ 0 w 119"/>
                <a:gd name="T1" fmla="*/ 0 h 113"/>
                <a:gd name="T2" fmla="*/ 14 w 119"/>
                <a:gd name="T3" fmla="*/ 3 h 113"/>
                <a:gd name="T4" fmla="*/ 30 w 119"/>
                <a:gd name="T5" fmla="*/ 8 h 113"/>
                <a:gd name="T6" fmla="*/ 44 w 119"/>
                <a:gd name="T7" fmla="*/ 20 h 113"/>
                <a:gd name="T8" fmla="*/ 60 w 119"/>
                <a:gd name="T9" fmla="*/ 32 h 113"/>
                <a:gd name="T10" fmla="*/ 76 w 119"/>
                <a:gd name="T11" fmla="*/ 49 h 113"/>
                <a:gd name="T12" fmla="*/ 90 w 119"/>
                <a:gd name="T13" fmla="*/ 69 h 113"/>
                <a:gd name="T14" fmla="*/ 106 w 119"/>
                <a:gd name="T15" fmla="*/ 88 h 113"/>
                <a:gd name="T16" fmla="*/ 119 w 119"/>
                <a:gd name="T17"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9" h="113">
                  <a:moveTo>
                    <a:pt x="0" y="0"/>
                  </a:moveTo>
                  <a:lnTo>
                    <a:pt x="14" y="3"/>
                  </a:lnTo>
                  <a:lnTo>
                    <a:pt x="30" y="8"/>
                  </a:lnTo>
                  <a:lnTo>
                    <a:pt x="44" y="20"/>
                  </a:lnTo>
                  <a:lnTo>
                    <a:pt x="60" y="32"/>
                  </a:lnTo>
                  <a:lnTo>
                    <a:pt x="76" y="49"/>
                  </a:lnTo>
                  <a:lnTo>
                    <a:pt x="90" y="69"/>
                  </a:lnTo>
                  <a:lnTo>
                    <a:pt x="106" y="88"/>
                  </a:lnTo>
                  <a:lnTo>
                    <a:pt x="119" y="113"/>
                  </a:lnTo>
                </a:path>
              </a:pathLst>
            </a:custGeom>
            <a:noFill/>
            <a:ln w="28575"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400"/>
            </a:p>
          </p:txBody>
        </p:sp>
        <p:sp>
          <p:nvSpPr>
            <p:cNvPr id="29703" name="Freeform 7"/>
            <p:cNvSpPr>
              <a:spLocks/>
            </p:cNvSpPr>
            <p:nvPr/>
          </p:nvSpPr>
          <p:spPr bwMode="auto">
            <a:xfrm>
              <a:off x="4897" y="1598"/>
              <a:ext cx="258" cy="613"/>
            </a:xfrm>
            <a:custGeom>
              <a:avLst/>
              <a:gdLst>
                <a:gd name="T0" fmla="*/ 0 w 116"/>
                <a:gd name="T1" fmla="*/ 0 h 274"/>
                <a:gd name="T2" fmla="*/ 14 w 116"/>
                <a:gd name="T3" fmla="*/ 27 h 274"/>
                <a:gd name="T4" fmla="*/ 30 w 116"/>
                <a:gd name="T5" fmla="*/ 56 h 274"/>
                <a:gd name="T6" fmla="*/ 43 w 116"/>
                <a:gd name="T7" fmla="*/ 90 h 274"/>
                <a:gd name="T8" fmla="*/ 57 w 116"/>
                <a:gd name="T9" fmla="*/ 127 h 274"/>
                <a:gd name="T10" fmla="*/ 87 w 116"/>
                <a:gd name="T11" fmla="*/ 203 h 274"/>
                <a:gd name="T12" fmla="*/ 103 w 116"/>
                <a:gd name="T13" fmla="*/ 240 h 274"/>
                <a:gd name="T14" fmla="*/ 116 w 116"/>
                <a:gd name="T15" fmla="*/ 274 h 2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274">
                  <a:moveTo>
                    <a:pt x="0" y="0"/>
                  </a:moveTo>
                  <a:lnTo>
                    <a:pt x="14" y="27"/>
                  </a:lnTo>
                  <a:lnTo>
                    <a:pt x="30" y="56"/>
                  </a:lnTo>
                  <a:lnTo>
                    <a:pt x="43" y="90"/>
                  </a:lnTo>
                  <a:lnTo>
                    <a:pt x="57" y="127"/>
                  </a:lnTo>
                  <a:lnTo>
                    <a:pt x="87" y="203"/>
                  </a:lnTo>
                  <a:lnTo>
                    <a:pt x="103" y="240"/>
                  </a:lnTo>
                  <a:lnTo>
                    <a:pt x="116" y="274"/>
                  </a:lnTo>
                </a:path>
              </a:pathLst>
            </a:custGeom>
            <a:noFill/>
            <a:ln w="28575"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400"/>
            </a:p>
          </p:txBody>
        </p:sp>
        <p:sp>
          <p:nvSpPr>
            <p:cNvPr id="29704" name="Freeform 8"/>
            <p:cNvSpPr>
              <a:spLocks/>
            </p:cNvSpPr>
            <p:nvPr/>
          </p:nvSpPr>
          <p:spPr bwMode="auto">
            <a:xfrm>
              <a:off x="5155" y="2211"/>
              <a:ext cx="265" cy="606"/>
            </a:xfrm>
            <a:custGeom>
              <a:avLst/>
              <a:gdLst>
                <a:gd name="T0" fmla="*/ 0 w 119"/>
                <a:gd name="T1" fmla="*/ 0 h 271"/>
                <a:gd name="T2" fmla="*/ 14 w 119"/>
                <a:gd name="T3" fmla="*/ 34 h 271"/>
                <a:gd name="T4" fmla="*/ 30 w 119"/>
                <a:gd name="T5" fmla="*/ 71 h 271"/>
                <a:gd name="T6" fmla="*/ 60 w 119"/>
                <a:gd name="T7" fmla="*/ 146 h 271"/>
                <a:gd name="T8" fmla="*/ 76 w 119"/>
                <a:gd name="T9" fmla="*/ 181 h 271"/>
                <a:gd name="T10" fmla="*/ 89 w 119"/>
                <a:gd name="T11" fmla="*/ 215 h 271"/>
                <a:gd name="T12" fmla="*/ 106 w 119"/>
                <a:gd name="T13" fmla="*/ 244 h 271"/>
                <a:gd name="T14" fmla="*/ 119 w 119"/>
                <a:gd name="T15" fmla="*/ 271 h 2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 h="271">
                  <a:moveTo>
                    <a:pt x="0" y="0"/>
                  </a:moveTo>
                  <a:lnTo>
                    <a:pt x="14" y="34"/>
                  </a:lnTo>
                  <a:lnTo>
                    <a:pt x="30" y="71"/>
                  </a:lnTo>
                  <a:lnTo>
                    <a:pt x="60" y="146"/>
                  </a:lnTo>
                  <a:lnTo>
                    <a:pt x="76" y="181"/>
                  </a:lnTo>
                  <a:lnTo>
                    <a:pt x="89" y="215"/>
                  </a:lnTo>
                  <a:lnTo>
                    <a:pt x="106" y="244"/>
                  </a:lnTo>
                  <a:lnTo>
                    <a:pt x="119" y="271"/>
                  </a:lnTo>
                </a:path>
              </a:pathLst>
            </a:custGeom>
            <a:noFill/>
            <a:ln w="28575"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400"/>
            </a:p>
          </p:txBody>
        </p:sp>
        <p:sp>
          <p:nvSpPr>
            <p:cNvPr id="29718" name="Line 22"/>
            <p:cNvSpPr>
              <a:spLocks noChangeShapeType="1"/>
            </p:cNvSpPr>
            <p:nvPr/>
          </p:nvSpPr>
          <p:spPr bwMode="auto">
            <a:xfrm>
              <a:off x="3752" y="1354"/>
              <a:ext cx="876" cy="0"/>
            </a:xfrm>
            <a:prstGeom prst="line">
              <a:avLst/>
            </a:prstGeom>
            <a:noFill/>
            <a:ln w="28575">
              <a:solidFill>
                <a:schemeClr val="accent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9721" name="Line 25"/>
            <p:cNvSpPr>
              <a:spLocks noChangeShapeType="1"/>
            </p:cNvSpPr>
            <p:nvPr/>
          </p:nvSpPr>
          <p:spPr bwMode="auto">
            <a:xfrm>
              <a:off x="4230" y="1716"/>
              <a:ext cx="238" cy="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9726" name="Line 30"/>
            <p:cNvSpPr>
              <a:spLocks noChangeShapeType="1"/>
            </p:cNvSpPr>
            <p:nvPr/>
          </p:nvSpPr>
          <p:spPr bwMode="auto">
            <a:xfrm>
              <a:off x="4659" y="1344"/>
              <a:ext cx="0" cy="771"/>
            </a:xfrm>
            <a:prstGeom prst="line">
              <a:avLst/>
            </a:prstGeom>
            <a:noFill/>
            <a:ln w="28575">
              <a:solidFill>
                <a:schemeClr val="accent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29727" name="Text Box 31"/>
            <p:cNvSpPr txBox="1">
              <a:spLocks noChangeArrowheads="1"/>
            </p:cNvSpPr>
            <p:nvPr/>
          </p:nvSpPr>
          <p:spPr bwMode="auto">
            <a:xfrm>
              <a:off x="4569" y="2069"/>
              <a:ext cx="45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0" i="1">
                  <a:latin typeface="Times New Roman" panose="02020603050405020304" pitchFamily="18" charset="0"/>
                  <a:ea typeface="仿宋_GB2312" pitchFamily="49" charset="-122"/>
                </a:rPr>
                <a:t>t</a:t>
              </a:r>
              <a:r>
                <a:rPr lang="en-US" altLang="zh-CN" sz="2400" b="0" baseline="-25000">
                  <a:latin typeface="Times New Roman" panose="02020603050405020304" pitchFamily="18" charset="0"/>
                  <a:ea typeface="仿宋_GB2312" pitchFamily="49" charset="-122"/>
                </a:rPr>
                <a:t>1</a:t>
              </a:r>
            </a:p>
          </p:txBody>
        </p:sp>
      </p:grpSp>
      <p:sp>
        <p:nvSpPr>
          <p:cNvPr id="29729" name="Text Box 33"/>
          <p:cNvSpPr txBox="1">
            <a:spLocks noChangeArrowheads="1"/>
          </p:cNvSpPr>
          <p:nvPr/>
        </p:nvSpPr>
        <p:spPr bwMode="auto">
          <a:xfrm>
            <a:off x="323850" y="1773238"/>
            <a:ext cx="647700" cy="461665"/>
          </a:xfrm>
          <a:prstGeom prst="rect">
            <a:avLst/>
          </a:prstGeom>
          <a:noFill/>
          <a:ln>
            <a:noFill/>
          </a:ln>
          <a:effectLst/>
          <a:extLst/>
        </p:spPr>
        <p:txBody>
          <a:bodyPr>
            <a:spAutoFit/>
          </a:bodyPr>
          <a:lstStyle/>
          <a:p>
            <a:pPr>
              <a:spcBef>
                <a:spcPct val="50000"/>
              </a:spcBef>
            </a:pPr>
            <a:r>
              <a:rPr lang="zh-CN" altLang="en-US" sz="2400">
                <a:ea typeface="宋体" panose="02010600030101010101" pitchFamily="2" charset="-122"/>
              </a:rPr>
              <a:t>解</a:t>
            </a:r>
          </a:p>
        </p:txBody>
      </p:sp>
      <p:graphicFrame>
        <p:nvGraphicFramePr>
          <p:cNvPr id="29730" name="Object 34"/>
          <p:cNvGraphicFramePr>
            <a:graphicFrameLocks noChangeAspect="1"/>
          </p:cNvGraphicFramePr>
          <p:nvPr>
            <p:extLst>
              <p:ext uri="{D42A27DB-BD31-4B8C-83A1-F6EECF244321}">
                <p14:modId xmlns:p14="http://schemas.microsoft.com/office/powerpoint/2010/main" val="242481531"/>
              </p:ext>
            </p:extLst>
          </p:nvPr>
        </p:nvGraphicFramePr>
        <p:xfrm>
          <a:off x="1460500" y="1803400"/>
          <a:ext cx="3413125" cy="546100"/>
        </p:xfrm>
        <a:graphic>
          <a:graphicData uri="http://schemas.openxmlformats.org/presentationml/2006/ole">
            <mc:AlternateContent xmlns:mc="http://schemas.openxmlformats.org/markup-compatibility/2006">
              <mc:Choice xmlns:v="urn:schemas-microsoft-com:vml" Requires="v">
                <p:oleObj spid="_x0000_s88276" name="Equation" r:id="rId3" imgW="1422360" imgH="228600" progId="Equation.DSMT4">
                  <p:embed/>
                </p:oleObj>
              </mc:Choice>
              <mc:Fallback>
                <p:oleObj name="Equation" r:id="rId3" imgW="1422360" imgH="228600" progId="Equation.DSMT4">
                  <p:embed/>
                  <p:pic>
                    <p:nvPicPr>
                      <p:cNvPr id="29730" name="Object 34"/>
                      <p:cNvPicPr>
                        <a:picLocks noChangeAspect="1" noChangeArrowheads="1"/>
                      </p:cNvPicPr>
                      <p:nvPr/>
                    </p:nvPicPr>
                    <p:blipFill>
                      <a:blip r:embed="rId4"/>
                      <a:srcRect/>
                      <a:stretch>
                        <a:fillRect/>
                      </a:stretch>
                    </p:blipFill>
                    <p:spPr bwMode="auto">
                      <a:xfrm>
                        <a:off x="1460500" y="1803400"/>
                        <a:ext cx="3413125"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31" name="Object 35"/>
          <p:cNvGraphicFramePr>
            <a:graphicFrameLocks noChangeAspect="1"/>
          </p:cNvGraphicFramePr>
          <p:nvPr>
            <p:extLst>
              <p:ext uri="{D42A27DB-BD31-4B8C-83A1-F6EECF244321}">
                <p14:modId xmlns:p14="http://schemas.microsoft.com/office/powerpoint/2010/main" val="210581758"/>
              </p:ext>
            </p:extLst>
          </p:nvPr>
        </p:nvGraphicFramePr>
        <p:xfrm>
          <a:off x="1354138" y="2506663"/>
          <a:ext cx="3268662" cy="473075"/>
        </p:xfrm>
        <a:graphic>
          <a:graphicData uri="http://schemas.openxmlformats.org/presentationml/2006/ole">
            <mc:AlternateContent xmlns:mc="http://schemas.openxmlformats.org/markup-compatibility/2006">
              <mc:Choice xmlns:v="urn:schemas-microsoft-com:vml" Requires="v">
                <p:oleObj spid="_x0000_s88277" name="Equation" r:id="rId5" imgW="1396800" imgH="203040" progId="Equation.DSMT4">
                  <p:embed/>
                </p:oleObj>
              </mc:Choice>
              <mc:Fallback>
                <p:oleObj name="Equation" r:id="rId5" imgW="1396800" imgH="203040" progId="Equation.DSMT4">
                  <p:embed/>
                  <p:pic>
                    <p:nvPicPr>
                      <p:cNvPr id="29731" name="Object 35"/>
                      <p:cNvPicPr>
                        <a:picLocks noChangeAspect="1" noChangeArrowheads="1"/>
                      </p:cNvPicPr>
                      <p:nvPr/>
                    </p:nvPicPr>
                    <p:blipFill>
                      <a:blip r:embed="rId6"/>
                      <a:srcRect/>
                      <a:stretch>
                        <a:fillRect/>
                      </a:stretch>
                    </p:blipFill>
                    <p:spPr bwMode="auto">
                      <a:xfrm>
                        <a:off x="1354138" y="2506663"/>
                        <a:ext cx="3268662" cy="473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32" name="Line 36"/>
          <p:cNvSpPr>
            <a:spLocks noChangeShapeType="1"/>
          </p:cNvSpPr>
          <p:nvPr/>
        </p:nvSpPr>
        <p:spPr bwMode="auto">
          <a:xfrm>
            <a:off x="1042988" y="3429000"/>
            <a:ext cx="720725" cy="0"/>
          </a:xfrm>
          <a:prstGeom prst="line">
            <a:avLst/>
          </a:prstGeom>
          <a:noFill/>
          <a:ln w="76200">
            <a:solidFill>
              <a:srgbClr val="33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aphicFrame>
        <p:nvGraphicFramePr>
          <p:cNvPr id="29733" name="Object 37"/>
          <p:cNvGraphicFramePr>
            <a:graphicFrameLocks noChangeAspect="1"/>
          </p:cNvGraphicFramePr>
          <p:nvPr>
            <p:extLst>
              <p:ext uri="{D42A27DB-BD31-4B8C-83A1-F6EECF244321}">
                <p14:modId xmlns:p14="http://schemas.microsoft.com/office/powerpoint/2010/main" val="1465822450"/>
              </p:ext>
            </p:extLst>
          </p:nvPr>
        </p:nvGraphicFramePr>
        <p:xfrm>
          <a:off x="2071688" y="3238500"/>
          <a:ext cx="1300162" cy="450850"/>
        </p:xfrm>
        <a:graphic>
          <a:graphicData uri="http://schemas.openxmlformats.org/presentationml/2006/ole">
            <mc:AlternateContent xmlns:mc="http://schemas.openxmlformats.org/markup-compatibility/2006">
              <mc:Choice xmlns:v="urn:schemas-microsoft-com:vml" Requires="v">
                <p:oleObj spid="_x0000_s88278" name="Equation" r:id="rId7" imgW="622080" imgH="215640" progId="Equation.DSMT4">
                  <p:embed/>
                </p:oleObj>
              </mc:Choice>
              <mc:Fallback>
                <p:oleObj name="Equation" r:id="rId7" imgW="622080" imgH="215640" progId="Equation.DSMT4">
                  <p:embed/>
                  <p:pic>
                    <p:nvPicPr>
                      <p:cNvPr id="29733" name="Object 37"/>
                      <p:cNvPicPr>
                        <a:picLocks noChangeAspect="1" noChangeArrowheads="1"/>
                      </p:cNvPicPr>
                      <p:nvPr/>
                    </p:nvPicPr>
                    <p:blipFill>
                      <a:blip r:embed="rId8"/>
                      <a:srcRect/>
                      <a:stretch>
                        <a:fillRect/>
                      </a:stretch>
                    </p:blipFill>
                    <p:spPr bwMode="auto">
                      <a:xfrm>
                        <a:off x="2071688" y="3238500"/>
                        <a:ext cx="1300162" cy="450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34" name="Text Box 38"/>
          <p:cNvSpPr txBox="1">
            <a:spLocks noChangeArrowheads="1"/>
          </p:cNvSpPr>
          <p:nvPr/>
        </p:nvSpPr>
        <p:spPr bwMode="auto">
          <a:xfrm>
            <a:off x="611188" y="3933825"/>
            <a:ext cx="54006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由于最大值发生在计时起点右侧</a:t>
            </a:r>
          </a:p>
        </p:txBody>
      </p:sp>
      <p:sp>
        <p:nvSpPr>
          <p:cNvPr id="29735" name="Line 39"/>
          <p:cNvSpPr>
            <a:spLocks noChangeShapeType="1"/>
          </p:cNvSpPr>
          <p:nvPr/>
        </p:nvSpPr>
        <p:spPr bwMode="auto">
          <a:xfrm>
            <a:off x="3779838" y="3502025"/>
            <a:ext cx="576262" cy="0"/>
          </a:xfrm>
          <a:prstGeom prst="line">
            <a:avLst/>
          </a:prstGeom>
          <a:noFill/>
          <a:ln w="76200">
            <a:solidFill>
              <a:srgbClr val="33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aphicFrame>
        <p:nvGraphicFramePr>
          <p:cNvPr id="29736" name="Object 40"/>
          <p:cNvGraphicFramePr>
            <a:graphicFrameLocks noChangeAspect="1"/>
          </p:cNvGraphicFramePr>
          <p:nvPr>
            <p:extLst>
              <p:ext uri="{D42A27DB-BD31-4B8C-83A1-F6EECF244321}">
                <p14:modId xmlns:p14="http://schemas.microsoft.com/office/powerpoint/2010/main" val="677441855"/>
              </p:ext>
            </p:extLst>
          </p:nvPr>
        </p:nvGraphicFramePr>
        <p:xfrm>
          <a:off x="4494213" y="3063875"/>
          <a:ext cx="1106487" cy="831850"/>
        </p:xfrm>
        <a:graphic>
          <a:graphicData uri="http://schemas.openxmlformats.org/presentationml/2006/ole">
            <mc:AlternateContent xmlns:mc="http://schemas.openxmlformats.org/markup-compatibility/2006">
              <mc:Choice xmlns:v="urn:schemas-microsoft-com:vml" Requires="v">
                <p:oleObj spid="_x0000_s88279" name="Equation" r:id="rId9" imgW="520560" imgH="393480" progId="Equation.DSMT4">
                  <p:embed/>
                </p:oleObj>
              </mc:Choice>
              <mc:Fallback>
                <p:oleObj name="Equation" r:id="rId9" imgW="520560" imgH="393480" progId="Equation.DSMT4">
                  <p:embed/>
                  <p:pic>
                    <p:nvPicPr>
                      <p:cNvPr id="29736" name="Object 40"/>
                      <p:cNvPicPr>
                        <a:picLocks noChangeAspect="1" noChangeArrowheads="1"/>
                      </p:cNvPicPr>
                      <p:nvPr/>
                    </p:nvPicPr>
                    <p:blipFill>
                      <a:blip r:embed="rId10"/>
                      <a:srcRect/>
                      <a:stretch>
                        <a:fillRect/>
                      </a:stretch>
                    </p:blipFill>
                    <p:spPr bwMode="auto">
                      <a:xfrm>
                        <a:off x="4494213" y="3063875"/>
                        <a:ext cx="1106487" cy="831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37" name="Object 41"/>
          <p:cNvGraphicFramePr>
            <a:graphicFrameLocks noChangeAspect="1"/>
          </p:cNvGraphicFramePr>
          <p:nvPr>
            <p:extLst>
              <p:ext uri="{D42A27DB-BD31-4B8C-83A1-F6EECF244321}">
                <p14:modId xmlns:p14="http://schemas.microsoft.com/office/powerpoint/2010/main" val="743624704"/>
              </p:ext>
            </p:extLst>
          </p:nvPr>
        </p:nvGraphicFramePr>
        <p:xfrm>
          <a:off x="1184275" y="4510088"/>
          <a:ext cx="3536950" cy="906462"/>
        </p:xfrm>
        <a:graphic>
          <a:graphicData uri="http://schemas.openxmlformats.org/presentationml/2006/ole">
            <mc:AlternateContent xmlns:mc="http://schemas.openxmlformats.org/markup-compatibility/2006">
              <mc:Choice xmlns:v="urn:schemas-microsoft-com:vml" Requires="v">
                <p:oleObj spid="_x0000_s88280" name="Equation" r:id="rId11" imgW="1422360" imgH="393480" progId="Equation.DSMT4">
                  <p:embed/>
                </p:oleObj>
              </mc:Choice>
              <mc:Fallback>
                <p:oleObj name="Equation" r:id="rId11" imgW="1422360" imgH="393480" progId="Equation.DSMT4">
                  <p:embed/>
                  <p:pic>
                    <p:nvPicPr>
                      <p:cNvPr id="29737" name="Object 41"/>
                      <p:cNvPicPr>
                        <a:picLocks noChangeAspect="1" noChangeArrowheads="1"/>
                      </p:cNvPicPr>
                      <p:nvPr/>
                    </p:nvPicPr>
                    <p:blipFill>
                      <a:blip r:embed="rId12"/>
                      <a:srcRect/>
                      <a:stretch>
                        <a:fillRect/>
                      </a:stretch>
                    </p:blipFill>
                    <p:spPr bwMode="auto">
                      <a:xfrm>
                        <a:off x="1184275" y="4510088"/>
                        <a:ext cx="3536950" cy="906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38" name="Object 42"/>
          <p:cNvGraphicFramePr>
            <a:graphicFrameLocks noChangeAspect="1"/>
          </p:cNvGraphicFramePr>
          <p:nvPr>
            <p:extLst>
              <p:ext uri="{D42A27DB-BD31-4B8C-83A1-F6EECF244321}">
                <p14:modId xmlns:p14="http://schemas.microsoft.com/office/powerpoint/2010/main" val="3163281709"/>
              </p:ext>
            </p:extLst>
          </p:nvPr>
        </p:nvGraphicFramePr>
        <p:xfrm>
          <a:off x="746125" y="5529263"/>
          <a:ext cx="3392488" cy="501650"/>
        </p:xfrm>
        <a:graphic>
          <a:graphicData uri="http://schemas.openxmlformats.org/presentationml/2006/ole">
            <mc:AlternateContent xmlns:mc="http://schemas.openxmlformats.org/markup-compatibility/2006">
              <mc:Choice xmlns:v="urn:schemas-microsoft-com:vml" Requires="v">
                <p:oleObj spid="_x0000_s88281" name="Equation" r:id="rId13" imgW="1625400" imgH="241200" progId="Equation.DSMT4">
                  <p:embed/>
                </p:oleObj>
              </mc:Choice>
              <mc:Fallback>
                <p:oleObj name="Equation" r:id="rId13" imgW="1625400" imgH="241200" progId="Equation.DSMT4">
                  <p:embed/>
                  <p:pic>
                    <p:nvPicPr>
                      <p:cNvPr id="29738" name="Object 42"/>
                      <p:cNvPicPr>
                        <a:picLocks noChangeAspect="1" noChangeArrowheads="1"/>
                      </p:cNvPicPr>
                      <p:nvPr/>
                    </p:nvPicPr>
                    <p:blipFill>
                      <a:blip r:embed="rId14"/>
                      <a:srcRect/>
                      <a:stretch>
                        <a:fillRect/>
                      </a:stretch>
                    </p:blipFill>
                    <p:spPr bwMode="auto">
                      <a:xfrm>
                        <a:off x="746125" y="5529263"/>
                        <a:ext cx="3392488"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39" name="Line 43"/>
          <p:cNvSpPr>
            <a:spLocks noChangeShapeType="1"/>
          </p:cNvSpPr>
          <p:nvPr/>
        </p:nvSpPr>
        <p:spPr bwMode="auto">
          <a:xfrm>
            <a:off x="4643438" y="5805488"/>
            <a:ext cx="647700" cy="0"/>
          </a:xfrm>
          <a:prstGeom prst="line">
            <a:avLst/>
          </a:prstGeom>
          <a:noFill/>
          <a:ln w="76200">
            <a:solidFill>
              <a:srgbClr val="33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aphicFrame>
        <p:nvGraphicFramePr>
          <p:cNvPr id="29740" name="Object 44"/>
          <p:cNvGraphicFramePr>
            <a:graphicFrameLocks noChangeAspect="1"/>
          </p:cNvGraphicFramePr>
          <p:nvPr>
            <p:extLst>
              <p:ext uri="{D42A27DB-BD31-4B8C-83A1-F6EECF244321}">
                <p14:modId xmlns:p14="http://schemas.microsoft.com/office/powerpoint/2010/main" val="4012213318"/>
              </p:ext>
            </p:extLst>
          </p:nvPr>
        </p:nvGraphicFramePr>
        <p:xfrm>
          <a:off x="5629275" y="5372100"/>
          <a:ext cx="2692400" cy="876300"/>
        </p:xfrm>
        <a:graphic>
          <a:graphicData uri="http://schemas.openxmlformats.org/presentationml/2006/ole">
            <mc:AlternateContent xmlns:mc="http://schemas.openxmlformats.org/markup-compatibility/2006">
              <mc:Choice xmlns:v="urn:schemas-microsoft-com:vml" Requires="v">
                <p:oleObj spid="_x0000_s88282" name="Equation" r:id="rId15" imgW="1143000" imgH="393480" progId="Equation.DSMT4">
                  <p:embed/>
                </p:oleObj>
              </mc:Choice>
              <mc:Fallback>
                <p:oleObj name="Equation" r:id="rId15" imgW="1143000" imgH="393480" progId="Equation.DSMT4">
                  <p:embed/>
                  <p:pic>
                    <p:nvPicPr>
                      <p:cNvPr id="29740" name="Object 44"/>
                      <p:cNvPicPr>
                        <a:picLocks noChangeAspect="1" noChangeArrowheads="1"/>
                      </p:cNvPicPr>
                      <p:nvPr/>
                    </p:nvPicPr>
                    <p:blipFill>
                      <a:blip r:embed="rId16"/>
                      <a:srcRect/>
                      <a:stretch>
                        <a:fillRect/>
                      </a:stretch>
                    </p:blipFill>
                    <p:spPr bwMode="auto">
                      <a:xfrm>
                        <a:off x="5629275" y="5372100"/>
                        <a:ext cx="2692400" cy="876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1320270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withEffect">
                                  <p:stCondLst>
                                    <p:cond delay="0"/>
                                  </p:stCondLst>
                                  <p:childTnLst>
                                    <p:set>
                                      <p:cBhvr>
                                        <p:cTn id="6" dur="1" fill="hold">
                                          <p:stCondLst>
                                            <p:cond delay="0"/>
                                          </p:stCondLst>
                                        </p:cTn>
                                        <p:tgtEl>
                                          <p:spTgt spid="29698"/>
                                        </p:tgtEl>
                                        <p:attrNameLst>
                                          <p:attrName>style.visibility</p:attrName>
                                        </p:attrNameLst>
                                      </p:cBhvr>
                                      <p:to>
                                        <p:strVal val="visible"/>
                                      </p:to>
                                    </p:set>
                                    <p:anim calcmode="lin" valueType="num">
                                      <p:cBhvr>
                                        <p:cTn id="7" dur="1000" fill="hold"/>
                                        <p:tgtEl>
                                          <p:spTgt spid="29698"/>
                                        </p:tgtEl>
                                        <p:attrNameLst>
                                          <p:attrName>ppt_w</p:attrName>
                                        </p:attrNameLst>
                                      </p:cBhvr>
                                      <p:tavLst>
                                        <p:tav tm="0">
                                          <p:val>
                                            <p:fltVal val="0"/>
                                          </p:val>
                                        </p:tav>
                                        <p:tav tm="100000">
                                          <p:val>
                                            <p:strVal val="#ppt_w"/>
                                          </p:val>
                                        </p:tav>
                                      </p:tavLst>
                                    </p:anim>
                                    <p:anim calcmode="lin" valueType="num">
                                      <p:cBhvr>
                                        <p:cTn id="8" dur="1000" fill="hold"/>
                                        <p:tgtEl>
                                          <p:spTgt spid="29698"/>
                                        </p:tgtEl>
                                        <p:attrNameLst>
                                          <p:attrName>ppt_h</p:attrName>
                                        </p:attrNameLst>
                                      </p:cBhvr>
                                      <p:tavLst>
                                        <p:tav tm="0">
                                          <p:val>
                                            <p:fltVal val="0"/>
                                          </p:val>
                                        </p:tav>
                                        <p:tav tm="100000">
                                          <p:val>
                                            <p:strVal val="#ppt_h"/>
                                          </p:val>
                                        </p:tav>
                                      </p:tavLst>
                                    </p:anim>
                                    <p:anim calcmode="lin" valueType="num">
                                      <p:cBhvr>
                                        <p:cTn id="9" dur="1000" fill="hold"/>
                                        <p:tgtEl>
                                          <p:spTgt spid="29698"/>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9698"/>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3" presetClass="entr" presetSubtype="10" fill="hold" nodeType="afterEffect">
                                  <p:stCondLst>
                                    <p:cond delay="0"/>
                                  </p:stCondLst>
                                  <p:childTnLst>
                                    <p:set>
                                      <p:cBhvr>
                                        <p:cTn id="13" dur="1" fill="hold">
                                          <p:stCondLst>
                                            <p:cond delay="0"/>
                                          </p:stCondLst>
                                        </p:cTn>
                                        <p:tgtEl>
                                          <p:spTgt spid="29754"/>
                                        </p:tgtEl>
                                        <p:attrNameLst>
                                          <p:attrName>style.visibility</p:attrName>
                                        </p:attrNameLst>
                                      </p:cBhvr>
                                      <p:to>
                                        <p:strVal val="visible"/>
                                      </p:to>
                                    </p:set>
                                    <p:animEffect transition="in" filter="blinds(horizontal)">
                                      <p:cBhvr>
                                        <p:cTn id="14" dur="500"/>
                                        <p:tgtEl>
                                          <p:spTgt spid="29754"/>
                                        </p:tgtEl>
                                      </p:cBhvr>
                                    </p:animEffect>
                                  </p:childTnLst>
                                </p:cTn>
                              </p:par>
                            </p:childTnLst>
                          </p:cTn>
                        </p:par>
                        <p:par>
                          <p:cTn id="15" fill="hold" nodeType="afterGroup">
                            <p:stCondLst>
                              <p:cond delay="1500"/>
                            </p:stCondLst>
                            <p:childTnLst>
                              <p:par>
                                <p:cTn id="16" presetID="2" presetClass="entr" presetSubtype="1" fill="hold" grpId="0" nodeType="afterEffect">
                                  <p:stCondLst>
                                    <p:cond delay="0"/>
                                  </p:stCondLst>
                                  <p:childTnLst>
                                    <p:set>
                                      <p:cBhvr>
                                        <p:cTn id="17" dur="1" fill="hold">
                                          <p:stCondLst>
                                            <p:cond delay="0"/>
                                          </p:stCondLst>
                                        </p:cTn>
                                        <p:tgtEl>
                                          <p:spTgt spid="29725"/>
                                        </p:tgtEl>
                                        <p:attrNameLst>
                                          <p:attrName>style.visibility</p:attrName>
                                        </p:attrNameLst>
                                      </p:cBhvr>
                                      <p:to>
                                        <p:strVal val="visible"/>
                                      </p:to>
                                    </p:set>
                                    <p:anim calcmode="lin" valueType="num">
                                      <p:cBhvr additive="base">
                                        <p:cTn id="18" dur="500" fill="hold"/>
                                        <p:tgtEl>
                                          <p:spTgt spid="29725"/>
                                        </p:tgtEl>
                                        <p:attrNameLst>
                                          <p:attrName>ppt_x</p:attrName>
                                        </p:attrNameLst>
                                      </p:cBhvr>
                                      <p:tavLst>
                                        <p:tav tm="0">
                                          <p:val>
                                            <p:strVal val="#ppt_x"/>
                                          </p:val>
                                        </p:tav>
                                        <p:tav tm="100000">
                                          <p:val>
                                            <p:strVal val="#ppt_x"/>
                                          </p:val>
                                        </p:tav>
                                      </p:tavLst>
                                    </p:anim>
                                    <p:anim calcmode="lin" valueType="num">
                                      <p:cBhvr additive="base">
                                        <p:cTn id="19" dur="500" fill="hold"/>
                                        <p:tgtEl>
                                          <p:spTgt spid="29725"/>
                                        </p:tgtEl>
                                        <p:attrNameLst>
                                          <p:attrName>ppt_y</p:attrName>
                                        </p:attrNameLst>
                                      </p:cBhvr>
                                      <p:tavLst>
                                        <p:tav tm="0">
                                          <p:val>
                                            <p:strVal val="0-#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5" presetClass="entr" presetSubtype="0" fill="hold" grpId="0" nodeType="clickEffect">
                                  <p:stCondLst>
                                    <p:cond delay="0"/>
                                  </p:stCondLst>
                                  <p:childTnLst>
                                    <p:set>
                                      <p:cBhvr>
                                        <p:cTn id="23" dur="1" fill="hold">
                                          <p:stCondLst>
                                            <p:cond delay="0"/>
                                          </p:stCondLst>
                                        </p:cTn>
                                        <p:tgtEl>
                                          <p:spTgt spid="29729"/>
                                        </p:tgtEl>
                                        <p:attrNameLst>
                                          <p:attrName>style.visibility</p:attrName>
                                        </p:attrNameLst>
                                      </p:cBhvr>
                                      <p:to>
                                        <p:strVal val="visible"/>
                                      </p:to>
                                    </p:set>
                                    <p:anim calcmode="lin" valueType="num">
                                      <p:cBhvr>
                                        <p:cTn id="24" dur="1000" fill="hold"/>
                                        <p:tgtEl>
                                          <p:spTgt spid="29729"/>
                                        </p:tgtEl>
                                        <p:attrNameLst>
                                          <p:attrName>ppt_w</p:attrName>
                                        </p:attrNameLst>
                                      </p:cBhvr>
                                      <p:tavLst>
                                        <p:tav tm="0">
                                          <p:val>
                                            <p:fltVal val="0"/>
                                          </p:val>
                                        </p:tav>
                                        <p:tav tm="100000">
                                          <p:val>
                                            <p:strVal val="#ppt_w"/>
                                          </p:val>
                                        </p:tav>
                                      </p:tavLst>
                                    </p:anim>
                                    <p:anim calcmode="lin" valueType="num">
                                      <p:cBhvr>
                                        <p:cTn id="25" dur="1000" fill="hold"/>
                                        <p:tgtEl>
                                          <p:spTgt spid="29729"/>
                                        </p:tgtEl>
                                        <p:attrNameLst>
                                          <p:attrName>ppt_h</p:attrName>
                                        </p:attrNameLst>
                                      </p:cBhvr>
                                      <p:tavLst>
                                        <p:tav tm="0">
                                          <p:val>
                                            <p:fltVal val="0"/>
                                          </p:val>
                                        </p:tav>
                                        <p:tav tm="100000">
                                          <p:val>
                                            <p:strVal val="#ppt_h"/>
                                          </p:val>
                                        </p:tav>
                                      </p:tavLst>
                                    </p:anim>
                                    <p:anim calcmode="lin" valueType="num">
                                      <p:cBhvr>
                                        <p:cTn id="26" dur="1000" fill="hold"/>
                                        <p:tgtEl>
                                          <p:spTgt spid="29729"/>
                                        </p:tgtEl>
                                        <p:attrNameLst>
                                          <p:attrName>ppt_x</p:attrName>
                                        </p:attrNameLst>
                                      </p:cBhvr>
                                      <p:tavLst>
                                        <p:tav tm="0" fmla="#ppt_x+(cos(-2*pi*(1-$))*-#ppt_x-sin(-2*pi*(1-$))*(1-#ppt_y))*(1-$)">
                                          <p:val>
                                            <p:fltVal val="0"/>
                                          </p:val>
                                        </p:tav>
                                        <p:tav tm="100000">
                                          <p:val>
                                            <p:fltVal val="1"/>
                                          </p:val>
                                        </p:tav>
                                      </p:tavLst>
                                    </p:anim>
                                    <p:anim calcmode="lin" valueType="num">
                                      <p:cBhvr>
                                        <p:cTn id="27" dur="1000" fill="hold"/>
                                        <p:tgtEl>
                                          <p:spTgt spid="2972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9730"/>
                                        </p:tgtEl>
                                        <p:attrNameLst>
                                          <p:attrName>style.visibility</p:attrName>
                                        </p:attrNameLst>
                                      </p:cBhvr>
                                      <p:to>
                                        <p:strVal val="visible"/>
                                      </p:to>
                                    </p:set>
                                    <p:animEffect transition="in" filter="wipe(left)">
                                      <p:cBhvr>
                                        <p:cTn id="32" dur="1000"/>
                                        <p:tgtEl>
                                          <p:spTgt spid="2973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9731"/>
                                        </p:tgtEl>
                                        <p:attrNameLst>
                                          <p:attrName>style.visibility</p:attrName>
                                        </p:attrNameLst>
                                      </p:cBhvr>
                                      <p:to>
                                        <p:strVal val="visible"/>
                                      </p:to>
                                    </p:set>
                                    <p:animEffect transition="in" filter="wipe(left)">
                                      <p:cBhvr>
                                        <p:cTn id="37" dur="2000"/>
                                        <p:tgtEl>
                                          <p:spTgt spid="2973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8" fill="hold" nodeType="clickEffect">
                                  <p:stCondLst>
                                    <p:cond delay="0"/>
                                  </p:stCondLst>
                                  <p:childTnLst>
                                    <p:set>
                                      <p:cBhvr>
                                        <p:cTn id="41" dur="1" fill="hold">
                                          <p:stCondLst>
                                            <p:cond delay="0"/>
                                          </p:stCondLst>
                                        </p:cTn>
                                        <p:tgtEl>
                                          <p:spTgt spid="29732"/>
                                        </p:tgtEl>
                                        <p:attrNameLst>
                                          <p:attrName>style.visibility</p:attrName>
                                        </p:attrNameLst>
                                      </p:cBhvr>
                                      <p:to>
                                        <p:strVal val="visible"/>
                                      </p:to>
                                    </p:set>
                                    <p:animEffect transition="in" filter="slide(fromLeft)">
                                      <p:cBhvr>
                                        <p:cTn id="42" dur="500"/>
                                        <p:tgtEl>
                                          <p:spTgt spid="29732"/>
                                        </p:tgtEl>
                                      </p:cBhvr>
                                    </p:animEffect>
                                  </p:childTnLst>
                                </p:cTn>
                              </p:par>
                            </p:childTnLst>
                          </p:cTn>
                        </p:par>
                        <p:par>
                          <p:cTn id="43" fill="hold" nodeType="afterGroup">
                            <p:stCondLst>
                              <p:cond delay="500"/>
                            </p:stCondLst>
                            <p:childTnLst>
                              <p:par>
                                <p:cTn id="44" presetID="22" presetClass="entr" presetSubtype="8" fill="hold" nodeType="afterEffect">
                                  <p:stCondLst>
                                    <p:cond delay="0"/>
                                  </p:stCondLst>
                                  <p:childTnLst>
                                    <p:set>
                                      <p:cBhvr>
                                        <p:cTn id="45" dur="1" fill="hold">
                                          <p:stCondLst>
                                            <p:cond delay="0"/>
                                          </p:stCondLst>
                                        </p:cTn>
                                        <p:tgtEl>
                                          <p:spTgt spid="29733"/>
                                        </p:tgtEl>
                                        <p:attrNameLst>
                                          <p:attrName>style.visibility</p:attrName>
                                        </p:attrNameLst>
                                      </p:cBhvr>
                                      <p:to>
                                        <p:strVal val="visible"/>
                                      </p:to>
                                    </p:set>
                                    <p:animEffect transition="in" filter="wipe(left)">
                                      <p:cBhvr>
                                        <p:cTn id="46" dur="1000"/>
                                        <p:tgtEl>
                                          <p:spTgt spid="2973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9734"/>
                                        </p:tgtEl>
                                        <p:attrNameLst>
                                          <p:attrName>style.visibility</p:attrName>
                                        </p:attrNameLst>
                                      </p:cBhvr>
                                      <p:to>
                                        <p:strVal val="visible"/>
                                      </p:to>
                                    </p:set>
                                    <p:animEffect transition="in" filter="wipe(left)">
                                      <p:cBhvr>
                                        <p:cTn id="51" dur="2000"/>
                                        <p:tgtEl>
                                          <p:spTgt spid="29734"/>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2" presetClass="entr" presetSubtype="8" fill="hold" nodeType="clickEffect">
                                  <p:stCondLst>
                                    <p:cond delay="0"/>
                                  </p:stCondLst>
                                  <p:childTnLst>
                                    <p:set>
                                      <p:cBhvr>
                                        <p:cTn id="55" dur="1" fill="hold">
                                          <p:stCondLst>
                                            <p:cond delay="0"/>
                                          </p:stCondLst>
                                        </p:cTn>
                                        <p:tgtEl>
                                          <p:spTgt spid="29735"/>
                                        </p:tgtEl>
                                        <p:attrNameLst>
                                          <p:attrName>style.visibility</p:attrName>
                                        </p:attrNameLst>
                                      </p:cBhvr>
                                      <p:to>
                                        <p:strVal val="visible"/>
                                      </p:to>
                                    </p:set>
                                    <p:animEffect transition="in" filter="slide(fromLeft)">
                                      <p:cBhvr>
                                        <p:cTn id="56" dur="500"/>
                                        <p:tgtEl>
                                          <p:spTgt spid="29735"/>
                                        </p:tgtEl>
                                      </p:cBhvr>
                                    </p:animEffect>
                                  </p:childTnLst>
                                </p:cTn>
                              </p:par>
                            </p:childTnLst>
                          </p:cTn>
                        </p:par>
                        <p:par>
                          <p:cTn id="57" fill="hold" nodeType="afterGroup">
                            <p:stCondLst>
                              <p:cond delay="500"/>
                            </p:stCondLst>
                            <p:childTnLst>
                              <p:par>
                                <p:cTn id="58" presetID="22" presetClass="entr" presetSubtype="8" fill="hold" nodeType="afterEffect">
                                  <p:stCondLst>
                                    <p:cond delay="0"/>
                                  </p:stCondLst>
                                  <p:childTnLst>
                                    <p:set>
                                      <p:cBhvr>
                                        <p:cTn id="59" dur="1" fill="hold">
                                          <p:stCondLst>
                                            <p:cond delay="0"/>
                                          </p:stCondLst>
                                        </p:cTn>
                                        <p:tgtEl>
                                          <p:spTgt spid="29736"/>
                                        </p:tgtEl>
                                        <p:attrNameLst>
                                          <p:attrName>style.visibility</p:attrName>
                                        </p:attrNameLst>
                                      </p:cBhvr>
                                      <p:to>
                                        <p:strVal val="visible"/>
                                      </p:to>
                                    </p:set>
                                    <p:animEffect transition="in" filter="wipe(left)">
                                      <p:cBhvr>
                                        <p:cTn id="60" dur="1000"/>
                                        <p:tgtEl>
                                          <p:spTgt spid="29736"/>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29737"/>
                                        </p:tgtEl>
                                        <p:attrNameLst>
                                          <p:attrName>style.visibility</p:attrName>
                                        </p:attrNameLst>
                                      </p:cBhvr>
                                      <p:to>
                                        <p:strVal val="visible"/>
                                      </p:to>
                                    </p:set>
                                    <p:animEffect transition="in" filter="wipe(left)">
                                      <p:cBhvr>
                                        <p:cTn id="65" dur="2000"/>
                                        <p:tgtEl>
                                          <p:spTgt spid="29737"/>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29738"/>
                                        </p:tgtEl>
                                        <p:attrNameLst>
                                          <p:attrName>style.visibility</p:attrName>
                                        </p:attrNameLst>
                                      </p:cBhvr>
                                      <p:to>
                                        <p:strVal val="visible"/>
                                      </p:to>
                                    </p:set>
                                    <p:animEffect transition="in" filter="wipe(left)">
                                      <p:cBhvr>
                                        <p:cTn id="70" dur="2000"/>
                                        <p:tgtEl>
                                          <p:spTgt spid="29738"/>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12" presetClass="entr" presetSubtype="8" fill="hold" nodeType="clickEffect">
                                  <p:stCondLst>
                                    <p:cond delay="0"/>
                                  </p:stCondLst>
                                  <p:childTnLst>
                                    <p:set>
                                      <p:cBhvr>
                                        <p:cTn id="74" dur="1" fill="hold">
                                          <p:stCondLst>
                                            <p:cond delay="0"/>
                                          </p:stCondLst>
                                        </p:cTn>
                                        <p:tgtEl>
                                          <p:spTgt spid="29739"/>
                                        </p:tgtEl>
                                        <p:attrNameLst>
                                          <p:attrName>style.visibility</p:attrName>
                                        </p:attrNameLst>
                                      </p:cBhvr>
                                      <p:to>
                                        <p:strVal val="visible"/>
                                      </p:to>
                                    </p:set>
                                    <p:animEffect transition="in" filter="slide(fromLeft)">
                                      <p:cBhvr>
                                        <p:cTn id="75" dur="500"/>
                                        <p:tgtEl>
                                          <p:spTgt spid="29739"/>
                                        </p:tgtEl>
                                      </p:cBhvr>
                                    </p:animEffect>
                                  </p:childTnLst>
                                </p:cTn>
                              </p:par>
                            </p:childTnLst>
                          </p:cTn>
                        </p:par>
                        <p:par>
                          <p:cTn id="76" fill="hold" nodeType="afterGroup">
                            <p:stCondLst>
                              <p:cond delay="500"/>
                            </p:stCondLst>
                            <p:childTnLst>
                              <p:par>
                                <p:cTn id="77" presetID="2" presetClass="entr" presetSubtype="2" fill="hold" nodeType="afterEffect">
                                  <p:stCondLst>
                                    <p:cond delay="0"/>
                                  </p:stCondLst>
                                  <p:childTnLst>
                                    <p:set>
                                      <p:cBhvr>
                                        <p:cTn id="78" dur="1" fill="hold">
                                          <p:stCondLst>
                                            <p:cond delay="0"/>
                                          </p:stCondLst>
                                        </p:cTn>
                                        <p:tgtEl>
                                          <p:spTgt spid="29740"/>
                                        </p:tgtEl>
                                        <p:attrNameLst>
                                          <p:attrName>style.visibility</p:attrName>
                                        </p:attrNameLst>
                                      </p:cBhvr>
                                      <p:to>
                                        <p:strVal val="visible"/>
                                      </p:to>
                                    </p:set>
                                    <p:anim calcmode="lin" valueType="num">
                                      <p:cBhvr additive="base">
                                        <p:cTn id="79" dur="500" fill="hold"/>
                                        <p:tgtEl>
                                          <p:spTgt spid="29740"/>
                                        </p:tgtEl>
                                        <p:attrNameLst>
                                          <p:attrName>ppt_x</p:attrName>
                                        </p:attrNameLst>
                                      </p:cBhvr>
                                      <p:tavLst>
                                        <p:tav tm="0">
                                          <p:val>
                                            <p:strVal val="1+#ppt_w/2"/>
                                          </p:val>
                                        </p:tav>
                                        <p:tav tm="100000">
                                          <p:val>
                                            <p:strVal val="#ppt_x"/>
                                          </p:val>
                                        </p:tav>
                                      </p:tavLst>
                                    </p:anim>
                                    <p:anim calcmode="lin" valueType="num">
                                      <p:cBhvr additive="base">
                                        <p:cTn id="80" dur="500" fill="hold"/>
                                        <p:tgtEl>
                                          <p:spTgt spid="297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p:bldP spid="29725" grpId="0"/>
      <p:bldP spid="29729" grpId="0"/>
      <p:bldP spid="2973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395288" y="620713"/>
            <a:ext cx="5976937" cy="523220"/>
          </a:xfrm>
          <a:prstGeom prst="rect">
            <a:avLst/>
          </a:prstGeom>
          <a:noFill/>
          <a:ln>
            <a:noFill/>
          </a:ln>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9525">
                <a:solidFill>
                  <a:schemeClr val="tx1"/>
                </a:solidFill>
                <a:miter lim="800000"/>
                <a:headEnd/>
                <a:tailEnd/>
              </a14:hiddenLine>
            </a:ext>
          </a:extLst>
        </p:spPr>
        <p:txBody>
          <a:bodyPr lIns="198000" rIns="198000">
            <a:spAutoFit/>
          </a:bodyPr>
          <a:lstStyle/>
          <a:p>
            <a:r>
              <a:rPr kumimoji="1" lang="en-US" altLang="zh-CN" sz="2800" dirty="0">
                <a:latin typeface="楷体_GB2312" pitchFamily="49" charset="-122"/>
              </a:rPr>
              <a:t>3. </a:t>
            </a:r>
            <a:r>
              <a:rPr kumimoji="1" lang="zh-CN" altLang="en-US" sz="2800" dirty="0">
                <a:latin typeface="楷体_GB2312" pitchFamily="49" charset="-122"/>
              </a:rPr>
              <a:t>同频率正弦量的相位差</a:t>
            </a:r>
            <a:endParaRPr kumimoji="1" lang="zh-CN" altLang="en-US" sz="2800" b="0" dirty="0"/>
          </a:p>
        </p:txBody>
      </p:sp>
      <p:sp>
        <p:nvSpPr>
          <p:cNvPr id="30723" name="Text Box 3"/>
          <p:cNvSpPr txBox="1">
            <a:spLocks noChangeArrowheads="1"/>
          </p:cNvSpPr>
          <p:nvPr/>
        </p:nvSpPr>
        <p:spPr bwMode="auto">
          <a:xfrm>
            <a:off x="684213" y="1341438"/>
            <a:ext cx="5751896"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zh-CN" altLang="en-US" sz="2400"/>
              <a:t>设</a:t>
            </a:r>
            <a:r>
              <a:rPr kumimoji="1" lang="zh-CN" altLang="en-US" sz="2400" b="0">
                <a:ea typeface="宋体" panose="02010600030101010101" pitchFamily="2" charset="-122"/>
              </a:rPr>
              <a:t>  </a:t>
            </a:r>
            <a:r>
              <a:rPr kumimoji="1" lang="en-US" altLang="zh-CN" sz="2400" b="0" i="1">
                <a:ea typeface="宋体" panose="02010600030101010101" pitchFamily="2" charset="-122"/>
              </a:rPr>
              <a:t>u</a:t>
            </a:r>
            <a:r>
              <a:rPr kumimoji="1" lang="en-US" altLang="zh-CN" sz="2400" b="0">
                <a:ea typeface="宋体" panose="02010600030101010101" pitchFamily="2" charset="-122"/>
              </a:rPr>
              <a:t>(</a:t>
            </a:r>
            <a:r>
              <a:rPr kumimoji="1" lang="en-US" altLang="zh-CN" sz="2400" b="0" i="1">
                <a:ea typeface="宋体" panose="02010600030101010101" pitchFamily="2" charset="-122"/>
              </a:rPr>
              <a:t>t</a:t>
            </a:r>
            <a:r>
              <a:rPr kumimoji="1" lang="en-US" altLang="zh-CN" sz="2400" b="0">
                <a:ea typeface="宋体" panose="02010600030101010101" pitchFamily="2" charset="-122"/>
              </a:rPr>
              <a:t>)=</a:t>
            </a:r>
            <a:r>
              <a:rPr kumimoji="1" lang="en-US" altLang="zh-CN" sz="2400" b="0" i="1">
                <a:ea typeface="宋体" panose="02010600030101010101" pitchFamily="2" charset="-122"/>
              </a:rPr>
              <a:t>U</a:t>
            </a:r>
            <a:r>
              <a:rPr kumimoji="1" lang="en-US" altLang="zh-CN" sz="2400" b="0" baseline="-25000">
                <a:ea typeface="宋体" panose="02010600030101010101" pitchFamily="2" charset="-122"/>
              </a:rPr>
              <a:t>m</a:t>
            </a:r>
            <a:r>
              <a:rPr kumimoji="1" lang="en-US" altLang="zh-CN" sz="2400" b="0">
                <a:ea typeface="宋体" panose="02010600030101010101" pitchFamily="2" charset="-122"/>
              </a:rPr>
              <a:t>cos(</a:t>
            </a:r>
            <a:r>
              <a:rPr kumimoji="1" lang="en-US" altLang="zh-CN" sz="2400" b="0" i="1">
                <a:latin typeface="Symbol" panose="05050102010706020507" pitchFamily="18" charset="2"/>
                <a:ea typeface="宋体" panose="02010600030101010101" pitchFamily="2" charset="-122"/>
              </a:rPr>
              <a:t>w </a:t>
            </a:r>
            <a:r>
              <a:rPr kumimoji="1" lang="en-US" altLang="zh-CN" sz="2400" b="0" i="1">
                <a:ea typeface="宋体" panose="02010600030101010101" pitchFamily="2" charset="-122"/>
              </a:rPr>
              <a:t>t</a:t>
            </a:r>
            <a:r>
              <a:rPr kumimoji="1" lang="en-US" altLang="zh-CN" sz="2400" b="0">
                <a:ea typeface="宋体" panose="02010600030101010101" pitchFamily="2" charset="-122"/>
              </a:rPr>
              <a:t>+</a:t>
            </a:r>
            <a:r>
              <a:rPr kumimoji="1" lang="en-US" altLang="zh-CN" sz="2400" b="0" i="1">
                <a:latin typeface="Symbol" panose="05050102010706020507" pitchFamily="18" charset="2"/>
                <a:ea typeface="宋体" panose="02010600030101010101" pitchFamily="2" charset="-122"/>
              </a:rPr>
              <a:t>y </a:t>
            </a:r>
            <a:r>
              <a:rPr kumimoji="1" lang="en-US" altLang="zh-CN" sz="2400" b="0" i="1" baseline="-25000">
                <a:ea typeface="宋体" panose="02010600030101010101" pitchFamily="2" charset="-122"/>
              </a:rPr>
              <a:t>u</a:t>
            </a:r>
            <a:r>
              <a:rPr kumimoji="1" lang="en-US" altLang="zh-CN" sz="2400" b="0">
                <a:ea typeface="宋体" panose="02010600030101010101" pitchFamily="2" charset="-122"/>
              </a:rPr>
              <a:t>),  </a:t>
            </a:r>
            <a:r>
              <a:rPr kumimoji="1" lang="en-US" altLang="zh-CN" sz="2400" b="0" i="1">
                <a:ea typeface="宋体" panose="02010600030101010101" pitchFamily="2" charset="-122"/>
              </a:rPr>
              <a:t>i</a:t>
            </a:r>
            <a:r>
              <a:rPr kumimoji="1" lang="en-US" altLang="zh-CN" sz="2400" b="0">
                <a:ea typeface="宋体" panose="02010600030101010101" pitchFamily="2" charset="-122"/>
              </a:rPr>
              <a:t>(</a:t>
            </a:r>
            <a:r>
              <a:rPr kumimoji="1" lang="en-US" altLang="zh-CN" sz="2400" b="0" i="1">
                <a:ea typeface="宋体" panose="02010600030101010101" pitchFamily="2" charset="-122"/>
              </a:rPr>
              <a:t>t</a:t>
            </a:r>
            <a:r>
              <a:rPr kumimoji="1" lang="en-US" altLang="zh-CN" sz="2400" b="0">
                <a:ea typeface="宋体" panose="02010600030101010101" pitchFamily="2" charset="-122"/>
              </a:rPr>
              <a:t>)=</a:t>
            </a:r>
            <a:r>
              <a:rPr kumimoji="1" lang="en-US" altLang="zh-CN" sz="2400" b="0" i="1">
                <a:ea typeface="宋体" panose="02010600030101010101" pitchFamily="2" charset="-122"/>
              </a:rPr>
              <a:t>I</a:t>
            </a:r>
            <a:r>
              <a:rPr kumimoji="1" lang="en-US" altLang="zh-CN" sz="2400" b="0" baseline="-25000">
                <a:ea typeface="宋体" panose="02010600030101010101" pitchFamily="2" charset="-122"/>
              </a:rPr>
              <a:t>m</a:t>
            </a:r>
            <a:r>
              <a:rPr kumimoji="1" lang="en-US" altLang="zh-CN" sz="2400" b="0">
                <a:ea typeface="宋体" panose="02010600030101010101" pitchFamily="2" charset="-122"/>
              </a:rPr>
              <a:t>cos(</a:t>
            </a:r>
            <a:r>
              <a:rPr kumimoji="1" lang="en-US" altLang="zh-CN" sz="2400" b="0" i="1">
                <a:latin typeface="Symbol" panose="05050102010706020507" pitchFamily="18" charset="2"/>
                <a:ea typeface="宋体" panose="02010600030101010101" pitchFamily="2" charset="-122"/>
              </a:rPr>
              <a:t>w </a:t>
            </a:r>
            <a:r>
              <a:rPr kumimoji="1" lang="en-US" altLang="zh-CN" sz="2400" b="0" i="1">
                <a:ea typeface="宋体" panose="02010600030101010101" pitchFamily="2" charset="-122"/>
              </a:rPr>
              <a:t>t</a:t>
            </a:r>
            <a:r>
              <a:rPr kumimoji="1" lang="en-US" altLang="zh-CN" sz="2400" b="0">
                <a:ea typeface="宋体" panose="02010600030101010101" pitchFamily="2" charset="-122"/>
              </a:rPr>
              <a:t>+</a:t>
            </a:r>
            <a:r>
              <a:rPr kumimoji="1" lang="en-US" altLang="zh-CN" sz="2400" b="0" i="1">
                <a:latin typeface="Symbol" panose="05050102010706020507" pitchFamily="18" charset="2"/>
                <a:ea typeface="宋体" panose="02010600030101010101" pitchFamily="2" charset="-122"/>
              </a:rPr>
              <a:t>y </a:t>
            </a:r>
            <a:r>
              <a:rPr kumimoji="1" lang="en-US" altLang="zh-CN" sz="2400" b="0" i="1" baseline="-25000">
                <a:ea typeface="宋体" panose="02010600030101010101" pitchFamily="2" charset="-122"/>
              </a:rPr>
              <a:t>i</a:t>
            </a:r>
            <a:r>
              <a:rPr kumimoji="1" lang="en-US" altLang="zh-CN" sz="2400" b="0">
                <a:ea typeface="宋体" panose="02010600030101010101" pitchFamily="2" charset="-122"/>
              </a:rPr>
              <a:t>)</a:t>
            </a:r>
          </a:p>
        </p:txBody>
      </p:sp>
      <p:sp>
        <p:nvSpPr>
          <p:cNvPr id="30724" name="Text Box 4"/>
          <p:cNvSpPr txBox="1">
            <a:spLocks noChangeArrowheads="1"/>
          </p:cNvSpPr>
          <p:nvPr/>
        </p:nvSpPr>
        <p:spPr bwMode="auto">
          <a:xfrm>
            <a:off x="611188" y="2060575"/>
            <a:ext cx="7999412"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zh-CN" altLang="en-US" sz="2400"/>
              <a:t>相位差</a:t>
            </a:r>
            <a:r>
              <a:rPr kumimoji="1" lang="zh-CN" altLang="en-US" sz="2400">
                <a:ea typeface="宋体" panose="02010600030101010101" pitchFamily="2" charset="-122"/>
              </a:rPr>
              <a:t> ：</a:t>
            </a:r>
            <a:r>
              <a:rPr kumimoji="1" lang="en-US" altLang="zh-CN" sz="2400" b="0" i="1">
                <a:latin typeface="Symbol" panose="05050102010706020507" pitchFamily="18" charset="2"/>
                <a:ea typeface="宋体" panose="02010600030101010101" pitchFamily="2" charset="-122"/>
              </a:rPr>
              <a:t>j  </a:t>
            </a:r>
            <a:r>
              <a:rPr kumimoji="1" lang="en-US" altLang="zh-CN" sz="2400" b="0">
                <a:ea typeface="宋体" panose="02010600030101010101" pitchFamily="2" charset="-122"/>
              </a:rPr>
              <a:t>= (</a:t>
            </a:r>
            <a:r>
              <a:rPr kumimoji="1" lang="en-US" altLang="zh-CN" sz="2400" b="0" i="1">
                <a:latin typeface="Symbol" panose="05050102010706020507" pitchFamily="18" charset="2"/>
                <a:ea typeface="宋体" panose="02010600030101010101" pitchFamily="2" charset="-122"/>
              </a:rPr>
              <a:t>w </a:t>
            </a:r>
            <a:r>
              <a:rPr kumimoji="1" lang="en-US" altLang="zh-CN" sz="2400" b="0" i="1">
                <a:ea typeface="宋体" panose="02010600030101010101" pitchFamily="2" charset="-122"/>
              </a:rPr>
              <a:t>t</a:t>
            </a:r>
            <a:r>
              <a:rPr kumimoji="1" lang="en-US" altLang="zh-CN" sz="2400" b="0">
                <a:ea typeface="宋体" panose="02010600030101010101" pitchFamily="2" charset="-122"/>
              </a:rPr>
              <a:t>+</a:t>
            </a:r>
            <a:r>
              <a:rPr kumimoji="1" lang="en-US" altLang="zh-CN" sz="2400" b="0" i="1">
                <a:latin typeface="Symbol" panose="05050102010706020507" pitchFamily="18" charset="2"/>
                <a:ea typeface="宋体" panose="02010600030101010101" pitchFamily="2" charset="-122"/>
              </a:rPr>
              <a:t>y </a:t>
            </a:r>
            <a:r>
              <a:rPr kumimoji="1" lang="en-US" altLang="zh-CN" sz="2400" b="0" i="1" baseline="-25000">
                <a:ea typeface="宋体" panose="02010600030101010101" pitchFamily="2" charset="-122"/>
              </a:rPr>
              <a:t>u</a:t>
            </a:r>
            <a:r>
              <a:rPr kumimoji="1" lang="en-US" altLang="zh-CN" sz="2400" b="0">
                <a:ea typeface="宋体" panose="02010600030101010101" pitchFamily="2" charset="-122"/>
              </a:rPr>
              <a:t>)</a:t>
            </a:r>
            <a:r>
              <a:rPr kumimoji="1" lang="en-US" altLang="zh-CN" sz="2400" b="0">
                <a:latin typeface="宋体" panose="02010600030101010101" pitchFamily="2" charset="-122"/>
                <a:ea typeface="宋体" panose="02010600030101010101" pitchFamily="2" charset="-122"/>
              </a:rPr>
              <a:t>-</a:t>
            </a:r>
            <a:r>
              <a:rPr kumimoji="1" lang="en-US" altLang="zh-CN" sz="2400" b="0">
                <a:ea typeface="宋体" panose="02010600030101010101" pitchFamily="2" charset="-122"/>
              </a:rPr>
              <a:t> (</a:t>
            </a:r>
            <a:r>
              <a:rPr kumimoji="1" lang="en-US" altLang="zh-CN" sz="2400" b="0" i="1">
                <a:latin typeface="Symbol" panose="05050102010706020507" pitchFamily="18" charset="2"/>
                <a:ea typeface="宋体" panose="02010600030101010101" pitchFamily="2" charset="-122"/>
              </a:rPr>
              <a:t>w </a:t>
            </a:r>
            <a:r>
              <a:rPr kumimoji="1" lang="en-US" altLang="zh-CN" sz="2400" b="0" i="1">
                <a:ea typeface="宋体" panose="02010600030101010101" pitchFamily="2" charset="-122"/>
              </a:rPr>
              <a:t>t</a:t>
            </a:r>
            <a:r>
              <a:rPr kumimoji="1" lang="en-US" altLang="zh-CN" sz="2400" b="0">
                <a:ea typeface="宋体" panose="02010600030101010101" pitchFamily="2" charset="-122"/>
              </a:rPr>
              <a:t>+</a:t>
            </a:r>
            <a:r>
              <a:rPr kumimoji="1" lang="en-US" altLang="zh-CN" sz="2400" b="0" i="1">
                <a:latin typeface="Symbol" panose="05050102010706020507" pitchFamily="18" charset="2"/>
                <a:ea typeface="宋体" panose="02010600030101010101" pitchFamily="2" charset="-122"/>
              </a:rPr>
              <a:t>y </a:t>
            </a:r>
            <a:r>
              <a:rPr kumimoji="1" lang="en-US" altLang="zh-CN" sz="2400" b="0" i="1" baseline="-25000">
                <a:ea typeface="宋体" panose="02010600030101010101" pitchFamily="2" charset="-122"/>
              </a:rPr>
              <a:t>i</a:t>
            </a:r>
            <a:r>
              <a:rPr kumimoji="1" lang="en-US" altLang="zh-CN" sz="2400" b="0">
                <a:ea typeface="宋体" panose="02010600030101010101" pitchFamily="2" charset="-122"/>
              </a:rPr>
              <a:t>)= </a:t>
            </a:r>
            <a:r>
              <a:rPr kumimoji="1" lang="en-US" altLang="zh-CN" sz="2400" b="0" i="1">
                <a:latin typeface="Symbol" panose="05050102010706020507" pitchFamily="18" charset="2"/>
                <a:ea typeface="宋体" panose="02010600030101010101" pitchFamily="2" charset="-122"/>
              </a:rPr>
              <a:t>y </a:t>
            </a:r>
            <a:r>
              <a:rPr kumimoji="1" lang="en-US" altLang="zh-CN" sz="2400" b="0" i="1" baseline="-25000">
                <a:ea typeface="宋体" panose="02010600030101010101" pitchFamily="2" charset="-122"/>
              </a:rPr>
              <a:t>u</a:t>
            </a:r>
            <a:r>
              <a:rPr kumimoji="1" lang="en-US" altLang="zh-CN" sz="2400" b="0">
                <a:latin typeface="宋体" panose="02010600030101010101" pitchFamily="2" charset="-122"/>
                <a:ea typeface="宋体" panose="02010600030101010101" pitchFamily="2" charset="-122"/>
              </a:rPr>
              <a:t>-</a:t>
            </a:r>
            <a:r>
              <a:rPr kumimoji="1" lang="en-US" altLang="zh-CN" sz="2400" b="0" i="1">
                <a:latin typeface="Symbol" panose="05050102010706020507" pitchFamily="18" charset="2"/>
                <a:ea typeface="宋体" panose="02010600030101010101" pitchFamily="2" charset="-122"/>
              </a:rPr>
              <a:t>y </a:t>
            </a:r>
            <a:r>
              <a:rPr kumimoji="1" lang="en-US" altLang="zh-CN" sz="2400" b="0" i="1" baseline="-25000">
                <a:ea typeface="宋体" panose="02010600030101010101" pitchFamily="2" charset="-122"/>
              </a:rPr>
              <a:t>i</a:t>
            </a:r>
            <a:endParaRPr kumimoji="1" lang="en-US" altLang="zh-CN" sz="2400" b="0" baseline="-25000">
              <a:ea typeface="宋体" panose="02010600030101010101" pitchFamily="2" charset="-122"/>
            </a:endParaRPr>
          </a:p>
        </p:txBody>
      </p:sp>
      <p:sp>
        <p:nvSpPr>
          <p:cNvPr id="30747" name="Rectangle 27"/>
          <p:cNvSpPr>
            <a:spLocks noChangeArrowheads="1"/>
          </p:cNvSpPr>
          <p:nvPr/>
        </p:nvSpPr>
        <p:spPr bwMode="auto">
          <a:xfrm>
            <a:off x="611188" y="3068638"/>
            <a:ext cx="3608680" cy="523220"/>
          </a:xfrm>
          <a:prstGeom prst="rect">
            <a:avLst/>
          </a:prstGeom>
          <a:gradFill rotWithShape="1">
            <a:gsLst>
              <a:gs pos="0">
                <a:srgbClr val="66FFFF"/>
              </a:gs>
              <a:gs pos="50000">
                <a:srgbClr val="FFFFFF"/>
              </a:gs>
              <a:gs pos="100000">
                <a:srgbClr val="66FFFF"/>
              </a:gs>
            </a:gsLst>
            <a:lin ang="5400000" scaled="1"/>
          </a:gradFill>
          <a:ln w="9525">
            <a:solidFill>
              <a:schemeClr val="tx1"/>
            </a:solidFill>
            <a:miter lim="800000"/>
            <a:headEnd/>
            <a:tailEnd/>
          </a:ln>
        </p:spPr>
        <p:txBody>
          <a:bodyPr wrap="none">
            <a:spAutoFit/>
          </a:bodyPr>
          <a:lstStyle/>
          <a:p>
            <a:r>
              <a:rPr kumimoji="1" lang="zh-CN" altLang="en-US" sz="2800"/>
              <a:t>规定</a:t>
            </a:r>
            <a:r>
              <a:rPr kumimoji="1" lang="zh-CN" altLang="en-US" sz="2800">
                <a:ea typeface="宋体" panose="02010600030101010101" pitchFamily="2" charset="-122"/>
              </a:rPr>
              <a:t>： </a:t>
            </a:r>
            <a:r>
              <a:rPr kumimoji="1" lang="en-US" altLang="zh-CN" sz="2800" b="0">
                <a:ea typeface="宋体" panose="02010600030101010101" pitchFamily="2" charset="-122"/>
              </a:rPr>
              <a:t>|</a:t>
            </a:r>
            <a:r>
              <a:rPr kumimoji="1" lang="en-US" altLang="zh-CN" sz="2800" b="0" i="1">
                <a:latin typeface="Symbol" panose="05050102010706020507" pitchFamily="18" charset="2"/>
                <a:ea typeface="宋体" panose="02010600030101010101" pitchFamily="2" charset="-122"/>
                <a:sym typeface="Symbol" panose="05050102010706020507" pitchFamily="18" charset="2"/>
              </a:rPr>
              <a:t></a:t>
            </a:r>
            <a:r>
              <a:rPr kumimoji="1" lang="en-US" altLang="zh-CN" sz="2800" b="0" i="1">
                <a:latin typeface="Symbol" panose="05050102010706020507" pitchFamily="18" charset="2"/>
                <a:ea typeface="宋体" panose="02010600030101010101" pitchFamily="2" charset="-122"/>
              </a:rPr>
              <a:t> </a:t>
            </a:r>
            <a:r>
              <a:rPr kumimoji="1" lang="en-US" altLang="zh-CN" sz="2800" b="0">
                <a:ea typeface="宋体" panose="02010600030101010101" pitchFamily="2" charset="-122"/>
              </a:rPr>
              <a:t>| </a:t>
            </a:r>
            <a:r>
              <a:rPr kumimoji="1" lang="en-US" altLang="zh-CN" sz="2800" b="0">
                <a:ea typeface="宋体" panose="02010600030101010101" pitchFamily="2" charset="-122"/>
                <a:sym typeface="Symbol" panose="05050102010706020507" pitchFamily="18" charset="2"/>
              </a:rPr>
              <a:t>  (180°)</a:t>
            </a:r>
          </a:p>
        </p:txBody>
      </p:sp>
      <p:sp>
        <p:nvSpPr>
          <p:cNvPr id="30761" name="AutoShape 41" descr="羊皮纸"/>
          <p:cNvSpPr>
            <a:spLocks noChangeArrowheads="1"/>
          </p:cNvSpPr>
          <p:nvPr/>
        </p:nvSpPr>
        <p:spPr bwMode="auto">
          <a:xfrm>
            <a:off x="4499992" y="3050666"/>
            <a:ext cx="2952750" cy="720725"/>
          </a:xfrm>
          <a:prstGeom prst="wedgeRoundRectCallout">
            <a:avLst>
              <a:gd name="adj1" fmla="val 5269"/>
              <a:gd name="adj2" fmla="val -127972"/>
              <a:gd name="adj3" fmla="val 16667"/>
            </a:avLst>
          </a:prstGeom>
          <a:blipFill dpi="0" rotWithShape="1">
            <a:blip r:embed="rId2"/>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50000"/>
              </a:spcBef>
            </a:pPr>
            <a:r>
              <a:rPr kumimoji="1" lang="zh-CN" altLang="en-US" sz="2800" dirty="0"/>
              <a:t>等于初相位之差</a:t>
            </a:r>
          </a:p>
        </p:txBody>
      </p:sp>
    </p:spTree>
    <p:extLst>
      <p:ext uri="{BB962C8B-B14F-4D97-AF65-F5344CB8AC3E}">
        <p14:creationId xmlns:p14="http://schemas.microsoft.com/office/powerpoint/2010/main" val="9921657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9" fill="hold" grpId="0" nodeType="withEffect">
                                  <p:stCondLst>
                                    <p:cond delay="0"/>
                                  </p:stCondLst>
                                  <p:childTnLst>
                                    <p:set>
                                      <p:cBhvr>
                                        <p:cTn id="6" dur="1" fill="hold">
                                          <p:stCondLst>
                                            <p:cond delay="0"/>
                                          </p:stCondLst>
                                        </p:cTn>
                                        <p:tgtEl>
                                          <p:spTgt spid="30722"/>
                                        </p:tgtEl>
                                        <p:attrNameLst>
                                          <p:attrName>style.visibility</p:attrName>
                                        </p:attrNameLst>
                                      </p:cBhvr>
                                      <p:to>
                                        <p:strVal val="visible"/>
                                      </p:to>
                                    </p:set>
                                    <p:anim calcmode="lin" valueType="num">
                                      <p:cBhvr additive="base">
                                        <p:cTn id="7" dur="500" fill="hold"/>
                                        <p:tgtEl>
                                          <p:spTgt spid="30722"/>
                                        </p:tgtEl>
                                        <p:attrNameLst>
                                          <p:attrName>ppt_x</p:attrName>
                                        </p:attrNameLst>
                                      </p:cBhvr>
                                      <p:tavLst>
                                        <p:tav tm="0">
                                          <p:val>
                                            <p:strVal val="0-#ppt_w/2"/>
                                          </p:val>
                                        </p:tav>
                                        <p:tav tm="100000">
                                          <p:val>
                                            <p:strVal val="#ppt_x"/>
                                          </p:val>
                                        </p:tav>
                                      </p:tavLst>
                                    </p:anim>
                                    <p:anim calcmode="lin" valueType="num">
                                      <p:cBhvr additive="base">
                                        <p:cTn id="8" dur="500" fill="hold"/>
                                        <p:tgtEl>
                                          <p:spTgt spid="30722"/>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0723"/>
                                        </p:tgtEl>
                                        <p:attrNameLst>
                                          <p:attrName>style.visibility</p:attrName>
                                        </p:attrNameLst>
                                      </p:cBhvr>
                                      <p:to>
                                        <p:strVal val="visible"/>
                                      </p:to>
                                    </p:set>
                                    <p:anim calcmode="lin" valueType="num">
                                      <p:cBhvr additive="base">
                                        <p:cTn id="13" dur="500" fill="hold"/>
                                        <p:tgtEl>
                                          <p:spTgt spid="30723"/>
                                        </p:tgtEl>
                                        <p:attrNameLst>
                                          <p:attrName>ppt_x</p:attrName>
                                        </p:attrNameLst>
                                      </p:cBhvr>
                                      <p:tavLst>
                                        <p:tav tm="0">
                                          <p:val>
                                            <p:strVal val="0-#ppt_w/2"/>
                                          </p:val>
                                        </p:tav>
                                        <p:tav tm="100000">
                                          <p:val>
                                            <p:strVal val="#ppt_x"/>
                                          </p:val>
                                        </p:tav>
                                      </p:tavLst>
                                    </p:anim>
                                    <p:anim calcmode="lin" valueType="num">
                                      <p:cBhvr additive="base">
                                        <p:cTn id="14" dur="500" fill="hold"/>
                                        <p:tgtEl>
                                          <p:spTgt spid="3072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30724"/>
                                        </p:tgtEl>
                                        <p:attrNameLst>
                                          <p:attrName>style.visibility</p:attrName>
                                        </p:attrNameLst>
                                      </p:cBhvr>
                                      <p:to>
                                        <p:strVal val="visible"/>
                                      </p:to>
                                    </p:set>
                                    <p:animEffect transition="in" filter="wipe(left)">
                                      <p:cBhvr>
                                        <p:cTn id="19" dur="2000"/>
                                        <p:tgtEl>
                                          <p:spTgt spid="3072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30747"/>
                                        </p:tgtEl>
                                        <p:attrNameLst>
                                          <p:attrName>style.visibility</p:attrName>
                                        </p:attrNameLst>
                                      </p:cBhvr>
                                      <p:to>
                                        <p:strVal val="visible"/>
                                      </p:to>
                                    </p:set>
                                    <p:animEffect transition="in" filter="slide(fromBottom)">
                                      <p:cBhvr>
                                        <p:cTn id="24" dur="500"/>
                                        <p:tgtEl>
                                          <p:spTgt spid="30747"/>
                                        </p:tgtEl>
                                      </p:cBhvr>
                                    </p:animEffect>
                                  </p:childTnLst>
                                </p:cTn>
                              </p:par>
                            </p:childTnLst>
                          </p:cTn>
                        </p:par>
                        <p:par>
                          <p:cTn id="25" fill="hold" nodeType="afterGroup">
                            <p:stCondLst>
                              <p:cond delay="500"/>
                            </p:stCondLst>
                            <p:childTnLst>
                              <p:par>
                                <p:cTn id="26" presetID="20" presetClass="entr" presetSubtype="0" fill="hold" grpId="0" nodeType="afterEffect">
                                  <p:stCondLst>
                                    <p:cond delay="0"/>
                                  </p:stCondLst>
                                  <p:childTnLst>
                                    <p:set>
                                      <p:cBhvr>
                                        <p:cTn id="27" dur="1" fill="hold">
                                          <p:stCondLst>
                                            <p:cond delay="0"/>
                                          </p:stCondLst>
                                        </p:cTn>
                                        <p:tgtEl>
                                          <p:spTgt spid="30761"/>
                                        </p:tgtEl>
                                        <p:attrNameLst>
                                          <p:attrName>style.visibility</p:attrName>
                                        </p:attrNameLst>
                                      </p:cBhvr>
                                      <p:to>
                                        <p:strVal val="visible"/>
                                      </p:to>
                                    </p:set>
                                    <p:animEffect transition="in" filter="wedge">
                                      <p:cBhvr>
                                        <p:cTn id="28" dur="2000"/>
                                        <p:tgtEl>
                                          <p:spTgt spid="307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p:bldP spid="30723" grpId="0" autoUpdateAnimBg="0"/>
      <p:bldP spid="30724" grpId="0" autoUpdateAnimBg="0"/>
      <p:bldP spid="30747" grpId="0" animBg="1" autoUpdateAnimBg="0"/>
      <p:bldP spid="3076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5" name="Rectangle 5"/>
          <p:cNvSpPr>
            <a:spLocks noChangeArrowheads="1"/>
          </p:cNvSpPr>
          <p:nvPr/>
        </p:nvSpPr>
        <p:spPr bwMode="auto">
          <a:xfrm>
            <a:off x="684213" y="620713"/>
            <a:ext cx="7742237" cy="1126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marL="381000" indent="-381000">
              <a:defRPr>
                <a:solidFill>
                  <a:schemeClr val="tx1"/>
                </a:solidFill>
                <a:latin typeface="Arial" panose="020B0604020202020204" pitchFamily="34" charset="0"/>
                <a:ea typeface="宋体" panose="02010600030101010101" pitchFamily="2" charset="-122"/>
              </a:defRPr>
            </a:lvl1pPr>
            <a:lvl2pPr marL="57150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20000"/>
              </a:lnSpc>
              <a:buSzPct val="80000"/>
              <a:buFont typeface="Wingdings" panose="05000000000000000000" pitchFamily="2" charset="2"/>
              <a:buChar char="l"/>
            </a:pPr>
            <a:r>
              <a:rPr kumimoji="1" lang="en-US" altLang="zh-CN" sz="2800" b="0" i="1" dirty="0">
                <a:latin typeface="Symbol" panose="05050102010706020507" pitchFamily="18" charset="2"/>
              </a:rPr>
              <a:t>j </a:t>
            </a:r>
            <a:r>
              <a:rPr kumimoji="1" lang="en-US" altLang="zh-CN" sz="2800" b="0" i="1" dirty="0">
                <a:latin typeface="Times New Roman" panose="02020603050405020304" pitchFamily="18" charset="0"/>
              </a:rPr>
              <a:t>&gt;</a:t>
            </a:r>
            <a:r>
              <a:rPr kumimoji="1" lang="en-US" altLang="zh-CN" sz="2800" b="0" dirty="0">
                <a:latin typeface="Times New Roman" panose="02020603050405020304" pitchFamily="18" charset="0"/>
              </a:rPr>
              <a:t>0</a:t>
            </a:r>
            <a:r>
              <a:rPr kumimoji="1" lang="zh-CN" altLang="en-US" sz="2800" dirty="0">
                <a:latin typeface="Times New Roman" panose="02020603050405020304" pitchFamily="18" charset="0"/>
              </a:rPr>
              <a:t>， </a:t>
            </a:r>
            <a:r>
              <a:rPr kumimoji="1" lang="en-US" altLang="zh-CN" sz="2800" b="0" i="1" dirty="0">
                <a:latin typeface="Times New Roman" panose="02020603050405020304" pitchFamily="18" charset="0"/>
              </a:rPr>
              <a:t>u</a:t>
            </a:r>
            <a:r>
              <a:rPr kumimoji="1" lang="zh-CN" altLang="zh-CN" sz="2800" dirty="0">
                <a:latin typeface="Times New Roman" panose="02020603050405020304" pitchFamily="18" charset="0"/>
                <a:ea typeface="楷体_GB2312" pitchFamily="49" charset="-122"/>
              </a:rPr>
              <a:t>超前</a:t>
            </a:r>
            <a:r>
              <a:rPr kumimoji="1" lang="en-US" altLang="zh-CN" sz="2800" b="0" i="1" dirty="0" err="1">
                <a:latin typeface="Times New Roman" panose="02020603050405020304" pitchFamily="18" charset="0"/>
              </a:rPr>
              <a:t>i</a:t>
            </a:r>
            <a:r>
              <a:rPr kumimoji="1" lang="en-US" altLang="zh-CN" sz="2800" b="0" i="1" dirty="0">
                <a:latin typeface="Times New Roman" panose="02020603050405020304" pitchFamily="18" charset="0"/>
              </a:rPr>
              <a:t> </a:t>
            </a:r>
            <a:r>
              <a:rPr kumimoji="1" lang="en-US" altLang="zh-CN" sz="2800" b="0" i="1" dirty="0">
                <a:latin typeface="Symbol" panose="05050102010706020507" pitchFamily="18" charset="2"/>
              </a:rPr>
              <a:t>j </a:t>
            </a:r>
            <a:r>
              <a:rPr kumimoji="1" lang="zh-CN" altLang="zh-CN" sz="2800" dirty="0">
                <a:latin typeface="Times New Roman" panose="02020603050405020304" pitchFamily="18" charset="0"/>
                <a:ea typeface="楷体_GB2312" pitchFamily="49" charset="-122"/>
              </a:rPr>
              <a:t>角</a:t>
            </a:r>
            <a:r>
              <a:rPr kumimoji="1" lang="zh-CN" altLang="zh-CN" sz="2800" dirty="0">
                <a:latin typeface="Times New Roman" panose="02020603050405020304" pitchFamily="18" charset="0"/>
                <a:ea typeface="仿宋_GB2312" pitchFamily="49" charset="-122"/>
              </a:rPr>
              <a:t>，</a:t>
            </a:r>
            <a:r>
              <a:rPr kumimoji="1" lang="zh-CN" altLang="zh-CN" sz="2800" dirty="0">
                <a:ea typeface="楷体_GB2312" pitchFamily="49" charset="-122"/>
              </a:rPr>
              <a:t>或</a:t>
            </a:r>
            <a:r>
              <a:rPr kumimoji="1" lang="en-US" altLang="zh-CN" sz="2800" b="0" i="1" dirty="0" err="1">
                <a:latin typeface="Times New Roman" panose="02020603050405020304" pitchFamily="18" charset="0"/>
                <a:ea typeface="仿宋_GB2312" pitchFamily="49" charset="-122"/>
              </a:rPr>
              <a:t>i</a:t>
            </a:r>
            <a:r>
              <a:rPr kumimoji="1" lang="zh-CN" altLang="zh-CN" sz="2800" b="0" dirty="0">
                <a:ea typeface="楷体_GB2312" pitchFamily="49" charset="-122"/>
              </a:rPr>
              <a:t> </a:t>
            </a:r>
            <a:r>
              <a:rPr kumimoji="1" lang="zh-CN" altLang="en-US" sz="2800" dirty="0">
                <a:ea typeface="楷体_GB2312" pitchFamily="49" charset="-122"/>
              </a:rPr>
              <a:t>滞后</a:t>
            </a:r>
            <a:r>
              <a:rPr kumimoji="1" lang="zh-CN" altLang="zh-CN" sz="2800" b="0" dirty="0">
                <a:ea typeface="仿宋_GB2312" pitchFamily="49" charset="-122"/>
              </a:rPr>
              <a:t> </a:t>
            </a:r>
            <a:r>
              <a:rPr kumimoji="1" lang="en-US" altLang="zh-CN" sz="2800" b="0" i="1" dirty="0">
                <a:latin typeface="Times New Roman" panose="02020603050405020304" pitchFamily="18" charset="0"/>
                <a:ea typeface="仿宋_GB2312" pitchFamily="49" charset="-122"/>
              </a:rPr>
              <a:t>u</a:t>
            </a:r>
            <a:r>
              <a:rPr kumimoji="1" lang="zh-CN" altLang="zh-CN" sz="2800" b="0" dirty="0">
                <a:ea typeface="仿宋_GB2312" pitchFamily="49" charset="-122"/>
              </a:rPr>
              <a:t> </a:t>
            </a:r>
            <a:r>
              <a:rPr kumimoji="1" lang="en-US" altLang="zh-CN" sz="2800" b="0" i="1" dirty="0">
                <a:ea typeface="仿宋_GB2312" pitchFamily="49" charset="-122"/>
                <a:sym typeface="Symbol" panose="05050102010706020507" pitchFamily="18" charset="2"/>
              </a:rPr>
              <a:t></a:t>
            </a:r>
            <a:r>
              <a:rPr kumimoji="1" lang="en-US" altLang="zh-CN" sz="2800" i="1" dirty="0">
                <a:ea typeface="仿宋_GB2312" pitchFamily="49" charset="-122"/>
              </a:rPr>
              <a:t> </a:t>
            </a:r>
            <a:r>
              <a:rPr kumimoji="1" lang="zh-CN" altLang="zh-CN" sz="2800" dirty="0">
                <a:ea typeface="仿宋_GB2312" pitchFamily="49" charset="-122"/>
              </a:rPr>
              <a:t>角</a:t>
            </a:r>
            <a:r>
              <a:rPr kumimoji="1" lang="en-US" altLang="zh-CN" sz="2800" dirty="0">
                <a:ea typeface="仿宋_GB2312" pitchFamily="49" charset="-122"/>
              </a:rPr>
              <a:t>,</a:t>
            </a:r>
            <a:r>
              <a:rPr kumimoji="1" lang="zh-CN" altLang="zh-CN" sz="2800" dirty="0">
                <a:latin typeface="Times New Roman" panose="02020603050405020304" pitchFamily="18" charset="0"/>
                <a:ea typeface="楷体_GB2312" pitchFamily="49" charset="-122"/>
              </a:rPr>
              <a:t> </a:t>
            </a:r>
            <a:r>
              <a:rPr kumimoji="1" lang="en-US" altLang="zh-CN" sz="2800" dirty="0">
                <a:latin typeface="Times New Roman" panose="02020603050405020304" pitchFamily="18" charset="0"/>
              </a:rPr>
              <a:t>(</a:t>
            </a:r>
            <a:r>
              <a:rPr kumimoji="1" lang="en-US" altLang="zh-CN" sz="2800" b="0" i="1" dirty="0">
                <a:latin typeface="Times New Roman" panose="02020603050405020304" pitchFamily="18" charset="0"/>
              </a:rPr>
              <a:t>u</a:t>
            </a:r>
            <a:r>
              <a:rPr kumimoji="1" lang="en-US" altLang="zh-CN" sz="2800" i="1" dirty="0">
                <a:latin typeface="Times New Roman" panose="02020603050405020304" pitchFamily="18" charset="0"/>
              </a:rPr>
              <a:t> </a:t>
            </a:r>
            <a:r>
              <a:rPr kumimoji="1" lang="zh-CN" altLang="en-US" sz="2800" dirty="0">
                <a:latin typeface="Times New Roman" panose="02020603050405020304" pitchFamily="18" charset="0"/>
                <a:ea typeface="楷体_GB2312" pitchFamily="49" charset="-122"/>
              </a:rPr>
              <a:t>比 </a:t>
            </a:r>
            <a:r>
              <a:rPr kumimoji="1" lang="en-US" altLang="zh-CN" sz="2800" b="0" i="1" dirty="0" err="1">
                <a:latin typeface="Times New Roman" panose="02020603050405020304" pitchFamily="18" charset="0"/>
              </a:rPr>
              <a:t>i</a:t>
            </a:r>
            <a:r>
              <a:rPr kumimoji="1" lang="en-US" altLang="zh-CN" sz="2800" b="0" i="1" dirty="0">
                <a:latin typeface="Times New Roman" panose="02020603050405020304" pitchFamily="18" charset="0"/>
              </a:rPr>
              <a:t> </a:t>
            </a:r>
            <a:r>
              <a:rPr kumimoji="1" lang="zh-CN" altLang="en-US" sz="2800" dirty="0">
                <a:latin typeface="楷体_GB2312" pitchFamily="49" charset="-122"/>
                <a:ea typeface="楷体_GB2312" pitchFamily="49" charset="-122"/>
              </a:rPr>
              <a:t>先到达最大值</a:t>
            </a:r>
            <a:r>
              <a:rPr kumimoji="1" lang="en-US" altLang="zh-CN" sz="2800" dirty="0">
                <a:latin typeface="仿宋_GB2312" pitchFamily="49" charset="-122"/>
                <a:ea typeface="仿宋_GB2312" pitchFamily="49" charset="-122"/>
              </a:rPr>
              <a:t>)</a:t>
            </a:r>
            <a:r>
              <a:rPr kumimoji="1" lang="zh-CN" altLang="en-US" sz="2800" dirty="0">
                <a:latin typeface="仿宋_GB2312" pitchFamily="49" charset="-122"/>
                <a:ea typeface="仿宋_GB2312" pitchFamily="49" charset="-122"/>
              </a:rPr>
              <a:t>；</a:t>
            </a:r>
          </a:p>
        </p:txBody>
      </p:sp>
      <p:sp>
        <p:nvSpPr>
          <p:cNvPr id="61446" name="Rectangle 6"/>
          <p:cNvSpPr>
            <a:spLocks noChangeArrowheads="1"/>
          </p:cNvSpPr>
          <p:nvPr/>
        </p:nvSpPr>
        <p:spPr bwMode="auto">
          <a:xfrm>
            <a:off x="755650" y="1773238"/>
            <a:ext cx="7704138" cy="10769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nSpc>
                <a:spcPct val="120000"/>
              </a:lnSpc>
              <a:buSzPct val="80000"/>
              <a:buFont typeface="Wingdings" panose="05000000000000000000" pitchFamily="2" charset="2"/>
              <a:buChar char="l"/>
            </a:pPr>
            <a:r>
              <a:rPr kumimoji="1" lang="en-US" altLang="zh-CN" sz="2800" i="1" dirty="0">
                <a:latin typeface="Symbol" panose="05050102010706020507" pitchFamily="18" charset="2"/>
                <a:ea typeface="宋体" panose="02010600030101010101" pitchFamily="2" charset="-122"/>
              </a:rPr>
              <a:t> </a:t>
            </a:r>
            <a:r>
              <a:rPr kumimoji="1" lang="en-US" altLang="zh-CN" sz="2800" b="0" i="1" dirty="0">
                <a:latin typeface="Symbol" panose="05050102010706020507" pitchFamily="18" charset="2"/>
                <a:ea typeface="宋体" panose="02010600030101010101" pitchFamily="2" charset="-122"/>
              </a:rPr>
              <a:t>j </a:t>
            </a:r>
            <a:r>
              <a:rPr kumimoji="1" lang="en-US" altLang="zh-CN" sz="2800" b="0" i="1" dirty="0">
                <a:ea typeface="宋体" panose="02010600030101010101" pitchFamily="2" charset="-122"/>
              </a:rPr>
              <a:t>&lt;</a:t>
            </a:r>
            <a:r>
              <a:rPr kumimoji="1" lang="en-US" altLang="zh-CN" sz="2800" b="0" dirty="0">
                <a:ea typeface="宋体" panose="02010600030101010101" pitchFamily="2" charset="-122"/>
              </a:rPr>
              <a:t>0</a:t>
            </a:r>
            <a:r>
              <a:rPr kumimoji="1" lang="zh-CN" altLang="en-US" sz="2800" dirty="0">
                <a:ea typeface="宋体" panose="02010600030101010101" pitchFamily="2" charset="-122"/>
              </a:rPr>
              <a:t>，</a:t>
            </a:r>
            <a:r>
              <a:rPr kumimoji="1" lang="zh-CN" altLang="en-US" sz="2800" b="0" dirty="0">
                <a:ea typeface="宋体" panose="02010600030101010101" pitchFamily="2" charset="-122"/>
              </a:rPr>
              <a:t> </a:t>
            </a:r>
            <a:r>
              <a:rPr kumimoji="1" lang="en-US" altLang="zh-CN" sz="2800" b="0" i="1" dirty="0" err="1">
                <a:ea typeface="宋体" panose="02010600030101010101" pitchFamily="2" charset="-122"/>
              </a:rPr>
              <a:t>i</a:t>
            </a:r>
            <a:r>
              <a:rPr kumimoji="1" lang="en-US" altLang="zh-CN" sz="2800" b="0" i="1" dirty="0">
                <a:ea typeface="宋体" panose="02010600030101010101" pitchFamily="2" charset="-122"/>
              </a:rPr>
              <a:t> </a:t>
            </a:r>
            <a:r>
              <a:rPr lang="zh-CN" altLang="zh-CN" sz="2800" dirty="0">
                <a:ea typeface="楷体_GB2312" pitchFamily="49" charset="-122"/>
              </a:rPr>
              <a:t>超前</a:t>
            </a:r>
            <a:r>
              <a:rPr kumimoji="1" lang="zh-CN" altLang="zh-CN" sz="2800" dirty="0">
                <a:ea typeface="宋体" panose="02010600030101010101" pitchFamily="2" charset="-122"/>
              </a:rPr>
              <a:t> </a:t>
            </a:r>
            <a:r>
              <a:rPr kumimoji="1" lang="en-US" altLang="zh-CN" sz="2800" b="0" i="1" dirty="0">
                <a:ea typeface="宋体" panose="02010600030101010101" pitchFamily="2" charset="-122"/>
              </a:rPr>
              <a:t>u </a:t>
            </a:r>
            <a:r>
              <a:rPr kumimoji="1" lang="en-US" altLang="zh-CN" sz="2800" b="0" i="1" dirty="0">
                <a:latin typeface="Symbol" panose="05050102010706020507" pitchFamily="18" charset="2"/>
                <a:ea typeface="宋体" panose="02010600030101010101" pitchFamily="2" charset="-122"/>
              </a:rPr>
              <a:t>j</a:t>
            </a:r>
            <a:r>
              <a:rPr kumimoji="1" lang="en-US" altLang="zh-CN" sz="2800" i="1" dirty="0">
                <a:latin typeface="Symbol" panose="05050102010706020507" pitchFamily="18" charset="2"/>
                <a:ea typeface="宋体" panose="02010600030101010101" pitchFamily="2" charset="-122"/>
              </a:rPr>
              <a:t> </a:t>
            </a:r>
            <a:r>
              <a:rPr lang="zh-CN" altLang="zh-CN" sz="2800" dirty="0">
                <a:ea typeface="楷体_GB2312" pitchFamily="49" charset="-122"/>
              </a:rPr>
              <a:t>角</a:t>
            </a:r>
            <a:r>
              <a:rPr kumimoji="1" lang="zh-CN" altLang="zh-CN" sz="2800" dirty="0"/>
              <a:t>，</a:t>
            </a:r>
            <a:r>
              <a:rPr lang="zh-CN" altLang="zh-CN" sz="2800" dirty="0">
                <a:ea typeface="楷体_GB2312" pitchFamily="49" charset="-122"/>
              </a:rPr>
              <a:t>或</a:t>
            </a:r>
            <a:r>
              <a:rPr kumimoji="1" lang="en-US" altLang="zh-CN" sz="2800" b="0" i="1" dirty="0">
                <a:ea typeface="宋体" panose="02010600030101010101" pitchFamily="2" charset="-122"/>
              </a:rPr>
              <a:t>u </a:t>
            </a:r>
            <a:r>
              <a:rPr lang="zh-CN" altLang="en-US" sz="2800" dirty="0">
                <a:ea typeface="楷体_GB2312" pitchFamily="49" charset="-122"/>
              </a:rPr>
              <a:t>滞后</a:t>
            </a:r>
            <a:r>
              <a:rPr kumimoji="1" lang="zh-CN" altLang="zh-CN" sz="2800" dirty="0">
                <a:ea typeface="宋体" panose="02010600030101010101" pitchFamily="2" charset="-122"/>
              </a:rPr>
              <a:t> </a:t>
            </a:r>
            <a:r>
              <a:rPr kumimoji="1" lang="en-US" altLang="zh-CN" sz="2800" b="0" i="1" dirty="0" err="1">
                <a:ea typeface="宋体" panose="02010600030101010101" pitchFamily="2" charset="-122"/>
              </a:rPr>
              <a:t>i</a:t>
            </a:r>
            <a:r>
              <a:rPr kumimoji="1" lang="en-US" altLang="zh-CN" sz="2800" b="0" i="1" dirty="0">
                <a:ea typeface="宋体" panose="02010600030101010101" pitchFamily="2" charset="-122"/>
              </a:rPr>
              <a:t> </a:t>
            </a:r>
            <a:r>
              <a:rPr kumimoji="1" lang="en-US" altLang="zh-CN" sz="2800" b="0" i="1" dirty="0">
                <a:latin typeface="Symbol" panose="05050102010706020507" pitchFamily="18" charset="2"/>
                <a:ea typeface="宋体" panose="02010600030101010101" pitchFamily="2" charset="-122"/>
              </a:rPr>
              <a:t>j</a:t>
            </a:r>
            <a:r>
              <a:rPr kumimoji="1" lang="en-US" altLang="zh-CN" sz="2800" i="1" dirty="0">
                <a:latin typeface="Symbol" panose="05050102010706020507" pitchFamily="18" charset="2"/>
                <a:ea typeface="宋体" panose="02010600030101010101" pitchFamily="2" charset="-122"/>
              </a:rPr>
              <a:t> </a:t>
            </a:r>
            <a:r>
              <a:rPr lang="zh-CN" altLang="zh-CN" sz="2800" dirty="0">
                <a:ea typeface="楷体_GB2312" pitchFamily="49" charset="-122"/>
              </a:rPr>
              <a:t>角</a:t>
            </a:r>
            <a:r>
              <a:rPr kumimoji="1" lang="en-US" altLang="zh-CN" sz="2800" dirty="0">
                <a:ea typeface="宋体" panose="02010600030101010101" pitchFamily="2" charset="-122"/>
              </a:rPr>
              <a:t>, </a:t>
            </a:r>
            <a:r>
              <a:rPr kumimoji="1" lang="en-US" altLang="zh-CN" sz="2800" b="0" i="1" dirty="0" err="1">
                <a:ea typeface="宋体" panose="02010600030101010101" pitchFamily="2" charset="-122"/>
              </a:rPr>
              <a:t>i</a:t>
            </a:r>
            <a:r>
              <a:rPr kumimoji="1" lang="en-US" altLang="zh-CN" sz="2800" b="0" i="1" dirty="0">
                <a:ea typeface="宋体" panose="02010600030101010101" pitchFamily="2" charset="-122"/>
              </a:rPr>
              <a:t> </a:t>
            </a:r>
            <a:r>
              <a:rPr lang="zh-CN" altLang="en-US" sz="2800" dirty="0">
                <a:ea typeface="楷体_GB2312" pitchFamily="49" charset="-122"/>
              </a:rPr>
              <a:t>比</a:t>
            </a:r>
            <a:r>
              <a:rPr kumimoji="1" lang="zh-CN" altLang="en-US" sz="2800" dirty="0">
                <a:ea typeface="宋体" panose="02010600030101010101" pitchFamily="2" charset="-122"/>
              </a:rPr>
              <a:t> </a:t>
            </a:r>
            <a:r>
              <a:rPr kumimoji="1" lang="en-US" altLang="zh-CN" sz="2800" b="0" i="1" dirty="0">
                <a:ea typeface="宋体" panose="02010600030101010101" pitchFamily="2" charset="-122"/>
              </a:rPr>
              <a:t>u</a:t>
            </a:r>
            <a:r>
              <a:rPr kumimoji="1" lang="en-US" altLang="zh-CN" sz="2800" i="1" dirty="0">
                <a:ea typeface="宋体" panose="02010600030101010101" pitchFamily="2" charset="-122"/>
              </a:rPr>
              <a:t> </a:t>
            </a:r>
            <a:r>
              <a:rPr lang="zh-CN" altLang="en-US" sz="2800" dirty="0">
                <a:ea typeface="楷体_GB2312" pitchFamily="49" charset="-122"/>
              </a:rPr>
              <a:t>先</a:t>
            </a:r>
          </a:p>
          <a:p>
            <a:pPr>
              <a:lnSpc>
                <a:spcPct val="120000"/>
              </a:lnSpc>
              <a:buSzPct val="80000"/>
              <a:buFont typeface="Wingdings" panose="05000000000000000000" pitchFamily="2" charset="2"/>
              <a:buNone/>
            </a:pPr>
            <a:r>
              <a:rPr lang="zh-CN" altLang="en-US" sz="2800" dirty="0">
                <a:ea typeface="楷体_GB2312" pitchFamily="49" charset="-122"/>
              </a:rPr>
              <a:t>  到达最大值）</a:t>
            </a:r>
            <a:r>
              <a:rPr kumimoji="1" lang="zh-CN" altLang="en-US" sz="2800" dirty="0">
                <a:latin typeface="楷体_GB2312" pitchFamily="49" charset="-122"/>
              </a:rPr>
              <a:t>。</a:t>
            </a:r>
          </a:p>
        </p:txBody>
      </p:sp>
      <p:grpSp>
        <p:nvGrpSpPr>
          <p:cNvPr id="33" name="Group 47"/>
          <p:cNvGrpSpPr>
            <a:grpSpLocks/>
          </p:cNvGrpSpPr>
          <p:nvPr/>
        </p:nvGrpSpPr>
        <p:grpSpPr bwMode="auto">
          <a:xfrm>
            <a:off x="1835696" y="3140968"/>
            <a:ext cx="5732463" cy="3384551"/>
            <a:chOff x="1127" y="1888"/>
            <a:chExt cx="3611" cy="2132"/>
          </a:xfrm>
        </p:grpSpPr>
        <p:sp>
          <p:nvSpPr>
            <p:cNvPr id="34" name="Line 9"/>
            <p:cNvSpPr>
              <a:spLocks noChangeShapeType="1"/>
            </p:cNvSpPr>
            <p:nvPr/>
          </p:nvSpPr>
          <p:spPr bwMode="auto">
            <a:xfrm flipH="1" flipV="1">
              <a:off x="1738" y="1997"/>
              <a:ext cx="8" cy="1841"/>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endParaRPr lang="zh-CN" altLang="en-US"/>
            </a:p>
          </p:txBody>
        </p:sp>
        <p:sp>
          <p:nvSpPr>
            <p:cNvPr id="35" name="Line 10"/>
            <p:cNvSpPr>
              <a:spLocks noChangeShapeType="1"/>
            </p:cNvSpPr>
            <p:nvPr/>
          </p:nvSpPr>
          <p:spPr bwMode="auto">
            <a:xfrm flipV="1">
              <a:off x="1127" y="2873"/>
              <a:ext cx="3606" cy="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endParaRPr lang="zh-CN" altLang="en-US"/>
            </a:p>
          </p:txBody>
        </p:sp>
        <p:sp>
          <p:nvSpPr>
            <p:cNvPr id="36" name="Text Box 11"/>
            <p:cNvSpPr txBox="1">
              <a:spLocks noChangeArrowheads="1"/>
            </p:cNvSpPr>
            <p:nvPr/>
          </p:nvSpPr>
          <p:spPr bwMode="auto">
            <a:xfrm>
              <a:off x="4350" y="2835"/>
              <a:ext cx="3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pPr eaLnBrk="0" hangingPunct="0"/>
              <a:r>
                <a:rPr kumimoji="1" lang="en-US" altLang="zh-CN" b="0" i="1">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kumimoji="1" lang="en-US" altLang="zh-CN" b="0" i="1">
                  <a:solidFill>
                    <a:schemeClr val="tx1"/>
                  </a:solidFill>
                  <a:latin typeface="Times New Roman" panose="02020603050405020304" pitchFamily="18" charset="0"/>
                  <a:ea typeface="宋体" panose="02010600030101010101" pitchFamily="2" charset="-122"/>
                </a:rPr>
                <a:t>t</a:t>
              </a:r>
            </a:p>
          </p:txBody>
        </p:sp>
        <p:sp>
          <p:nvSpPr>
            <p:cNvPr id="37" name="Freeform 12"/>
            <p:cNvSpPr>
              <a:spLocks/>
            </p:cNvSpPr>
            <p:nvPr/>
          </p:nvSpPr>
          <p:spPr bwMode="auto">
            <a:xfrm>
              <a:off x="1474" y="2387"/>
              <a:ext cx="2880" cy="996"/>
            </a:xfrm>
            <a:custGeom>
              <a:avLst/>
              <a:gdLst>
                <a:gd name="T0" fmla="*/ 0 w 2262"/>
                <a:gd name="T1" fmla="*/ 549 h 1091"/>
                <a:gd name="T2" fmla="*/ 96 w 2262"/>
                <a:gd name="T3" fmla="*/ 360 h 1091"/>
                <a:gd name="T4" fmla="*/ 183 w 2262"/>
                <a:gd name="T5" fmla="*/ 204 h 1091"/>
                <a:gd name="T6" fmla="*/ 294 w 2262"/>
                <a:gd name="T7" fmla="*/ 66 h 1091"/>
                <a:gd name="T8" fmla="*/ 420 w 2262"/>
                <a:gd name="T9" fmla="*/ 3 h 1091"/>
                <a:gd name="T10" fmla="*/ 576 w 2262"/>
                <a:gd name="T11" fmla="*/ 81 h 1091"/>
                <a:gd name="T12" fmla="*/ 732 w 2262"/>
                <a:gd name="T13" fmla="*/ 309 h 1091"/>
                <a:gd name="T14" fmla="*/ 849 w 2262"/>
                <a:gd name="T15" fmla="*/ 540 h 1091"/>
                <a:gd name="T16" fmla="*/ 981 w 2262"/>
                <a:gd name="T17" fmla="*/ 789 h 1091"/>
                <a:gd name="T18" fmla="*/ 1110 w 2262"/>
                <a:gd name="T19" fmla="*/ 990 h 1091"/>
                <a:gd name="T20" fmla="*/ 1290 w 2262"/>
                <a:gd name="T21" fmla="*/ 1083 h 1091"/>
                <a:gd name="T22" fmla="*/ 1482 w 2262"/>
                <a:gd name="T23" fmla="*/ 939 h 1091"/>
                <a:gd name="T24" fmla="*/ 1701 w 2262"/>
                <a:gd name="T25" fmla="*/ 555 h 1091"/>
                <a:gd name="T26" fmla="*/ 1803 w 2262"/>
                <a:gd name="T27" fmla="*/ 348 h 1091"/>
                <a:gd name="T28" fmla="*/ 1980 w 2262"/>
                <a:gd name="T29" fmla="*/ 84 h 1091"/>
                <a:gd name="T30" fmla="*/ 2127 w 2262"/>
                <a:gd name="T31" fmla="*/ 6 h 1091"/>
                <a:gd name="T32" fmla="*/ 2262 w 2262"/>
                <a:gd name="T33" fmla="*/ 66 h 10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62" h="1091">
                  <a:moveTo>
                    <a:pt x="0" y="549"/>
                  </a:moveTo>
                  <a:cubicBezTo>
                    <a:pt x="16" y="518"/>
                    <a:pt x="65" y="418"/>
                    <a:pt x="96" y="360"/>
                  </a:cubicBezTo>
                  <a:cubicBezTo>
                    <a:pt x="127" y="302"/>
                    <a:pt x="150" y="253"/>
                    <a:pt x="183" y="204"/>
                  </a:cubicBezTo>
                  <a:cubicBezTo>
                    <a:pt x="216" y="155"/>
                    <a:pt x="255" y="99"/>
                    <a:pt x="294" y="66"/>
                  </a:cubicBezTo>
                  <a:cubicBezTo>
                    <a:pt x="333" y="33"/>
                    <a:pt x="373" y="0"/>
                    <a:pt x="420" y="3"/>
                  </a:cubicBezTo>
                  <a:cubicBezTo>
                    <a:pt x="467" y="6"/>
                    <a:pt x="524" y="30"/>
                    <a:pt x="576" y="81"/>
                  </a:cubicBezTo>
                  <a:cubicBezTo>
                    <a:pt x="628" y="132"/>
                    <a:pt x="687" y="233"/>
                    <a:pt x="732" y="309"/>
                  </a:cubicBezTo>
                  <a:cubicBezTo>
                    <a:pt x="777" y="385"/>
                    <a:pt x="807" y="460"/>
                    <a:pt x="849" y="540"/>
                  </a:cubicBezTo>
                  <a:cubicBezTo>
                    <a:pt x="891" y="620"/>
                    <a:pt x="937" y="714"/>
                    <a:pt x="981" y="789"/>
                  </a:cubicBezTo>
                  <a:cubicBezTo>
                    <a:pt x="1025" y="864"/>
                    <a:pt x="1059" y="941"/>
                    <a:pt x="1110" y="990"/>
                  </a:cubicBezTo>
                  <a:cubicBezTo>
                    <a:pt x="1161" y="1039"/>
                    <a:pt x="1228" y="1091"/>
                    <a:pt x="1290" y="1083"/>
                  </a:cubicBezTo>
                  <a:cubicBezTo>
                    <a:pt x="1352" y="1075"/>
                    <a:pt x="1413" y="1027"/>
                    <a:pt x="1482" y="939"/>
                  </a:cubicBezTo>
                  <a:cubicBezTo>
                    <a:pt x="1551" y="851"/>
                    <a:pt x="1648" y="653"/>
                    <a:pt x="1701" y="555"/>
                  </a:cubicBezTo>
                  <a:cubicBezTo>
                    <a:pt x="1754" y="457"/>
                    <a:pt x="1757" y="426"/>
                    <a:pt x="1803" y="348"/>
                  </a:cubicBezTo>
                  <a:cubicBezTo>
                    <a:pt x="1849" y="270"/>
                    <a:pt x="1926" y="141"/>
                    <a:pt x="1980" y="84"/>
                  </a:cubicBezTo>
                  <a:cubicBezTo>
                    <a:pt x="2034" y="27"/>
                    <a:pt x="2080" y="9"/>
                    <a:pt x="2127" y="6"/>
                  </a:cubicBezTo>
                  <a:cubicBezTo>
                    <a:pt x="2174" y="3"/>
                    <a:pt x="2234" y="54"/>
                    <a:pt x="2262" y="66"/>
                  </a:cubicBezTo>
                </a:path>
              </a:pathLst>
            </a:custGeom>
            <a:noFill/>
            <a:ln w="28575"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endParaRPr lang="zh-CN" altLang="en-US"/>
            </a:p>
          </p:txBody>
        </p:sp>
        <p:sp>
          <p:nvSpPr>
            <p:cNvPr id="38" name="Freeform 13"/>
            <p:cNvSpPr>
              <a:spLocks/>
            </p:cNvSpPr>
            <p:nvPr/>
          </p:nvSpPr>
          <p:spPr bwMode="auto">
            <a:xfrm>
              <a:off x="1494" y="2629"/>
              <a:ext cx="2880" cy="494"/>
            </a:xfrm>
            <a:custGeom>
              <a:avLst/>
              <a:gdLst>
                <a:gd name="T0" fmla="*/ 0 w 2262"/>
                <a:gd name="T1" fmla="*/ 540 h 541"/>
                <a:gd name="T2" fmla="*/ 186 w 2262"/>
                <a:gd name="T3" fmla="*/ 483 h 541"/>
                <a:gd name="T4" fmla="*/ 423 w 2262"/>
                <a:gd name="T5" fmla="*/ 270 h 541"/>
                <a:gd name="T6" fmla="*/ 654 w 2262"/>
                <a:gd name="T7" fmla="*/ 66 h 541"/>
                <a:gd name="T8" fmla="*/ 864 w 2262"/>
                <a:gd name="T9" fmla="*/ 3 h 541"/>
                <a:gd name="T10" fmla="*/ 1068 w 2262"/>
                <a:gd name="T11" fmla="*/ 84 h 541"/>
                <a:gd name="T12" fmla="*/ 1275 w 2262"/>
                <a:gd name="T13" fmla="*/ 273 h 541"/>
                <a:gd name="T14" fmla="*/ 1533 w 2262"/>
                <a:gd name="T15" fmla="*/ 495 h 541"/>
                <a:gd name="T16" fmla="*/ 1698 w 2262"/>
                <a:gd name="T17" fmla="*/ 540 h 541"/>
                <a:gd name="T18" fmla="*/ 1851 w 2262"/>
                <a:gd name="T19" fmla="*/ 498 h 541"/>
                <a:gd name="T20" fmla="*/ 2025 w 2262"/>
                <a:gd name="T21" fmla="*/ 366 h 541"/>
                <a:gd name="T22" fmla="*/ 2133 w 2262"/>
                <a:gd name="T23" fmla="*/ 261 h 541"/>
                <a:gd name="T24" fmla="*/ 2262 w 2262"/>
                <a:gd name="T25" fmla="*/ 141 h 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2" h="541">
                  <a:moveTo>
                    <a:pt x="0" y="540"/>
                  </a:moveTo>
                  <a:cubicBezTo>
                    <a:pt x="31" y="531"/>
                    <a:pt x="115" y="528"/>
                    <a:pt x="186" y="483"/>
                  </a:cubicBezTo>
                  <a:cubicBezTo>
                    <a:pt x="257" y="438"/>
                    <a:pt x="345" y="339"/>
                    <a:pt x="423" y="270"/>
                  </a:cubicBezTo>
                  <a:cubicBezTo>
                    <a:pt x="501" y="201"/>
                    <a:pt x="581" y="110"/>
                    <a:pt x="654" y="66"/>
                  </a:cubicBezTo>
                  <a:cubicBezTo>
                    <a:pt x="727" y="22"/>
                    <a:pt x="795" y="0"/>
                    <a:pt x="864" y="3"/>
                  </a:cubicBezTo>
                  <a:cubicBezTo>
                    <a:pt x="933" y="6"/>
                    <a:pt x="1000" y="39"/>
                    <a:pt x="1068" y="84"/>
                  </a:cubicBezTo>
                  <a:cubicBezTo>
                    <a:pt x="1136" y="129"/>
                    <a:pt x="1198" y="205"/>
                    <a:pt x="1275" y="273"/>
                  </a:cubicBezTo>
                  <a:cubicBezTo>
                    <a:pt x="1352" y="341"/>
                    <a:pt x="1462" y="451"/>
                    <a:pt x="1533" y="495"/>
                  </a:cubicBezTo>
                  <a:cubicBezTo>
                    <a:pt x="1604" y="539"/>
                    <a:pt x="1645" y="539"/>
                    <a:pt x="1698" y="540"/>
                  </a:cubicBezTo>
                  <a:cubicBezTo>
                    <a:pt x="1751" y="541"/>
                    <a:pt x="1797" y="527"/>
                    <a:pt x="1851" y="498"/>
                  </a:cubicBezTo>
                  <a:cubicBezTo>
                    <a:pt x="1905" y="469"/>
                    <a:pt x="1978" y="405"/>
                    <a:pt x="2025" y="366"/>
                  </a:cubicBezTo>
                  <a:cubicBezTo>
                    <a:pt x="2072" y="327"/>
                    <a:pt x="2093" y="299"/>
                    <a:pt x="2133" y="261"/>
                  </a:cubicBezTo>
                  <a:cubicBezTo>
                    <a:pt x="2173" y="223"/>
                    <a:pt x="2235" y="166"/>
                    <a:pt x="2262" y="141"/>
                  </a:cubicBezTo>
                </a:path>
              </a:pathLst>
            </a:custGeom>
            <a:noFill/>
            <a:ln w="28575" cap="flat" cmpd="sng">
              <a:solidFill>
                <a:srgbClr val="66FF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endParaRPr lang="zh-CN" altLang="en-US"/>
            </a:p>
          </p:txBody>
        </p:sp>
        <p:sp>
          <p:nvSpPr>
            <p:cNvPr id="39" name="Text Box 14"/>
            <p:cNvSpPr txBox="1">
              <a:spLocks noChangeArrowheads="1"/>
            </p:cNvSpPr>
            <p:nvPr/>
          </p:nvSpPr>
          <p:spPr bwMode="auto">
            <a:xfrm>
              <a:off x="1249" y="1888"/>
              <a:ext cx="40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pPr>
                <a:spcBef>
                  <a:spcPct val="50000"/>
                </a:spcBef>
              </a:pPr>
              <a:r>
                <a:rPr kumimoji="1" lang="en-US" altLang="zh-CN" b="0" i="1">
                  <a:solidFill>
                    <a:schemeClr val="tx1"/>
                  </a:solidFill>
                  <a:latin typeface="Times New Roman" panose="02020603050405020304" pitchFamily="18" charset="0"/>
                  <a:ea typeface="宋体" panose="02010600030101010101" pitchFamily="2" charset="-122"/>
                </a:rPr>
                <a:t>u</a:t>
              </a:r>
              <a:r>
                <a:rPr kumimoji="1" lang="en-US" altLang="zh-CN" b="0">
                  <a:solidFill>
                    <a:schemeClr val="tx1"/>
                  </a:solidFill>
                  <a:latin typeface="Times New Roman" panose="02020603050405020304" pitchFamily="18" charset="0"/>
                  <a:ea typeface="宋体" panose="02010600030101010101" pitchFamily="2" charset="-122"/>
                </a:rPr>
                <a:t>, </a:t>
              </a:r>
              <a:r>
                <a:rPr kumimoji="1" lang="en-US" altLang="zh-CN" b="0" i="1">
                  <a:solidFill>
                    <a:schemeClr val="tx1"/>
                  </a:solidFill>
                  <a:latin typeface="Times New Roman" panose="02020603050405020304" pitchFamily="18" charset="0"/>
                  <a:ea typeface="宋体" panose="02010600030101010101" pitchFamily="2" charset="-122"/>
                </a:rPr>
                <a:t>i</a:t>
              </a:r>
              <a:endParaRPr kumimoji="1" lang="en-US" altLang="zh-CN" b="0">
                <a:solidFill>
                  <a:schemeClr val="tx1"/>
                </a:solidFill>
                <a:latin typeface="Times New Roman" panose="02020603050405020304" pitchFamily="18" charset="0"/>
                <a:ea typeface="宋体" panose="02010600030101010101" pitchFamily="2" charset="-122"/>
              </a:endParaRPr>
            </a:p>
          </p:txBody>
        </p:sp>
        <p:sp>
          <p:nvSpPr>
            <p:cNvPr id="40" name="Text Box 15"/>
            <p:cNvSpPr txBox="1">
              <a:spLocks noChangeArrowheads="1"/>
            </p:cNvSpPr>
            <p:nvPr/>
          </p:nvSpPr>
          <p:spPr bwMode="auto">
            <a:xfrm>
              <a:off x="2041" y="2139"/>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pPr>
                <a:spcBef>
                  <a:spcPct val="50000"/>
                </a:spcBef>
              </a:pPr>
              <a:r>
                <a:rPr kumimoji="1" lang="en-US" altLang="zh-CN" b="0" i="1">
                  <a:solidFill>
                    <a:schemeClr val="tx1"/>
                  </a:solidFill>
                  <a:latin typeface="Times New Roman" panose="02020603050405020304" pitchFamily="18" charset="0"/>
                  <a:ea typeface="宋体" panose="02010600030101010101" pitchFamily="2" charset="-122"/>
                </a:rPr>
                <a:t>u</a:t>
              </a:r>
              <a:endParaRPr kumimoji="1" lang="en-US" altLang="zh-CN" b="0">
                <a:solidFill>
                  <a:schemeClr val="tx1"/>
                </a:solidFill>
                <a:latin typeface="Times New Roman" panose="02020603050405020304" pitchFamily="18" charset="0"/>
                <a:ea typeface="宋体" panose="02010600030101010101" pitchFamily="2" charset="-122"/>
              </a:endParaRPr>
            </a:p>
          </p:txBody>
        </p:sp>
        <p:sp>
          <p:nvSpPr>
            <p:cNvPr id="41" name="Text Box 16"/>
            <p:cNvSpPr txBox="1">
              <a:spLocks noChangeArrowheads="1"/>
            </p:cNvSpPr>
            <p:nvPr/>
          </p:nvSpPr>
          <p:spPr bwMode="auto">
            <a:xfrm>
              <a:off x="2655" y="2402"/>
              <a:ext cx="23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pPr>
                <a:spcBef>
                  <a:spcPct val="50000"/>
                </a:spcBef>
              </a:pPr>
              <a:r>
                <a:rPr kumimoji="1" lang="en-US" altLang="zh-CN" b="0">
                  <a:solidFill>
                    <a:schemeClr val="tx1"/>
                  </a:solidFill>
                  <a:latin typeface="Times New Roman" panose="02020603050405020304" pitchFamily="18" charset="0"/>
                  <a:ea typeface="宋体" panose="02010600030101010101" pitchFamily="2" charset="-122"/>
                </a:rPr>
                <a:t> </a:t>
              </a:r>
              <a:r>
                <a:rPr kumimoji="1" lang="en-US" altLang="zh-CN" b="0" i="1">
                  <a:solidFill>
                    <a:schemeClr val="tx1"/>
                  </a:solidFill>
                  <a:latin typeface="Times New Roman" panose="02020603050405020304" pitchFamily="18" charset="0"/>
                  <a:ea typeface="宋体" panose="02010600030101010101" pitchFamily="2" charset="-122"/>
                </a:rPr>
                <a:t>i</a:t>
              </a:r>
              <a:endParaRPr kumimoji="1" lang="en-US" altLang="zh-CN" b="0">
                <a:solidFill>
                  <a:schemeClr val="tx1"/>
                </a:solidFill>
                <a:latin typeface="Times New Roman" panose="02020603050405020304" pitchFamily="18" charset="0"/>
                <a:ea typeface="宋体" panose="02010600030101010101" pitchFamily="2" charset="-122"/>
              </a:endParaRPr>
            </a:p>
          </p:txBody>
        </p:sp>
        <p:sp>
          <p:nvSpPr>
            <p:cNvPr id="42" name="Line 17"/>
            <p:cNvSpPr>
              <a:spLocks noChangeShapeType="1"/>
            </p:cNvSpPr>
            <p:nvPr/>
          </p:nvSpPr>
          <p:spPr bwMode="auto">
            <a:xfrm>
              <a:off x="2562" y="2659"/>
              <a:ext cx="0" cy="1361"/>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endParaRPr lang="zh-CN" altLang="en-US"/>
            </a:p>
          </p:txBody>
        </p:sp>
        <p:sp>
          <p:nvSpPr>
            <p:cNvPr id="43" name="Line 18"/>
            <p:cNvSpPr>
              <a:spLocks noChangeShapeType="1"/>
            </p:cNvSpPr>
            <p:nvPr/>
          </p:nvSpPr>
          <p:spPr bwMode="auto">
            <a:xfrm>
              <a:off x="2018" y="2387"/>
              <a:ext cx="0" cy="1633"/>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endParaRPr lang="zh-CN" altLang="en-US"/>
            </a:p>
          </p:txBody>
        </p:sp>
        <p:sp>
          <p:nvSpPr>
            <p:cNvPr id="44" name="Line 19"/>
            <p:cNvSpPr>
              <a:spLocks noChangeShapeType="1"/>
            </p:cNvSpPr>
            <p:nvPr/>
          </p:nvSpPr>
          <p:spPr bwMode="auto">
            <a:xfrm>
              <a:off x="1429" y="3294"/>
              <a:ext cx="306" cy="0"/>
            </a:xfrm>
            <a:prstGeom prst="line">
              <a:avLst/>
            </a:prstGeom>
            <a:noFill/>
            <a:ln w="28575">
              <a:solidFill>
                <a:srgbClr val="7030A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endParaRPr lang="zh-CN" altLang="en-US"/>
            </a:p>
          </p:txBody>
        </p:sp>
        <p:sp>
          <p:nvSpPr>
            <p:cNvPr id="45" name="Line 20"/>
            <p:cNvSpPr>
              <a:spLocks noChangeShapeType="1"/>
            </p:cNvSpPr>
            <p:nvPr/>
          </p:nvSpPr>
          <p:spPr bwMode="auto">
            <a:xfrm flipH="1">
              <a:off x="2018" y="3294"/>
              <a:ext cx="305" cy="0"/>
            </a:xfrm>
            <a:prstGeom prst="line">
              <a:avLst/>
            </a:prstGeom>
            <a:noFill/>
            <a:ln w="28575">
              <a:solidFill>
                <a:srgbClr val="7030A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endParaRPr lang="zh-CN" altLang="en-US"/>
            </a:p>
          </p:txBody>
        </p:sp>
        <p:sp>
          <p:nvSpPr>
            <p:cNvPr id="46" name="Line 21"/>
            <p:cNvSpPr>
              <a:spLocks noChangeShapeType="1"/>
            </p:cNvSpPr>
            <p:nvPr/>
          </p:nvSpPr>
          <p:spPr bwMode="auto">
            <a:xfrm>
              <a:off x="2064" y="3838"/>
              <a:ext cx="498" cy="0"/>
            </a:xfrm>
            <a:prstGeom prst="line">
              <a:avLst/>
            </a:prstGeom>
            <a:noFill/>
            <a:ln w="28575">
              <a:solidFill>
                <a:srgbClr val="7030A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endParaRPr lang="zh-CN" altLang="en-US"/>
            </a:p>
          </p:txBody>
        </p:sp>
        <p:sp>
          <p:nvSpPr>
            <p:cNvPr id="47" name="Text Box 22"/>
            <p:cNvSpPr txBox="1">
              <a:spLocks noChangeArrowheads="1"/>
            </p:cNvSpPr>
            <p:nvPr/>
          </p:nvSpPr>
          <p:spPr bwMode="auto">
            <a:xfrm>
              <a:off x="1701" y="3113"/>
              <a:ext cx="34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pPr>
                <a:spcBef>
                  <a:spcPct val="50000"/>
                </a:spcBef>
              </a:pPr>
              <a:r>
                <a:rPr kumimoji="1" lang="en-US" altLang="zh-CN" b="0" i="1">
                  <a:solidFill>
                    <a:schemeClr val="tx1"/>
                  </a:solidFill>
                  <a:latin typeface="Symbol" panose="05050102010706020507" pitchFamily="18" charset="2"/>
                  <a:ea typeface="宋体" panose="02010600030101010101" pitchFamily="2" charset="-122"/>
                </a:rPr>
                <a:t>y</a:t>
              </a:r>
              <a:r>
                <a:rPr kumimoji="1" lang="en-US" altLang="zh-CN" b="0" i="1" baseline="-25000">
                  <a:solidFill>
                    <a:schemeClr val="tx1"/>
                  </a:solidFill>
                  <a:latin typeface="Times New Roman" panose="02020603050405020304" pitchFamily="18" charset="0"/>
                  <a:ea typeface="宋体" panose="02010600030101010101" pitchFamily="2" charset="-122"/>
                </a:rPr>
                <a:t>u</a:t>
              </a:r>
            </a:p>
          </p:txBody>
        </p:sp>
        <p:sp>
          <p:nvSpPr>
            <p:cNvPr id="48" name="Text Box 23"/>
            <p:cNvSpPr txBox="1">
              <a:spLocks noChangeArrowheads="1"/>
            </p:cNvSpPr>
            <p:nvPr/>
          </p:nvSpPr>
          <p:spPr bwMode="auto">
            <a:xfrm>
              <a:off x="2017" y="3203"/>
              <a:ext cx="31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pPr>
                <a:spcBef>
                  <a:spcPct val="50000"/>
                </a:spcBef>
              </a:pPr>
              <a:r>
                <a:rPr kumimoji="1" lang="en-US" altLang="zh-CN" b="0" i="1">
                  <a:solidFill>
                    <a:schemeClr val="tx1"/>
                  </a:solidFill>
                  <a:latin typeface="Symbol" panose="05050102010706020507" pitchFamily="18" charset="2"/>
                  <a:ea typeface="宋体" panose="02010600030101010101" pitchFamily="2" charset="-122"/>
                </a:rPr>
                <a:t>y</a:t>
              </a:r>
              <a:r>
                <a:rPr kumimoji="1" lang="en-US" altLang="zh-CN" b="0" i="1" baseline="-25000">
                  <a:solidFill>
                    <a:schemeClr val="tx1"/>
                  </a:solidFill>
                  <a:latin typeface="Times New Roman" panose="02020603050405020304" pitchFamily="18" charset="0"/>
                  <a:ea typeface="宋体" panose="02010600030101010101" pitchFamily="2" charset="-122"/>
                </a:rPr>
                <a:t>i</a:t>
              </a:r>
            </a:p>
          </p:txBody>
        </p:sp>
        <p:sp>
          <p:nvSpPr>
            <p:cNvPr id="49" name="Text Box 24"/>
            <p:cNvSpPr txBox="1">
              <a:spLocks noChangeArrowheads="1"/>
            </p:cNvSpPr>
            <p:nvPr/>
          </p:nvSpPr>
          <p:spPr bwMode="auto">
            <a:xfrm>
              <a:off x="2109" y="3521"/>
              <a:ext cx="4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pPr>
                <a:spcBef>
                  <a:spcPct val="50000"/>
                </a:spcBef>
              </a:pPr>
              <a:r>
                <a:rPr kumimoji="1" lang="en-US" altLang="zh-CN" b="0" i="1">
                  <a:solidFill>
                    <a:schemeClr val="tx1"/>
                  </a:solidFill>
                  <a:latin typeface="Symbol" panose="05050102010706020507" pitchFamily="18" charset="2"/>
                  <a:ea typeface="宋体" panose="02010600030101010101" pitchFamily="2" charset="-122"/>
                </a:rPr>
                <a:t>j</a:t>
              </a:r>
            </a:p>
          </p:txBody>
        </p:sp>
        <p:sp>
          <p:nvSpPr>
            <p:cNvPr id="50" name="Text Box 25"/>
            <p:cNvSpPr txBox="1">
              <a:spLocks noChangeArrowheads="1"/>
            </p:cNvSpPr>
            <p:nvPr/>
          </p:nvSpPr>
          <p:spPr bwMode="auto">
            <a:xfrm>
              <a:off x="1519" y="2831"/>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pPr>
                <a:spcBef>
                  <a:spcPct val="50000"/>
                </a:spcBef>
              </a:pPr>
              <a:r>
                <a:rPr kumimoji="1" lang="en-US" altLang="zh-CN" b="0">
                  <a:solidFill>
                    <a:schemeClr val="tx1"/>
                  </a:solidFill>
                  <a:latin typeface="Times New Roman" panose="02020603050405020304" pitchFamily="18" charset="0"/>
                  <a:ea typeface="宋体" panose="02010600030101010101" pitchFamily="2" charset="-122"/>
                </a:rPr>
                <a:t>o</a:t>
              </a:r>
            </a:p>
          </p:txBody>
        </p:sp>
        <p:sp>
          <p:nvSpPr>
            <p:cNvPr id="51" name="Line 42"/>
            <p:cNvSpPr>
              <a:spLocks noChangeShapeType="1"/>
            </p:cNvSpPr>
            <p:nvPr/>
          </p:nvSpPr>
          <p:spPr bwMode="auto">
            <a:xfrm flipH="1">
              <a:off x="2562" y="3521"/>
              <a:ext cx="305" cy="0"/>
            </a:xfrm>
            <a:prstGeom prst="line">
              <a:avLst/>
            </a:prstGeom>
            <a:noFill/>
            <a:ln w="28575">
              <a:solidFill>
                <a:srgbClr val="7030A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endParaRPr lang="zh-CN" altLang="en-US"/>
            </a:p>
          </p:txBody>
        </p:sp>
        <p:sp>
          <p:nvSpPr>
            <p:cNvPr id="52" name="Line 46"/>
            <p:cNvSpPr>
              <a:spLocks noChangeShapeType="1"/>
            </p:cNvSpPr>
            <p:nvPr/>
          </p:nvSpPr>
          <p:spPr bwMode="auto">
            <a:xfrm>
              <a:off x="1429" y="3521"/>
              <a:ext cx="306" cy="0"/>
            </a:xfrm>
            <a:prstGeom prst="line">
              <a:avLst/>
            </a:prstGeom>
            <a:noFill/>
            <a:ln w="28575">
              <a:solidFill>
                <a:srgbClr val="7030A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defPPr>
                <a:defRPr lang="zh-CN"/>
              </a:defPPr>
              <a:lvl1pPr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b="1" kern="1200">
                  <a:solidFill>
                    <a:srgbClr val="FFFF00"/>
                  </a:solidFill>
                  <a:latin typeface="Arial" panose="020B0604020202020204" pitchFamily="34" charset="0"/>
                  <a:ea typeface="楷体_GB2312" pitchFamily="49" charset="-122"/>
                  <a:cs typeface="+mn-cs"/>
                </a:defRPr>
              </a:lvl5pPr>
              <a:lvl6pPr marL="22860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6pPr>
              <a:lvl7pPr marL="27432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7pPr>
              <a:lvl8pPr marL="32004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8pPr>
              <a:lvl9pPr marL="3657600" algn="l" defTabSz="914400" rtl="0" eaLnBrk="1" latinLnBrk="0" hangingPunct="1">
                <a:defRPr sz="2800" b="1" kern="1200">
                  <a:solidFill>
                    <a:srgbClr val="FFFF00"/>
                  </a:solidFill>
                  <a:latin typeface="Arial" panose="020B0604020202020204" pitchFamily="34" charset="0"/>
                  <a:ea typeface="楷体_GB2312" pitchFamily="49" charset="-122"/>
                  <a:cs typeface="+mn-cs"/>
                </a:defRPr>
              </a:lvl9pPr>
            </a:lstStyle>
            <a:p>
              <a:endParaRPr lang="zh-CN" altLang="en-US"/>
            </a:p>
          </p:txBody>
        </p:sp>
      </p:grpSp>
    </p:spTree>
    <p:extLst>
      <p:ext uri="{BB962C8B-B14F-4D97-AF65-F5344CB8AC3E}">
        <p14:creationId xmlns:p14="http://schemas.microsoft.com/office/powerpoint/2010/main" val="34113497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2" fill="hold" grpId="0" nodeType="clickEffect">
                                  <p:stCondLst>
                                    <p:cond delay="0"/>
                                  </p:stCondLst>
                                  <p:childTnLst>
                                    <p:set>
                                      <p:cBhvr>
                                        <p:cTn id="6" dur="1" fill="hold">
                                          <p:stCondLst>
                                            <p:cond delay="0"/>
                                          </p:stCondLst>
                                        </p:cTn>
                                        <p:tgtEl>
                                          <p:spTgt spid="61445"/>
                                        </p:tgtEl>
                                        <p:attrNameLst>
                                          <p:attrName>style.visibility</p:attrName>
                                        </p:attrNameLst>
                                      </p:cBhvr>
                                      <p:to>
                                        <p:strVal val="visible"/>
                                      </p:to>
                                    </p:set>
                                    <p:animEffect transition="in" filter="slide(fromRight)">
                                      <p:cBhvr>
                                        <p:cTn id="7" dur="500"/>
                                        <p:tgtEl>
                                          <p:spTgt spid="614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2" fill="hold" grpId="0" nodeType="clickEffect">
                                  <p:stCondLst>
                                    <p:cond delay="0"/>
                                  </p:stCondLst>
                                  <p:childTnLst>
                                    <p:set>
                                      <p:cBhvr>
                                        <p:cTn id="11" dur="1" fill="hold">
                                          <p:stCondLst>
                                            <p:cond delay="0"/>
                                          </p:stCondLst>
                                        </p:cTn>
                                        <p:tgtEl>
                                          <p:spTgt spid="61446"/>
                                        </p:tgtEl>
                                        <p:attrNameLst>
                                          <p:attrName>style.visibility</p:attrName>
                                        </p:attrNameLst>
                                      </p:cBhvr>
                                      <p:to>
                                        <p:strVal val="visible"/>
                                      </p:to>
                                    </p:set>
                                    <p:animEffect transition="in" filter="slide(fromRight)">
                                      <p:cBhvr>
                                        <p:cTn id="12" dur="500"/>
                                        <p:tgtEl>
                                          <p:spTgt spid="614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5" grpId="0" autoUpdateAnimBg="0"/>
      <p:bldP spid="61446"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933450" y="876300"/>
            <a:ext cx="2217738"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Symbol" panose="05050102010706020507" pitchFamily="18" charset="2"/>
              </a:rPr>
              <a:t>j  </a:t>
            </a:r>
            <a:r>
              <a:rPr kumimoji="1" lang="en-US" altLang="zh-CN" sz="2400" b="1">
                <a:latin typeface="Times New Roman" panose="02020603050405020304" pitchFamily="18" charset="0"/>
              </a:rPr>
              <a:t>= 0</a:t>
            </a:r>
            <a:r>
              <a:rPr kumimoji="1" lang="zh-CN" altLang="en-US" sz="2400" b="1">
                <a:latin typeface="Times New Roman" panose="02020603050405020304" pitchFamily="18" charset="0"/>
              </a:rPr>
              <a:t>， </a:t>
            </a:r>
            <a:r>
              <a:rPr kumimoji="1" lang="zh-CN" altLang="zh-CN" sz="2400" b="1">
                <a:latin typeface="Times New Roman" panose="02020603050405020304" pitchFamily="18" charset="0"/>
              </a:rPr>
              <a:t>同相：</a:t>
            </a:r>
            <a:endParaRPr kumimoji="1" lang="zh-CN" altLang="en-US" sz="2400" b="1">
              <a:latin typeface="Symbol" panose="05050102010706020507" pitchFamily="18" charset="2"/>
            </a:endParaRPr>
          </a:p>
        </p:txBody>
      </p:sp>
      <p:sp>
        <p:nvSpPr>
          <p:cNvPr id="10243" name="Rectangle 3"/>
          <p:cNvSpPr>
            <a:spLocks noChangeArrowheads="1"/>
          </p:cNvSpPr>
          <p:nvPr/>
        </p:nvSpPr>
        <p:spPr bwMode="auto">
          <a:xfrm>
            <a:off x="4859338" y="800100"/>
            <a:ext cx="3657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Symbol" panose="05050102010706020507" pitchFamily="18" charset="2"/>
              </a:rPr>
              <a:t>j  </a:t>
            </a:r>
            <a:r>
              <a:rPr kumimoji="1" lang="en-US" altLang="zh-CN" sz="2400" b="1">
                <a:latin typeface="Times New Roman" panose="02020603050405020304" pitchFamily="18" charset="0"/>
              </a:rPr>
              <a:t>= </a:t>
            </a:r>
            <a:r>
              <a:rPr kumimoji="1" lang="en-US" altLang="zh-CN" sz="2400" b="1">
                <a:latin typeface="Times New Roman" panose="02020603050405020304" pitchFamily="18" charset="0"/>
                <a:sym typeface="Symbol" panose="05050102010706020507" pitchFamily="18" charset="2"/>
              </a:rPr>
              <a:t>   ( </a:t>
            </a:r>
            <a:r>
              <a:rPr kumimoji="1" lang="en-US" altLang="zh-CN" sz="2400" b="1">
                <a:latin typeface="Times New Roman" panose="02020603050405020304" pitchFamily="18" charset="0"/>
              </a:rPr>
              <a:t>180</a:t>
            </a:r>
            <a:r>
              <a:rPr kumimoji="1" lang="en-US" altLang="zh-CN" sz="2400" b="1" baseline="50000">
                <a:latin typeface="Times New Roman" panose="02020603050405020304" pitchFamily="18" charset="0"/>
              </a:rPr>
              <a:t>o </a:t>
            </a:r>
            <a:r>
              <a:rPr kumimoji="1" lang="en-US" altLang="zh-CN" sz="2400" b="1">
                <a:latin typeface="Times New Roman" panose="02020603050405020304" pitchFamily="18" charset="0"/>
              </a:rPr>
              <a:t>)</a:t>
            </a:r>
            <a:r>
              <a:rPr kumimoji="1" lang="en-US" altLang="zh-CN" sz="2400" b="1" baseline="50000">
                <a:latin typeface="Times New Roman" panose="02020603050405020304" pitchFamily="18" charset="0"/>
              </a:rPr>
              <a:t> </a:t>
            </a:r>
            <a:r>
              <a:rPr kumimoji="1" lang="zh-CN" altLang="en-US" sz="2400" b="1">
                <a:latin typeface="Times New Roman" panose="02020603050405020304" pitchFamily="18" charset="0"/>
              </a:rPr>
              <a:t>，</a:t>
            </a:r>
            <a:r>
              <a:rPr kumimoji="1" lang="zh-CN" altLang="zh-CN" sz="2400" b="1">
                <a:latin typeface="Times New Roman" panose="02020603050405020304" pitchFamily="18" charset="0"/>
              </a:rPr>
              <a:t>反相：</a:t>
            </a:r>
            <a:endParaRPr kumimoji="1" lang="zh-CN" altLang="en-US" sz="2400" b="1">
              <a:latin typeface="Times New Roman" panose="02020603050405020304" pitchFamily="18" charset="0"/>
            </a:endParaRPr>
          </a:p>
        </p:txBody>
      </p:sp>
      <p:sp>
        <p:nvSpPr>
          <p:cNvPr id="10244" name="Rectangle 4"/>
          <p:cNvSpPr>
            <a:spLocks noChangeArrowheads="1"/>
          </p:cNvSpPr>
          <p:nvPr/>
        </p:nvSpPr>
        <p:spPr bwMode="auto">
          <a:xfrm>
            <a:off x="3171825" y="5740400"/>
            <a:ext cx="3333750" cy="46672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wrap="none">
            <a:spAutoFit/>
          </a:bodyPr>
          <a:lstStyle/>
          <a:p>
            <a:pPr algn="l">
              <a:spcBef>
                <a:spcPct val="0"/>
              </a:spcBef>
            </a:pPr>
            <a:r>
              <a:rPr kumimoji="1" lang="zh-CN" altLang="en-US" sz="2400" b="1">
                <a:solidFill>
                  <a:srgbClr val="FF0000"/>
                </a:solidFill>
                <a:latin typeface="Times New Roman" panose="02020603050405020304" pitchFamily="18" charset="0"/>
              </a:rPr>
              <a:t>规定： </a:t>
            </a:r>
            <a:r>
              <a:rPr kumimoji="1" lang="en-US" altLang="zh-CN" sz="2400" b="1">
                <a:solidFill>
                  <a:srgbClr val="FF0000"/>
                </a:solidFill>
                <a:latin typeface="Times New Roman" panose="02020603050405020304" pitchFamily="18" charset="0"/>
              </a:rPr>
              <a:t>| </a:t>
            </a:r>
            <a:r>
              <a:rPr kumimoji="1" lang="en-US" altLang="zh-CN" sz="2400" b="1" i="1">
                <a:solidFill>
                  <a:srgbClr val="FF0000"/>
                </a:solidFill>
                <a:latin typeface="Times New Roman" panose="02020603050405020304" pitchFamily="18" charset="0"/>
                <a:sym typeface="Symbol" panose="05050102010706020507" pitchFamily="18" charset="2"/>
              </a:rPr>
              <a:t>  </a:t>
            </a:r>
            <a:r>
              <a:rPr kumimoji="1" lang="en-US" altLang="zh-CN" sz="2400" b="1">
                <a:solidFill>
                  <a:srgbClr val="FF0000"/>
                </a:solidFill>
                <a:latin typeface="Times New Roman" panose="02020603050405020304" pitchFamily="18" charset="0"/>
              </a:rPr>
              <a:t>| </a:t>
            </a:r>
            <a:r>
              <a:rPr kumimoji="1" lang="en-US" altLang="zh-CN" sz="2400" b="1">
                <a:solidFill>
                  <a:srgbClr val="FF0000"/>
                </a:solidFill>
                <a:latin typeface="Times New Roman" panose="02020603050405020304" pitchFamily="18" charset="0"/>
                <a:sym typeface="Symbol" panose="05050102010706020507" pitchFamily="18" charset="2"/>
              </a:rPr>
              <a:t>   (180°)</a:t>
            </a:r>
          </a:p>
        </p:txBody>
      </p:sp>
      <p:sp>
        <p:nvSpPr>
          <p:cNvPr id="10245" name="Text Box 5"/>
          <p:cNvSpPr txBox="1">
            <a:spLocks noChangeArrowheads="1"/>
          </p:cNvSpPr>
          <p:nvPr/>
        </p:nvSpPr>
        <p:spPr bwMode="auto">
          <a:xfrm>
            <a:off x="444500" y="266700"/>
            <a:ext cx="2317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solidFill>
                  <a:srgbClr val="2520F2"/>
                </a:solidFill>
                <a:latin typeface="Times New Roman" panose="02020603050405020304" pitchFamily="18" charset="0"/>
              </a:rPr>
              <a:t>特殊相位关系：</a:t>
            </a:r>
            <a:endParaRPr kumimoji="1" lang="zh-CN" altLang="en-US" sz="2400" b="1">
              <a:latin typeface="Times New Roman" panose="02020603050405020304" pitchFamily="18" charset="0"/>
            </a:endParaRPr>
          </a:p>
        </p:txBody>
      </p:sp>
      <p:grpSp>
        <p:nvGrpSpPr>
          <p:cNvPr id="10246" name="Group 6"/>
          <p:cNvGrpSpPr>
            <a:grpSpLocks/>
          </p:cNvGrpSpPr>
          <p:nvPr/>
        </p:nvGrpSpPr>
        <p:grpSpPr bwMode="auto">
          <a:xfrm>
            <a:off x="722313" y="1409700"/>
            <a:ext cx="3133725" cy="1752600"/>
            <a:chOff x="2607" y="128"/>
            <a:chExt cx="2370" cy="1304"/>
          </a:xfrm>
        </p:grpSpPr>
        <p:sp>
          <p:nvSpPr>
            <p:cNvPr id="10247" name="Line 7"/>
            <p:cNvSpPr>
              <a:spLocks noChangeShapeType="1"/>
            </p:cNvSpPr>
            <p:nvPr/>
          </p:nvSpPr>
          <p:spPr bwMode="auto">
            <a:xfrm flipV="1">
              <a:off x="3143" y="188"/>
              <a:ext cx="0" cy="1244"/>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48" name="Line 8"/>
            <p:cNvSpPr>
              <a:spLocks noChangeShapeType="1"/>
            </p:cNvSpPr>
            <p:nvPr/>
          </p:nvSpPr>
          <p:spPr bwMode="auto">
            <a:xfrm flipV="1">
              <a:off x="2766" y="912"/>
              <a:ext cx="2084" cy="6"/>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49" name="Text Box 9"/>
            <p:cNvSpPr txBox="1">
              <a:spLocks noChangeArrowheads="1"/>
            </p:cNvSpPr>
            <p:nvPr/>
          </p:nvSpPr>
          <p:spPr bwMode="auto">
            <a:xfrm>
              <a:off x="4558" y="869"/>
              <a:ext cx="419"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spcBef>
                  <a:spcPct val="0"/>
                </a:spcBef>
              </a:pPr>
              <a:r>
                <a:rPr kumimoji="1" lang="en-US" altLang="zh-CN" sz="2400" b="1" i="1">
                  <a:latin typeface="Times New Roman" panose="02020603050405020304" pitchFamily="18" charset="0"/>
                  <a:sym typeface="Symbol" panose="05050102010706020507" pitchFamily="18" charset="2"/>
                </a:rPr>
                <a:t> </a:t>
              </a:r>
              <a:r>
                <a:rPr kumimoji="1" lang="en-US" altLang="zh-CN" sz="2400" b="1" i="1">
                  <a:latin typeface="Times New Roman" panose="02020603050405020304" pitchFamily="18" charset="0"/>
                </a:rPr>
                <a:t>t</a:t>
              </a:r>
            </a:p>
          </p:txBody>
        </p:sp>
        <p:sp>
          <p:nvSpPr>
            <p:cNvPr id="10250" name="Freeform 10"/>
            <p:cNvSpPr>
              <a:spLocks/>
            </p:cNvSpPr>
            <p:nvPr/>
          </p:nvSpPr>
          <p:spPr bwMode="auto">
            <a:xfrm>
              <a:off x="2756" y="514"/>
              <a:ext cx="1818" cy="803"/>
            </a:xfrm>
            <a:custGeom>
              <a:avLst/>
              <a:gdLst>
                <a:gd name="T0" fmla="*/ 0 w 2118"/>
                <a:gd name="T1" fmla="*/ 734 h 868"/>
                <a:gd name="T2" fmla="*/ 260 w 2118"/>
                <a:gd name="T3" fmla="*/ 286 h 868"/>
                <a:gd name="T4" fmla="*/ 335 w 2118"/>
                <a:gd name="T5" fmla="*/ 162 h 868"/>
                <a:gd name="T6" fmla="*/ 430 w 2118"/>
                <a:gd name="T7" fmla="*/ 53 h 868"/>
                <a:gd name="T8" fmla="*/ 538 w 2118"/>
                <a:gd name="T9" fmla="*/ 2 h 868"/>
                <a:gd name="T10" fmla="*/ 672 w 2118"/>
                <a:gd name="T11" fmla="*/ 64 h 868"/>
                <a:gd name="T12" fmla="*/ 806 w 2118"/>
                <a:gd name="T13" fmla="*/ 246 h 868"/>
                <a:gd name="T14" fmla="*/ 906 w 2118"/>
                <a:gd name="T15" fmla="*/ 430 h 868"/>
                <a:gd name="T16" fmla="*/ 1019 w 2118"/>
                <a:gd name="T17" fmla="*/ 628 h 868"/>
                <a:gd name="T18" fmla="*/ 1130 w 2118"/>
                <a:gd name="T19" fmla="*/ 788 h 868"/>
                <a:gd name="T20" fmla="*/ 1284 w 2118"/>
                <a:gd name="T21" fmla="*/ 862 h 868"/>
                <a:gd name="T22" fmla="*/ 1449 w 2118"/>
                <a:gd name="T23" fmla="*/ 747 h 868"/>
                <a:gd name="T24" fmla="*/ 1637 w 2118"/>
                <a:gd name="T25" fmla="*/ 442 h 868"/>
                <a:gd name="T26" fmla="*/ 1724 w 2118"/>
                <a:gd name="T27" fmla="*/ 277 h 868"/>
                <a:gd name="T28" fmla="*/ 1876 w 2118"/>
                <a:gd name="T29" fmla="*/ 67 h 868"/>
                <a:gd name="T30" fmla="*/ 2002 w 2118"/>
                <a:gd name="T31" fmla="*/ 5 h 868"/>
                <a:gd name="T32" fmla="*/ 2118 w 2118"/>
                <a:gd name="T33" fmla="*/ 53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18" h="868">
                  <a:moveTo>
                    <a:pt x="0" y="734"/>
                  </a:moveTo>
                  <a:cubicBezTo>
                    <a:pt x="43" y="660"/>
                    <a:pt x="204" y="381"/>
                    <a:pt x="260" y="286"/>
                  </a:cubicBezTo>
                  <a:cubicBezTo>
                    <a:pt x="316" y="191"/>
                    <a:pt x="307" y="201"/>
                    <a:pt x="335" y="162"/>
                  </a:cubicBezTo>
                  <a:cubicBezTo>
                    <a:pt x="363" y="123"/>
                    <a:pt x="397" y="79"/>
                    <a:pt x="430" y="53"/>
                  </a:cubicBezTo>
                  <a:cubicBezTo>
                    <a:pt x="464" y="26"/>
                    <a:pt x="498" y="0"/>
                    <a:pt x="538" y="2"/>
                  </a:cubicBezTo>
                  <a:cubicBezTo>
                    <a:pt x="579" y="5"/>
                    <a:pt x="627" y="24"/>
                    <a:pt x="672" y="64"/>
                  </a:cubicBezTo>
                  <a:cubicBezTo>
                    <a:pt x="717" y="105"/>
                    <a:pt x="767" y="185"/>
                    <a:pt x="806" y="246"/>
                  </a:cubicBezTo>
                  <a:cubicBezTo>
                    <a:pt x="844" y="306"/>
                    <a:pt x="870" y="366"/>
                    <a:pt x="906" y="430"/>
                  </a:cubicBezTo>
                  <a:cubicBezTo>
                    <a:pt x="942" y="493"/>
                    <a:pt x="982" y="568"/>
                    <a:pt x="1019" y="628"/>
                  </a:cubicBezTo>
                  <a:cubicBezTo>
                    <a:pt x="1057" y="687"/>
                    <a:pt x="1086" y="749"/>
                    <a:pt x="1130" y="788"/>
                  </a:cubicBezTo>
                  <a:cubicBezTo>
                    <a:pt x="1174" y="827"/>
                    <a:pt x="1231" y="868"/>
                    <a:pt x="1284" y="862"/>
                  </a:cubicBezTo>
                  <a:cubicBezTo>
                    <a:pt x="1338" y="855"/>
                    <a:pt x="1390" y="817"/>
                    <a:pt x="1449" y="747"/>
                  </a:cubicBezTo>
                  <a:cubicBezTo>
                    <a:pt x="1508" y="677"/>
                    <a:pt x="1591" y="520"/>
                    <a:pt x="1637" y="442"/>
                  </a:cubicBezTo>
                  <a:cubicBezTo>
                    <a:pt x="1682" y="364"/>
                    <a:pt x="1685" y="339"/>
                    <a:pt x="1724" y="277"/>
                  </a:cubicBezTo>
                  <a:cubicBezTo>
                    <a:pt x="1764" y="215"/>
                    <a:pt x="1830" y="112"/>
                    <a:pt x="1876" y="67"/>
                  </a:cubicBezTo>
                  <a:cubicBezTo>
                    <a:pt x="1922" y="21"/>
                    <a:pt x="1962" y="7"/>
                    <a:pt x="2002" y="5"/>
                  </a:cubicBezTo>
                  <a:cubicBezTo>
                    <a:pt x="2043" y="2"/>
                    <a:pt x="2094" y="43"/>
                    <a:pt x="2118" y="53"/>
                  </a:cubicBezTo>
                </a:path>
              </a:pathLst>
            </a:custGeom>
            <a:noFill/>
            <a:ln w="28575"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0251" name="Freeform 11"/>
            <p:cNvSpPr>
              <a:spLocks/>
            </p:cNvSpPr>
            <p:nvPr/>
          </p:nvSpPr>
          <p:spPr bwMode="auto">
            <a:xfrm>
              <a:off x="2607" y="715"/>
              <a:ext cx="1980" cy="400"/>
            </a:xfrm>
            <a:custGeom>
              <a:avLst/>
              <a:gdLst>
                <a:gd name="T0" fmla="*/ 0 w 2307"/>
                <a:gd name="T1" fmla="*/ 430 h 432"/>
                <a:gd name="T2" fmla="*/ 160 w 2307"/>
                <a:gd name="T3" fmla="*/ 385 h 432"/>
                <a:gd name="T4" fmla="*/ 363 w 2307"/>
                <a:gd name="T5" fmla="*/ 215 h 432"/>
                <a:gd name="T6" fmla="*/ 561 w 2307"/>
                <a:gd name="T7" fmla="*/ 53 h 432"/>
                <a:gd name="T8" fmla="*/ 741 w 2307"/>
                <a:gd name="T9" fmla="*/ 2 h 432"/>
                <a:gd name="T10" fmla="*/ 916 w 2307"/>
                <a:gd name="T11" fmla="*/ 67 h 432"/>
                <a:gd name="T12" fmla="*/ 1094 w 2307"/>
                <a:gd name="T13" fmla="*/ 217 h 432"/>
                <a:gd name="T14" fmla="*/ 1311 w 2307"/>
                <a:gd name="T15" fmla="*/ 385 h 432"/>
                <a:gd name="T16" fmla="*/ 1446 w 2307"/>
                <a:gd name="T17" fmla="*/ 430 h 432"/>
                <a:gd name="T18" fmla="*/ 1588 w 2307"/>
                <a:gd name="T19" fmla="*/ 397 h 432"/>
                <a:gd name="T20" fmla="*/ 1731 w 2307"/>
                <a:gd name="T21" fmla="*/ 286 h 432"/>
                <a:gd name="T22" fmla="*/ 1830 w 2307"/>
                <a:gd name="T23" fmla="*/ 205 h 432"/>
                <a:gd name="T24" fmla="*/ 1968 w 2307"/>
                <a:gd name="T25" fmla="*/ 82 h 432"/>
                <a:gd name="T26" fmla="*/ 2139 w 2307"/>
                <a:gd name="T27" fmla="*/ 13 h 432"/>
                <a:gd name="T28" fmla="*/ 2256 w 2307"/>
                <a:gd name="T29" fmla="*/ 28 h 432"/>
                <a:gd name="T30" fmla="*/ 2307 w 2307"/>
                <a:gd name="T31" fmla="*/ 5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307" h="432">
                  <a:moveTo>
                    <a:pt x="0" y="430"/>
                  </a:moveTo>
                  <a:cubicBezTo>
                    <a:pt x="27" y="423"/>
                    <a:pt x="99" y="421"/>
                    <a:pt x="160" y="385"/>
                  </a:cubicBezTo>
                  <a:cubicBezTo>
                    <a:pt x="220" y="349"/>
                    <a:pt x="296" y="270"/>
                    <a:pt x="363" y="215"/>
                  </a:cubicBezTo>
                  <a:cubicBezTo>
                    <a:pt x="430" y="160"/>
                    <a:pt x="498" y="88"/>
                    <a:pt x="561" y="53"/>
                  </a:cubicBezTo>
                  <a:cubicBezTo>
                    <a:pt x="624" y="18"/>
                    <a:pt x="682" y="0"/>
                    <a:pt x="741" y="2"/>
                  </a:cubicBezTo>
                  <a:cubicBezTo>
                    <a:pt x="800" y="5"/>
                    <a:pt x="858" y="31"/>
                    <a:pt x="916" y="67"/>
                  </a:cubicBezTo>
                  <a:cubicBezTo>
                    <a:pt x="974" y="103"/>
                    <a:pt x="1028" y="164"/>
                    <a:pt x="1094" y="217"/>
                  </a:cubicBezTo>
                  <a:cubicBezTo>
                    <a:pt x="1160" y="270"/>
                    <a:pt x="1252" y="349"/>
                    <a:pt x="1311" y="385"/>
                  </a:cubicBezTo>
                  <a:cubicBezTo>
                    <a:pt x="1370" y="421"/>
                    <a:pt x="1400" y="428"/>
                    <a:pt x="1446" y="430"/>
                  </a:cubicBezTo>
                  <a:cubicBezTo>
                    <a:pt x="1492" y="432"/>
                    <a:pt x="1540" y="421"/>
                    <a:pt x="1588" y="397"/>
                  </a:cubicBezTo>
                  <a:cubicBezTo>
                    <a:pt x="1636" y="373"/>
                    <a:pt x="1691" y="318"/>
                    <a:pt x="1731" y="286"/>
                  </a:cubicBezTo>
                  <a:cubicBezTo>
                    <a:pt x="1771" y="254"/>
                    <a:pt x="1791" y="239"/>
                    <a:pt x="1830" y="205"/>
                  </a:cubicBezTo>
                  <a:cubicBezTo>
                    <a:pt x="1869" y="171"/>
                    <a:pt x="1917" y="114"/>
                    <a:pt x="1968" y="82"/>
                  </a:cubicBezTo>
                  <a:cubicBezTo>
                    <a:pt x="2019" y="50"/>
                    <a:pt x="2091" y="22"/>
                    <a:pt x="2139" y="13"/>
                  </a:cubicBezTo>
                  <a:cubicBezTo>
                    <a:pt x="2187" y="4"/>
                    <a:pt x="2228" y="21"/>
                    <a:pt x="2256" y="28"/>
                  </a:cubicBezTo>
                  <a:cubicBezTo>
                    <a:pt x="2284" y="35"/>
                    <a:pt x="2297" y="47"/>
                    <a:pt x="2307" y="52"/>
                  </a:cubicBezTo>
                </a:path>
              </a:pathLst>
            </a:custGeom>
            <a:noFill/>
            <a:ln w="28575" cap="flat" cmpd="sng">
              <a:solidFill>
                <a:srgbClr val="3333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0252" name="Text Box 12"/>
            <p:cNvSpPr txBox="1">
              <a:spLocks noChangeArrowheads="1"/>
            </p:cNvSpPr>
            <p:nvPr/>
          </p:nvSpPr>
          <p:spPr bwMode="auto">
            <a:xfrm>
              <a:off x="2773" y="128"/>
              <a:ext cx="504"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latin typeface="Times New Roman" panose="02020603050405020304" pitchFamily="18" charset="0"/>
                </a:rPr>
                <a:t>u</a:t>
              </a:r>
              <a:r>
                <a:rPr kumimoji="1" lang="en-US" altLang="zh-CN" sz="2400" b="1">
                  <a:latin typeface="Times New Roman" panose="02020603050405020304" pitchFamily="18" charset="0"/>
                </a:rPr>
                <a:t>, </a:t>
              </a:r>
              <a:r>
                <a:rPr kumimoji="1" lang="en-US" altLang="zh-CN" sz="2400" b="1" i="1">
                  <a:latin typeface="Times New Roman" panose="02020603050405020304" pitchFamily="18" charset="0"/>
                </a:rPr>
                <a:t>i </a:t>
              </a:r>
              <a:endParaRPr kumimoji="1" lang="en-US" altLang="zh-CN" sz="2400" b="1">
                <a:latin typeface="Times New Roman" panose="02020603050405020304" pitchFamily="18" charset="0"/>
              </a:endParaRPr>
            </a:p>
          </p:txBody>
        </p:sp>
        <p:sp>
          <p:nvSpPr>
            <p:cNvPr id="10253" name="Text Box 13"/>
            <p:cNvSpPr txBox="1">
              <a:spLocks noChangeArrowheads="1"/>
            </p:cNvSpPr>
            <p:nvPr/>
          </p:nvSpPr>
          <p:spPr bwMode="auto">
            <a:xfrm>
              <a:off x="4567" y="365"/>
              <a:ext cx="268"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solidFill>
                    <a:srgbClr val="FF0000"/>
                  </a:solidFill>
                  <a:latin typeface="Times New Roman" panose="02020603050405020304" pitchFamily="18" charset="0"/>
                </a:rPr>
                <a:t>u</a:t>
              </a:r>
              <a:endParaRPr kumimoji="1" lang="en-US" altLang="zh-CN" sz="2400" b="1">
                <a:latin typeface="Times New Roman" panose="02020603050405020304" pitchFamily="18" charset="0"/>
              </a:endParaRPr>
            </a:p>
          </p:txBody>
        </p:sp>
        <p:sp>
          <p:nvSpPr>
            <p:cNvPr id="10254" name="Text Box 14"/>
            <p:cNvSpPr txBox="1">
              <a:spLocks noChangeArrowheads="1"/>
            </p:cNvSpPr>
            <p:nvPr/>
          </p:nvSpPr>
          <p:spPr bwMode="auto">
            <a:xfrm>
              <a:off x="4520" y="634"/>
              <a:ext cx="260"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solidFill>
                    <a:srgbClr val="3333FF"/>
                  </a:solidFill>
                  <a:latin typeface="Times New Roman" panose="02020603050405020304" pitchFamily="18" charset="0"/>
                </a:rPr>
                <a:t> </a:t>
              </a:r>
              <a:r>
                <a:rPr kumimoji="1" lang="en-US" altLang="zh-CN" sz="2400" b="1" i="1">
                  <a:solidFill>
                    <a:srgbClr val="3333FF"/>
                  </a:solidFill>
                  <a:latin typeface="Times New Roman" panose="02020603050405020304" pitchFamily="18" charset="0"/>
                </a:rPr>
                <a:t>i</a:t>
              </a:r>
              <a:endParaRPr kumimoji="1" lang="en-US" altLang="zh-CN" sz="2400" b="1">
                <a:latin typeface="Times New Roman" panose="02020603050405020304" pitchFamily="18" charset="0"/>
              </a:endParaRPr>
            </a:p>
          </p:txBody>
        </p:sp>
        <p:sp>
          <p:nvSpPr>
            <p:cNvPr id="10255" name="Text Box 15"/>
            <p:cNvSpPr txBox="1">
              <a:spLocks noChangeArrowheads="1"/>
            </p:cNvSpPr>
            <p:nvPr/>
          </p:nvSpPr>
          <p:spPr bwMode="auto">
            <a:xfrm>
              <a:off x="3135" y="899"/>
              <a:ext cx="255"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0</a:t>
              </a:r>
            </a:p>
          </p:txBody>
        </p:sp>
      </p:grpSp>
      <p:grpSp>
        <p:nvGrpSpPr>
          <p:cNvPr id="10256" name="Group 16"/>
          <p:cNvGrpSpPr>
            <a:grpSpLocks/>
          </p:cNvGrpSpPr>
          <p:nvPr/>
        </p:nvGrpSpPr>
        <p:grpSpPr bwMode="auto">
          <a:xfrm>
            <a:off x="690563" y="3314700"/>
            <a:ext cx="4176712" cy="2336800"/>
            <a:chOff x="1435" y="240"/>
            <a:chExt cx="2631" cy="1472"/>
          </a:xfrm>
        </p:grpSpPr>
        <p:sp>
          <p:nvSpPr>
            <p:cNvPr id="10257" name="Line 17"/>
            <p:cNvSpPr>
              <a:spLocks noChangeShapeType="1"/>
            </p:cNvSpPr>
            <p:nvPr/>
          </p:nvSpPr>
          <p:spPr bwMode="auto">
            <a:xfrm flipV="1">
              <a:off x="1968" y="313"/>
              <a:ext cx="0" cy="1399"/>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8" name="Line 18"/>
            <p:cNvSpPr>
              <a:spLocks noChangeShapeType="1"/>
            </p:cNvSpPr>
            <p:nvPr/>
          </p:nvSpPr>
          <p:spPr bwMode="auto">
            <a:xfrm flipV="1">
              <a:off x="1435" y="1161"/>
              <a:ext cx="2553" cy="8"/>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9" name="Text Box 19"/>
            <p:cNvSpPr txBox="1">
              <a:spLocks noChangeArrowheads="1"/>
            </p:cNvSpPr>
            <p:nvPr/>
          </p:nvSpPr>
          <p:spPr bwMode="auto">
            <a:xfrm>
              <a:off x="3717" y="1157"/>
              <a:ext cx="3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spcBef>
                  <a:spcPct val="0"/>
                </a:spcBef>
              </a:pPr>
              <a:r>
                <a:rPr kumimoji="1" lang="en-US" altLang="zh-CN" sz="2400" b="1" i="1">
                  <a:latin typeface="Times New Roman" panose="02020603050405020304" pitchFamily="18" charset="0"/>
                  <a:sym typeface="Symbol" panose="05050102010706020507" pitchFamily="18" charset="2"/>
                </a:rPr>
                <a:t> </a:t>
              </a:r>
              <a:r>
                <a:rPr kumimoji="1" lang="en-US" altLang="zh-CN" sz="2400" b="1" i="1">
                  <a:latin typeface="Times New Roman" panose="02020603050405020304" pitchFamily="18" charset="0"/>
                </a:rPr>
                <a:t>t</a:t>
              </a:r>
            </a:p>
          </p:txBody>
        </p:sp>
        <p:sp>
          <p:nvSpPr>
            <p:cNvPr id="10260" name="Freeform 20"/>
            <p:cNvSpPr>
              <a:spLocks/>
            </p:cNvSpPr>
            <p:nvPr/>
          </p:nvSpPr>
          <p:spPr bwMode="auto">
            <a:xfrm>
              <a:off x="1611" y="684"/>
              <a:ext cx="2039" cy="963"/>
            </a:xfrm>
            <a:custGeom>
              <a:avLst/>
              <a:gdLst>
                <a:gd name="T0" fmla="*/ 0 w 2262"/>
                <a:gd name="T1" fmla="*/ 549 h 1091"/>
                <a:gd name="T2" fmla="*/ 96 w 2262"/>
                <a:gd name="T3" fmla="*/ 360 h 1091"/>
                <a:gd name="T4" fmla="*/ 183 w 2262"/>
                <a:gd name="T5" fmla="*/ 204 h 1091"/>
                <a:gd name="T6" fmla="*/ 294 w 2262"/>
                <a:gd name="T7" fmla="*/ 66 h 1091"/>
                <a:gd name="T8" fmla="*/ 420 w 2262"/>
                <a:gd name="T9" fmla="*/ 3 h 1091"/>
                <a:gd name="T10" fmla="*/ 576 w 2262"/>
                <a:gd name="T11" fmla="*/ 81 h 1091"/>
                <a:gd name="T12" fmla="*/ 732 w 2262"/>
                <a:gd name="T13" fmla="*/ 309 h 1091"/>
                <a:gd name="T14" fmla="*/ 849 w 2262"/>
                <a:gd name="T15" fmla="*/ 540 h 1091"/>
                <a:gd name="T16" fmla="*/ 981 w 2262"/>
                <a:gd name="T17" fmla="*/ 789 h 1091"/>
                <a:gd name="T18" fmla="*/ 1110 w 2262"/>
                <a:gd name="T19" fmla="*/ 990 h 1091"/>
                <a:gd name="T20" fmla="*/ 1290 w 2262"/>
                <a:gd name="T21" fmla="*/ 1083 h 1091"/>
                <a:gd name="T22" fmla="*/ 1482 w 2262"/>
                <a:gd name="T23" fmla="*/ 939 h 1091"/>
                <a:gd name="T24" fmla="*/ 1701 w 2262"/>
                <a:gd name="T25" fmla="*/ 555 h 1091"/>
                <a:gd name="T26" fmla="*/ 1803 w 2262"/>
                <a:gd name="T27" fmla="*/ 348 h 1091"/>
                <a:gd name="T28" fmla="*/ 1980 w 2262"/>
                <a:gd name="T29" fmla="*/ 84 h 1091"/>
                <a:gd name="T30" fmla="*/ 2127 w 2262"/>
                <a:gd name="T31" fmla="*/ 6 h 1091"/>
                <a:gd name="T32" fmla="*/ 2262 w 2262"/>
                <a:gd name="T33" fmla="*/ 66 h 10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62" h="1091">
                  <a:moveTo>
                    <a:pt x="0" y="549"/>
                  </a:moveTo>
                  <a:cubicBezTo>
                    <a:pt x="16" y="518"/>
                    <a:pt x="65" y="418"/>
                    <a:pt x="96" y="360"/>
                  </a:cubicBezTo>
                  <a:cubicBezTo>
                    <a:pt x="127" y="302"/>
                    <a:pt x="150" y="253"/>
                    <a:pt x="183" y="204"/>
                  </a:cubicBezTo>
                  <a:cubicBezTo>
                    <a:pt x="216" y="155"/>
                    <a:pt x="255" y="99"/>
                    <a:pt x="294" y="66"/>
                  </a:cubicBezTo>
                  <a:cubicBezTo>
                    <a:pt x="333" y="33"/>
                    <a:pt x="373" y="0"/>
                    <a:pt x="420" y="3"/>
                  </a:cubicBezTo>
                  <a:cubicBezTo>
                    <a:pt x="467" y="6"/>
                    <a:pt x="524" y="30"/>
                    <a:pt x="576" y="81"/>
                  </a:cubicBezTo>
                  <a:cubicBezTo>
                    <a:pt x="628" y="132"/>
                    <a:pt x="687" y="233"/>
                    <a:pt x="732" y="309"/>
                  </a:cubicBezTo>
                  <a:cubicBezTo>
                    <a:pt x="777" y="385"/>
                    <a:pt x="807" y="460"/>
                    <a:pt x="849" y="540"/>
                  </a:cubicBezTo>
                  <a:cubicBezTo>
                    <a:pt x="891" y="620"/>
                    <a:pt x="937" y="714"/>
                    <a:pt x="981" y="789"/>
                  </a:cubicBezTo>
                  <a:cubicBezTo>
                    <a:pt x="1025" y="864"/>
                    <a:pt x="1059" y="941"/>
                    <a:pt x="1110" y="990"/>
                  </a:cubicBezTo>
                  <a:cubicBezTo>
                    <a:pt x="1161" y="1039"/>
                    <a:pt x="1228" y="1091"/>
                    <a:pt x="1290" y="1083"/>
                  </a:cubicBezTo>
                  <a:cubicBezTo>
                    <a:pt x="1352" y="1075"/>
                    <a:pt x="1413" y="1027"/>
                    <a:pt x="1482" y="939"/>
                  </a:cubicBezTo>
                  <a:cubicBezTo>
                    <a:pt x="1551" y="851"/>
                    <a:pt x="1648" y="653"/>
                    <a:pt x="1701" y="555"/>
                  </a:cubicBezTo>
                  <a:cubicBezTo>
                    <a:pt x="1754" y="457"/>
                    <a:pt x="1757" y="426"/>
                    <a:pt x="1803" y="348"/>
                  </a:cubicBezTo>
                  <a:cubicBezTo>
                    <a:pt x="1849" y="270"/>
                    <a:pt x="1926" y="141"/>
                    <a:pt x="1980" y="84"/>
                  </a:cubicBezTo>
                  <a:cubicBezTo>
                    <a:pt x="2034" y="27"/>
                    <a:pt x="2080" y="9"/>
                    <a:pt x="2127" y="6"/>
                  </a:cubicBezTo>
                  <a:cubicBezTo>
                    <a:pt x="2174" y="3"/>
                    <a:pt x="2234" y="54"/>
                    <a:pt x="2262" y="66"/>
                  </a:cubicBezTo>
                </a:path>
              </a:pathLst>
            </a:custGeom>
            <a:noFill/>
            <a:ln w="28575"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0261" name="Freeform 21"/>
            <p:cNvSpPr>
              <a:spLocks/>
            </p:cNvSpPr>
            <p:nvPr/>
          </p:nvSpPr>
          <p:spPr bwMode="auto">
            <a:xfrm>
              <a:off x="1584" y="925"/>
              <a:ext cx="2039" cy="478"/>
            </a:xfrm>
            <a:custGeom>
              <a:avLst/>
              <a:gdLst>
                <a:gd name="T0" fmla="*/ 0 w 2262"/>
                <a:gd name="T1" fmla="*/ 540 h 541"/>
                <a:gd name="T2" fmla="*/ 186 w 2262"/>
                <a:gd name="T3" fmla="*/ 483 h 541"/>
                <a:gd name="T4" fmla="*/ 423 w 2262"/>
                <a:gd name="T5" fmla="*/ 270 h 541"/>
                <a:gd name="T6" fmla="*/ 654 w 2262"/>
                <a:gd name="T7" fmla="*/ 66 h 541"/>
                <a:gd name="T8" fmla="*/ 864 w 2262"/>
                <a:gd name="T9" fmla="*/ 3 h 541"/>
                <a:gd name="T10" fmla="*/ 1068 w 2262"/>
                <a:gd name="T11" fmla="*/ 84 h 541"/>
                <a:gd name="T12" fmla="*/ 1275 w 2262"/>
                <a:gd name="T13" fmla="*/ 273 h 541"/>
                <a:gd name="T14" fmla="*/ 1533 w 2262"/>
                <a:gd name="T15" fmla="*/ 495 h 541"/>
                <a:gd name="T16" fmla="*/ 1698 w 2262"/>
                <a:gd name="T17" fmla="*/ 540 h 541"/>
                <a:gd name="T18" fmla="*/ 1851 w 2262"/>
                <a:gd name="T19" fmla="*/ 498 h 541"/>
                <a:gd name="T20" fmla="*/ 2025 w 2262"/>
                <a:gd name="T21" fmla="*/ 366 h 541"/>
                <a:gd name="T22" fmla="*/ 2133 w 2262"/>
                <a:gd name="T23" fmla="*/ 261 h 541"/>
                <a:gd name="T24" fmla="*/ 2262 w 2262"/>
                <a:gd name="T25" fmla="*/ 141 h 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2" h="541">
                  <a:moveTo>
                    <a:pt x="0" y="540"/>
                  </a:moveTo>
                  <a:cubicBezTo>
                    <a:pt x="31" y="531"/>
                    <a:pt x="115" y="528"/>
                    <a:pt x="186" y="483"/>
                  </a:cubicBezTo>
                  <a:cubicBezTo>
                    <a:pt x="257" y="438"/>
                    <a:pt x="345" y="339"/>
                    <a:pt x="423" y="270"/>
                  </a:cubicBezTo>
                  <a:cubicBezTo>
                    <a:pt x="501" y="201"/>
                    <a:pt x="581" y="110"/>
                    <a:pt x="654" y="66"/>
                  </a:cubicBezTo>
                  <a:cubicBezTo>
                    <a:pt x="727" y="22"/>
                    <a:pt x="795" y="0"/>
                    <a:pt x="864" y="3"/>
                  </a:cubicBezTo>
                  <a:cubicBezTo>
                    <a:pt x="933" y="6"/>
                    <a:pt x="1000" y="39"/>
                    <a:pt x="1068" y="84"/>
                  </a:cubicBezTo>
                  <a:cubicBezTo>
                    <a:pt x="1136" y="129"/>
                    <a:pt x="1198" y="205"/>
                    <a:pt x="1275" y="273"/>
                  </a:cubicBezTo>
                  <a:cubicBezTo>
                    <a:pt x="1352" y="341"/>
                    <a:pt x="1462" y="451"/>
                    <a:pt x="1533" y="495"/>
                  </a:cubicBezTo>
                  <a:cubicBezTo>
                    <a:pt x="1604" y="539"/>
                    <a:pt x="1645" y="539"/>
                    <a:pt x="1698" y="540"/>
                  </a:cubicBezTo>
                  <a:cubicBezTo>
                    <a:pt x="1751" y="541"/>
                    <a:pt x="1797" y="527"/>
                    <a:pt x="1851" y="498"/>
                  </a:cubicBezTo>
                  <a:cubicBezTo>
                    <a:pt x="1905" y="469"/>
                    <a:pt x="1978" y="405"/>
                    <a:pt x="2025" y="366"/>
                  </a:cubicBezTo>
                  <a:cubicBezTo>
                    <a:pt x="2072" y="327"/>
                    <a:pt x="2093" y="299"/>
                    <a:pt x="2133" y="261"/>
                  </a:cubicBezTo>
                  <a:cubicBezTo>
                    <a:pt x="2173" y="223"/>
                    <a:pt x="2235" y="166"/>
                    <a:pt x="2262" y="141"/>
                  </a:cubicBezTo>
                </a:path>
              </a:pathLst>
            </a:custGeom>
            <a:noFill/>
            <a:ln w="28575" cap="flat" cmpd="sng">
              <a:solidFill>
                <a:srgbClr val="3333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0262" name="Text Box 22"/>
            <p:cNvSpPr txBox="1">
              <a:spLocks noChangeArrowheads="1"/>
            </p:cNvSpPr>
            <p:nvPr/>
          </p:nvSpPr>
          <p:spPr bwMode="auto">
            <a:xfrm>
              <a:off x="1559" y="240"/>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latin typeface="Times New Roman" panose="02020603050405020304" pitchFamily="18" charset="0"/>
                </a:rPr>
                <a:t>u</a:t>
              </a:r>
              <a:r>
                <a:rPr kumimoji="1" lang="en-US" altLang="zh-CN" sz="2400" b="1">
                  <a:latin typeface="Times New Roman" panose="02020603050405020304" pitchFamily="18" charset="0"/>
                </a:rPr>
                <a:t>, </a:t>
              </a:r>
              <a:r>
                <a:rPr kumimoji="1" lang="en-US" altLang="zh-CN" sz="2400" b="1" i="1">
                  <a:latin typeface="Times New Roman" panose="02020603050405020304" pitchFamily="18" charset="0"/>
                </a:rPr>
                <a:t>i</a:t>
              </a:r>
              <a:endParaRPr kumimoji="1" lang="en-US" altLang="zh-CN" sz="2400" b="1">
                <a:latin typeface="Times New Roman" panose="02020603050405020304" pitchFamily="18" charset="0"/>
              </a:endParaRPr>
            </a:p>
          </p:txBody>
        </p:sp>
        <p:sp>
          <p:nvSpPr>
            <p:cNvPr id="10263" name="Text Box 23"/>
            <p:cNvSpPr txBox="1">
              <a:spLocks noChangeArrowheads="1"/>
            </p:cNvSpPr>
            <p:nvPr/>
          </p:nvSpPr>
          <p:spPr bwMode="auto">
            <a:xfrm>
              <a:off x="2083" y="483"/>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solidFill>
                    <a:srgbClr val="FF0000"/>
                  </a:solidFill>
                  <a:latin typeface="Times New Roman" panose="02020603050405020304" pitchFamily="18" charset="0"/>
                </a:rPr>
                <a:t>u</a:t>
              </a:r>
              <a:endParaRPr kumimoji="1" lang="en-US" altLang="zh-CN" sz="2400" b="1">
                <a:latin typeface="Times New Roman" panose="02020603050405020304" pitchFamily="18" charset="0"/>
              </a:endParaRPr>
            </a:p>
          </p:txBody>
        </p:sp>
        <p:sp>
          <p:nvSpPr>
            <p:cNvPr id="10264" name="Text Box 24"/>
            <p:cNvSpPr txBox="1">
              <a:spLocks noChangeArrowheads="1"/>
            </p:cNvSpPr>
            <p:nvPr/>
          </p:nvSpPr>
          <p:spPr bwMode="auto">
            <a:xfrm>
              <a:off x="2517" y="737"/>
              <a:ext cx="2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solidFill>
                    <a:srgbClr val="3333FF"/>
                  </a:solidFill>
                  <a:latin typeface="Times New Roman" panose="02020603050405020304" pitchFamily="18" charset="0"/>
                </a:rPr>
                <a:t> </a:t>
              </a:r>
              <a:r>
                <a:rPr kumimoji="1" lang="en-US" altLang="zh-CN" sz="2400" b="1" i="1">
                  <a:solidFill>
                    <a:srgbClr val="3333FF"/>
                  </a:solidFill>
                  <a:latin typeface="Times New Roman" panose="02020603050405020304" pitchFamily="18" charset="0"/>
                </a:rPr>
                <a:t>i</a:t>
              </a:r>
              <a:endParaRPr kumimoji="1" lang="en-US" altLang="zh-CN" sz="2400" b="1">
                <a:latin typeface="Times New Roman" panose="02020603050405020304" pitchFamily="18" charset="0"/>
              </a:endParaRPr>
            </a:p>
          </p:txBody>
        </p:sp>
        <p:sp>
          <p:nvSpPr>
            <p:cNvPr id="10265" name="Text Box 25"/>
            <p:cNvSpPr txBox="1">
              <a:spLocks noChangeArrowheads="1"/>
            </p:cNvSpPr>
            <p:nvPr/>
          </p:nvSpPr>
          <p:spPr bwMode="auto">
            <a:xfrm>
              <a:off x="1953" y="115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0</a:t>
              </a:r>
            </a:p>
          </p:txBody>
        </p:sp>
      </p:grpSp>
      <p:grpSp>
        <p:nvGrpSpPr>
          <p:cNvPr id="10266" name="Group 26"/>
          <p:cNvGrpSpPr>
            <a:grpSpLocks/>
          </p:cNvGrpSpPr>
          <p:nvPr/>
        </p:nvGrpSpPr>
        <p:grpSpPr bwMode="auto">
          <a:xfrm>
            <a:off x="5154613" y="1435100"/>
            <a:ext cx="3133725" cy="1752600"/>
            <a:chOff x="3255" y="1024"/>
            <a:chExt cx="1974" cy="1104"/>
          </a:xfrm>
        </p:grpSpPr>
        <p:sp>
          <p:nvSpPr>
            <p:cNvPr id="10267" name="Line 27"/>
            <p:cNvSpPr>
              <a:spLocks noChangeShapeType="1"/>
            </p:cNvSpPr>
            <p:nvPr/>
          </p:nvSpPr>
          <p:spPr bwMode="auto">
            <a:xfrm flipV="1">
              <a:off x="3701" y="1075"/>
              <a:ext cx="0" cy="1053"/>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8" name="Line 28"/>
            <p:cNvSpPr>
              <a:spLocks noChangeShapeType="1"/>
            </p:cNvSpPr>
            <p:nvPr/>
          </p:nvSpPr>
          <p:spPr bwMode="auto">
            <a:xfrm flipV="1">
              <a:off x="3387" y="1688"/>
              <a:ext cx="1736" cy="5"/>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9" name="Text Box 29"/>
            <p:cNvSpPr txBox="1">
              <a:spLocks noChangeArrowheads="1"/>
            </p:cNvSpPr>
            <p:nvPr/>
          </p:nvSpPr>
          <p:spPr bwMode="auto">
            <a:xfrm>
              <a:off x="4880" y="1651"/>
              <a:ext cx="3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spcBef>
                  <a:spcPct val="0"/>
                </a:spcBef>
              </a:pPr>
              <a:r>
                <a:rPr kumimoji="1" lang="en-US" altLang="zh-CN" sz="2400" b="1" i="1">
                  <a:latin typeface="Times New Roman" panose="02020603050405020304" pitchFamily="18" charset="0"/>
                  <a:sym typeface="Symbol" panose="05050102010706020507" pitchFamily="18" charset="2"/>
                </a:rPr>
                <a:t> </a:t>
              </a:r>
              <a:r>
                <a:rPr kumimoji="1" lang="en-US" altLang="zh-CN" sz="2400" b="1" i="1">
                  <a:latin typeface="Times New Roman" panose="02020603050405020304" pitchFamily="18" charset="0"/>
                </a:rPr>
                <a:t>t</a:t>
              </a:r>
            </a:p>
          </p:txBody>
        </p:sp>
        <p:sp>
          <p:nvSpPr>
            <p:cNvPr id="10270" name="Freeform 30"/>
            <p:cNvSpPr>
              <a:spLocks/>
            </p:cNvSpPr>
            <p:nvPr/>
          </p:nvSpPr>
          <p:spPr bwMode="auto">
            <a:xfrm>
              <a:off x="3379" y="1351"/>
              <a:ext cx="1514" cy="680"/>
            </a:xfrm>
            <a:custGeom>
              <a:avLst/>
              <a:gdLst>
                <a:gd name="T0" fmla="*/ 0 w 2118"/>
                <a:gd name="T1" fmla="*/ 734 h 868"/>
                <a:gd name="T2" fmla="*/ 260 w 2118"/>
                <a:gd name="T3" fmla="*/ 286 h 868"/>
                <a:gd name="T4" fmla="*/ 335 w 2118"/>
                <a:gd name="T5" fmla="*/ 162 h 868"/>
                <a:gd name="T6" fmla="*/ 430 w 2118"/>
                <a:gd name="T7" fmla="*/ 53 h 868"/>
                <a:gd name="T8" fmla="*/ 538 w 2118"/>
                <a:gd name="T9" fmla="*/ 2 h 868"/>
                <a:gd name="T10" fmla="*/ 672 w 2118"/>
                <a:gd name="T11" fmla="*/ 64 h 868"/>
                <a:gd name="T12" fmla="*/ 806 w 2118"/>
                <a:gd name="T13" fmla="*/ 246 h 868"/>
                <a:gd name="T14" fmla="*/ 906 w 2118"/>
                <a:gd name="T15" fmla="*/ 430 h 868"/>
                <a:gd name="T16" fmla="*/ 1019 w 2118"/>
                <a:gd name="T17" fmla="*/ 628 h 868"/>
                <a:gd name="T18" fmla="*/ 1130 w 2118"/>
                <a:gd name="T19" fmla="*/ 788 h 868"/>
                <a:gd name="T20" fmla="*/ 1284 w 2118"/>
                <a:gd name="T21" fmla="*/ 862 h 868"/>
                <a:gd name="T22" fmla="*/ 1449 w 2118"/>
                <a:gd name="T23" fmla="*/ 747 h 868"/>
                <a:gd name="T24" fmla="*/ 1637 w 2118"/>
                <a:gd name="T25" fmla="*/ 442 h 868"/>
                <a:gd name="T26" fmla="*/ 1724 w 2118"/>
                <a:gd name="T27" fmla="*/ 277 h 868"/>
                <a:gd name="T28" fmla="*/ 1876 w 2118"/>
                <a:gd name="T29" fmla="*/ 67 h 868"/>
                <a:gd name="T30" fmla="*/ 2002 w 2118"/>
                <a:gd name="T31" fmla="*/ 5 h 868"/>
                <a:gd name="T32" fmla="*/ 2118 w 2118"/>
                <a:gd name="T33" fmla="*/ 53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18" h="868">
                  <a:moveTo>
                    <a:pt x="0" y="734"/>
                  </a:moveTo>
                  <a:cubicBezTo>
                    <a:pt x="43" y="660"/>
                    <a:pt x="204" y="381"/>
                    <a:pt x="260" y="286"/>
                  </a:cubicBezTo>
                  <a:cubicBezTo>
                    <a:pt x="316" y="191"/>
                    <a:pt x="307" y="201"/>
                    <a:pt x="335" y="162"/>
                  </a:cubicBezTo>
                  <a:cubicBezTo>
                    <a:pt x="363" y="123"/>
                    <a:pt x="397" y="79"/>
                    <a:pt x="430" y="53"/>
                  </a:cubicBezTo>
                  <a:cubicBezTo>
                    <a:pt x="464" y="26"/>
                    <a:pt x="498" y="0"/>
                    <a:pt x="538" y="2"/>
                  </a:cubicBezTo>
                  <a:cubicBezTo>
                    <a:pt x="579" y="5"/>
                    <a:pt x="627" y="24"/>
                    <a:pt x="672" y="64"/>
                  </a:cubicBezTo>
                  <a:cubicBezTo>
                    <a:pt x="717" y="105"/>
                    <a:pt x="767" y="185"/>
                    <a:pt x="806" y="246"/>
                  </a:cubicBezTo>
                  <a:cubicBezTo>
                    <a:pt x="844" y="306"/>
                    <a:pt x="870" y="366"/>
                    <a:pt x="906" y="430"/>
                  </a:cubicBezTo>
                  <a:cubicBezTo>
                    <a:pt x="942" y="493"/>
                    <a:pt x="982" y="568"/>
                    <a:pt x="1019" y="628"/>
                  </a:cubicBezTo>
                  <a:cubicBezTo>
                    <a:pt x="1057" y="687"/>
                    <a:pt x="1086" y="749"/>
                    <a:pt x="1130" y="788"/>
                  </a:cubicBezTo>
                  <a:cubicBezTo>
                    <a:pt x="1174" y="827"/>
                    <a:pt x="1231" y="868"/>
                    <a:pt x="1284" y="862"/>
                  </a:cubicBezTo>
                  <a:cubicBezTo>
                    <a:pt x="1338" y="855"/>
                    <a:pt x="1390" y="817"/>
                    <a:pt x="1449" y="747"/>
                  </a:cubicBezTo>
                  <a:cubicBezTo>
                    <a:pt x="1508" y="677"/>
                    <a:pt x="1591" y="520"/>
                    <a:pt x="1637" y="442"/>
                  </a:cubicBezTo>
                  <a:cubicBezTo>
                    <a:pt x="1682" y="364"/>
                    <a:pt x="1685" y="339"/>
                    <a:pt x="1724" y="277"/>
                  </a:cubicBezTo>
                  <a:cubicBezTo>
                    <a:pt x="1764" y="215"/>
                    <a:pt x="1830" y="112"/>
                    <a:pt x="1876" y="67"/>
                  </a:cubicBezTo>
                  <a:cubicBezTo>
                    <a:pt x="1922" y="21"/>
                    <a:pt x="1962" y="7"/>
                    <a:pt x="2002" y="5"/>
                  </a:cubicBezTo>
                  <a:cubicBezTo>
                    <a:pt x="2043" y="2"/>
                    <a:pt x="2094" y="43"/>
                    <a:pt x="2118" y="53"/>
                  </a:cubicBezTo>
                </a:path>
              </a:pathLst>
            </a:custGeom>
            <a:noFill/>
            <a:ln w="28575"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0271" name="Freeform 31"/>
            <p:cNvSpPr>
              <a:spLocks/>
            </p:cNvSpPr>
            <p:nvPr/>
          </p:nvSpPr>
          <p:spPr bwMode="auto">
            <a:xfrm flipV="1">
              <a:off x="3255" y="1521"/>
              <a:ext cx="1649" cy="339"/>
            </a:xfrm>
            <a:custGeom>
              <a:avLst/>
              <a:gdLst>
                <a:gd name="T0" fmla="*/ 0 w 2307"/>
                <a:gd name="T1" fmla="*/ 430 h 432"/>
                <a:gd name="T2" fmla="*/ 160 w 2307"/>
                <a:gd name="T3" fmla="*/ 385 h 432"/>
                <a:gd name="T4" fmla="*/ 363 w 2307"/>
                <a:gd name="T5" fmla="*/ 215 h 432"/>
                <a:gd name="T6" fmla="*/ 561 w 2307"/>
                <a:gd name="T7" fmla="*/ 53 h 432"/>
                <a:gd name="T8" fmla="*/ 741 w 2307"/>
                <a:gd name="T9" fmla="*/ 2 h 432"/>
                <a:gd name="T10" fmla="*/ 916 w 2307"/>
                <a:gd name="T11" fmla="*/ 67 h 432"/>
                <a:gd name="T12" fmla="*/ 1094 w 2307"/>
                <a:gd name="T13" fmla="*/ 217 h 432"/>
                <a:gd name="T14" fmla="*/ 1311 w 2307"/>
                <a:gd name="T15" fmla="*/ 385 h 432"/>
                <a:gd name="T16" fmla="*/ 1446 w 2307"/>
                <a:gd name="T17" fmla="*/ 430 h 432"/>
                <a:gd name="T18" fmla="*/ 1588 w 2307"/>
                <a:gd name="T19" fmla="*/ 397 h 432"/>
                <a:gd name="T20" fmla="*/ 1731 w 2307"/>
                <a:gd name="T21" fmla="*/ 286 h 432"/>
                <a:gd name="T22" fmla="*/ 1830 w 2307"/>
                <a:gd name="T23" fmla="*/ 205 h 432"/>
                <a:gd name="T24" fmla="*/ 1968 w 2307"/>
                <a:gd name="T25" fmla="*/ 82 h 432"/>
                <a:gd name="T26" fmla="*/ 2139 w 2307"/>
                <a:gd name="T27" fmla="*/ 13 h 432"/>
                <a:gd name="T28" fmla="*/ 2256 w 2307"/>
                <a:gd name="T29" fmla="*/ 28 h 432"/>
                <a:gd name="T30" fmla="*/ 2307 w 2307"/>
                <a:gd name="T31" fmla="*/ 5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307" h="432">
                  <a:moveTo>
                    <a:pt x="0" y="430"/>
                  </a:moveTo>
                  <a:cubicBezTo>
                    <a:pt x="27" y="423"/>
                    <a:pt x="99" y="421"/>
                    <a:pt x="160" y="385"/>
                  </a:cubicBezTo>
                  <a:cubicBezTo>
                    <a:pt x="220" y="349"/>
                    <a:pt x="296" y="270"/>
                    <a:pt x="363" y="215"/>
                  </a:cubicBezTo>
                  <a:cubicBezTo>
                    <a:pt x="430" y="160"/>
                    <a:pt x="498" y="88"/>
                    <a:pt x="561" y="53"/>
                  </a:cubicBezTo>
                  <a:cubicBezTo>
                    <a:pt x="624" y="18"/>
                    <a:pt x="682" y="0"/>
                    <a:pt x="741" y="2"/>
                  </a:cubicBezTo>
                  <a:cubicBezTo>
                    <a:pt x="800" y="5"/>
                    <a:pt x="858" y="31"/>
                    <a:pt x="916" y="67"/>
                  </a:cubicBezTo>
                  <a:cubicBezTo>
                    <a:pt x="974" y="103"/>
                    <a:pt x="1028" y="164"/>
                    <a:pt x="1094" y="217"/>
                  </a:cubicBezTo>
                  <a:cubicBezTo>
                    <a:pt x="1160" y="270"/>
                    <a:pt x="1252" y="349"/>
                    <a:pt x="1311" y="385"/>
                  </a:cubicBezTo>
                  <a:cubicBezTo>
                    <a:pt x="1370" y="421"/>
                    <a:pt x="1400" y="428"/>
                    <a:pt x="1446" y="430"/>
                  </a:cubicBezTo>
                  <a:cubicBezTo>
                    <a:pt x="1492" y="432"/>
                    <a:pt x="1540" y="421"/>
                    <a:pt x="1588" y="397"/>
                  </a:cubicBezTo>
                  <a:cubicBezTo>
                    <a:pt x="1636" y="373"/>
                    <a:pt x="1691" y="318"/>
                    <a:pt x="1731" y="286"/>
                  </a:cubicBezTo>
                  <a:cubicBezTo>
                    <a:pt x="1771" y="254"/>
                    <a:pt x="1791" y="239"/>
                    <a:pt x="1830" y="205"/>
                  </a:cubicBezTo>
                  <a:cubicBezTo>
                    <a:pt x="1869" y="171"/>
                    <a:pt x="1917" y="114"/>
                    <a:pt x="1968" y="82"/>
                  </a:cubicBezTo>
                  <a:cubicBezTo>
                    <a:pt x="2019" y="50"/>
                    <a:pt x="2091" y="22"/>
                    <a:pt x="2139" y="13"/>
                  </a:cubicBezTo>
                  <a:cubicBezTo>
                    <a:pt x="2187" y="4"/>
                    <a:pt x="2228" y="21"/>
                    <a:pt x="2256" y="28"/>
                  </a:cubicBezTo>
                  <a:cubicBezTo>
                    <a:pt x="2284" y="35"/>
                    <a:pt x="2297" y="47"/>
                    <a:pt x="2307" y="52"/>
                  </a:cubicBezTo>
                </a:path>
              </a:pathLst>
            </a:custGeom>
            <a:noFill/>
            <a:ln w="28575" cap="flat" cmpd="sng">
              <a:solidFill>
                <a:srgbClr val="3333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0272" name="Text Box 32"/>
            <p:cNvSpPr txBox="1">
              <a:spLocks noChangeArrowheads="1"/>
            </p:cNvSpPr>
            <p:nvPr/>
          </p:nvSpPr>
          <p:spPr bwMode="auto">
            <a:xfrm>
              <a:off x="3393" y="1024"/>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latin typeface="Times New Roman" panose="02020603050405020304" pitchFamily="18" charset="0"/>
                </a:rPr>
                <a:t>u</a:t>
              </a:r>
              <a:r>
                <a:rPr kumimoji="1" lang="en-US" altLang="zh-CN" sz="2400" b="1">
                  <a:latin typeface="Times New Roman" panose="02020603050405020304" pitchFamily="18" charset="0"/>
                </a:rPr>
                <a:t>, </a:t>
              </a:r>
              <a:r>
                <a:rPr kumimoji="1" lang="en-US" altLang="zh-CN" sz="2400" b="1" i="1">
                  <a:latin typeface="Times New Roman" panose="02020603050405020304" pitchFamily="18" charset="0"/>
                </a:rPr>
                <a:t>i</a:t>
              </a:r>
              <a:endParaRPr kumimoji="1" lang="en-US" altLang="zh-CN" sz="2400" b="1">
                <a:latin typeface="Times New Roman" panose="02020603050405020304" pitchFamily="18" charset="0"/>
              </a:endParaRPr>
            </a:p>
          </p:txBody>
        </p:sp>
        <p:sp>
          <p:nvSpPr>
            <p:cNvPr id="10273" name="Text Box 33"/>
            <p:cNvSpPr txBox="1">
              <a:spLocks noChangeArrowheads="1"/>
            </p:cNvSpPr>
            <p:nvPr/>
          </p:nvSpPr>
          <p:spPr bwMode="auto">
            <a:xfrm>
              <a:off x="4888" y="1225"/>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solidFill>
                    <a:srgbClr val="FF0000"/>
                  </a:solidFill>
                  <a:latin typeface="Times New Roman" panose="02020603050405020304" pitchFamily="18" charset="0"/>
                </a:rPr>
                <a:t>u</a:t>
              </a:r>
              <a:endParaRPr kumimoji="1" lang="en-US" altLang="zh-CN" sz="2400" b="1">
                <a:latin typeface="Times New Roman" panose="02020603050405020304" pitchFamily="18" charset="0"/>
              </a:endParaRPr>
            </a:p>
          </p:txBody>
        </p:sp>
        <p:sp>
          <p:nvSpPr>
            <p:cNvPr id="10274" name="Text Box 34"/>
            <p:cNvSpPr txBox="1">
              <a:spLocks noChangeArrowheads="1"/>
            </p:cNvSpPr>
            <p:nvPr/>
          </p:nvSpPr>
          <p:spPr bwMode="auto">
            <a:xfrm>
              <a:off x="4176" y="1268"/>
              <a:ext cx="2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solidFill>
                    <a:srgbClr val="3333FF"/>
                  </a:solidFill>
                  <a:latin typeface="Times New Roman" panose="02020603050405020304" pitchFamily="18" charset="0"/>
                </a:rPr>
                <a:t> </a:t>
              </a:r>
              <a:r>
                <a:rPr kumimoji="1" lang="en-US" altLang="zh-CN" sz="2400" b="1" i="1">
                  <a:solidFill>
                    <a:srgbClr val="3333FF"/>
                  </a:solidFill>
                  <a:latin typeface="Times New Roman" panose="02020603050405020304" pitchFamily="18" charset="0"/>
                </a:rPr>
                <a:t>i</a:t>
              </a:r>
              <a:endParaRPr kumimoji="1" lang="en-US" altLang="zh-CN" sz="2400" b="1">
                <a:latin typeface="Times New Roman" panose="02020603050405020304" pitchFamily="18" charset="0"/>
              </a:endParaRPr>
            </a:p>
          </p:txBody>
        </p:sp>
        <p:sp>
          <p:nvSpPr>
            <p:cNvPr id="10275" name="Text Box 35"/>
            <p:cNvSpPr txBox="1">
              <a:spLocks noChangeArrowheads="1"/>
            </p:cNvSpPr>
            <p:nvPr/>
          </p:nvSpPr>
          <p:spPr bwMode="auto">
            <a:xfrm>
              <a:off x="3695" y="1677"/>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0</a:t>
              </a:r>
            </a:p>
          </p:txBody>
        </p:sp>
      </p:grpSp>
      <p:sp>
        <p:nvSpPr>
          <p:cNvPr id="10276" name="Text Box 36"/>
          <p:cNvSpPr txBox="1">
            <a:spLocks noChangeArrowheads="1"/>
          </p:cNvSpPr>
          <p:nvPr/>
        </p:nvSpPr>
        <p:spPr bwMode="auto">
          <a:xfrm>
            <a:off x="5029200" y="3613150"/>
            <a:ext cx="3733800" cy="1917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just">
              <a:spcBef>
                <a:spcPct val="0"/>
              </a:spcBef>
            </a:pPr>
            <a:r>
              <a:rPr kumimoji="1" lang="en-US" altLang="zh-CN" sz="2400" b="1" i="1">
                <a:latin typeface="Times New Roman" panose="02020603050405020304" pitchFamily="18" charset="0"/>
                <a:sym typeface="Symbol" panose="05050102010706020507" pitchFamily="18" charset="2"/>
              </a:rPr>
              <a:t>  </a:t>
            </a:r>
            <a:r>
              <a:rPr kumimoji="1" lang="en-US" altLang="zh-CN" sz="2400" b="1">
                <a:latin typeface="Times New Roman" panose="02020603050405020304" pitchFamily="18" charset="0"/>
                <a:sym typeface="Symbol" panose="05050102010706020507" pitchFamily="18" charset="2"/>
              </a:rPr>
              <a:t>= 90°   </a:t>
            </a:r>
          </a:p>
          <a:p>
            <a:pPr algn="just">
              <a:spcBef>
                <a:spcPct val="0"/>
              </a:spcBef>
            </a:pPr>
            <a:r>
              <a:rPr kumimoji="1" lang="en-US" altLang="zh-CN" sz="2400" b="1">
                <a:latin typeface="Times New Roman" panose="02020603050405020304" pitchFamily="18" charset="0"/>
                <a:sym typeface="Symbol" panose="05050102010706020507" pitchFamily="18" charset="2"/>
              </a:rPr>
              <a:t>           </a:t>
            </a:r>
            <a:r>
              <a:rPr kumimoji="1" lang="en-US" altLang="zh-CN" sz="2400" b="1" i="1">
                <a:solidFill>
                  <a:srgbClr val="FF0000"/>
                </a:solidFill>
                <a:latin typeface="Times New Roman" panose="02020603050405020304" pitchFamily="18" charset="0"/>
              </a:rPr>
              <a:t>u </a:t>
            </a:r>
            <a:r>
              <a:rPr kumimoji="1" lang="zh-CN" altLang="en-US" sz="2400" b="1">
                <a:solidFill>
                  <a:srgbClr val="FF0000"/>
                </a:solidFill>
                <a:latin typeface="Times New Roman" panose="02020603050405020304" pitchFamily="18" charset="0"/>
              </a:rPr>
              <a:t>领先 </a:t>
            </a:r>
            <a:r>
              <a:rPr kumimoji="1" lang="en-US" altLang="zh-CN" sz="2400" b="1" i="1">
                <a:solidFill>
                  <a:srgbClr val="FF0000"/>
                </a:solidFill>
                <a:latin typeface="Times New Roman" panose="02020603050405020304" pitchFamily="18" charset="0"/>
              </a:rPr>
              <a:t>i </a:t>
            </a:r>
            <a:r>
              <a:rPr kumimoji="1" lang="en-US" altLang="zh-CN" sz="2400" b="1">
                <a:solidFill>
                  <a:srgbClr val="FF0000"/>
                </a:solidFill>
                <a:latin typeface="Times New Roman" panose="02020603050405020304" pitchFamily="18" charset="0"/>
                <a:sym typeface="Symbol" panose="05050102010706020507" pitchFamily="18" charset="2"/>
              </a:rPr>
              <a:t>90°</a:t>
            </a:r>
          </a:p>
          <a:p>
            <a:pPr algn="just">
              <a:spcBef>
                <a:spcPct val="0"/>
              </a:spcBef>
            </a:pPr>
            <a:r>
              <a:rPr kumimoji="1" lang="en-US" altLang="zh-CN" sz="2400" b="1">
                <a:solidFill>
                  <a:srgbClr val="FF0000"/>
                </a:solidFill>
                <a:latin typeface="Times New Roman" panose="02020603050405020304" pitchFamily="18" charset="0"/>
                <a:sym typeface="Symbol" panose="05050102010706020507" pitchFamily="18" charset="2"/>
              </a:rPr>
              <a:t>      </a:t>
            </a:r>
            <a:r>
              <a:rPr kumimoji="1" lang="zh-CN" altLang="en-US" sz="2400" b="1">
                <a:solidFill>
                  <a:srgbClr val="FF0000"/>
                </a:solidFill>
                <a:latin typeface="Times New Roman" panose="02020603050405020304" pitchFamily="18" charset="0"/>
                <a:sym typeface="Symbol" panose="05050102010706020507" pitchFamily="18" charset="2"/>
              </a:rPr>
              <a:t>或</a:t>
            </a:r>
            <a:r>
              <a:rPr kumimoji="1" lang="zh-CN" altLang="en-US" sz="2400" b="1" i="1">
                <a:solidFill>
                  <a:srgbClr val="FF0000"/>
                </a:solidFill>
                <a:latin typeface="Times New Roman" panose="02020603050405020304" pitchFamily="18" charset="0"/>
              </a:rPr>
              <a:t> </a:t>
            </a:r>
            <a:r>
              <a:rPr kumimoji="1" lang="en-US" altLang="zh-CN" sz="2400" b="1" i="1">
                <a:solidFill>
                  <a:srgbClr val="FF0000"/>
                </a:solidFill>
                <a:latin typeface="Times New Roman" panose="02020603050405020304" pitchFamily="18" charset="0"/>
              </a:rPr>
              <a:t>i  </a:t>
            </a:r>
            <a:r>
              <a:rPr kumimoji="1" lang="zh-CN" altLang="en-US" sz="2400" b="1">
                <a:solidFill>
                  <a:srgbClr val="FF0000"/>
                </a:solidFill>
                <a:latin typeface="Times New Roman" panose="02020603050405020304" pitchFamily="18" charset="0"/>
              </a:rPr>
              <a:t>落后 </a:t>
            </a:r>
            <a:r>
              <a:rPr kumimoji="1" lang="en-US" altLang="zh-CN" sz="2400" b="1" i="1">
                <a:solidFill>
                  <a:srgbClr val="FF0000"/>
                </a:solidFill>
                <a:latin typeface="Times New Roman" panose="02020603050405020304" pitchFamily="18" charset="0"/>
              </a:rPr>
              <a:t>u </a:t>
            </a:r>
            <a:r>
              <a:rPr kumimoji="1" lang="en-US" altLang="zh-CN" sz="2400" b="1">
                <a:solidFill>
                  <a:srgbClr val="FF0000"/>
                </a:solidFill>
                <a:latin typeface="Times New Roman" panose="02020603050405020304" pitchFamily="18" charset="0"/>
                <a:sym typeface="Symbol" panose="05050102010706020507" pitchFamily="18" charset="2"/>
              </a:rPr>
              <a:t>90°</a:t>
            </a:r>
          </a:p>
          <a:p>
            <a:pPr algn="just">
              <a:spcBef>
                <a:spcPct val="0"/>
              </a:spcBef>
            </a:pPr>
            <a:r>
              <a:rPr kumimoji="1" lang="en-US" altLang="zh-CN" sz="2400" b="1">
                <a:solidFill>
                  <a:srgbClr val="6600FF"/>
                </a:solidFill>
                <a:latin typeface="Times New Roman" panose="02020603050405020304" pitchFamily="18" charset="0"/>
              </a:rPr>
              <a:t>          </a:t>
            </a:r>
            <a:r>
              <a:rPr kumimoji="1" lang="zh-CN" altLang="en-US" sz="2400" b="1">
                <a:solidFill>
                  <a:srgbClr val="6600FF"/>
                </a:solidFill>
                <a:latin typeface="Times New Roman" panose="02020603050405020304" pitchFamily="18" charset="0"/>
              </a:rPr>
              <a:t>不说 </a:t>
            </a:r>
            <a:r>
              <a:rPr kumimoji="1" lang="en-US" altLang="zh-CN" sz="2400" b="1" i="1">
                <a:solidFill>
                  <a:srgbClr val="6600FF"/>
                </a:solidFill>
                <a:latin typeface="Times New Roman" panose="02020603050405020304" pitchFamily="18" charset="0"/>
              </a:rPr>
              <a:t>u </a:t>
            </a:r>
            <a:r>
              <a:rPr kumimoji="1" lang="zh-CN" altLang="en-US" sz="2400" b="1">
                <a:solidFill>
                  <a:srgbClr val="6600FF"/>
                </a:solidFill>
                <a:latin typeface="Times New Roman" panose="02020603050405020304" pitchFamily="18" charset="0"/>
              </a:rPr>
              <a:t>落后 </a:t>
            </a:r>
            <a:r>
              <a:rPr kumimoji="1" lang="en-US" altLang="zh-CN" sz="2400" b="1" i="1">
                <a:solidFill>
                  <a:srgbClr val="6600FF"/>
                </a:solidFill>
                <a:latin typeface="Times New Roman" panose="02020603050405020304" pitchFamily="18" charset="0"/>
              </a:rPr>
              <a:t>i</a:t>
            </a:r>
            <a:r>
              <a:rPr kumimoji="1" lang="en-US" altLang="zh-CN" sz="2400" b="1">
                <a:solidFill>
                  <a:srgbClr val="6600FF"/>
                </a:solidFill>
                <a:latin typeface="Times New Roman" panose="02020603050405020304" pitchFamily="18" charset="0"/>
              </a:rPr>
              <a:t> </a:t>
            </a:r>
            <a:r>
              <a:rPr kumimoji="1" lang="en-US" altLang="zh-CN" sz="2400" b="1" i="1">
                <a:solidFill>
                  <a:srgbClr val="6600FF"/>
                </a:solidFill>
                <a:latin typeface="Times New Roman" panose="02020603050405020304" pitchFamily="18" charset="0"/>
              </a:rPr>
              <a:t> </a:t>
            </a:r>
            <a:r>
              <a:rPr kumimoji="1" lang="en-US" altLang="zh-CN" sz="2400" b="1">
                <a:solidFill>
                  <a:srgbClr val="6600FF"/>
                </a:solidFill>
                <a:latin typeface="Times New Roman" panose="02020603050405020304" pitchFamily="18" charset="0"/>
                <a:sym typeface="Symbol" panose="05050102010706020507" pitchFamily="18" charset="2"/>
              </a:rPr>
              <a:t>270°</a:t>
            </a:r>
          </a:p>
          <a:p>
            <a:pPr algn="just">
              <a:spcBef>
                <a:spcPct val="0"/>
              </a:spcBef>
            </a:pPr>
            <a:r>
              <a:rPr kumimoji="1" lang="en-US" altLang="zh-CN" sz="2400" b="1">
                <a:solidFill>
                  <a:srgbClr val="6600FF"/>
                </a:solidFill>
                <a:latin typeface="Times New Roman" panose="02020603050405020304" pitchFamily="18" charset="0"/>
                <a:sym typeface="Symbol" panose="05050102010706020507" pitchFamily="18" charset="2"/>
              </a:rPr>
              <a:t>               </a:t>
            </a:r>
            <a:r>
              <a:rPr kumimoji="1" lang="zh-CN" altLang="en-US" sz="2400" b="1">
                <a:solidFill>
                  <a:srgbClr val="6600FF"/>
                </a:solidFill>
                <a:latin typeface="Times New Roman" panose="02020603050405020304" pitchFamily="18" charset="0"/>
                <a:sym typeface="Symbol" panose="05050102010706020507" pitchFamily="18" charset="2"/>
              </a:rPr>
              <a:t>或</a:t>
            </a:r>
            <a:r>
              <a:rPr kumimoji="1" lang="en-US" altLang="zh-CN" sz="2400" b="1" i="1">
                <a:solidFill>
                  <a:srgbClr val="6600FF"/>
                </a:solidFill>
                <a:latin typeface="Times New Roman" panose="02020603050405020304" pitchFamily="18" charset="0"/>
              </a:rPr>
              <a:t>i  </a:t>
            </a:r>
            <a:r>
              <a:rPr kumimoji="1" lang="zh-CN" altLang="en-US" sz="2400" b="1">
                <a:solidFill>
                  <a:srgbClr val="6600FF"/>
                </a:solidFill>
                <a:latin typeface="Times New Roman" panose="02020603050405020304" pitchFamily="18" charset="0"/>
              </a:rPr>
              <a:t>领先 </a:t>
            </a:r>
            <a:r>
              <a:rPr kumimoji="1" lang="en-US" altLang="zh-CN" sz="2400" b="1" i="1">
                <a:solidFill>
                  <a:srgbClr val="6600FF"/>
                </a:solidFill>
                <a:latin typeface="Times New Roman" panose="02020603050405020304" pitchFamily="18" charset="0"/>
              </a:rPr>
              <a:t>u </a:t>
            </a:r>
            <a:r>
              <a:rPr kumimoji="1" lang="en-US" altLang="zh-CN" sz="2400" b="1">
                <a:solidFill>
                  <a:srgbClr val="6600FF"/>
                </a:solidFill>
                <a:latin typeface="Times New Roman" panose="02020603050405020304" pitchFamily="18" charset="0"/>
              </a:rPr>
              <a:t>27</a:t>
            </a:r>
            <a:r>
              <a:rPr kumimoji="1" lang="en-US" altLang="zh-CN" sz="2400" b="1">
                <a:solidFill>
                  <a:srgbClr val="6600FF"/>
                </a:solidFill>
                <a:latin typeface="Times New Roman" panose="02020603050405020304" pitchFamily="18" charset="0"/>
                <a:sym typeface="Symbol" panose="05050102010706020507" pitchFamily="18" charset="2"/>
              </a:rPr>
              <a:t>0°</a:t>
            </a:r>
            <a:endParaRPr kumimoji="1" lang="en-US" altLang="zh-CN" sz="2400" b="1">
              <a:latin typeface="Times New Roman" panose="02020603050405020304" pitchFamily="18" charset="0"/>
            </a:endParaRPr>
          </a:p>
        </p:txBody>
      </p:sp>
    </p:spTree>
    <p:extLst>
      <p:ext uri="{BB962C8B-B14F-4D97-AF65-F5344CB8AC3E}">
        <p14:creationId xmlns:p14="http://schemas.microsoft.com/office/powerpoint/2010/main" val="31242481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10245"/>
                                        </p:tgtEl>
                                        <p:attrNameLst>
                                          <p:attrName>style.visibility</p:attrName>
                                        </p:attrNameLst>
                                      </p:cBhvr>
                                      <p:to>
                                        <p:strVal val="visible"/>
                                      </p:to>
                                    </p:set>
                                    <p:anim calcmode="lin" valueType="num">
                                      <p:cBhvr>
                                        <p:cTn id="7" dur="1000" fill="hold"/>
                                        <p:tgtEl>
                                          <p:spTgt spid="10245"/>
                                        </p:tgtEl>
                                        <p:attrNameLst>
                                          <p:attrName>ppt_w</p:attrName>
                                        </p:attrNameLst>
                                      </p:cBhvr>
                                      <p:tavLst>
                                        <p:tav tm="0">
                                          <p:val>
                                            <p:fltVal val="0"/>
                                          </p:val>
                                        </p:tav>
                                        <p:tav tm="100000">
                                          <p:val>
                                            <p:strVal val="#ppt_w"/>
                                          </p:val>
                                        </p:tav>
                                      </p:tavLst>
                                    </p:anim>
                                    <p:anim calcmode="lin" valueType="num">
                                      <p:cBhvr>
                                        <p:cTn id="8" dur="1000" fill="hold"/>
                                        <p:tgtEl>
                                          <p:spTgt spid="10245"/>
                                        </p:tgtEl>
                                        <p:attrNameLst>
                                          <p:attrName>ppt_h</p:attrName>
                                        </p:attrNameLst>
                                      </p:cBhvr>
                                      <p:tavLst>
                                        <p:tav tm="0">
                                          <p:val>
                                            <p:fltVal val="0"/>
                                          </p:val>
                                        </p:tav>
                                        <p:tav tm="100000">
                                          <p:val>
                                            <p:strVal val="#ppt_h"/>
                                          </p:val>
                                        </p:tav>
                                      </p:tavLst>
                                    </p:anim>
                                    <p:anim calcmode="lin" valueType="num">
                                      <p:cBhvr>
                                        <p:cTn id="9" dur="1000" fill="hold"/>
                                        <p:tgtEl>
                                          <p:spTgt spid="10245"/>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024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2" presetClass="entr" presetSubtype="4" fill="hold" grpId="0" nodeType="clickEffect">
                                  <p:stCondLst>
                                    <p:cond delay="0"/>
                                  </p:stCondLst>
                                  <p:childTnLst>
                                    <p:set>
                                      <p:cBhvr>
                                        <p:cTn id="14" dur="1" fill="hold">
                                          <p:stCondLst>
                                            <p:cond delay="0"/>
                                          </p:stCondLst>
                                        </p:cTn>
                                        <p:tgtEl>
                                          <p:spTgt spid="10242"/>
                                        </p:tgtEl>
                                        <p:attrNameLst>
                                          <p:attrName>style.visibility</p:attrName>
                                        </p:attrNameLst>
                                      </p:cBhvr>
                                      <p:to>
                                        <p:strVal val="visible"/>
                                      </p:to>
                                    </p:set>
                                    <p:animEffect transition="in" filter="slide(fromBottom)">
                                      <p:cBhvr>
                                        <p:cTn id="15" dur="500"/>
                                        <p:tgtEl>
                                          <p:spTgt spid="1024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10246"/>
                                        </p:tgtEl>
                                        <p:attrNameLst>
                                          <p:attrName>style.visibility</p:attrName>
                                        </p:attrNameLst>
                                      </p:cBhvr>
                                      <p:to>
                                        <p:strVal val="visible"/>
                                      </p:to>
                                    </p:set>
                                    <p:animEffect transition="in" filter="wipe(left)">
                                      <p:cBhvr>
                                        <p:cTn id="20" dur="500"/>
                                        <p:tgtEl>
                                          <p:spTgt spid="1024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10243"/>
                                        </p:tgtEl>
                                        <p:attrNameLst>
                                          <p:attrName>style.visibility</p:attrName>
                                        </p:attrNameLst>
                                      </p:cBhvr>
                                      <p:to>
                                        <p:strVal val="visible"/>
                                      </p:to>
                                    </p:set>
                                    <p:animEffect transition="in" filter="slide(fromBottom)">
                                      <p:cBhvr>
                                        <p:cTn id="25" dur="500"/>
                                        <p:tgtEl>
                                          <p:spTgt spid="1024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10266"/>
                                        </p:tgtEl>
                                        <p:attrNameLst>
                                          <p:attrName>style.visibility</p:attrName>
                                        </p:attrNameLst>
                                      </p:cBhvr>
                                      <p:to>
                                        <p:strVal val="visible"/>
                                      </p:to>
                                    </p:set>
                                    <p:animEffect transition="in" filter="wipe(left)">
                                      <p:cBhvr>
                                        <p:cTn id="30" dur="500"/>
                                        <p:tgtEl>
                                          <p:spTgt spid="1026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10256"/>
                                        </p:tgtEl>
                                        <p:attrNameLst>
                                          <p:attrName>style.visibility</p:attrName>
                                        </p:attrNameLst>
                                      </p:cBhvr>
                                      <p:to>
                                        <p:strVal val="visible"/>
                                      </p:to>
                                    </p:set>
                                    <p:animEffect transition="in" filter="wipe(left)">
                                      <p:cBhvr>
                                        <p:cTn id="35" dur="500"/>
                                        <p:tgtEl>
                                          <p:spTgt spid="1025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0276"/>
                                        </p:tgtEl>
                                        <p:attrNameLst>
                                          <p:attrName>style.visibility</p:attrName>
                                        </p:attrNameLst>
                                      </p:cBhvr>
                                      <p:to>
                                        <p:strVal val="visible"/>
                                      </p:to>
                                    </p:set>
                                    <p:animEffect transition="in" filter="wipe(left)">
                                      <p:cBhvr>
                                        <p:cTn id="40" dur="500"/>
                                        <p:tgtEl>
                                          <p:spTgt spid="1027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2" presetClass="entr" presetSubtype="4" fill="hold" grpId="0" nodeType="clickEffect">
                                  <p:stCondLst>
                                    <p:cond delay="0"/>
                                  </p:stCondLst>
                                  <p:childTnLst>
                                    <p:set>
                                      <p:cBhvr>
                                        <p:cTn id="44" dur="1" fill="hold">
                                          <p:stCondLst>
                                            <p:cond delay="0"/>
                                          </p:stCondLst>
                                        </p:cTn>
                                        <p:tgtEl>
                                          <p:spTgt spid="10244"/>
                                        </p:tgtEl>
                                        <p:attrNameLst>
                                          <p:attrName>style.visibility</p:attrName>
                                        </p:attrNameLst>
                                      </p:cBhvr>
                                      <p:to>
                                        <p:strVal val="visible"/>
                                      </p:to>
                                    </p:set>
                                    <p:animEffect transition="in" filter="slide(fromBottom)">
                                      <p:cBhvr>
                                        <p:cTn id="45" dur="500"/>
                                        <p:tgtEl>
                                          <p:spTgt spid="10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autoUpdateAnimBg="0"/>
      <p:bldP spid="10243" grpId="0" autoUpdateAnimBg="0"/>
      <p:bldP spid="10244" grpId="0" animBg="1" autoUpdateAnimBg="0"/>
      <p:bldP spid="10245" grpId="0" autoUpdateAnimBg="0"/>
      <p:bldP spid="10276"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ext Box 3"/>
          <p:cNvSpPr txBox="1">
            <a:spLocks noChangeArrowheads="1"/>
          </p:cNvSpPr>
          <p:nvPr/>
        </p:nvSpPr>
        <p:spPr bwMode="auto">
          <a:xfrm>
            <a:off x="971600" y="25079"/>
            <a:ext cx="5689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dirty="0"/>
              <a:t>计算下列两正弦量的相位差。</a:t>
            </a:r>
          </a:p>
        </p:txBody>
      </p:sp>
      <p:grpSp>
        <p:nvGrpSpPr>
          <p:cNvPr id="27704" name="Group 56"/>
          <p:cNvGrpSpPr>
            <a:grpSpLocks/>
          </p:cNvGrpSpPr>
          <p:nvPr/>
        </p:nvGrpSpPr>
        <p:grpSpPr bwMode="auto">
          <a:xfrm>
            <a:off x="1465262" y="498650"/>
            <a:ext cx="3232150" cy="5162552"/>
            <a:chOff x="923" y="494"/>
            <a:chExt cx="2036" cy="3252"/>
          </a:xfrm>
        </p:grpSpPr>
        <p:graphicFrame>
          <p:nvGraphicFramePr>
            <p:cNvPr id="27652" name="Object 4"/>
            <p:cNvGraphicFramePr>
              <a:graphicFrameLocks noChangeAspect="1"/>
            </p:cNvGraphicFramePr>
            <p:nvPr>
              <p:extLst/>
            </p:nvPr>
          </p:nvGraphicFramePr>
          <p:xfrm>
            <a:off x="923" y="1521"/>
            <a:ext cx="1862" cy="454"/>
          </p:xfrm>
          <a:graphic>
            <a:graphicData uri="http://schemas.openxmlformats.org/presentationml/2006/ole">
              <mc:AlternateContent xmlns:mc="http://schemas.openxmlformats.org/markup-compatibility/2006">
                <mc:Choice xmlns:v="urn:schemas-microsoft-com:vml" Requires="v">
                  <p:oleObj spid="_x0000_s95542" name="Equation" r:id="rId4" imgW="1968480" imgH="482400" progId="Equation.DSMT4">
                    <p:embed/>
                  </p:oleObj>
                </mc:Choice>
                <mc:Fallback>
                  <p:oleObj name="Equation" r:id="rId4" imgW="1968480" imgH="482400" progId="Equation.DSMT4">
                    <p:embed/>
                    <p:pic>
                      <p:nvPicPr>
                        <p:cNvPr id="27652" name="Object 4"/>
                        <p:cNvPicPr>
                          <a:picLocks noChangeAspect="1" noChangeArrowheads="1"/>
                        </p:cNvPicPr>
                        <p:nvPr/>
                      </p:nvPicPr>
                      <p:blipFill>
                        <a:blip r:embed="rId5"/>
                        <a:srcRect/>
                        <a:stretch>
                          <a:fillRect/>
                        </a:stretch>
                      </p:blipFill>
                      <p:spPr bwMode="auto">
                        <a:xfrm>
                          <a:off x="923" y="1521"/>
                          <a:ext cx="1862" cy="454"/>
                        </a:xfrm>
                        <a:prstGeom prst="rect">
                          <a:avLst/>
                        </a:prstGeom>
                        <a:noFill/>
                        <a:ln>
                          <a:noFill/>
                        </a:ln>
                        <a:effectLst/>
                        <a:extLst/>
                      </p:spPr>
                    </p:pic>
                  </p:oleObj>
                </mc:Fallback>
              </mc:AlternateContent>
            </a:graphicData>
          </a:graphic>
        </p:graphicFrame>
        <p:graphicFrame>
          <p:nvGraphicFramePr>
            <p:cNvPr id="27653" name="Object 5"/>
            <p:cNvGraphicFramePr>
              <a:graphicFrameLocks noChangeAspect="1"/>
            </p:cNvGraphicFramePr>
            <p:nvPr>
              <p:extLst/>
            </p:nvPr>
          </p:nvGraphicFramePr>
          <p:xfrm>
            <a:off x="947" y="494"/>
            <a:ext cx="2012" cy="454"/>
          </p:xfrm>
          <a:graphic>
            <a:graphicData uri="http://schemas.openxmlformats.org/presentationml/2006/ole">
              <mc:AlternateContent xmlns:mc="http://schemas.openxmlformats.org/markup-compatibility/2006">
                <mc:Choice xmlns:v="urn:schemas-microsoft-com:vml" Requires="v">
                  <p:oleObj spid="_x0000_s95543" name="Equation" r:id="rId6" imgW="2019240" imgH="457200" progId="Equation.DSMT4">
                    <p:embed/>
                  </p:oleObj>
                </mc:Choice>
                <mc:Fallback>
                  <p:oleObj name="Equation" r:id="rId6" imgW="2019240" imgH="457200" progId="Equation.DSMT4">
                    <p:embed/>
                    <p:pic>
                      <p:nvPicPr>
                        <p:cNvPr id="27653" name="Object 5"/>
                        <p:cNvPicPr>
                          <a:picLocks noChangeAspect="1" noChangeArrowheads="1"/>
                        </p:cNvPicPr>
                        <p:nvPr/>
                      </p:nvPicPr>
                      <p:blipFill>
                        <a:blip r:embed="rId7"/>
                        <a:srcRect/>
                        <a:stretch>
                          <a:fillRect/>
                        </a:stretch>
                      </p:blipFill>
                      <p:spPr bwMode="auto">
                        <a:xfrm>
                          <a:off x="947" y="494"/>
                          <a:ext cx="2012" cy="454"/>
                        </a:xfrm>
                        <a:prstGeom prst="rect">
                          <a:avLst/>
                        </a:prstGeom>
                        <a:noFill/>
                        <a:ln>
                          <a:noFill/>
                        </a:ln>
                        <a:effectLst/>
                        <a:extLst/>
                      </p:spPr>
                    </p:pic>
                  </p:oleObj>
                </mc:Fallback>
              </mc:AlternateContent>
            </a:graphicData>
          </a:graphic>
        </p:graphicFrame>
        <p:graphicFrame>
          <p:nvGraphicFramePr>
            <p:cNvPr id="27654" name="Object 6"/>
            <p:cNvGraphicFramePr>
              <a:graphicFrameLocks noChangeAspect="1"/>
            </p:cNvGraphicFramePr>
            <p:nvPr>
              <p:extLst/>
            </p:nvPr>
          </p:nvGraphicFramePr>
          <p:xfrm>
            <a:off x="1047" y="2525"/>
            <a:ext cx="1896" cy="454"/>
          </p:xfrm>
          <a:graphic>
            <a:graphicData uri="http://schemas.openxmlformats.org/presentationml/2006/ole">
              <mc:AlternateContent xmlns:mc="http://schemas.openxmlformats.org/markup-compatibility/2006">
                <mc:Choice xmlns:v="urn:schemas-microsoft-com:vml" Requires="v">
                  <p:oleObj spid="_x0000_s95544" name="Equation" r:id="rId8" imgW="2006280" imgH="482400" progId="Equation.DSMT4">
                    <p:embed/>
                  </p:oleObj>
                </mc:Choice>
                <mc:Fallback>
                  <p:oleObj name="Equation" r:id="rId8" imgW="2006280" imgH="482400" progId="Equation.DSMT4">
                    <p:embed/>
                    <p:pic>
                      <p:nvPicPr>
                        <p:cNvPr id="27654" name="Object 6"/>
                        <p:cNvPicPr>
                          <a:picLocks noChangeAspect="1" noChangeArrowheads="1"/>
                        </p:cNvPicPr>
                        <p:nvPr/>
                      </p:nvPicPr>
                      <p:blipFill>
                        <a:blip r:embed="rId9"/>
                        <a:srcRect/>
                        <a:stretch>
                          <a:fillRect/>
                        </a:stretch>
                      </p:blipFill>
                      <p:spPr bwMode="auto">
                        <a:xfrm>
                          <a:off x="1047" y="2525"/>
                          <a:ext cx="1896" cy="4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55" name="Object 7"/>
            <p:cNvGraphicFramePr>
              <a:graphicFrameLocks noChangeAspect="1"/>
            </p:cNvGraphicFramePr>
            <p:nvPr>
              <p:extLst/>
            </p:nvPr>
          </p:nvGraphicFramePr>
          <p:xfrm>
            <a:off x="1020" y="3292"/>
            <a:ext cx="1860" cy="454"/>
          </p:xfrm>
          <a:graphic>
            <a:graphicData uri="http://schemas.openxmlformats.org/presentationml/2006/ole">
              <mc:AlternateContent xmlns:mc="http://schemas.openxmlformats.org/markup-compatibility/2006">
                <mc:Choice xmlns:v="urn:schemas-microsoft-com:vml" Requires="v">
                  <p:oleObj spid="_x0000_s95545" name="Equation" r:id="rId10" imgW="1968480" imgH="482400" progId="Equation.DSMT4">
                    <p:embed/>
                  </p:oleObj>
                </mc:Choice>
                <mc:Fallback>
                  <p:oleObj name="Equation" r:id="rId10" imgW="1968480" imgH="482400" progId="Equation.DSMT4">
                    <p:embed/>
                    <p:pic>
                      <p:nvPicPr>
                        <p:cNvPr id="27655" name="Object 7"/>
                        <p:cNvPicPr>
                          <a:picLocks noChangeAspect="1" noChangeArrowheads="1"/>
                        </p:cNvPicPr>
                        <p:nvPr/>
                      </p:nvPicPr>
                      <p:blipFill>
                        <a:blip r:embed="rId11"/>
                        <a:srcRect/>
                        <a:stretch>
                          <a:fillRect/>
                        </a:stretch>
                      </p:blipFill>
                      <p:spPr bwMode="auto">
                        <a:xfrm>
                          <a:off x="1020" y="3292"/>
                          <a:ext cx="1860" cy="4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7683" name="Text Box 35"/>
          <p:cNvSpPr txBox="1">
            <a:spLocks noChangeArrowheads="1"/>
          </p:cNvSpPr>
          <p:nvPr/>
        </p:nvSpPr>
        <p:spPr bwMode="auto">
          <a:xfrm>
            <a:off x="372518" y="1155873"/>
            <a:ext cx="647700" cy="519113"/>
          </a:xfrm>
          <a:prstGeom prst="rect">
            <a:avLst/>
          </a:prstGeom>
          <a:solidFill>
            <a:srgbClr val="9900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dirty="0">
                <a:solidFill>
                  <a:schemeClr val="bg1"/>
                </a:solidFill>
                <a:ea typeface="宋体" panose="02010600030101010101" pitchFamily="2" charset="-122"/>
              </a:rPr>
              <a:t>解</a:t>
            </a:r>
          </a:p>
        </p:txBody>
      </p:sp>
      <p:grpSp>
        <p:nvGrpSpPr>
          <p:cNvPr id="27689" name="Group 41"/>
          <p:cNvGrpSpPr>
            <a:grpSpLocks/>
          </p:cNvGrpSpPr>
          <p:nvPr/>
        </p:nvGrpSpPr>
        <p:grpSpPr bwMode="auto">
          <a:xfrm>
            <a:off x="1389552" y="1314623"/>
            <a:ext cx="3710595" cy="744538"/>
            <a:chOff x="2063" y="1009"/>
            <a:chExt cx="2307" cy="469"/>
          </a:xfrm>
        </p:grpSpPr>
        <p:graphicFrame>
          <p:nvGraphicFramePr>
            <p:cNvPr id="27686" name="Object 38"/>
            <p:cNvGraphicFramePr>
              <a:graphicFrameLocks noChangeAspect="1"/>
            </p:cNvGraphicFramePr>
            <p:nvPr>
              <p:extLst/>
            </p:nvPr>
          </p:nvGraphicFramePr>
          <p:xfrm>
            <a:off x="2402" y="1009"/>
            <a:ext cx="1968" cy="227"/>
          </p:xfrm>
          <a:graphic>
            <a:graphicData uri="http://schemas.openxmlformats.org/presentationml/2006/ole">
              <mc:AlternateContent xmlns:mc="http://schemas.openxmlformats.org/markup-compatibility/2006">
                <mc:Choice xmlns:v="urn:schemas-microsoft-com:vml" Requires="v">
                  <p:oleObj spid="_x0000_s95546" name="公式" r:id="rId12" imgW="2082600" imgH="241200" progId="Equation.3">
                    <p:embed/>
                  </p:oleObj>
                </mc:Choice>
                <mc:Fallback>
                  <p:oleObj name="公式" r:id="rId12" imgW="2082600" imgH="241200" progId="Equation.3">
                    <p:embed/>
                    <p:pic>
                      <p:nvPicPr>
                        <p:cNvPr id="27686" name="Object 3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02" y="1009"/>
                          <a:ext cx="1968" cy="227"/>
                        </a:xfrm>
                        <a:prstGeom prst="rect">
                          <a:avLst/>
                        </a:prstGeom>
                        <a:solidFill>
                          <a:srgbClr val="B2B2B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87" name="Line 39"/>
            <p:cNvSpPr>
              <a:spLocks noChangeShapeType="1"/>
            </p:cNvSpPr>
            <p:nvPr/>
          </p:nvSpPr>
          <p:spPr bwMode="auto">
            <a:xfrm>
              <a:off x="2063" y="1365"/>
              <a:ext cx="317" cy="0"/>
            </a:xfrm>
            <a:prstGeom prst="line">
              <a:avLst/>
            </a:prstGeom>
            <a:noFill/>
            <a:ln w="76200">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7688" name="Object 40"/>
            <p:cNvGraphicFramePr>
              <a:graphicFrameLocks noChangeAspect="1"/>
            </p:cNvGraphicFramePr>
            <p:nvPr>
              <p:extLst/>
            </p:nvPr>
          </p:nvGraphicFramePr>
          <p:xfrm>
            <a:off x="2403" y="1251"/>
            <a:ext cx="1560" cy="227"/>
          </p:xfrm>
          <a:graphic>
            <a:graphicData uri="http://schemas.openxmlformats.org/presentationml/2006/ole">
              <mc:AlternateContent xmlns:mc="http://schemas.openxmlformats.org/markup-compatibility/2006">
                <mc:Choice xmlns:v="urn:schemas-microsoft-com:vml" Requires="v">
                  <p:oleObj spid="_x0000_s95547" name="公式" r:id="rId14" imgW="1650960" imgH="241200" progId="Equation.3">
                    <p:embed/>
                  </p:oleObj>
                </mc:Choice>
                <mc:Fallback>
                  <p:oleObj name="公式" r:id="rId14" imgW="1650960" imgH="241200" progId="Equation.3">
                    <p:embed/>
                    <p:pic>
                      <p:nvPicPr>
                        <p:cNvPr id="27688" name="Object 4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403" y="1251"/>
                          <a:ext cx="1560" cy="227"/>
                        </a:xfrm>
                        <a:prstGeom prst="rect">
                          <a:avLst/>
                        </a:prstGeom>
                        <a:solidFill>
                          <a:srgbClr val="B2B2B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7690" name="Group 42"/>
          <p:cNvGrpSpPr>
            <a:grpSpLocks/>
          </p:cNvGrpSpPr>
          <p:nvPr/>
        </p:nvGrpSpPr>
        <p:grpSpPr bwMode="auto">
          <a:xfrm>
            <a:off x="1115616" y="2914826"/>
            <a:ext cx="3849178" cy="742950"/>
            <a:chOff x="-1247" y="1055"/>
            <a:chExt cx="2363" cy="468"/>
          </a:xfrm>
        </p:grpSpPr>
        <p:graphicFrame>
          <p:nvGraphicFramePr>
            <p:cNvPr id="27692" name="Object 44"/>
            <p:cNvGraphicFramePr>
              <a:graphicFrameLocks noChangeAspect="1"/>
            </p:cNvGraphicFramePr>
            <p:nvPr>
              <p:extLst/>
            </p:nvPr>
          </p:nvGraphicFramePr>
          <p:xfrm>
            <a:off x="-766" y="1296"/>
            <a:ext cx="1572" cy="227"/>
          </p:xfrm>
          <a:graphic>
            <a:graphicData uri="http://schemas.openxmlformats.org/presentationml/2006/ole">
              <mc:AlternateContent xmlns:mc="http://schemas.openxmlformats.org/markup-compatibility/2006">
                <mc:Choice xmlns:v="urn:schemas-microsoft-com:vml" Requires="v">
                  <p:oleObj spid="_x0000_s95548" name="公式" r:id="rId16" imgW="1752480" imgH="253800" progId="Equation.3">
                    <p:embed/>
                  </p:oleObj>
                </mc:Choice>
                <mc:Fallback>
                  <p:oleObj name="公式" r:id="rId16" imgW="1752480" imgH="253800" progId="Equation.3">
                    <p:embed/>
                    <p:pic>
                      <p:nvPicPr>
                        <p:cNvPr id="27692" name="Object 4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66" y="1296"/>
                          <a:ext cx="1572" cy="227"/>
                        </a:xfrm>
                        <a:prstGeom prst="rect">
                          <a:avLst/>
                        </a:prstGeom>
                        <a:solidFill>
                          <a:srgbClr val="B2B2B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93" name="Line 45"/>
            <p:cNvSpPr>
              <a:spLocks noChangeShapeType="1"/>
            </p:cNvSpPr>
            <p:nvPr/>
          </p:nvSpPr>
          <p:spPr bwMode="auto">
            <a:xfrm flipV="1">
              <a:off x="-1247" y="1407"/>
              <a:ext cx="408" cy="0"/>
            </a:xfrm>
            <a:prstGeom prst="line">
              <a:avLst/>
            </a:prstGeom>
            <a:noFill/>
            <a:ln w="76200">
              <a:solidFill>
                <a:srgbClr val="FF990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7694" name="Object 46"/>
            <p:cNvGraphicFramePr>
              <a:graphicFrameLocks noChangeAspect="1"/>
            </p:cNvGraphicFramePr>
            <p:nvPr>
              <p:extLst/>
            </p:nvPr>
          </p:nvGraphicFramePr>
          <p:xfrm>
            <a:off x="-751" y="1055"/>
            <a:ext cx="1867" cy="227"/>
          </p:xfrm>
          <a:graphic>
            <a:graphicData uri="http://schemas.openxmlformats.org/presentationml/2006/ole">
              <mc:AlternateContent xmlns:mc="http://schemas.openxmlformats.org/markup-compatibility/2006">
                <mc:Choice xmlns:v="urn:schemas-microsoft-com:vml" Requires="v">
                  <p:oleObj spid="_x0000_s95549" name="公式" r:id="rId18" imgW="1917360" imgH="253800" progId="Equation.3">
                    <p:embed/>
                  </p:oleObj>
                </mc:Choice>
                <mc:Fallback>
                  <p:oleObj name="公式" r:id="rId18" imgW="1917360" imgH="253800" progId="Equation.3">
                    <p:embed/>
                    <p:pic>
                      <p:nvPicPr>
                        <p:cNvPr id="27694" name="Object 4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51" y="1055"/>
                          <a:ext cx="1867" cy="227"/>
                        </a:xfrm>
                        <a:prstGeom prst="rect">
                          <a:avLst/>
                        </a:prstGeom>
                        <a:solidFill>
                          <a:srgbClr val="B2B2B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7695" name="Group 47"/>
          <p:cNvGrpSpPr>
            <a:grpSpLocks/>
          </p:cNvGrpSpPr>
          <p:nvPr/>
        </p:nvGrpSpPr>
        <p:grpSpPr bwMode="auto">
          <a:xfrm>
            <a:off x="1927454" y="3839214"/>
            <a:ext cx="4538662" cy="1169988"/>
            <a:chOff x="141" y="1097"/>
            <a:chExt cx="2859" cy="737"/>
          </a:xfrm>
        </p:grpSpPr>
        <p:sp>
          <p:nvSpPr>
            <p:cNvPr id="27696" name="Text Box 48"/>
            <p:cNvSpPr txBox="1">
              <a:spLocks noChangeArrowheads="1"/>
            </p:cNvSpPr>
            <p:nvPr/>
          </p:nvSpPr>
          <p:spPr bwMode="auto">
            <a:xfrm>
              <a:off x="141" y="1507"/>
              <a:ext cx="185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dirty="0"/>
                <a:t>不能比较相位差</a:t>
              </a:r>
            </a:p>
          </p:txBody>
        </p:sp>
        <p:graphicFrame>
          <p:nvGraphicFramePr>
            <p:cNvPr id="27697" name="Object 49"/>
            <p:cNvGraphicFramePr>
              <a:graphicFrameLocks noChangeAspect="1"/>
            </p:cNvGraphicFramePr>
            <p:nvPr/>
          </p:nvGraphicFramePr>
          <p:xfrm>
            <a:off x="1908" y="1097"/>
            <a:ext cx="1092" cy="386"/>
          </p:xfrm>
          <a:graphic>
            <a:graphicData uri="http://schemas.openxmlformats.org/presentationml/2006/ole">
              <mc:AlternateContent xmlns:mc="http://schemas.openxmlformats.org/markup-compatibility/2006">
                <mc:Choice xmlns:v="urn:schemas-microsoft-com:vml" Requires="v">
                  <p:oleObj spid="_x0000_s95550" name="公式" r:id="rId20" imgW="545760" imgH="241200" progId="Equation.3">
                    <p:embed/>
                  </p:oleObj>
                </mc:Choice>
                <mc:Fallback>
                  <p:oleObj name="公式" r:id="rId20" imgW="545760" imgH="241200" progId="Equation.3">
                    <p:embed/>
                    <p:pic>
                      <p:nvPicPr>
                        <p:cNvPr id="27697" name="Object 4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908" y="1097"/>
                          <a:ext cx="1092" cy="3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7698" name="Group 50"/>
          <p:cNvGrpSpPr>
            <a:grpSpLocks/>
          </p:cNvGrpSpPr>
          <p:nvPr/>
        </p:nvGrpSpPr>
        <p:grpSpPr bwMode="auto">
          <a:xfrm>
            <a:off x="1270798" y="5777089"/>
            <a:ext cx="3344851" cy="762001"/>
            <a:chOff x="-1069" y="799"/>
            <a:chExt cx="2026" cy="480"/>
          </a:xfrm>
        </p:grpSpPr>
        <p:graphicFrame>
          <p:nvGraphicFramePr>
            <p:cNvPr id="27700" name="Object 52"/>
            <p:cNvGraphicFramePr>
              <a:graphicFrameLocks noChangeAspect="1"/>
            </p:cNvGraphicFramePr>
            <p:nvPr>
              <p:extLst/>
            </p:nvPr>
          </p:nvGraphicFramePr>
          <p:xfrm>
            <a:off x="-706" y="1052"/>
            <a:ext cx="1663" cy="227"/>
          </p:xfrm>
          <a:graphic>
            <a:graphicData uri="http://schemas.openxmlformats.org/presentationml/2006/ole">
              <mc:AlternateContent xmlns:mc="http://schemas.openxmlformats.org/markup-compatibility/2006">
                <mc:Choice xmlns:v="urn:schemas-microsoft-com:vml" Requires="v">
                  <p:oleObj spid="_x0000_s95551" name="Equation" r:id="rId22" imgW="1854000" imgH="253800" progId="Equation.DSMT4">
                    <p:embed/>
                  </p:oleObj>
                </mc:Choice>
                <mc:Fallback>
                  <p:oleObj name="Equation" r:id="rId22" imgW="1854000" imgH="253800" progId="Equation.DSMT4">
                    <p:embed/>
                    <p:pic>
                      <p:nvPicPr>
                        <p:cNvPr id="27700" name="Object 5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06" y="1052"/>
                          <a:ext cx="1663" cy="227"/>
                        </a:xfrm>
                        <a:prstGeom prst="rect">
                          <a:avLst/>
                        </a:prstGeom>
                        <a:solidFill>
                          <a:srgbClr val="B2B2B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701" name="Line 53"/>
            <p:cNvSpPr>
              <a:spLocks noChangeShapeType="1"/>
            </p:cNvSpPr>
            <p:nvPr/>
          </p:nvSpPr>
          <p:spPr bwMode="auto">
            <a:xfrm flipV="1">
              <a:off x="-1069" y="1233"/>
              <a:ext cx="363" cy="0"/>
            </a:xfrm>
            <a:prstGeom prst="line">
              <a:avLst/>
            </a:prstGeom>
            <a:noFill/>
            <a:ln w="76200">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graphicFrame>
          <p:nvGraphicFramePr>
            <p:cNvPr id="27702" name="Object 54"/>
            <p:cNvGraphicFramePr>
              <a:graphicFrameLocks noChangeAspect="1"/>
            </p:cNvGraphicFramePr>
            <p:nvPr>
              <p:extLst/>
            </p:nvPr>
          </p:nvGraphicFramePr>
          <p:xfrm>
            <a:off x="-708" y="799"/>
            <a:ext cx="1649" cy="227"/>
          </p:xfrm>
          <a:graphic>
            <a:graphicData uri="http://schemas.openxmlformats.org/presentationml/2006/ole">
              <mc:AlternateContent xmlns:mc="http://schemas.openxmlformats.org/markup-compatibility/2006">
                <mc:Choice xmlns:v="urn:schemas-microsoft-com:vml" Requires="v">
                  <p:oleObj spid="_x0000_s95552" name="公式" r:id="rId24" imgW="1841400" imgH="253800" progId="Equation.3">
                    <p:embed/>
                  </p:oleObj>
                </mc:Choice>
                <mc:Fallback>
                  <p:oleObj name="公式" r:id="rId24" imgW="1841400" imgH="253800" progId="Equation.3">
                    <p:embed/>
                    <p:pic>
                      <p:nvPicPr>
                        <p:cNvPr id="27702" name="Object 54"/>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08" y="799"/>
                          <a:ext cx="1649" cy="227"/>
                        </a:xfrm>
                        <a:prstGeom prst="rect">
                          <a:avLst/>
                        </a:prstGeom>
                        <a:solidFill>
                          <a:srgbClr val="B2B2B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7703" name="Text Box 55"/>
          <p:cNvSpPr txBox="1">
            <a:spLocks noChangeArrowheads="1"/>
          </p:cNvSpPr>
          <p:nvPr/>
        </p:nvSpPr>
        <p:spPr bwMode="auto">
          <a:xfrm>
            <a:off x="6011375" y="1674986"/>
            <a:ext cx="2160588" cy="2692660"/>
          </a:xfrm>
          <a:prstGeom prst="rect">
            <a:avLst/>
          </a:prstGeom>
          <a:solidFill>
            <a:schemeClr val="bg1"/>
          </a:solidFill>
          <a:ln>
            <a:noFill/>
          </a:ln>
          <a:effectLst/>
          <a:extLst/>
        </p:spPr>
        <p:txBody>
          <a:bodyPr>
            <a:spAutoFit/>
          </a:bodyPr>
          <a:lstStyle/>
          <a:p>
            <a:pPr>
              <a:lnSpc>
                <a:spcPct val="120000"/>
              </a:lnSpc>
              <a:spcBef>
                <a:spcPct val="50000"/>
              </a:spcBef>
            </a:pPr>
            <a:r>
              <a:rPr lang="zh-CN" altLang="en-US" sz="2400" dirty="0">
                <a:latin typeface="楷体_GB2312" pitchFamily="49" charset="-122"/>
              </a:rPr>
              <a:t>两个正弦量进行相位比较时应满足同频率、同函数、同符号，且在主值范围比较。 </a:t>
            </a:r>
          </a:p>
        </p:txBody>
      </p:sp>
      <p:sp>
        <p:nvSpPr>
          <p:cNvPr id="27707" name="Text Box 59"/>
          <p:cNvSpPr txBox="1">
            <a:spLocks noChangeArrowheads="1"/>
          </p:cNvSpPr>
          <p:nvPr/>
        </p:nvSpPr>
        <p:spPr bwMode="auto">
          <a:xfrm>
            <a:off x="6089650" y="906391"/>
            <a:ext cx="9969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3200" b="0" dirty="0">
                <a:solidFill>
                  <a:srgbClr val="FA7748"/>
                </a:solidFill>
                <a:latin typeface="Times New Roman" panose="02020603050405020304" pitchFamily="18" charset="0"/>
                <a:ea typeface="华文行楷" panose="02010800040101010101" pitchFamily="2" charset="-122"/>
              </a:rPr>
              <a:t>结论</a:t>
            </a:r>
          </a:p>
        </p:txBody>
      </p:sp>
    </p:spTree>
    <p:extLst>
      <p:ext uri="{BB962C8B-B14F-4D97-AF65-F5344CB8AC3E}">
        <p14:creationId xmlns:p14="http://schemas.microsoft.com/office/powerpoint/2010/main" val="27038180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7651"/>
                                        </p:tgtEl>
                                        <p:attrNameLst>
                                          <p:attrName>style.visibility</p:attrName>
                                        </p:attrNameLst>
                                      </p:cBhvr>
                                      <p:to>
                                        <p:strVal val="visible"/>
                                      </p:to>
                                    </p:set>
                                    <p:animEffect transition="in" filter="wipe(left)">
                                      <p:cBhvr>
                                        <p:cTn id="7" dur="2000"/>
                                        <p:tgtEl>
                                          <p:spTgt spid="276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7704"/>
                                        </p:tgtEl>
                                        <p:attrNameLst>
                                          <p:attrName>style.visibility</p:attrName>
                                        </p:attrNameLst>
                                      </p:cBhvr>
                                      <p:to>
                                        <p:strVal val="visible"/>
                                      </p:to>
                                    </p:set>
                                    <p:animEffect transition="in" filter="blinds(horizontal)">
                                      <p:cBhvr>
                                        <p:cTn id="12" dur="500"/>
                                        <p:tgtEl>
                                          <p:spTgt spid="2770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5" presetClass="entr" presetSubtype="0" fill="hold" grpId="0" nodeType="clickEffect">
                                  <p:stCondLst>
                                    <p:cond delay="0"/>
                                  </p:stCondLst>
                                  <p:childTnLst>
                                    <p:set>
                                      <p:cBhvr>
                                        <p:cTn id="16" dur="1" fill="hold">
                                          <p:stCondLst>
                                            <p:cond delay="0"/>
                                          </p:stCondLst>
                                        </p:cTn>
                                        <p:tgtEl>
                                          <p:spTgt spid="27683"/>
                                        </p:tgtEl>
                                        <p:attrNameLst>
                                          <p:attrName>style.visibility</p:attrName>
                                        </p:attrNameLst>
                                      </p:cBhvr>
                                      <p:to>
                                        <p:strVal val="visible"/>
                                      </p:to>
                                    </p:set>
                                    <p:anim calcmode="lin" valueType="num">
                                      <p:cBhvr>
                                        <p:cTn id="17" dur="1000" fill="hold"/>
                                        <p:tgtEl>
                                          <p:spTgt spid="27683"/>
                                        </p:tgtEl>
                                        <p:attrNameLst>
                                          <p:attrName>ppt_w</p:attrName>
                                        </p:attrNameLst>
                                      </p:cBhvr>
                                      <p:tavLst>
                                        <p:tav tm="0">
                                          <p:val>
                                            <p:fltVal val="0"/>
                                          </p:val>
                                        </p:tav>
                                        <p:tav tm="100000">
                                          <p:val>
                                            <p:strVal val="#ppt_w"/>
                                          </p:val>
                                        </p:tav>
                                      </p:tavLst>
                                    </p:anim>
                                    <p:anim calcmode="lin" valueType="num">
                                      <p:cBhvr>
                                        <p:cTn id="18" dur="1000" fill="hold"/>
                                        <p:tgtEl>
                                          <p:spTgt spid="27683"/>
                                        </p:tgtEl>
                                        <p:attrNameLst>
                                          <p:attrName>ppt_h</p:attrName>
                                        </p:attrNameLst>
                                      </p:cBhvr>
                                      <p:tavLst>
                                        <p:tav tm="0">
                                          <p:val>
                                            <p:fltVal val="0"/>
                                          </p:val>
                                        </p:tav>
                                        <p:tav tm="100000">
                                          <p:val>
                                            <p:strVal val="#ppt_h"/>
                                          </p:val>
                                        </p:tav>
                                      </p:tavLst>
                                    </p:anim>
                                    <p:anim calcmode="lin" valueType="num">
                                      <p:cBhvr>
                                        <p:cTn id="19" dur="1000" fill="hold"/>
                                        <p:tgtEl>
                                          <p:spTgt spid="27683"/>
                                        </p:tgtEl>
                                        <p:attrNameLst>
                                          <p:attrName>ppt_x</p:attrName>
                                        </p:attrNameLst>
                                      </p:cBhvr>
                                      <p:tavLst>
                                        <p:tav tm="0" fmla="#ppt_x+(cos(-2*pi*(1-$))*-#ppt_x-sin(-2*pi*(1-$))*(1-#ppt_y))*(1-$)">
                                          <p:val>
                                            <p:fltVal val="0"/>
                                          </p:val>
                                        </p:tav>
                                        <p:tav tm="100000">
                                          <p:val>
                                            <p:fltVal val="1"/>
                                          </p:val>
                                        </p:tav>
                                      </p:tavLst>
                                    </p:anim>
                                    <p:anim calcmode="lin" valueType="num">
                                      <p:cBhvr>
                                        <p:cTn id="20" dur="1000" fill="hold"/>
                                        <p:tgtEl>
                                          <p:spTgt spid="2768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1" fill="hold">
                      <p:stCondLst>
                        <p:cond delay="indefinite"/>
                      </p:stCondLst>
                      <p:childTnLst>
                        <p:par>
                          <p:cTn id="22" fill="hold" nodeType="afterGroup">
                            <p:stCondLst>
                              <p:cond delay="0"/>
                            </p:stCondLst>
                            <p:childTnLst>
                              <p:par>
                                <p:cTn id="23" presetID="1" presetClass="entr" presetSubtype="0" fill="hold" nodeType="clickEffect">
                                  <p:stCondLst>
                                    <p:cond delay="0"/>
                                  </p:stCondLst>
                                  <p:childTnLst>
                                    <p:set>
                                      <p:cBhvr>
                                        <p:cTn id="24" dur="1" fill="hold">
                                          <p:stCondLst>
                                            <p:cond delay="0"/>
                                          </p:stCondLst>
                                        </p:cTn>
                                        <p:tgtEl>
                                          <p:spTgt spid="2768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769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769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769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77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77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p:bldP spid="27683" grpId="0" animBg="1"/>
      <p:bldP spid="27703" grpId="0" animBg="1"/>
      <p:bldP spid="2770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684213" y="4365625"/>
            <a:ext cx="1187450" cy="6397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lnSpc>
                <a:spcPct val="150000"/>
              </a:lnSpc>
              <a:spcBef>
                <a:spcPct val="0"/>
              </a:spcBef>
            </a:pPr>
            <a:r>
              <a:rPr kumimoji="1" lang="en-US" altLang="zh-CN" sz="2400" b="1">
                <a:solidFill>
                  <a:srgbClr val="2520F2"/>
                </a:solidFill>
                <a:latin typeface="Times New Roman" panose="02020603050405020304" pitchFamily="18" charset="0"/>
              </a:rPr>
              <a:t>1.  </a:t>
            </a:r>
            <a:r>
              <a:rPr kumimoji="1" lang="zh-CN" altLang="en-US" sz="2400" b="1">
                <a:solidFill>
                  <a:srgbClr val="2520F2"/>
                </a:solidFill>
                <a:latin typeface="Times New Roman" panose="02020603050405020304" pitchFamily="18" charset="0"/>
              </a:rPr>
              <a:t>定义</a:t>
            </a:r>
          </a:p>
        </p:txBody>
      </p:sp>
      <p:sp>
        <p:nvSpPr>
          <p:cNvPr id="12291" name="Text Box 3"/>
          <p:cNvSpPr txBox="1">
            <a:spLocks noChangeArrowheads="1"/>
          </p:cNvSpPr>
          <p:nvPr/>
        </p:nvSpPr>
        <p:spPr bwMode="auto">
          <a:xfrm>
            <a:off x="5724525" y="4292600"/>
            <a:ext cx="292735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rPr>
              <a:t>有效值也称</a:t>
            </a:r>
            <a:r>
              <a:rPr kumimoji="1" lang="zh-CN" altLang="en-US" sz="2400" b="1">
                <a:solidFill>
                  <a:srgbClr val="FF0000"/>
                </a:solidFill>
                <a:latin typeface="Times New Roman" panose="02020603050405020304" pitchFamily="18" charset="0"/>
              </a:rPr>
              <a:t>方均根值</a:t>
            </a:r>
            <a:endParaRPr kumimoji="1" lang="zh-CN" altLang="en-US" sz="2400" b="1">
              <a:latin typeface="Times New Roman" panose="02020603050405020304" pitchFamily="18" charset="0"/>
            </a:endParaRPr>
          </a:p>
          <a:p>
            <a:pPr algn="l"/>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root-mean-square</a:t>
            </a:r>
            <a:r>
              <a:rPr kumimoji="1" lang="zh-CN" altLang="en-US" sz="2400" b="1">
                <a:latin typeface="Times New Roman" panose="02020603050405020304" pitchFamily="18" charset="0"/>
              </a:rPr>
              <a:t>，</a:t>
            </a:r>
          </a:p>
          <a:p>
            <a:pPr algn="l"/>
            <a:r>
              <a:rPr kumimoji="1" lang="zh-CN" altLang="en-US" sz="2400" b="1">
                <a:latin typeface="Times New Roman" panose="02020603050405020304" pitchFamily="18" charset="0"/>
              </a:rPr>
              <a:t>简记为 </a:t>
            </a:r>
            <a:r>
              <a:rPr kumimoji="1" lang="en-US" altLang="zh-CN" sz="2400" b="1">
                <a:latin typeface="Times New Roman" panose="02020603050405020304" pitchFamily="18" charset="0"/>
              </a:rPr>
              <a:t>rms)</a:t>
            </a:r>
          </a:p>
        </p:txBody>
      </p:sp>
      <p:sp>
        <p:nvSpPr>
          <p:cNvPr id="12292" name="Text Box 4"/>
          <p:cNvSpPr txBox="1">
            <a:spLocks noChangeArrowheads="1"/>
          </p:cNvSpPr>
          <p:nvPr/>
        </p:nvSpPr>
        <p:spPr bwMode="auto">
          <a:xfrm>
            <a:off x="261938" y="292100"/>
            <a:ext cx="3717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solidFill>
                  <a:srgbClr val="FF0000"/>
                </a:solidFill>
                <a:latin typeface="Times New Roman" panose="02020603050405020304" pitchFamily="18" charset="0"/>
              </a:rPr>
              <a:t>三、有效值</a:t>
            </a:r>
            <a:r>
              <a:rPr kumimoji="1" lang="en-US" altLang="zh-CN" sz="2400" b="1">
                <a:solidFill>
                  <a:srgbClr val="FF0000"/>
                </a:solidFill>
                <a:latin typeface="Times New Roman" panose="02020603050405020304" pitchFamily="18" charset="0"/>
              </a:rPr>
              <a:t>(</a:t>
            </a:r>
            <a:r>
              <a:rPr kumimoji="1" lang="en-US" altLang="zh-CN" sz="2400" b="1" i="1">
                <a:solidFill>
                  <a:srgbClr val="FF0000"/>
                </a:solidFill>
                <a:latin typeface="Times New Roman" panose="02020603050405020304" pitchFamily="18" charset="0"/>
              </a:rPr>
              <a:t>effective value</a:t>
            </a:r>
            <a:r>
              <a:rPr kumimoji="1" lang="en-US" altLang="zh-CN" sz="2400" b="1">
                <a:solidFill>
                  <a:srgbClr val="FF0000"/>
                </a:solidFill>
                <a:latin typeface="Times New Roman" panose="02020603050405020304" pitchFamily="18" charset="0"/>
              </a:rPr>
              <a:t>)</a:t>
            </a:r>
          </a:p>
        </p:txBody>
      </p:sp>
      <p:graphicFrame>
        <p:nvGraphicFramePr>
          <p:cNvPr id="12293" name="Object 5"/>
          <p:cNvGraphicFramePr>
            <a:graphicFrameLocks noChangeAspect="1"/>
          </p:cNvGraphicFramePr>
          <p:nvPr/>
        </p:nvGraphicFramePr>
        <p:xfrm>
          <a:off x="2484438" y="4437063"/>
          <a:ext cx="2447925" cy="890587"/>
        </p:xfrm>
        <a:graphic>
          <a:graphicData uri="http://schemas.openxmlformats.org/presentationml/2006/ole">
            <mc:AlternateContent xmlns:mc="http://schemas.openxmlformats.org/markup-compatibility/2006">
              <mc:Choice xmlns:v="urn:schemas-microsoft-com:vml" Requires="v">
                <p:oleObj spid="_x0000_s96398" name="公式" r:id="rId4" imgW="1155600" imgH="444240" progId="Equation.3">
                  <p:embed/>
                </p:oleObj>
              </mc:Choice>
              <mc:Fallback>
                <p:oleObj name="公式" r:id="rId4" imgW="1155600" imgH="444240" progId="Equation.3">
                  <p:embed/>
                  <p:pic>
                    <p:nvPicPr>
                      <p:cNvPr id="12293"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84438" y="4437063"/>
                        <a:ext cx="2447925" cy="890587"/>
                      </a:xfrm>
                      <a:prstGeom prst="rect">
                        <a:avLst/>
                      </a:prstGeom>
                      <a:solidFill>
                        <a:srgbClr val="FFCCFF"/>
                      </a:solidFill>
                      <a:ln>
                        <a:noFill/>
                      </a:ln>
                      <a:effectLst>
                        <a:prstShdw prst="shdw17" dist="17961" dir="2700000">
                          <a:srgbClr val="FFCCFF">
                            <a:gamma/>
                            <a:shade val="60000"/>
                            <a:invGamma/>
                          </a:srgbClr>
                        </a:prst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4" name="Text Box 6"/>
          <p:cNvSpPr txBox="1">
            <a:spLocks noChangeArrowheads="1"/>
          </p:cNvSpPr>
          <p:nvPr/>
        </p:nvSpPr>
        <p:spPr bwMode="auto">
          <a:xfrm>
            <a:off x="3419475" y="3429000"/>
            <a:ext cx="199707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i="1">
                <a:latin typeface="Times New Roman" panose="02020603050405020304" pitchFamily="18" charset="0"/>
              </a:rPr>
              <a:t>W</a:t>
            </a:r>
            <a:r>
              <a:rPr kumimoji="1" lang="en-US" altLang="zh-CN" sz="2400" b="1" baseline="-25000">
                <a:latin typeface="Times New Roman" panose="02020603050405020304" pitchFamily="18" charset="0"/>
              </a:rPr>
              <a:t>2</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I </a:t>
            </a:r>
            <a:r>
              <a:rPr kumimoji="1" lang="en-US" altLang="zh-CN" sz="2400" b="1" baseline="40000">
                <a:latin typeface="Times New Roman" panose="02020603050405020304" pitchFamily="18" charset="0"/>
              </a:rPr>
              <a:t>2</a:t>
            </a:r>
            <a:r>
              <a:rPr kumimoji="1" lang="en-US" altLang="zh-CN" sz="2400" b="1" i="1">
                <a:latin typeface="Times New Roman" panose="02020603050405020304" pitchFamily="18" charset="0"/>
              </a:rPr>
              <a:t>RT</a:t>
            </a:r>
            <a:endParaRPr kumimoji="1" lang="en-US" altLang="zh-CN" sz="2400" b="1">
              <a:latin typeface="Times New Roman" panose="02020603050405020304" pitchFamily="18" charset="0"/>
            </a:endParaRPr>
          </a:p>
        </p:txBody>
      </p:sp>
      <p:grpSp>
        <p:nvGrpSpPr>
          <p:cNvPr id="12295" name="Group 7"/>
          <p:cNvGrpSpPr>
            <a:grpSpLocks/>
          </p:cNvGrpSpPr>
          <p:nvPr/>
        </p:nvGrpSpPr>
        <p:grpSpPr bwMode="auto">
          <a:xfrm>
            <a:off x="971550" y="1484313"/>
            <a:ext cx="1160463" cy="1752600"/>
            <a:chOff x="720" y="336"/>
            <a:chExt cx="731" cy="1104"/>
          </a:xfrm>
        </p:grpSpPr>
        <p:sp>
          <p:nvSpPr>
            <p:cNvPr id="12296" name="Line 8"/>
            <p:cNvSpPr>
              <a:spLocks noChangeShapeType="1"/>
            </p:cNvSpPr>
            <p:nvPr/>
          </p:nvSpPr>
          <p:spPr bwMode="auto">
            <a:xfrm>
              <a:off x="775" y="696"/>
              <a:ext cx="38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97" name="Freeform 9"/>
            <p:cNvSpPr>
              <a:spLocks/>
            </p:cNvSpPr>
            <p:nvPr/>
          </p:nvSpPr>
          <p:spPr bwMode="auto">
            <a:xfrm>
              <a:off x="1152" y="696"/>
              <a:ext cx="8" cy="726"/>
            </a:xfrm>
            <a:custGeom>
              <a:avLst/>
              <a:gdLst>
                <a:gd name="T0" fmla="*/ 8 w 8"/>
                <a:gd name="T1" fmla="*/ 0 h 726"/>
                <a:gd name="T2" fmla="*/ 0 w 8"/>
                <a:gd name="T3" fmla="*/ 726 h 726"/>
              </a:gdLst>
              <a:ahLst/>
              <a:cxnLst>
                <a:cxn ang="0">
                  <a:pos x="T0" y="T1"/>
                </a:cxn>
                <a:cxn ang="0">
                  <a:pos x="T2" y="T3"/>
                </a:cxn>
              </a:cxnLst>
              <a:rect l="0" t="0" r="r" b="b"/>
              <a:pathLst>
                <a:path w="8" h="726">
                  <a:moveTo>
                    <a:pt x="8" y="0"/>
                  </a:moveTo>
                  <a:lnTo>
                    <a:pt x="0" y="726"/>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298" name="Line 10"/>
            <p:cNvSpPr>
              <a:spLocks noChangeShapeType="1"/>
            </p:cNvSpPr>
            <p:nvPr/>
          </p:nvSpPr>
          <p:spPr bwMode="auto">
            <a:xfrm>
              <a:off x="775" y="1416"/>
              <a:ext cx="38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99" name="Rectangle 11"/>
            <p:cNvSpPr>
              <a:spLocks noChangeArrowheads="1"/>
            </p:cNvSpPr>
            <p:nvPr/>
          </p:nvSpPr>
          <p:spPr bwMode="auto">
            <a:xfrm rot="-10800000">
              <a:off x="1099" y="876"/>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2300" name="Text Box 12"/>
            <p:cNvSpPr txBox="1">
              <a:spLocks noChangeArrowheads="1"/>
            </p:cNvSpPr>
            <p:nvPr/>
          </p:nvSpPr>
          <p:spPr bwMode="auto">
            <a:xfrm>
              <a:off x="1207" y="888"/>
              <a:ext cx="24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R</a:t>
              </a:r>
              <a:endParaRPr kumimoji="1" lang="en-US" altLang="zh-CN" sz="2400" b="1">
                <a:latin typeface="Times New Roman" panose="02020603050405020304" pitchFamily="18" charset="0"/>
              </a:endParaRPr>
            </a:p>
          </p:txBody>
        </p:sp>
        <p:sp>
          <p:nvSpPr>
            <p:cNvPr id="12301" name="Text Box 13"/>
            <p:cNvSpPr txBox="1">
              <a:spLocks noChangeArrowheads="1"/>
            </p:cNvSpPr>
            <p:nvPr/>
          </p:nvSpPr>
          <p:spPr bwMode="auto">
            <a:xfrm>
              <a:off x="727" y="336"/>
              <a:ext cx="35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i</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p>
          </p:txBody>
        </p:sp>
        <p:sp>
          <p:nvSpPr>
            <p:cNvPr id="12302" name="Line 14"/>
            <p:cNvSpPr>
              <a:spLocks noChangeShapeType="1"/>
            </p:cNvSpPr>
            <p:nvPr/>
          </p:nvSpPr>
          <p:spPr bwMode="auto">
            <a:xfrm>
              <a:off x="775" y="624"/>
              <a:ext cx="288"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03" name="Oval 15"/>
            <p:cNvSpPr>
              <a:spLocks noChangeArrowheads="1"/>
            </p:cNvSpPr>
            <p:nvPr/>
          </p:nvSpPr>
          <p:spPr bwMode="auto">
            <a:xfrm>
              <a:off x="720" y="672"/>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2304" name="Oval 16"/>
            <p:cNvSpPr>
              <a:spLocks noChangeArrowheads="1"/>
            </p:cNvSpPr>
            <p:nvPr/>
          </p:nvSpPr>
          <p:spPr bwMode="auto">
            <a:xfrm>
              <a:off x="720" y="1392"/>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grpSp>
        <p:nvGrpSpPr>
          <p:cNvPr id="12305" name="Group 17"/>
          <p:cNvGrpSpPr>
            <a:grpSpLocks/>
          </p:cNvGrpSpPr>
          <p:nvPr/>
        </p:nvGrpSpPr>
        <p:grpSpPr bwMode="auto">
          <a:xfrm>
            <a:off x="3563938" y="1412875"/>
            <a:ext cx="1160462" cy="1752600"/>
            <a:chOff x="768" y="1824"/>
            <a:chExt cx="731" cy="1104"/>
          </a:xfrm>
        </p:grpSpPr>
        <p:sp>
          <p:nvSpPr>
            <p:cNvPr id="12306" name="Line 18"/>
            <p:cNvSpPr>
              <a:spLocks noChangeShapeType="1"/>
            </p:cNvSpPr>
            <p:nvPr/>
          </p:nvSpPr>
          <p:spPr bwMode="auto">
            <a:xfrm>
              <a:off x="823" y="2184"/>
              <a:ext cx="38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07" name="Freeform 19"/>
            <p:cNvSpPr>
              <a:spLocks/>
            </p:cNvSpPr>
            <p:nvPr/>
          </p:nvSpPr>
          <p:spPr bwMode="auto">
            <a:xfrm>
              <a:off x="1200" y="2184"/>
              <a:ext cx="8" cy="726"/>
            </a:xfrm>
            <a:custGeom>
              <a:avLst/>
              <a:gdLst>
                <a:gd name="T0" fmla="*/ 8 w 8"/>
                <a:gd name="T1" fmla="*/ 0 h 726"/>
                <a:gd name="T2" fmla="*/ 0 w 8"/>
                <a:gd name="T3" fmla="*/ 726 h 726"/>
              </a:gdLst>
              <a:ahLst/>
              <a:cxnLst>
                <a:cxn ang="0">
                  <a:pos x="T0" y="T1"/>
                </a:cxn>
                <a:cxn ang="0">
                  <a:pos x="T2" y="T3"/>
                </a:cxn>
              </a:cxnLst>
              <a:rect l="0" t="0" r="r" b="b"/>
              <a:pathLst>
                <a:path w="8" h="726">
                  <a:moveTo>
                    <a:pt x="8" y="0"/>
                  </a:moveTo>
                  <a:lnTo>
                    <a:pt x="0" y="726"/>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308" name="Line 20"/>
            <p:cNvSpPr>
              <a:spLocks noChangeShapeType="1"/>
            </p:cNvSpPr>
            <p:nvPr/>
          </p:nvSpPr>
          <p:spPr bwMode="auto">
            <a:xfrm>
              <a:off x="823" y="2904"/>
              <a:ext cx="38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09" name="Rectangle 21"/>
            <p:cNvSpPr>
              <a:spLocks noChangeArrowheads="1"/>
            </p:cNvSpPr>
            <p:nvPr/>
          </p:nvSpPr>
          <p:spPr bwMode="auto">
            <a:xfrm rot="-10800000">
              <a:off x="1147" y="2364"/>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2310" name="Text Box 22"/>
            <p:cNvSpPr txBox="1">
              <a:spLocks noChangeArrowheads="1"/>
            </p:cNvSpPr>
            <p:nvPr/>
          </p:nvSpPr>
          <p:spPr bwMode="auto">
            <a:xfrm>
              <a:off x="1255" y="2376"/>
              <a:ext cx="24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R</a:t>
              </a:r>
              <a:endParaRPr kumimoji="1" lang="en-US" altLang="zh-CN" sz="2400" b="1">
                <a:latin typeface="Times New Roman" panose="02020603050405020304" pitchFamily="18" charset="0"/>
              </a:endParaRPr>
            </a:p>
          </p:txBody>
        </p:sp>
        <p:sp>
          <p:nvSpPr>
            <p:cNvPr id="12311" name="Text Box 23"/>
            <p:cNvSpPr txBox="1">
              <a:spLocks noChangeArrowheads="1"/>
            </p:cNvSpPr>
            <p:nvPr/>
          </p:nvSpPr>
          <p:spPr bwMode="auto">
            <a:xfrm>
              <a:off x="912" y="1824"/>
              <a:ext cx="191"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I</a:t>
              </a:r>
              <a:endParaRPr kumimoji="1" lang="en-US" altLang="zh-CN" sz="2400" b="1">
                <a:latin typeface="Times New Roman" panose="02020603050405020304" pitchFamily="18" charset="0"/>
              </a:endParaRPr>
            </a:p>
          </p:txBody>
        </p:sp>
        <p:sp>
          <p:nvSpPr>
            <p:cNvPr id="12312" name="Line 24"/>
            <p:cNvSpPr>
              <a:spLocks noChangeShapeType="1"/>
            </p:cNvSpPr>
            <p:nvPr/>
          </p:nvSpPr>
          <p:spPr bwMode="auto">
            <a:xfrm>
              <a:off x="823" y="2112"/>
              <a:ext cx="288"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13" name="Oval 25"/>
            <p:cNvSpPr>
              <a:spLocks noChangeArrowheads="1"/>
            </p:cNvSpPr>
            <p:nvPr/>
          </p:nvSpPr>
          <p:spPr bwMode="auto">
            <a:xfrm>
              <a:off x="768" y="2160"/>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2314" name="Oval 26"/>
            <p:cNvSpPr>
              <a:spLocks noChangeArrowheads="1"/>
            </p:cNvSpPr>
            <p:nvPr/>
          </p:nvSpPr>
          <p:spPr bwMode="auto">
            <a:xfrm>
              <a:off x="768" y="2880"/>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graphicFrame>
        <p:nvGraphicFramePr>
          <p:cNvPr id="12315" name="Object 27"/>
          <p:cNvGraphicFramePr>
            <a:graphicFrameLocks noChangeAspect="1"/>
          </p:cNvGraphicFramePr>
          <p:nvPr/>
        </p:nvGraphicFramePr>
        <p:xfrm>
          <a:off x="684213" y="3357563"/>
          <a:ext cx="2157412" cy="660400"/>
        </p:xfrm>
        <a:graphic>
          <a:graphicData uri="http://schemas.openxmlformats.org/presentationml/2006/ole">
            <mc:AlternateContent xmlns:mc="http://schemas.openxmlformats.org/markup-compatibility/2006">
              <mc:Choice xmlns:v="urn:schemas-microsoft-com:vml" Requires="v">
                <p:oleObj spid="_x0000_s96399" name="公式" r:id="rId6" imgW="1079280" imgH="330120" progId="Equation.3">
                  <p:embed/>
                </p:oleObj>
              </mc:Choice>
              <mc:Fallback>
                <p:oleObj name="公式" r:id="rId6" imgW="1079280" imgH="330120" progId="Equation.3">
                  <p:embed/>
                  <p:pic>
                    <p:nvPicPr>
                      <p:cNvPr id="12315" name="Object 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4213" y="3357563"/>
                        <a:ext cx="2157412" cy="660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16" name="Object 28"/>
          <p:cNvGraphicFramePr>
            <a:graphicFrameLocks noChangeAspect="1"/>
          </p:cNvGraphicFramePr>
          <p:nvPr/>
        </p:nvGraphicFramePr>
        <p:xfrm>
          <a:off x="5580063" y="1412875"/>
          <a:ext cx="2589212" cy="660400"/>
        </p:xfrm>
        <a:graphic>
          <a:graphicData uri="http://schemas.openxmlformats.org/presentationml/2006/ole">
            <mc:AlternateContent xmlns:mc="http://schemas.openxmlformats.org/markup-compatibility/2006">
              <mc:Choice xmlns:v="urn:schemas-microsoft-com:vml" Requires="v">
                <p:oleObj spid="_x0000_s96400" name="公式" r:id="rId8" imgW="1295280" imgH="330120" progId="Equation.3">
                  <p:embed/>
                </p:oleObj>
              </mc:Choice>
              <mc:Fallback>
                <p:oleObj name="公式" r:id="rId8" imgW="1295280" imgH="330120" progId="Equation.3">
                  <p:embed/>
                  <p:pic>
                    <p:nvPicPr>
                      <p:cNvPr id="12316" name="Object 2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80063" y="1412875"/>
                        <a:ext cx="2589212" cy="660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17" name="Object 29"/>
          <p:cNvGraphicFramePr>
            <a:graphicFrameLocks noChangeAspect="1"/>
          </p:cNvGraphicFramePr>
          <p:nvPr/>
        </p:nvGraphicFramePr>
        <p:xfrm>
          <a:off x="5651500" y="2276475"/>
          <a:ext cx="2309813" cy="885825"/>
        </p:xfrm>
        <a:graphic>
          <a:graphicData uri="http://schemas.openxmlformats.org/presentationml/2006/ole">
            <mc:AlternateContent xmlns:mc="http://schemas.openxmlformats.org/markup-compatibility/2006">
              <mc:Choice xmlns:v="urn:schemas-microsoft-com:vml" Requires="v">
                <p:oleObj spid="_x0000_s96401" name="公式" r:id="rId10" imgW="1155600" imgH="444240" progId="Equation.3">
                  <p:embed/>
                </p:oleObj>
              </mc:Choice>
              <mc:Fallback>
                <p:oleObj name="公式" r:id="rId10" imgW="1155600" imgH="444240" progId="Equation.3">
                  <p:embed/>
                  <p:pic>
                    <p:nvPicPr>
                      <p:cNvPr id="12317" name="Object 2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651500" y="2276475"/>
                        <a:ext cx="2309813" cy="885825"/>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18" name="Text Box 30"/>
          <p:cNvSpPr txBox="1">
            <a:spLocks noChangeArrowheads="1"/>
          </p:cNvSpPr>
          <p:nvPr/>
        </p:nvSpPr>
        <p:spPr bwMode="auto">
          <a:xfrm>
            <a:off x="755650" y="908050"/>
            <a:ext cx="14033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rPr>
              <a:t>物理含义</a:t>
            </a:r>
          </a:p>
        </p:txBody>
      </p:sp>
      <p:sp>
        <p:nvSpPr>
          <p:cNvPr id="12319" name="Text Box 31"/>
          <p:cNvSpPr txBox="1">
            <a:spLocks noChangeArrowheads="1"/>
          </p:cNvSpPr>
          <p:nvPr/>
        </p:nvSpPr>
        <p:spPr bwMode="auto">
          <a:xfrm>
            <a:off x="660400" y="5321300"/>
            <a:ext cx="2203450" cy="6397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lnSpc>
                <a:spcPct val="150000"/>
              </a:lnSpc>
              <a:spcBef>
                <a:spcPct val="0"/>
              </a:spcBef>
            </a:pPr>
            <a:r>
              <a:rPr kumimoji="1" lang="zh-CN" altLang="en-US" sz="2400" b="1">
                <a:solidFill>
                  <a:srgbClr val="FF0000"/>
                </a:solidFill>
                <a:latin typeface="Times New Roman" panose="02020603050405020304" pitchFamily="18" charset="0"/>
              </a:rPr>
              <a:t>电压有效值</a:t>
            </a:r>
            <a:endParaRPr kumimoji="1" lang="zh-CN" altLang="en-US" sz="2400" b="1">
              <a:latin typeface="Times New Roman" panose="02020603050405020304" pitchFamily="18" charset="0"/>
            </a:endParaRPr>
          </a:p>
        </p:txBody>
      </p:sp>
      <p:graphicFrame>
        <p:nvGraphicFramePr>
          <p:cNvPr id="12320" name="Object 32"/>
          <p:cNvGraphicFramePr>
            <a:graphicFrameLocks noChangeAspect="1"/>
          </p:cNvGraphicFramePr>
          <p:nvPr/>
        </p:nvGraphicFramePr>
        <p:xfrm>
          <a:off x="2484438" y="5445125"/>
          <a:ext cx="2447925" cy="889000"/>
        </p:xfrm>
        <a:graphic>
          <a:graphicData uri="http://schemas.openxmlformats.org/presentationml/2006/ole">
            <mc:AlternateContent xmlns:mc="http://schemas.openxmlformats.org/markup-compatibility/2006">
              <mc:Choice xmlns:v="urn:schemas-microsoft-com:vml" Requires="v">
                <p:oleObj spid="_x0000_s96402" name="公式" r:id="rId12" imgW="1218960" imgH="444240" progId="Equation.3">
                  <p:embed/>
                </p:oleObj>
              </mc:Choice>
              <mc:Fallback>
                <p:oleObj name="公式" r:id="rId12" imgW="1218960" imgH="444240" progId="Equation.3">
                  <p:embed/>
                  <p:pic>
                    <p:nvPicPr>
                      <p:cNvPr id="12320" name="Object 3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84438" y="5445125"/>
                        <a:ext cx="2447925" cy="889000"/>
                      </a:xfrm>
                      <a:prstGeom prst="rect">
                        <a:avLst/>
                      </a:prstGeom>
                      <a:solidFill>
                        <a:srgbClr val="99FF33"/>
                      </a:solidFill>
                      <a:ln>
                        <a:noFill/>
                      </a:ln>
                      <a:effectLst>
                        <a:prstShdw prst="shdw17" dist="17961" dir="2700000">
                          <a:srgbClr val="99FF33">
                            <a:gamma/>
                            <a:shade val="60000"/>
                            <a:invGamma/>
                          </a:srgbClr>
                        </a:prst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7208243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318">
                                            <p:txEl>
                                              <p:pRg st="0" end="0"/>
                                            </p:txEl>
                                          </p:spTgt>
                                        </p:tgtEl>
                                        <p:attrNameLst>
                                          <p:attrName>style.visibility</p:attrName>
                                        </p:attrNameLst>
                                      </p:cBhvr>
                                      <p:to>
                                        <p:strVal val="visible"/>
                                      </p:to>
                                    </p:set>
                                    <p:animEffect transition="in" filter="wipe(left)">
                                      <p:cBhvr>
                                        <p:cTn id="7" dur="500"/>
                                        <p:tgtEl>
                                          <p:spTgt spid="12318">
                                            <p:txEl>
                                              <p:pRg st="0" end="0"/>
                                            </p:txEl>
                                          </p:spTgt>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12295"/>
                                        </p:tgtEl>
                                        <p:attrNameLst>
                                          <p:attrName>style.visibility</p:attrName>
                                        </p:attrNameLst>
                                      </p:cBhvr>
                                      <p:to>
                                        <p:strVal val="visible"/>
                                      </p:to>
                                    </p:set>
                                    <p:animEffect transition="in" filter="dissolve">
                                      <p:cBhvr>
                                        <p:cTn id="11" dur="500"/>
                                        <p:tgtEl>
                                          <p:spTgt spid="1229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12305"/>
                                        </p:tgtEl>
                                        <p:attrNameLst>
                                          <p:attrName>style.visibility</p:attrName>
                                        </p:attrNameLst>
                                      </p:cBhvr>
                                      <p:to>
                                        <p:strVal val="visible"/>
                                      </p:to>
                                    </p:set>
                                    <p:animEffect transition="in" filter="dissolve">
                                      <p:cBhvr>
                                        <p:cTn id="16" dur="500"/>
                                        <p:tgtEl>
                                          <p:spTgt spid="1230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1" fill="hold" nodeType="clickEffect">
                                  <p:stCondLst>
                                    <p:cond delay="0"/>
                                  </p:stCondLst>
                                  <p:childTnLst>
                                    <p:set>
                                      <p:cBhvr>
                                        <p:cTn id="20" dur="1" fill="hold">
                                          <p:stCondLst>
                                            <p:cond delay="0"/>
                                          </p:stCondLst>
                                        </p:cTn>
                                        <p:tgtEl>
                                          <p:spTgt spid="12315"/>
                                        </p:tgtEl>
                                        <p:attrNameLst>
                                          <p:attrName>style.visibility</p:attrName>
                                        </p:attrNameLst>
                                      </p:cBhvr>
                                      <p:to>
                                        <p:strVal val="visible"/>
                                      </p:to>
                                    </p:set>
                                    <p:animEffect transition="in" filter="slide(fromTop)">
                                      <p:cBhvr>
                                        <p:cTn id="21" dur="500"/>
                                        <p:tgtEl>
                                          <p:spTgt spid="1231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2" presetClass="entr" presetSubtype="1" fill="hold" grpId="0" nodeType="clickEffect">
                                  <p:stCondLst>
                                    <p:cond delay="0"/>
                                  </p:stCondLst>
                                  <p:childTnLst>
                                    <p:set>
                                      <p:cBhvr>
                                        <p:cTn id="25" dur="1" fill="hold">
                                          <p:stCondLst>
                                            <p:cond delay="0"/>
                                          </p:stCondLst>
                                        </p:cTn>
                                        <p:tgtEl>
                                          <p:spTgt spid="12294"/>
                                        </p:tgtEl>
                                        <p:attrNameLst>
                                          <p:attrName>style.visibility</p:attrName>
                                        </p:attrNameLst>
                                      </p:cBhvr>
                                      <p:to>
                                        <p:strVal val="visible"/>
                                      </p:to>
                                    </p:set>
                                    <p:animEffect transition="in" filter="slide(fromTop)">
                                      <p:cBhvr>
                                        <p:cTn id="26" dur="500"/>
                                        <p:tgtEl>
                                          <p:spTgt spid="1229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1" fill="hold" nodeType="clickEffect">
                                  <p:stCondLst>
                                    <p:cond delay="0"/>
                                  </p:stCondLst>
                                  <p:childTnLst>
                                    <p:set>
                                      <p:cBhvr>
                                        <p:cTn id="30" dur="1" fill="hold">
                                          <p:stCondLst>
                                            <p:cond delay="0"/>
                                          </p:stCondLst>
                                        </p:cTn>
                                        <p:tgtEl>
                                          <p:spTgt spid="12316"/>
                                        </p:tgtEl>
                                        <p:attrNameLst>
                                          <p:attrName>style.visibility</p:attrName>
                                        </p:attrNameLst>
                                      </p:cBhvr>
                                      <p:to>
                                        <p:strVal val="visible"/>
                                      </p:to>
                                    </p:set>
                                    <p:animEffect transition="in" filter="slide(fromTop)">
                                      <p:cBhvr>
                                        <p:cTn id="31" dur="500"/>
                                        <p:tgtEl>
                                          <p:spTgt spid="1231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2" presetClass="entr" presetSubtype="1" fill="hold" nodeType="clickEffect">
                                  <p:stCondLst>
                                    <p:cond delay="0"/>
                                  </p:stCondLst>
                                  <p:childTnLst>
                                    <p:set>
                                      <p:cBhvr>
                                        <p:cTn id="35" dur="1" fill="hold">
                                          <p:stCondLst>
                                            <p:cond delay="0"/>
                                          </p:stCondLst>
                                        </p:cTn>
                                        <p:tgtEl>
                                          <p:spTgt spid="12317"/>
                                        </p:tgtEl>
                                        <p:attrNameLst>
                                          <p:attrName>style.visibility</p:attrName>
                                        </p:attrNameLst>
                                      </p:cBhvr>
                                      <p:to>
                                        <p:strVal val="visible"/>
                                      </p:to>
                                    </p:set>
                                    <p:animEffect transition="in" filter="slide(fromTop)">
                                      <p:cBhvr>
                                        <p:cTn id="36" dur="500"/>
                                        <p:tgtEl>
                                          <p:spTgt spid="1231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2290"/>
                                        </p:tgtEl>
                                        <p:attrNameLst>
                                          <p:attrName>style.visibility</p:attrName>
                                        </p:attrNameLst>
                                      </p:cBhvr>
                                      <p:to>
                                        <p:strVal val="visible"/>
                                      </p:to>
                                    </p:set>
                                    <p:animEffect transition="in" filter="wipe(left)">
                                      <p:cBhvr>
                                        <p:cTn id="41" dur="500"/>
                                        <p:tgtEl>
                                          <p:spTgt spid="1229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9" presetClass="entr" presetSubtype="0" fill="hold" nodeType="clickEffect">
                                  <p:stCondLst>
                                    <p:cond delay="0"/>
                                  </p:stCondLst>
                                  <p:childTnLst>
                                    <p:set>
                                      <p:cBhvr>
                                        <p:cTn id="45" dur="1" fill="hold">
                                          <p:stCondLst>
                                            <p:cond delay="0"/>
                                          </p:stCondLst>
                                        </p:cTn>
                                        <p:tgtEl>
                                          <p:spTgt spid="12293"/>
                                        </p:tgtEl>
                                        <p:attrNameLst>
                                          <p:attrName>style.visibility</p:attrName>
                                        </p:attrNameLst>
                                      </p:cBhvr>
                                      <p:to>
                                        <p:strVal val="visible"/>
                                      </p:to>
                                    </p:set>
                                    <p:animEffect transition="in" filter="dissolve">
                                      <p:cBhvr>
                                        <p:cTn id="46" dur="500"/>
                                        <p:tgtEl>
                                          <p:spTgt spid="1229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2291"/>
                                        </p:tgtEl>
                                        <p:attrNameLst>
                                          <p:attrName>style.visibility</p:attrName>
                                        </p:attrNameLst>
                                      </p:cBhvr>
                                      <p:to>
                                        <p:strVal val="visible"/>
                                      </p:to>
                                    </p:set>
                                    <p:animEffect transition="in" filter="wipe(left)">
                                      <p:cBhvr>
                                        <p:cTn id="51" dur="500"/>
                                        <p:tgtEl>
                                          <p:spTgt spid="12291"/>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2" presetClass="entr" presetSubtype="2" fill="hold" grpId="0" nodeType="clickEffect">
                                  <p:stCondLst>
                                    <p:cond delay="0"/>
                                  </p:stCondLst>
                                  <p:childTnLst>
                                    <p:set>
                                      <p:cBhvr>
                                        <p:cTn id="55" dur="1" fill="hold">
                                          <p:stCondLst>
                                            <p:cond delay="0"/>
                                          </p:stCondLst>
                                        </p:cTn>
                                        <p:tgtEl>
                                          <p:spTgt spid="12319"/>
                                        </p:tgtEl>
                                        <p:attrNameLst>
                                          <p:attrName>style.visibility</p:attrName>
                                        </p:attrNameLst>
                                      </p:cBhvr>
                                      <p:to>
                                        <p:strVal val="visible"/>
                                      </p:to>
                                    </p:set>
                                    <p:animEffect transition="in" filter="slide(fromRight)">
                                      <p:cBhvr>
                                        <p:cTn id="56" dur="500"/>
                                        <p:tgtEl>
                                          <p:spTgt spid="12319"/>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9" presetClass="entr" presetSubtype="0" fill="hold" nodeType="clickEffect">
                                  <p:stCondLst>
                                    <p:cond delay="0"/>
                                  </p:stCondLst>
                                  <p:childTnLst>
                                    <p:set>
                                      <p:cBhvr>
                                        <p:cTn id="60" dur="1" fill="hold">
                                          <p:stCondLst>
                                            <p:cond delay="0"/>
                                          </p:stCondLst>
                                        </p:cTn>
                                        <p:tgtEl>
                                          <p:spTgt spid="12320"/>
                                        </p:tgtEl>
                                        <p:attrNameLst>
                                          <p:attrName>style.visibility</p:attrName>
                                        </p:attrNameLst>
                                      </p:cBhvr>
                                      <p:to>
                                        <p:strVal val="visible"/>
                                      </p:to>
                                    </p:set>
                                    <p:animEffect transition="in" filter="dissolve">
                                      <p:cBhvr>
                                        <p:cTn id="61" dur="500"/>
                                        <p:tgtEl>
                                          <p:spTgt spid="12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autoUpdateAnimBg="0"/>
      <p:bldP spid="12291" grpId="0" autoUpdateAnimBg="0"/>
      <p:bldP spid="12294" grpId="0" autoUpdateAnimBg="0"/>
      <p:bldP spid="12318" grpId="0" build="p" autoUpdateAnimBg="0"/>
      <p:bldP spid="12319"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533400" y="554038"/>
            <a:ext cx="3832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2. </a:t>
            </a:r>
            <a:r>
              <a:rPr kumimoji="1" lang="zh-CN" altLang="en-US" sz="2400" b="1">
                <a:latin typeface="Times New Roman" panose="02020603050405020304" pitchFamily="18" charset="0"/>
              </a:rPr>
              <a:t>正弦电流、电压的有效值</a:t>
            </a:r>
          </a:p>
        </p:txBody>
      </p:sp>
      <p:sp>
        <p:nvSpPr>
          <p:cNvPr id="14339" name="Text Box 3"/>
          <p:cNvSpPr txBox="1">
            <a:spLocks noChangeArrowheads="1"/>
          </p:cNvSpPr>
          <p:nvPr/>
        </p:nvSpPr>
        <p:spPr bwMode="auto">
          <a:xfrm>
            <a:off x="1493838" y="1219200"/>
            <a:ext cx="30353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rPr>
              <a:t>设  </a:t>
            </a:r>
            <a:r>
              <a:rPr kumimoji="1" lang="en-US" altLang="zh-CN" sz="2400" b="1" i="1">
                <a:latin typeface="Times New Roman" panose="02020603050405020304" pitchFamily="18" charset="0"/>
              </a:rPr>
              <a:t>i</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I</a:t>
            </a:r>
            <a:r>
              <a:rPr kumimoji="1" lang="en-US" altLang="zh-CN" sz="2400" b="1" baseline="-25000">
                <a:latin typeface="Times New Roman" panose="02020603050405020304" pitchFamily="18" charset="0"/>
              </a:rPr>
              <a:t>m</a:t>
            </a:r>
            <a:r>
              <a:rPr kumimoji="1" lang="en-US" altLang="zh-CN" sz="2400" b="1">
                <a:latin typeface="Times New Roman" panose="02020603050405020304" pitchFamily="18" charset="0"/>
              </a:rPr>
              <a:t>sin(</a:t>
            </a:r>
            <a:r>
              <a:rPr kumimoji="1" lang="en-US" altLang="zh-CN" sz="2400" b="1" i="1">
                <a:latin typeface="Times New Roman" panose="02020603050405020304" pitchFamily="18" charset="0"/>
                <a:sym typeface="Symbol" panose="05050102010706020507" pitchFamily="18" charset="2"/>
              </a:rPr>
              <a:t> t </a:t>
            </a:r>
            <a:r>
              <a:rPr kumimoji="1" lang="en-US" altLang="zh-CN" sz="2400" b="1">
                <a:latin typeface="Times New Roman" panose="02020603050405020304" pitchFamily="18" charset="0"/>
                <a:sym typeface="Symbol" panose="05050102010706020507" pitchFamily="18" charset="2"/>
              </a:rPr>
              <a:t>+ </a:t>
            </a:r>
            <a:r>
              <a:rPr kumimoji="1" lang="en-US" altLang="zh-CN" sz="2400" b="1" i="1">
                <a:latin typeface="Symbol" panose="05050102010706020507" pitchFamily="18" charset="2"/>
              </a:rPr>
              <a:t>y</a:t>
            </a:r>
            <a:r>
              <a:rPr kumimoji="1" lang="en-US" altLang="zh-CN" sz="2400" b="1" i="1">
                <a:latin typeface="Times New Roman" panose="02020603050405020304" pitchFamily="18" charset="0"/>
                <a:sym typeface="Symbol" panose="05050102010706020507" pitchFamily="18" charset="2"/>
              </a:rPr>
              <a:t> </a:t>
            </a:r>
            <a:r>
              <a:rPr kumimoji="1" lang="en-US" altLang="zh-CN" sz="2400" b="1">
                <a:latin typeface="Times New Roman" panose="02020603050405020304" pitchFamily="18" charset="0"/>
              </a:rPr>
              <a:t>)</a:t>
            </a:r>
          </a:p>
        </p:txBody>
      </p:sp>
      <p:graphicFrame>
        <p:nvGraphicFramePr>
          <p:cNvPr id="14340" name="Object 4"/>
          <p:cNvGraphicFramePr>
            <a:graphicFrameLocks noChangeAspect="1"/>
          </p:cNvGraphicFramePr>
          <p:nvPr/>
        </p:nvGraphicFramePr>
        <p:xfrm>
          <a:off x="1409700" y="1828800"/>
          <a:ext cx="3786188" cy="885825"/>
        </p:xfrm>
        <a:graphic>
          <a:graphicData uri="http://schemas.openxmlformats.org/presentationml/2006/ole">
            <mc:AlternateContent xmlns:mc="http://schemas.openxmlformats.org/markup-compatibility/2006">
              <mc:Choice xmlns:v="urn:schemas-microsoft-com:vml" Requires="v">
                <p:oleObj spid="_x0000_s97422" name="公式" r:id="rId4" imgW="1892160" imgH="444240" progId="Equation.3">
                  <p:embed/>
                </p:oleObj>
              </mc:Choice>
              <mc:Fallback>
                <p:oleObj name="公式" r:id="rId4" imgW="1892160" imgH="444240" progId="Equation.3">
                  <p:embed/>
                  <p:pic>
                    <p:nvPicPr>
                      <p:cNvPr id="1434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9700" y="1828800"/>
                        <a:ext cx="3786188"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1" name="Object 5"/>
          <p:cNvGraphicFramePr>
            <a:graphicFrameLocks noChangeAspect="1"/>
          </p:cNvGraphicFramePr>
          <p:nvPr>
            <p:extLst/>
          </p:nvPr>
        </p:nvGraphicFramePr>
        <p:xfrm>
          <a:off x="608013" y="2708920"/>
          <a:ext cx="7697787" cy="809625"/>
        </p:xfrm>
        <a:graphic>
          <a:graphicData uri="http://schemas.openxmlformats.org/presentationml/2006/ole">
            <mc:AlternateContent xmlns:mc="http://schemas.openxmlformats.org/markup-compatibility/2006">
              <mc:Choice xmlns:v="urn:schemas-microsoft-com:vml" Requires="v">
                <p:oleObj spid="_x0000_s97423" name="公式" r:id="rId6" imgW="3848040" imgH="406080" progId="Equation.3">
                  <p:embed/>
                </p:oleObj>
              </mc:Choice>
              <mc:Fallback>
                <p:oleObj name="公式" r:id="rId6" imgW="3848040" imgH="406080" progId="Equation.3">
                  <p:embed/>
                  <p:pic>
                    <p:nvPicPr>
                      <p:cNvPr id="14341"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8013" y="2708920"/>
                        <a:ext cx="7697787" cy="809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2" name="Object 6"/>
          <p:cNvGraphicFramePr>
            <a:graphicFrameLocks noChangeAspect="1"/>
          </p:cNvGraphicFramePr>
          <p:nvPr>
            <p:extLst/>
          </p:nvPr>
        </p:nvGraphicFramePr>
        <p:xfrm>
          <a:off x="1217613" y="3670945"/>
          <a:ext cx="4497387" cy="1371600"/>
        </p:xfrm>
        <a:graphic>
          <a:graphicData uri="http://schemas.openxmlformats.org/presentationml/2006/ole">
            <mc:AlternateContent xmlns:mc="http://schemas.openxmlformats.org/markup-compatibility/2006">
              <mc:Choice xmlns:v="urn:schemas-microsoft-com:vml" Requires="v">
                <p:oleObj spid="_x0000_s97424" name="公式" r:id="rId8" imgW="2247840" imgH="685800" progId="Equation.3">
                  <p:embed/>
                </p:oleObj>
              </mc:Choice>
              <mc:Fallback>
                <p:oleObj name="公式" r:id="rId8" imgW="2247840" imgH="685800" progId="Equation.3">
                  <p:embed/>
                  <p:pic>
                    <p:nvPicPr>
                      <p:cNvPr id="14342"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17613" y="3670945"/>
                        <a:ext cx="4497387" cy="137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3" name="Object 7"/>
          <p:cNvGraphicFramePr>
            <a:graphicFrameLocks noChangeAspect="1"/>
          </p:cNvGraphicFramePr>
          <p:nvPr>
            <p:extLst/>
          </p:nvPr>
        </p:nvGraphicFramePr>
        <p:xfrm>
          <a:off x="1585913" y="5085184"/>
          <a:ext cx="5081587" cy="479425"/>
        </p:xfrm>
        <a:graphic>
          <a:graphicData uri="http://schemas.openxmlformats.org/presentationml/2006/ole">
            <mc:AlternateContent xmlns:mc="http://schemas.openxmlformats.org/markup-compatibility/2006">
              <mc:Choice xmlns:v="urn:schemas-microsoft-com:vml" Requires="v">
                <p:oleObj spid="_x0000_s97425" name="公式" r:id="rId10" imgW="2539800" imgH="241200" progId="Equation.3">
                  <p:embed/>
                </p:oleObj>
              </mc:Choice>
              <mc:Fallback>
                <p:oleObj name="公式" r:id="rId10" imgW="2539800" imgH="241200" progId="Equation.3">
                  <p:embed/>
                  <p:pic>
                    <p:nvPicPr>
                      <p:cNvPr id="14343"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85913" y="5085184"/>
                        <a:ext cx="5081587"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4" name="Object 8"/>
          <p:cNvGraphicFramePr>
            <a:graphicFrameLocks noChangeAspect="1"/>
          </p:cNvGraphicFramePr>
          <p:nvPr/>
        </p:nvGraphicFramePr>
        <p:xfrm>
          <a:off x="5867400" y="1066800"/>
          <a:ext cx="2320925" cy="890588"/>
        </p:xfrm>
        <a:graphic>
          <a:graphicData uri="http://schemas.openxmlformats.org/presentationml/2006/ole">
            <mc:AlternateContent xmlns:mc="http://schemas.openxmlformats.org/markup-compatibility/2006">
              <mc:Choice xmlns:v="urn:schemas-microsoft-com:vml" Requires="v">
                <p:oleObj spid="_x0000_s97426" name="公式" r:id="rId12" imgW="1155600" imgH="444240" progId="Equation.3">
                  <p:embed/>
                </p:oleObj>
              </mc:Choice>
              <mc:Fallback>
                <p:oleObj name="公式" r:id="rId12" imgW="1155600" imgH="444240" progId="Equation.3">
                  <p:embed/>
                  <p:pic>
                    <p:nvPicPr>
                      <p:cNvPr id="14344"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67400" y="1066800"/>
                        <a:ext cx="2320925" cy="890588"/>
                      </a:xfrm>
                      <a:prstGeom prst="rect">
                        <a:avLst/>
                      </a:prstGeom>
                      <a:solidFill>
                        <a:srgbClr val="66FF33"/>
                      </a:solidFill>
                      <a:ln>
                        <a:noFill/>
                      </a:ln>
                      <a:effectLst>
                        <a:prstShdw prst="shdw17" dist="17961" dir="2700000">
                          <a:srgbClr val="66FF33">
                            <a:gamma/>
                            <a:shade val="60000"/>
                            <a:invGamma/>
                          </a:srgbClr>
                        </a:prst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5" name="Text Box 9"/>
          <p:cNvSpPr txBox="1">
            <a:spLocks noChangeArrowheads="1"/>
          </p:cNvSpPr>
          <p:nvPr/>
        </p:nvSpPr>
        <p:spPr bwMode="auto">
          <a:xfrm>
            <a:off x="6207125" y="3902720"/>
            <a:ext cx="2743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dirty="0">
                <a:solidFill>
                  <a:srgbClr val="FF0000"/>
                </a:solidFill>
                <a:latin typeface="Times New Roman" panose="02020603050405020304" pitchFamily="18" charset="0"/>
              </a:rPr>
              <a:t>注意</a:t>
            </a:r>
            <a:r>
              <a:rPr kumimoji="1" lang="en-US" altLang="zh-CN" sz="2400" b="1" dirty="0">
                <a:solidFill>
                  <a:srgbClr val="FF0000"/>
                </a:solidFill>
                <a:latin typeface="Times New Roman" panose="02020603050405020304" pitchFamily="18" charset="0"/>
              </a:rPr>
              <a:t>:</a:t>
            </a:r>
            <a:r>
              <a:rPr kumimoji="1" lang="zh-CN" altLang="en-US" sz="2400" b="1" dirty="0">
                <a:solidFill>
                  <a:srgbClr val="FF0000"/>
                </a:solidFill>
                <a:latin typeface="Times New Roman" panose="02020603050405020304" pitchFamily="18" charset="0"/>
              </a:rPr>
              <a:t>只适用正弦量</a:t>
            </a:r>
          </a:p>
        </p:txBody>
      </p:sp>
      <p:sp>
        <p:nvSpPr>
          <p:cNvPr id="14" name="Rectangle 91"/>
          <p:cNvSpPr>
            <a:spLocks noChangeArrowheads="1"/>
          </p:cNvSpPr>
          <p:nvPr/>
        </p:nvSpPr>
        <p:spPr bwMode="auto">
          <a:xfrm>
            <a:off x="311560" y="5589240"/>
            <a:ext cx="8435156" cy="1152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2400">
                <a:solidFill>
                  <a:schemeClr val="tx1"/>
                </a:solidFill>
                <a:latin typeface="Times New Roman" panose="02020603050405020304" pitchFamily="18" charset="0"/>
                <a:ea typeface="华文楷体" panose="02010600040101010101" pitchFamily="2" charset="-122"/>
              </a:defRPr>
            </a:lvl1pPr>
            <a:lvl2pPr marL="742950" indent="-28575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2pPr>
            <a:lvl3pPr marL="11430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华文宋体" panose="0201060004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华文宋体" panose="02010600040101010101" pitchFamily="2" charset="-122"/>
              </a:defRPr>
            </a:lvl9pPr>
          </a:lstStyle>
          <a:p>
            <a:pPr eaLnBrk="1" hangingPunct="1">
              <a:lnSpc>
                <a:spcPct val="90000"/>
              </a:lnSpc>
              <a:buFont typeface="Wingdings" panose="05000000000000000000" pitchFamily="2" charset="2"/>
              <a:buChar char="l"/>
            </a:pPr>
            <a:r>
              <a:rPr lang="zh-CN" altLang="en-US" b="0" dirty="0">
                <a:solidFill>
                  <a:srgbClr val="000066"/>
                </a:solidFill>
                <a:ea typeface="隶书" panose="02010509060101010101" pitchFamily="49" charset="-122"/>
              </a:rPr>
              <a:t>交流电压表、电流表的标尺刻度是有效值；交流电气设备铭牌上的电压、电流是有效值。</a:t>
            </a:r>
            <a:endParaRPr lang="en-US" altLang="zh-CN" b="0" dirty="0">
              <a:solidFill>
                <a:srgbClr val="000066"/>
              </a:solidFill>
              <a:ea typeface="隶书" panose="02010509060101010101" pitchFamily="49" charset="-122"/>
            </a:endParaRPr>
          </a:p>
          <a:p>
            <a:pPr eaLnBrk="1" hangingPunct="1">
              <a:lnSpc>
                <a:spcPct val="90000"/>
              </a:lnSpc>
              <a:buFont typeface="Wingdings" panose="05000000000000000000" pitchFamily="2" charset="2"/>
              <a:buChar char="l"/>
            </a:pPr>
            <a:r>
              <a:rPr lang="zh-CN" altLang="en-US" b="0" dirty="0">
                <a:solidFill>
                  <a:srgbClr val="000066"/>
                </a:solidFill>
                <a:ea typeface="隶书" panose="02010509060101010101" pitchFamily="49" charset="-122"/>
              </a:rPr>
              <a:t>但绝缘水平、耐压值指的是最大值。</a:t>
            </a:r>
          </a:p>
        </p:txBody>
      </p:sp>
    </p:spTree>
    <p:extLst>
      <p:ext uri="{BB962C8B-B14F-4D97-AF65-F5344CB8AC3E}">
        <p14:creationId xmlns:p14="http://schemas.microsoft.com/office/powerpoint/2010/main" val="8637847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wipe(left)">
                                      <p:cBhvr>
                                        <p:cTn id="7" dur="500"/>
                                        <p:tgtEl>
                                          <p:spTgt spid="143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2" fill="hold" grpId="0" nodeType="clickEffect">
                                  <p:stCondLst>
                                    <p:cond delay="0"/>
                                  </p:stCondLst>
                                  <p:childTnLst>
                                    <p:set>
                                      <p:cBhvr>
                                        <p:cTn id="11" dur="1" fill="hold">
                                          <p:stCondLst>
                                            <p:cond delay="0"/>
                                          </p:stCondLst>
                                        </p:cTn>
                                        <p:tgtEl>
                                          <p:spTgt spid="14339"/>
                                        </p:tgtEl>
                                        <p:attrNameLst>
                                          <p:attrName>style.visibility</p:attrName>
                                        </p:attrNameLst>
                                      </p:cBhvr>
                                      <p:to>
                                        <p:strVal val="visible"/>
                                      </p:to>
                                    </p:set>
                                    <p:animEffect transition="in" filter="slide(fromRight)">
                                      <p:cBhvr>
                                        <p:cTn id="12" dur="500"/>
                                        <p:tgtEl>
                                          <p:spTgt spid="143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4344"/>
                                        </p:tgtEl>
                                        <p:attrNameLst>
                                          <p:attrName>style.visibility</p:attrName>
                                        </p:attrNameLst>
                                      </p:cBhvr>
                                      <p:to>
                                        <p:strVal val="visible"/>
                                      </p:to>
                                    </p:set>
                                    <p:animEffect transition="in" filter="dissolve">
                                      <p:cBhvr>
                                        <p:cTn id="17" dur="500"/>
                                        <p:tgtEl>
                                          <p:spTgt spid="1434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2" fill="hold" nodeType="clickEffect">
                                  <p:stCondLst>
                                    <p:cond delay="0"/>
                                  </p:stCondLst>
                                  <p:childTnLst>
                                    <p:set>
                                      <p:cBhvr>
                                        <p:cTn id="21" dur="1" fill="hold">
                                          <p:stCondLst>
                                            <p:cond delay="0"/>
                                          </p:stCondLst>
                                        </p:cTn>
                                        <p:tgtEl>
                                          <p:spTgt spid="14340"/>
                                        </p:tgtEl>
                                        <p:attrNameLst>
                                          <p:attrName>style.visibility</p:attrName>
                                        </p:attrNameLst>
                                      </p:cBhvr>
                                      <p:to>
                                        <p:strVal val="visible"/>
                                      </p:to>
                                    </p:set>
                                    <p:animEffect transition="in" filter="slide(fromRight)">
                                      <p:cBhvr>
                                        <p:cTn id="22" dur="500"/>
                                        <p:tgtEl>
                                          <p:spTgt spid="1434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2" fill="hold" nodeType="clickEffect">
                                  <p:stCondLst>
                                    <p:cond delay="0"/>
                                  </p:stCondLst>
                                  <p:childTnLst>
                                    <p:set>
                                      <p:cBhvr>
                                        <p:cTn id="26" dur="1" fill="hold">
                                          <p:stCondLst>
                                            <p:cond delay="0"/>
                                          </p:stCondLst>
                                        </p:cTn>
                                        <p:tgtEl>
                                          <p:spTgt spid="14341"/>
                                        </p:tgtEl>
                                        <p:attrNameLst>
                                          <p:attrName>style.visibility</p:attrName>
                                        </p:attrNameLst>
                                      </p:cBhvr>
                                      <p:to>
                                        <p:strVal val="visible"/>
                                      </p:to>
                                    </p:set>
                                    <p:animEffect transition="in" filter="slide(fromRight)">
                                      <p:cBhvr>
                                        <p:cTn id="27" dur="500"/>
                                        <p:tgtEl>
                                          <p:spTgt spid="1434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2" fill="hold" nodeType="clickEffect">
                                  <p:stCondLst>
                                    <p:cond delay="0"/>
                                  </p:stCondLst>
                                  <p:childTnLst>
                                    <p:set>
                                      <p:cBhvr>
                                        <p:cTn id="31" dur="1" fill="hold">
                                          <p:stCondLst>
                                            <p:cond delay="0"/>
                                          </p:stCondLst>
                                        </p:cTn>
                                        <p:tgtEl>
                                          <p:spTgt spid="14342"/>
                                        </p:tgtEl>
                                        <p:attrNameLst>
                                          <p:attrName>style.visibility</p:attrName>
                                        </p:attrNameLst>
                                      </p:cBhvr>
                                      <p:to>
                                        <p:strVal val="visible"/>
                                      </p:to>
                                    </p:set>
                                    <p:animEffect transition="in" filter="slide(fromRight)">
                                      <p:cBhvr>
                                        <p:cTn id="32" dur="500"/>
                                        <p:tgtEl>
                                          <p:spTgt spid="1434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345">
                                            <p:txEl>
                                              <p:pRg st="0" end="0"/>
                                            </p:txEl>
                                          </p:spTgt>
                                        </p:tgtEl>
                                        <p:attrNameLst>
                                          <p:attrName>style.visibility</p:attrName>
                                        </p:attrNameLst>
                                      </p:cBhvr>
                                      <p:to>
                                        <p:strVal val="visible"/>
                                      </p:to>
                                    </p:set>
                                    <p:animEffect transition="in" filter="wipe(left)">
                                      <p:cBhvr>
                                        <p:cTn id="37" dur="500"/>
                                        <p:tgtEl>
                                          <p:spTgt spid="14345">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4343"/>
                                        </p:tgtEl>
                                        <p:attrNameLst>
                                          <p:attrName>style.visibility</p:attrName>
                                        </p:attrNameLst>
                                      </p:cBhvr>
                                      <p:to>
                                        <p:strVal val="visible"/>
                                      </p:to>
                                    </p:set>
                                    <p:animEffect transition="in" filter="wipe(left)">
                                      <p:cBhvr>
                                        <p:cTn id="42" dur="500"/>
                                        <p:tgtEl>
                                          <p:spTgt spid="14343"/>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autoUpdateAnimBg="0"/>
      <p:bldP spid="14339" grpId="0" autoUpdateAnimBg="0"/>
      <p:bldP spid="14345" grpId="0" build="p" autoUpdateAnimBg="0"/>
      <p:bldP spid="14"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684213" y="981075"/>
            <a:ext cx="3890962"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a:solidFill>
                  <a:srgbClr val="FF0000"/>
                </a:solidFill>
                <a:latin typeface="Times New Roman" panose="02020603050405020304" pitchFamily="18" charset="0"/>
              </a:rPr>
              <a:t>1.   </a:t>
            </a:r>
            <a:r>
              <a:rPr kumimoji="1" lang="zh-CN" altLang="en-US" sz="2400" b="1">
                <a:solidFill>
                  <a:srgbClr val="FF0000"/>
                </a:solidFill>
                <a:latin typeface="Times New Roman" panose="02020603050405020304" pitchFamily="18" charset="0"/>
              </a:rPr>
              <a:t>问题的提出</a:t>
            </a:r>
          </a:p>
        </p:txBody>
      </p:sp>
      <p:sp>
        <p:nvSpPr>
          <p:cNvPr id="16387" name="Text Box 3"/>
          <p:cNvSpPr txBox="1">
            <a:spLocks noChangeArrowheads="1"/>
          </p:cNvSpPr>
          <p:nvPr/>
        </p:nvSpPr>
        <p:spPr bwMode="auto">
          <a:xfrm>
            <a:off x="5365750" y="3140075"/>
            <a:ext cx="2328863" cy="396875"/>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0"/>
              </a:spcBef>
            </a:pPr>
            <a:r>
              <a:rPr kumimoji="1" lang="zh-CN" altLang="en-US" sz="2000" b="1">
                <a:latin typeface="Times New Roman" panose="02020603050405020304" pitchFamily="18" charset="0"/>
                <a:cs typeface="Times New Roman" panose="02020603050405020304" pitchFamily="18" charset="0"/>
              </a:rPr>
              <a:t>求</a:t>
            </a:r>
            <a:r>
              <a:rPr kumimoji="1" lang="zh-CN" altLang="zh-CN" sz="2000" b="1">
                <a:latin typeface="Times New Roman" panose="02020603050405020304" pitchFamily="18" charset="0"/>
                <a:cs typeface="Times New Roman" panose="02020603050405020304" pitchFamily="18" charset="0"/>
              </a:rPr>
              <a:t>：</a:t>
            </a:r>
            <a:r>
              <a:rPr kumimoji="1" lang="en-US" altLang="zh-CN" sz="2000" b="1" i="1">
                <a:latin typeface="Times New Roman" panose="02020603050405020304" pitchFamily="18" charset="0"/>
                <a:cs typeface="Times New Roman" panose="02020603050405020304" pitchFamily="18" charset="0"/>
              </a:rPr>
              <a:t>i</a:t>
            </a:r>
            <a:r>
              <a:rPr kumimoji="1" lang="en-US" altLang="zh-CN" sz="2000" b="1" i="1" baseline="-25000">
                <a:latin typeface="Times New Roman" panose="02020603050405020304" pitchFamily="18" charset="0"/>
                <a:cs typeface="Times New Roman" panose="02020603050405020304" pitchFamily="18" charset="0"/>
              </a:rPr>
              <a:t> </a:t>
            </a:r>
            <a:r>
              <a:rPr kumimoji="1" lang="en-US" altLang="zh-CN" sz="2000" b="1">
                <a:latin typeface="Times New Roman" panose="02020603050405020304" pitchFamily="18" charset="0"/>
                <a:cs typeface="Times New Roman" panose="02020603050405020304" pitchFamily="18" charset="0"/>
              </a:rPr>
              <a:t>(</a:t>
            </a:r>
            <a:r>
              <a:rPr kumimoji="1" lang="en-US" altLang="zh-CN" sz="2000" b="1" i="1">
                <a:latin typeface="Times New Roman" panose="02020603050405020304" pitchFamily="18" charset="0"/>
                <a:cs typeface="Times New Roman" panose="02020603050405020304" pitchFamily="18" charset="0"/>
              </a:rPr>
              <a:t>t</a:t>
            </a:r>
            <a:r>
              <a:rPr kumimoji="1" lang="en-US" altLang="zh-CN" sz="2000" b="1">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cs typeface="Times New Roman" panose="02020603050405020304" pitchFamily="18" charset="0"/>
              </a:rPr>
              <a:t>u</a:t>
            </a:r>
            <a:r>
              <a:rPr kumimoji="1" lang="en-US" altLang="zh-CN" sz="2000" b="1" i="1" baseline="-25000">
                <a:latin typeface="Times New Roman" panose="02020603050405020304" pitchFamily="18" charset="0"/>
                <a:cs typeface="Times New Roman" panose="02020603050405020304" pitchFamily="18" charset="0"/>
              </a:rPr>
              <a:t>L</a:t>
            </a:r>
            <a:r>
              <a:rPr kumimoji="1" lang="en-US" altLang="zh-CN" sz="2000" b="1">
                <a:latin typeface="Times New Roman" panose="02020603050405020304" pitchFamily="18" charset="0"/>
                <a:cs typeface="Times New Roman" panose="02020603050405020304" pitchFamily="18" charset="0"/>
              </a:rPr>
              <a:t>(</a:t>
            </a:r>
            <a:r>
              <a:rPr kumimoji="1" lang="en-US" altLang="zh-CN" sz="2000" b="1" i="1">
                <a:latin typeface="Times New Roman" panose="02020603050405020304" pitchFamily="18" charset="0"/>
                <a:cs typeface="Times New Roman" panose="02020603050405020304" pitchFamily="18" charset="0"/>
              </a:rPr>
              <a:t>t</a:t>
            </a:r>
            <a:r>
              <a:rPr kumimoji="1" lang="en-US" altLang="zh-CN" sz="2000" b="1">
                <a:latin typeface="Times New Roman" panose="02020603050405020304" pitchFamily="18" charset="0"/>
                <a:cs typeface="Times New Roman" panose="02020603050405020304" pitchFamily="18" charset="0"/>
              </a:rPr>
              <a:t>) , </a:t>
            </a:r>
            <a:r>
              <a:rPr kumimoji="1" lang="en-US" altLang="zh-CN" sz="2000" b="1" i="1">
                <a:latin typeface="Times New Roman" panose="02020603050405020304" pitchFamily="18" charset="0"/>
                <a:cs typeface="Times New Roman" panose="02020603050405020304" pitchFamily="18" charset="0"/>
              </a:rPr>
              <a:t>u</a:t>
            </a:r>
            <a:r>
              <a:rPr kumimoji="1" lang="en-US" altLang="zh-CN" sz="2000" b="1" i="1" baseline="-25000">
                <a:latin typeface="Times New Roman" panose="02020603050405020304" pitchFamily="18" charset="0"/>
                <a:cs typeface="Times New Roman" panose="02020603050405020304" pitchFamily="18" charset="0"/>
              </a:rPr>
              <a:t>R</a:t>
            </a:r>
            <a:r>
              <a:rPr kumimoji="1" lang="en-US" altLang="zh-CN" sz="2000" b="1">
                <a:latin typeface="Times New Roman" panose="02020603050405020304" pitchFamily="18" charset="0"/>
                <a:cs typeface="Times New Roman" panose="02020603050405020304" pitchFamily="18" charset="0"/>
              </a:rPr>
              <a:t>(</a:t>
            </a:r>
            <a:r>
              <a:rPr kumimoji="1" lang="en-US" altLang="zh-CN" sz="2000" b="1" i="1">
                <a:latin typeface="Times New Roman" panose="02020603050405020304" pitchFamily="18" charset="0"/>
                <a:cs typeface="Times New Roman" panose="02020603050405020304" pitchFamily="18" charset="0"/>
              </a:rPr>
              <a:t>t</a:t>
            </a:r>
            <a:r>
              <a:rPr kumimoji="1" lang="en-US" altLang="zh-CN" sz="2000" b="1">
                <a:latin typeface="Times New Roman" panose="02020603050405020304" pitchFamily="18" charset="0"/>
                <a:cs typeface="Times New Roman" panose="02020603050405020304" pitchFamily="18" charset="0"/>
              </a:rPr>
              <a:t>)</a:t>
            </a:r>
          </a:p>
        </p:txBody>
      </p:sp>
      <p:graphicFrame>
        <p:nvGraphicFramePr>
          <p:cNvPr id="16388" name="Object 4"/>
          <p:cNvGraphicFramePr>
            <a:graphicFrameLocks noChangeAspect="1"/>
          </p:cNvGraphicFramePr>
          <p:nvPr/>
        </p:nvGraphicFramePr>
        <p:xfrm>
          <a:off x="2516188" y="4121150"/>
          <a:ext cx="3422650" cy="785813"/>
        </p:xfrm>
        <a:graphic>
          <a:graphicData uri="http://schemas.openxmlformats.org/presentationml/2006/ole">
            <mc:AlternateContent xmlns:mc="http://schemas.openxmlformats.org/markup-compatibility/2006">
              <mc:Choice xmlns:v="urn:schemas-microsoft-com:vml" Requires="v">
                <p:oleObj spid="_x0000_s45214" name="Equation" r:id="rId4" imgW="1765080" imgH="406080" progId="Equation.DSMT4">
                  <p:embed/>
                </p:oleObj>
              </mc:Choice>
              <mc:Fallback>
                <p:oleObj name="Equation" r:id="rId4" imgW="1765080" imgH="406080" progId="Equation.DSMT4">
                  <p:embed/>
                  <p:pic>
                    <p:nvPicPr>
                      <p:cNvPr id="1638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6188" y="4121150"/>
                        <a:ext cx="3422650" cy="785813"/>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89" name="Object 5"/>
          <p:cNvGraphicFramePr>
            <a:graphicFrameLocks noGrp="1" noChangeAspect="1"/>
          </p:cNvGraphicFramePr>
          <p:nvPr>
            <p:ph/>
          </p:nvPr>
        </p:nvGraphicFramePr>
        <p:xfrm>
          <a:off x="5522913" y="2344738"/>
          <a:ext cx="2755900" cy="403225"/>
        </p:xfrm>
        <a:graphic>
          <a:graphicData uri="http://schemas.openxmlformats.org/presentationml/2006/ole">
            <mc:AlternateContent xmlns:mc="http://schemas.openxmlformats.org/markup-compatibility/2006">
              <mc:Choice xmlns:v="urn:schemas-microsoft-com:vml" Requires="v">
                <p:oleObj spid="_x0000_s45215" name="公式" r:id="rId6" imgW="1574640" imgH="228600" progId="Equation.3">
                  <p:embed/>
                </p:oleObj>
              </mc:Choice>
              <mc:Fallback>
                <p:oleObj name="公式" r:id="rId6" imgW="1574640" imgH="228600" progId="Equation.3">
                  <p:embed/>
                  <p:pic>
                    <p:nvPicPr>
                      <p:cNvPr id="16389"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22913" y="2344738"/>
                        <a:ext cx="2755900" cy="403225"/>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421" name="Text Box 37"/>
          <p:cNvSpPr txBox="1">
            <a:spLocks noChangeArrowheads="1"/>
          </p:cNvSpPr>
          <p:nvPr/>
        </p:nvSpPr>
        <p:spPr bwMode="auto">
          <a:xfrm>
            <a:off x="590551" y="158751"/>
            <a:ext cx="4400550" cy="584775"/>
          </a:xfrm>
          <a:prstGeom prst="rect">
            <a:avLst/>
          </a:prstGeom>
          <a:noFill/>
          <a:ln>
            <a:noFill/>
          </a:ln>
          <a:effectLst>
            <a:prstShdw prst="shdw17" dist="17961" dir="2700000">
              <a:srgbClr val="FFCCFF">
                <a:gamma/>
                <a:shade val="60000"/>
                <a:invGamma/>
              </a:srgbClr>
            </a:prstShdw>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3200" b="1" dirty="0">
                <a:latin typeface="Times New Roman" panose="02020603050405020304" pitchFamily="18" charset="0"/>
              </a:rPr>
              <a:t>10.3 </a:t>
            </a:r>
            <a:r>
              <a:rPr kumimoji="1" lang="zh-CN" altLang="en-US" sz="3200" b="1" dirty="0">
                <a:latin typeface="Times New Roman" panose="02020603050405020304" pitchFamily="18" charset="0"/>
              </a:rPr>
              <a:t>相量法</a:t>
            </a:r>
          </a:p>
        </p:txBody>
      </p:sp>
      <p:graphicFrame>
        <p:nvGraphicFramePr>
          <p:cNvPr id="16422" name="Object 38"/>
          <p:cNvGraphicFramePr>
            <a:graphicFrameLocks noChangeAspect="1"/>
          </p:cNvGraphicFramePr>
          <p:nvPr/>
        </p:nvGraphicFramePr>
        <p:xfrm>
          <a:off x="2419350" y="5056188"/>
          <a:ext cx="3405188" cy="531812"/>
        </p:xfrm>
        <a:graphic>
          <a:graphicData uri="http://schemas.openxmlformats.org/presentationml/2006/ole">
            <mc:AlternateContent xmlns:mc="http://schemas.openxmlformats.org/markup-compatibility/2006">
              <mc:Choice xmlns:v="urn:schemas-microsoft-com:vml" Requires="v">
                <p:oleObj spid="_x0000_s45216" name="Equation" r:id="rId8" imgW="1625400" imgH="253800" progId="Equation.DSMT4">
                  <p:embed/>
                </p:oleObj>
              </mc:Choice>
              <mc:Fallback>
                <p:oleObj name="Equation" r:id="rId8" imgW="1625400" imgH="253800" progId="Equation.DSMT4">
                  <p:embed/>
                  <p:pic>
                    <p:nvPicPr>
                      <p:cNvPr id="16422" name="Object 3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19350" y="5056188"/>
                        <a:ext cx="3405188" cy="531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6423" name="Group 39"/>
          <p:cNvGrpSpPr>
            <a:grpSpLocks/>
          </p:cNvGrpSpPr>
          <p:nvPr/>
        </p:nvGrpSpPr>
        <p:grpSpPr bwMode="auto">
          <a:xfrm>
            <a:off x="2339975" y="5805488"/>
            <a:ext cx="2663825" cy="576262"/>
            <a:chOff x="1474" y="3657"/>
            <a:chExt cx="1678" cy="363"/>
          </a:xfrm>
        </p:grpSpPr>
        <p:graphicFrame>
          <p:nvGraphicFramePr>
            <p:cNvPr id="16424" name="Object 40"/>
            <p:cNvGraphicFramePr>
              <a:graphicFrameLocks noChangeAspect="1"/>
            </p:cNvGraphicFramePr>
            <p:nvPr/>
          </p:nvGraphicFramePr>
          <p:xfrm>
            <a:off x="1532" y="3677"/>
            <a:ext cx="1541" cy="337"/>
          </p:xfrm>
          <a:graphic>
            <a:graphicData uri="http://schemas.openxmlformats.org/presentationml/2006/ole">
              <mc:AlternateContent xmlns:mc="http://schemas.openxmlformats.org/markup-compatibility/2006">
                <mc:Choice xmlns:v="urn:schemas-microsoft-com:vml" Requires="v">
                  <p:oleObj spid="_x0000_s45217" name="Equation" r:id="rId10" imgW="1168200" imgH="253800" progId="Equation.DSMT4">
                    <p:embed/>
                  </p:oleObj>
                </mc:Choice>
                <mc:Fallback>
                  <p:oleObj name="Equation" r:id="rId10" imgW="1168200" imgH="253800" progId="Equation.DSMT4">
                    <p:embed/>
                    <p:pic>
                      <p:nvPicPr>
                        <p:cNvPr id="16424" name="Object 4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32" y="3677"/>
                          <a:ext cx="1541" cy="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25" name="Rectangle 41"/>
            <p:cNvSpPr>
              <a:spLocks noChangeArrowheads="1"/>
            </p:cNvSpPr>
            <p:nvPr/>
          </p:nvSpPr>
          <p:spPr bwMode="auto">
            <a:xfrm>
              <a:off x="1474" y="3657"/>
              <a:ext cx="1678" cy="363"/>
            </a:xfrm>
            <a:prstGeom prst="rect">
              <a:avLst/>
            </a:prstGeom>
            <a:noFill/>
            <a:ln w="222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6428" name="Group 44"/>
          <p:cNvGrpSpPr>
            <a:grpSpLocks/>
          </p:cNvGrpSpPr>
          <p:nvPr/>
        </p:nvGrpSpPr>
        <p:grpSpPr bwMode="auto">
          <a:xfrm>
            <a:off x="1079500" y="1700213"/>
            <a:ext cx="3702050" cy="1849437"/>
            <a:chOff x="793" y="1162"/>
            <a:chExt cx="2332" cy="1165"/>
          </a:xfrm>
        </p:grpSpPr>
        <p:sp>
          <p:nvSpPr>
            <p:cNvPr id="16392" name="Oval 8"/>
            <p:cNvSpPr>
              <a:spLocks noChangeArrowheads="1"/>
            </p:cNvSpPr>
            <p:nvPr/>
          </p:nvSpPr>
          <p:spPr bwMode="auto">
            <a:xfrm>
              <a:off x="1072" y="1796"/>
              <a:ext cx="301" cy="283"/>
            </a:xfrm>
            <a:prstGeom prst="ellipse">
              <a:avLst/>
            </a:prstGeom>
            <a:solidFill>
              <a:srgbClr val="00FFFF"/>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3" name="Line 9"/>
            <p:cNvSpPr>
              <a:spLocks noChangeShapeType="1"/>
            </p:cNvSpPr>
            <p:nvPr/>
          </p:nvSpPr>
          <p:spPr bwMode="auto">
            <a:xfrm>
              <a:off x="1218" y="1587"/>
              <a:ext cx="613"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4" name="Line 10"/>
            <p:cNvSpPr>
              <a:spLocks noChangeShapeType="1"/>
            </p:cNvSpPr>
            <p:nvPr/>
          </p:nvSpPr>
          <p:spPr bwMode="auto">
            <a:xfrm>
              <a:off x="1224" y="2270"/>
              <a:ext cx="149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8" name="Freeform 14"/>
            <p:cNvSpPr>
              <a:spLocks/>
            </p:cNvSpPr>
            <p:nvPr/>
          </p:nvSpPr>
          <p:spPr bwMode="auto">
            <a:xfrm flipH="1" flipV="1">
              <a:off x="2733" y="1761"/>
              <a:ext cx="56" cy="354"/>
            </a:xfrm>
            <a:custGeom>
              <a:avLst/>
              <a:gdLst>
                <a:gd name="T0" fmla="*/ 70 w 70"/>
                <a:gd name="T1" fmla="*/ 502 h 502"/>
                <a:gd name="T2" fmla="*/ 28 w 70"/>
                <a:gd name="T3" fmla="*/ 488 h 502"/>
                <a:gd name="T4" fmla="*/ 0 w 70"/>
                <a:gd name="T5" fmla="*/ 446 h 502"/>
                <a:gd name="T6" fmla="*/ 28 w 70"/>
                <a:gd name="T7" fmla="*/ 404 h 502"/>
                <a:gd name="T8" fmla="*/ 70 w 70"/>
                <a:gd name="T9" fmla="*/ 376 h 502"/>
                <a:gd name="T10" fmla="*/ 28 w 70"/>
                <a:gd name="T11" fmla="*/ 362 h 502"/>
                <a:gd name="T12" fmla="*/ 0 w 70"/>
                <a:gd name="T13" fmla="*/ 321 h 502"/>
                <a:gd name="T14" fmla="*/ 28 w 70"/>
                <a:gd name="T15" fmla="*/ 279 h 502"/>
                <a:gd name="T16" fmla="*/ 70 w 70"/>
                <a:gd name="T17" fmla="*/ 251 h 502"/>
                <a:gd name="T18" fmla="*/ 28 w 70"/>
                <a:gd name="T19" fmla="*/ 237 h 502"/>
                <a:gd name="T20" fmla="*/ 0 w 70"/>
                <a:gd name="T21" fmla="*/ 195 h 502"/>
                <a:gd name="T22" fmla="*/ 28 w 70"/>
                <a:gd name="T23" fmla="*/ 154 h 502"/>
                <a:gd name="T24" fmla="*/ 70 w 70"/>
                <a:gd name="T25" fmla="*/ 126 h 502"/>
                <a:gd name="T26" fmla="*/ 28 w 70"/>
                <a:gd name="T27" fmla="*/ 112 h 502"/>
                <a:gd name="T28" fmla="*/ 0 w 70"/>
                <a:gd name="T29" fmla="*/ 70 h 502"/>
                <a:gd name="T30" fmla="*/ 28 w 70"/>
                <a:gd name="T31" fmla="*/ 28 h 502"/>
                <a:gd name="T32" fmla="*/ 70 w 70"/>
                <a:gd name="T33" fmla="*/ 0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0" h="502">
                  <a:moveTo>
                    <a:pt x="70" y="502"/>
                  </a:moveTo>
                  <a:lnTo>
                    <a:pt x="28" y="488"/>
                  </a:lnTo>
                  <a:lnTo>
                    <a:pt x="0" y="446"/>
                  </a:lnTo>
                  <a:lnTo>
                    <a:pt x="28" y="404"/>
                  </a:lnTo>
                  <a:lnTo>
                    <a:pt x="70" y="376"/>
                  </a:lnTo>
                  <a:lnTo>
                    <a:pt x="28" y="362"/>
                  </a:lnTo>
                  <a:lnTo>
                    <a:pt x="0" y="321"/>
                  </a:lnTo>
                  <a:lnTo>
                    <a:pt x="28" y="279"/>
                  </a:lnTo>
                  <a:lnTo>
                    <a:pt x="70" y="251"/>
                  </a:lnTo>
                  <a:lnTo>
                    <a:pt x="28" y="237"/>
                  </a:lnTo>
                  <a:lnTo>
                    <a:pt x="0" y="195"/>
                  </a:lnTo>
                  <a:lnTo>
                    <a:pt x="28" y="154"/>
                  </a:lnTo>
                  <a:lnTo>
                    <a:pt x="70" y="126"/>
                  </a:lnTo>
                  <a:lnTo>
                    <a:pt x="28" y="112"/>
                  </a:lnTo>
                  <a:lnTo>
                    <a:pt x="0" y="70"/>
                  </a:lnTo>
                  <a:lnTo>
                    <a:pt x="28" y="28"/>
                  </a:lnTo>
                  <a:lnTo>
                    <a:pt x="70" y="0"/>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399" name="Line 15"/>
            <p:cNvSpPr>
              <a:spLocks noChangeShapeType="1"/>
            </p:cNvSpPr>
            <p:nvPr/>
          </p:nvSpPr>
          <p:spPr bwMode="auto">
            <a:xfrm flipV="1">
              <a:off x="2731" y="2115"/>
              <a:ext cx="0" cy="16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0" name="Line 16"/>
            <p:cNvSpPr>
              <a:spLocks noChangeShapeType="1"/>
            </p:cNvSpPr>
            <p:nvPr/>
          </p:nvSpPr>
          <p:spPr bwMode="auto">
            <a:xfrm>
              <a:off x="2731" y="1587"/>
              <a:ext cx="0" cy="18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1" name="Line 17"/>
            <p:cNvSpPr>
              <a:spLocks noChangeShapeType="1"/>
            </p:cNvSpPr>
            <p:nvPr/>
          </p:nvSpPr>
          <p:spPr bwMode="auto">
            <a:xfrm>
              <a:off x="1220" y="1587"/>
              <a:ext cx="0" cy="68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402" name="Group 18"/>
            <p:cNvGrpSpPr>
              <a:grpSpLocks/>
            </p:cNvGrpSpPr>
            <p:nvPr/>
          </p:nvGrpSpPr>
          <p:grpSpPr bwMode="auto">
            <a:xfrm>
              <a:off x="1315" y="1162"/>
              <a:ext cx="280" cy="379"/>
              <a:chOff x="1872" y="474"/>
              <a:chExt cx="240" cy="294"/>
            </a:xfrm>
          </p:grpSpPr>
          <p:sp>
            <p:nvSpPr>
              <p:cNvPr id="16403" name="Line 19"/>
              <p:cNvSpPr>
                <a:spLocks noChangeShapeType="1"/>
              </p:cNvSpPr>
              <p:nvPr/>
            </p:nvSpPr>
            <p:spPr bwMode="auto">
              <a:xfrm>
                <a:off x="1872" y="768"/>
                <a:ext cx="24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4" name="Text Box 20"/>
              <p:cNvSpPr txBox="1">
                <a:spLocks noChangeArrowheads="1"/>
              </p:cNvSpPr>
              <p:nvPr/>
            </p:nvSpPr>
            <p:spPr bwMode="auto">
              <a:xfrm>
                <a:off x="1884" y="474"/>
                <a:ext cx="160" cy="28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en-US" altLang="zh-CN" sz="3200" b="1" i="1">
                    <a:latin typeface="Times New Roman" panose="02020603050405020304" pitchFamily="18" charset="0"/>
                  </a:rPr>
                  <a:t>i</a:t>
                </a:r>
                <a:endParaRPr kumimoji="1" lang="en-US" altLang="zh-CN" sz="2400" b="1">
                  <a:latin typeface="Times New Roman" panose="02020603050405020304" pitchFamily="18" charset="0"/>
                </a:endParaRPr>
              </a:p>
            </p:txBody>
          </p:sp>
        </p:grpSp>
        <p:grpSp>
          <p:nvGrpSpPr>
            <p:cNvPr id="16405" name="Group 21"/>
            <p:cNvGrpSpPr>
              <a:grpSpLocks/>
            </p:cNvGrpSpPr>
            <p:nvPr/>
          </p:nvGrpSpPr>
          <p:grpSpPr bwMode="auto">
            <a:xfrm>
              <a:off x="2152" y="1547"/>
              <a:ext cx="559" cy="288"/>
              <a:chOff x="877" y="755"/>
              <a:chExt cx="477" cy="316"/>
            </a:xfrm>
          </p:grpSpPr>
          <p:grpSp>
            <p:nvGrpSpPr>
              <p:cNvPr id="16406" name="Group 22"/>
              <p:cNvGrpSpPr>
                <a:grpSpLocks/>
              </p:cNvGrpSpPr>
              <p:nvPr/>
            </p:nvGrpSpPr>
            <p:grpSpPr bwMode="auto">
              <a:xfrm>
                <a:off x="877" y="755"/>
                <a:ext cx="477" cy="316"/>
                <a:chOff x="877" y="755"/>
                <a:chExt cx="477" cy="316"/>
              </a:xfrm>
            </p:grpSpPr>
            <p:sp>
              <p:nvSpPr>
                <p:cNvPr id="16407" name="Text Box 23"/>
                <p:cNvSpPr txBox="1">
                  <a:spLocks noChangeArrowheads="1"/>
                </p:cNvSpPr>
                <p:nvPr/>
              </p:nvSpPr>
              <p:spPr bwMode="auto">
                <a:xfrm>
                  <a:off x="877" y="755"/>
                  <a:ext cx="99" cy="316"/>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kumimoji="1" lang="zh-CN" altLang="zh-CN" sz="2400" b="1">
                    <a:latin typeface="Times New Roman" panose="02020603050405020304" pitchFamily="18" charset="0"/>
                  </a:endParaRPr>
                </a:p>
              </p:txBody>
            </p:sp>
            <p:sp>
              <p:nvSpPr>
                <p:cNvPr id="16408" name="Text Box 24"/>
                <p:cNvSpPr txBox="1">
                  <a:spLocks noChangeArrowheads="1"/>
                </p:cNvSpPr>
                <p:nvPr/>
              </p:nvSpPr>
              <p:spPr bwMode="auto">
                <a:xfrm>
                  <a:off x="1255" y="755"/>
                  <a:ext cx="99" cy="316"/>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kumimoji="1" lang="zh-CN" altLang="zh-CN" sz="2400" b="1">
                    <a:latin typeface="Times New Roman" panose="02020603050405020304" pitchFamily="18" charset="0"/>
                  </a:endParaRPr>
                </a:p>
              </p:txBody>
            </p:sp>
          </p:grpSp>
          <p:sp>
            <p:nvSpPr>
              <p:cNvPr id="16409" name="Text Box 25"/>
              <p:cNvSpPr txBox="1">
                <a:spLocks noChangeArrowheads="1"/>
              </p:cNvSpPr>
              <p:nvPr/>
            </p:nvSpPr>
            <p:spPr bwMode="auto">
              <a:xfrm>
                <a:off x="1073" y="834"/>
                <a:ext cx="99" cy="233"/>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kumimoji="1" lang="zh-CN" altLang="zh-CN" sz="2400" b="1" baseline="-25000">
                  <a:latin typeface="Times New Roman" panose="02020603050405020304" pitchFamily="18" charset="0"/>
                </a:endParaRPr>
              </a:p>
            </p:txBody>
          </p:sp>
        </p:grpSp>
        <p:sp>
          <p:nvSpPr>
            <p:cNvPr id="16410" name="Text Box 26"/>
            <p:cNvSpPr txBox="1">
              <a:spLocks noChangeArrowheads="1"/>
            </p:cNvSpPr>
            <p:nvPr/>
          </p:nvSpPr>
          <p:spPr bwMode="auto">
            <a:xfrm>
              <a:off x="2468" y="1836"/>
              <a:ext cx="233"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en-US" altLang="zh-CN" sz="2400" b="1" i="1">
                  <a:latin typeface="Times New Roman" panose="02020603050405020304" pitchFamily="18" charset="0"/>
                </a:rPr>
                <a:t>L</a:t>
              </a:r>
              <a:endParaRPr kumimoji="1" lang="en-US" altLang="zh-CN" sz="2400" b="1">
                <a:latin typeface="Times New Roman" panose="02020603050405020304" pitchFamily="18" charset="0"/>
              </a:endParaRPr>
            </a:p>
          </p:txBody>
        </p:sp>
        <p:sp>
          <p:nvSpPr>
            <p:cNvPr id="16411" name="Text Box 27"/>
            <p:cNvSpPr txBox="1">
              <a:spLocks noChangeArrowheads="1"/>
            </p:cNvSpPr>
            <p:nvPr/>
          </p:nvSpPr>
          <p:spPr bwMode="auto">
            <a:xfrm>
              <a:off x="2812" y="1525"/>
              <a:ext cx="225"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en-US" altLang="zh-CN" sz="2400" b="1">
                  <a:latin typeface="Times New Roman" panose="02020603050405020304" pitchFamily="18" charset="0"/>
                </a:rPr>
                <a:t>+</a:t>
              </a:r>
            </a:p>
          </p:txBody>
        </p:sp>
        <p:sp>
          <p:nvSpPr>
            <p:cNvPr id="16412" name="Text Box 28"/>
            <p:cNvSpPr txBox="1">
              <a:spLocks noChangeArrowheads="1"/>
            </p:cNvSpPr>
            <p:nvPr/>
          </p:nvSpPr>
          <p:spPr bwMode="auto">
            <a:xfrm>
              <a:off x="2823" y="2039"/>
              <a:ext cx="212"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en-US" altLang="zh-CN" sz="2400" b="1">
                  <a:latin typeface="Times New Roman" panose="02020603050405020304" pitchFamily="18" charset="0"/>
                </a:rPr>
                <a:t>–</a:t>
              </a:r>
            </a:p>
          </p:txBody>
        </p:sp>
        <p:sp>
          <p:nvSpPr>
            <p:cNvPr id="16413" name="Text Box 29"/>
            <p:cNvSpPr txBox="1">
              <a:spLocks noChangeArrowheads="1"/>
            </p:cNvSpPr>
            <p:nvPr/>
          </p:nvSpPr>
          <p:spPr bwMode="auto">
            <a:xfrm>
              <a:off x="2789" y="1729"/>
              <a:ext cx="336" cy="3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en-US" altLang="zh-CN" sz="3200" b="1" i="1">
                  <a:latin typeface="Times New Roman" panose="02020603050405020304" pitchFamily="18" charset="0"/>
                </a:rPr>
                <a:t>u</a:t>
              </a:r>
              <a:r>
                <a:rPr kumimoji="1" lang="en-US" altLang="zh-CN" sz="2400" b="1" i="1" baseline="-25000">
                  <a:latin typeface="Times New Roman" panose="02020603050405020304" pitchFamily="18" charset="0"/>
                </a:rPr>
                <a:t>L</a:t>
              </a:r>
              <a:endParaRPr kumimoji="1" lang="en-US" altLang="zh-CN" sz="2400" b="1">
                <a:latin typeface="Times New Roman" panose="02020603050405020304" pitchFamily="18" charset="0"/>
              </a:endParaRPr>
            </a:p>
          </p:txBody>
        </p:sp>
        <p:sp>
          <p:nvSpPr>
            <p:cNvPr id="16414" name="Text Box 30"/>
            <p:cNvSpPr txBox="1">
              <a:spLocks noChangeArrowheads="1"/>
            </p:cNvSpPr>
            <p:nvPr/>
          </p:nvSpPr>
          <p:spPr bwMode="auto">
            <a:xfrm>
              <a:off x="1847" y="1592"/>
              <a:ext cx="244" cy="288"/>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en-US" altLang="zh-CN" sz="2400" b="1" i="1">
                  <a:latin typeface="Times New Roman" panose="02020603050405020304" pitchFamily="18" charset="0"/>
                </a:rPr>
                <a:t>R</a:t>
              </a:r>
              <a:endParaRPr kumimoji="1" lang="en-US" altLang="zh-CN" sz="2400" b="1">
                <a:latin typeface="Times New Roman" panose="02020603050405020304" pitchFamily="18" charset="0"/>
              </a:endParaRPr>
            </a:p>
          </p:txBody>
        </p:sp>
        <p:sp>
          <p:nvSpPr>
            <p:cNvPr id="16415" name="Rectangle 31"/>
            <p:cNvSpPr>
              <a:spLocks noChangeArrowheads="1"/>
            </p:cNvSpPr>
            <p:nvPr/>
          </p:nvSpPr>
          <p:spPr bwMode="auto">
            <a:xfrm>
              <a:off x="1831" y="1531"/>
              <a:ext cx="285" cy="102"/>
            </a:xfrm>
            <a:prstGeom prst="rect">
              <a:avLst/>
            </a:prstGeom>
            <a:solidFill>
              <a:srgbClr val="99FF99"/>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16" name="Text Box 32"/>
            <p:cNvSpPr txBox="1">
              <a:spLocks noChangeArrowheads="1"/>
            </p:cNvSpPr>
            <p:nvPr/>
          </p:nvSpPr>
          <p:spPr bwMode="auto">
            <a:xfrm>
              <a:off x="793" y="1706"/>
              <a:ext cx="329" cy="3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en-US" altLang="zh-CN" sz="3200" b="1" i="1">
                  <a:latin typeface="Times New Roman" panose="02020603050405020304" pitchFamily="18" charset="0"/>
                </a:rPr>
                <a:t>u</a:t>
              </a:r>
              <a:r>
                <a:rPr kumimoji="1" lang="en-US" altLang="zh-CN" sz="2400" b="1" baseline="-25000">
                  <a:latin typeface="Times New Roman" panose="02020603050405020304" pitchFamily="18" charset="0"/>
                </a:rPr>
                <a:t>S</a:t>
              </a:r>
              <a:endParaRPr kumimoji="1" lang="en-US" altLang="zh-CN" sz="2400" b="1">
                <a:latin typeface="Times New Roman" panose="02020603050405020304" pitchFamily="18" charset="0"/>
              </a:endParaRPr>
            </a:p>
          </p:txBody>
        </p:sp>
        <p:sp>
          <p:nvSpPr>
            <p:cNvPr id="16417" name="Text Box 33"/>
            <p:cNvSpPr txBox="1">
              <a:spLocks noChangeArrowheads="1"/>
            </p:cNvSpPr>
            <p:nvPr/>
          </p:nvSpPr>
          <p:spPr bwMode="auto">
            <a:xfrm>
              <a:off x="1021" y="1589"/>
              <a:ext cx="261" cy="250"/>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0"/>
                </a:spcBef>
              </a:pPr>
              <a:r>
                <a:rPr kumimoji="1" lang="en-US" altLang="zh-CN" sz="2000" b="1">
                  <a:latin typeface="Times New Roman" panose="02020603050405020304" pitchFamily="18" charset="0"/>
                </a:rPr>
                <a:t>+</a:t>
              </a:r>
            </a:p>
          </p:txBody>
        </p:sp>
        <p:sp>
          <p:nvSpPr>
            <p:cNvPr id="16418" name="Text Box 34"/>
            <p:cNvSpPr txBox="1">
              <a:spLocks noChangeArrowheads="1"/>
            </p:cNvSpPr>
            <p:nvPr/>
          </p:nvSpPr>
          <p:spPr bwMode="auto">
            <a:xfrm>
              <a:off x="1664" y="1340"/>
              <a:ext cx="207" cy="25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en-US" altLang="zh-CN" sz="2000" b="1">
                  <a:latin typeface="Times New Roman" panose="02020603050405020304" pitchFamily="18" charset="0"/>
                </a:rPr>
                <a:t>+</a:t>
              </a:r>
            </a:p>
          </p:txBody>
        </p:sp>
        <p:sp>
          <p:nvSpPr>
            <p:cNvPr id="16419" name="Text Box 35"/>
            <p:cNvSpPr txBox="1">
              <a:spLocks noChangeArrowheads="1"/>
            </p:cNvSpPr>
            <p:nvPr/>
          </p:nvSpPr>
          <p:spPr bwMode="auto">
            <a:xfrm>
              <a:off x="2113" y="1329"/>
              <a:ext cx="204" cy="250"/>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en-US" altLang="zh-CN" sz="2000" b="1">
                  <a:latin typeface="Symbol" panose="05050102010706020507" pitchFamily="18" charset="2"/>
                </a:rPr>
                <a:t>-</a:t>
              </a:r>
            </a:p>
          </p:txBody>
        </p:sp>
        <p:sp>
          <p:nvSpPr>
            <p:cNvPr id="16420" name="Text Box 36"/>
            <p:cNvSpPr txBox="1">
              <a:spLocks noChangeArrowheads="1"/>
            </p:cNvSpPr>
            <p:nvPr/>
          </p:nvSpPr>
          <p:spPr bwMode="auto">
            <a:xfrm>
              <a:off x="1814" y="1162"/>
              <a:ext cx="343" cy="3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en-US" altLang="zh-CN" sz="3200" b="1" i="1">
                  <a:latin typeface="Times New Roman" panose="02020603050405020304" pitchFamily="18" charset="0"/>
                </a:rPr>
                <a:t>u</a:t>
              </a:r>
              <a:r>
                <a:rPr kumimoji="1" lang="en-US" altLang="zh-CN" sz="2400" b="1" i="1" baseline="-25000">
                  <a:latin typeface="Times New Roman" panose="02020603050405020304" pitchFamily="18" charset="0"/>
                </a:rPr>
                <a:t>R</a:t>
              </a:r>
              <a:endParaRPr kumimoji="1" lang="en-US" altLang="zh-CN" sz="2400" b="1">
                <a:latin typeface="Times New Roman" panose="02020603050405020304" pitchFamily="18" charset="0"/>
              </a:endParaRPr>
            </a:p>
          </p:txBody>
        </p:sp>
        <p:sp>
          <p:nvSpPr>
            <p:cNvPr id="16426" name="Text Box 42"/>
            <p:cNvSpPr txBox="1">
              <a:spLocks noChangeArrowheads="1"/>
            </p:cNvSpPr>
            <p:nvPr/>
          </p:nvSpPr>
          <p:spPr bwMode="auto">
            <a:xfrm>
              <a:off x="991" y="1994"/>
              <a:ext cx="261" cy="250"/>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0"/>
                </a:spcBef>
              </a:pPr>
              <a:r>
                <a:rPr kumimoji="1" lang="en-US" altLang="zh-CN" sz="2000" b="1" i="1">
                  <a:latin typeface="Symbol" panose="05050102010706020507" pitchFamily="18" charset="2"/>
                  <a:ea typeface="Arial Unicode MS" pitchFamily="34" charset="-122"/>
                </a:rPr>
                <a:t>- </a:t>
              </a:r>
            </a:p>
          </p:txBody>
        </p:sp>
        <p:sp>
          <p:nvSpPr>
            <p:cNvPr id="16427" name="Line 43"/>
            <p:cNvSpPr>
              <a:spLocks noChangeShapeType="1"/>
            </p:cNvSpPr>
            <p:nvPr/>
          </p:nvSpPr>
          <p:spPr bwMode="auto">
            <a:xfrm>
              <a:off x="2109" y="1582"/>
              <a:ext cx="62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Tree>
    <p:extLst>
      <p:ext uri="{BB962C8B-B14F-4D97-AF65-F5344CB8AC3E}">
        <p14:creationId xmlns:p14="http://schemas.microsoft.com/office/powerpoint/2010/main" val="13749673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528" fill="hold" grpId="0" nodeType="afterEffect">
                                  <p:stCondLst>
                                    <p:cond delay="0"/>
                                  </p:stCondLst>
                                  <p:childTnLst>
                                    <p:set>
                                      <p:cBhvr>
                                        <p:cTn id="6" dur="1" fill="hold">
                                          <p:stCondLst>
                                            <p:cond delay="0"/>
                                          </p:stCondLst>
                                        </p:cTn>
                                        <p:tgtEl>
                                          <p:spTgt spid="16421"/>
                                        </p:tgtEl>
                                        <p:attrNameLst>
                                          <p:attrName>style.visibility</p:attrName>
                                        </p:attrNameLst>
                                      </p:cBhvr>
                                      <p:to>
                                        <p:strVal val="visible"/>
                                      </p:to>
                                    </p:set>
                                    <p:anim calcmode="lin" valueType="num">
                                      <p:cBhvr>
                                        <p:cTn id="7" dur="500" fill="hold"/>
                                        <p:tgtEl>
                                          <p:spTgt spid="16421"/>
                                        </p:tgtEl>
                                        <p:attrNameLst>
                                          <p:attrName>ppt_w</p:attrName>
                                        </p:attrNameLst>
                                      </p:cBhvr>
                                      <p:tavLst>
                                        <p:tav tm="0">
                                          <p:val>
                                            <p:fltVal val="0"/>
                                          </p:val>
                                        </p:tav>
                                        <p:tav tm="100000">
                                          <p:val>
                                            <p:strVal val="#ppt_w"/>
                                          </p:val>
                                        </p:tav>
                                      </p:tavLst>
                                    </p:anim>
                                    <p:anim calcmode="lin" valueType="num">
                                      <p:cBhvr>
                                        <p:cTn id="8" dur="500" fill="hold"/>
                                        <p:tgtEl>
                                          <p:spTgt spid="16421"/>
                                        </p:tgtEl>
                                        <p:attrNameLst>
                                          <p:attrName>ppt_h</p:attrName>
                                        </p:attrNameLst>
                                      </p:cBhvr>
                                      <p:tavLst>
                                        <p:tav tm="0">
                                          <p:val>
                                            <p:fltVal val="0"/>
                                          </p:val>
                                        </p:tav>
                                        <p:tav tm="100000">
                                          <p:val>
                                            <p:strVal val="#ppt_h"/>
                                          </p:val>
                                        </p:tav>
                                      </p:tavLst>
                                    </p:anim>
                                    <p:anim calcmode="lin" valueType="num">
                                      <p:cBhvr>
                                        <p:cTn id="9" dur="500" fill="hold"/>
                                        <p:tgtEl>
                                          <p:spTgt spid="16421"/>
                                        </p:tgtEl>
                                        <p:attrNameLst>
                                          <p:attrName>ppt_x</p:attrName>
                                        </p:attrNameLst>
                                      </p:cBhvr>
                                      <p:tavLst>
                                        <p:tav tm="0">
                                          <p:val>
                                            <p:fltVal val="0.5"/>
                                          </p:val>
                                        </p:tav>
                                        <p:tav tm="100000">
                                          <p:val>
                                            <p:strVal val="#ppt_x"/>
                                          </p:val>
                                        </p:tav>
                                      </p:tavLst>
                                    </p:anim>
                                    <p:anim calcmode="lin" valueType="num">
                                      <p:cBhvr>
                                        <p:cTn id="10" dur="500" fill="hold"/>
                                        <p:tgtEl>
                                          <p:spTgt spid="16421"/>
                                        </p:tgtEl>
                                        <p:attrNameLst>
                                          <p:attrName>ppt_y</p:attrName>
                                        </p:attrNameLst>
                                      </p:cBhvr>
                                      <p:tavLst>
                                        <p:tav tm="0">
                                          <p:val>
                                            <p:fltVal val="0.5"/>
                                          </p:val>
                                        </p:tav>
                                        <p:tav tm="100000">
                                          <p:val>
                                            <p:strVal val="#ppt_y"/>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16386"/>
                                        </p:tgtEl>
                                        <p:attrNameLst>
                                          <p:attrName>style.visibility</p:attrName>
                                        </p:attrNameLst>
                                      </p:cBhvr>
                                      <p:to>
                                        <p:strVal val="visible"/>
                                      </p:to>
                                    </p:set>
                                    <p:anim calcmode="lin" valueType="num">
                                      <p:cBhvr additive="base">
                                        <p:cTn id="15" dur="500" fill="hold"/>
                                        <p:tgtEl>
                                          <p:spTgt spid="16386"/>
                                        </p:tgtEl>
                                        <p:attrNameLst>
                                          <p:attrName>ppt_x</p:attrName>
                                        </p:attrNameLst>
                                      </p:cBhvr>
                                      <p:tavLst>
                                        <p:tav tm="0">
                                          <p:val>
                                            <p:strVal val="0-#ppt_w/2"/>
                                          </p:val>
                                        </p:tav>
                                        <p:tav tm="100000">
                                          <p:val>
                                            <p:strVal val="#ppt_x"/>
                                          </p:val>
                                        </p:tav>
                                      </p:tavLst>
                                    </p:anim>
                                    <p:anim calcmode="lin" valueType="num">
                                      <p:cBhvr additive="base">
                                        <p:cTn id="16" dur="500" fill="hold"/>
                                        <p:tgtEl>
                                          <p:spTgt spid="16386"/>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3" presetClass="entr" presetSubtype="16" fill="hold" nodeType="clickEffect">
                                  <p:stCondLst>
                                    <p:cond delay="0"/>
                                  </p:stCondLst>
                                  <p:childTnLst>
                                    <p:set>
                                      <p:cBhvr>
                                        <p:cTn id="20" dur="1" fill="hold">
                                          <p:stCondLst>
                                            <p:cond delay="0"/>
                                          </p:stCondLst>
                                        </p:cTn>
                                        <p:tgtEl>
                                          <p:spTgt spid="16428"/>
                                        </p:tgtEl>
                                        <p:attrNameLst>
                                          <p:attrName>style.visibility</p:attrName>
                                        </p:attrNameLst>
                                      </p:cBhvr>
                                      <p:to>
                                        <p:strVal val="visible"/>
                                      </p:to>
                                    </p:set>
                                    <p:anim calcmode="lin" valueType="num">
                                      <p:cBhvr>
                                        <p:cTn id="21" dur="500" fill="hold"/>
                                        <p:tgtEl>
                                          <p:spTgt spid="16428"/>
                                        </p:tgtEl>
                                        <p:attrNameLst>
                                          <p:attrName>ppt_w</p:attrName>
                                        </p:attrNameLst>
                                      </p:cBhvr>
                                      <p:tavLst>
                                        <p:tav tm="0">
                                          <p:val>
                                            <p:fltVal val="0"/>
                                          </p:val>
                                        </p:tav>
                                        <p:tav tm="100000">
                                          <p:val>
                                            <p:strVal val="#ppt_w"/>
                                          </p:val>
                                        </p:tav>
                                      </p:tavLst>
                                    </p:anim>
                                    <p:anim calcmode="lin" valueType="num">
                                      <p:cBhvr>
                                        <p:cTn id="22" dur="500" fill="hold"/>
                                        <p:tgtEl>
                                          <p:spTgt spid="16428"/>
                                        </p:tgtEl>
                                        <p:attrNameLst>
                                          <p:attrName>ppt_h</p:attrName>
                                        </p:attrNameLst>
                                      </p:cBhvr>
                                      <p:tavLst>
                                        <p:tav tm="0">
                                          <p:val>
                                            <p:fltVal val="0"/>
                                          </p:val>
                                        </p:tav>
                                        <p:tav tm="100000">
                                          <p:val>
                                            <p:strVal val="#ppt_h"/>
                                          </p:val>
                                        </p:tav>
                                      </p:tavLst>
                                    </p:anim>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16389"/>
                                        </p:tgtEl>
                                        <p:attrNameLst>
                                          <p:attrName>style.visibility</p:attrName>
                                        </p:attrNameLst>
                                      </p:cBhvr>
                                      <p:to>
                                        <p:strVal val="visible"/>
                                      </p:to>
                                    </p:set>
                                    <p:animEffect transition="in" filter="wipe(left)">
                                      <p:cBhvr>
                                        <p:cTn id="26" dur="500"/>
                                        <p:tgtEl>
                                          <p:spTgt spid="16389"/>
                                        </p:tgtEl>
                                      </p:cBhvr>
                                    </p:animEffect>
                                  </p:childTnLst>
                                </p:cTn>
                              </p:par>
                            </p:childTnLst>
                          </p:cTn>
                        </p:par>
                        <p:par>
                          <p:cTn id="27" fill="hold" nodeType="afterGroup">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16387">
                                            <p:txEl>
                                              <p:pRg st="0" end="0"/>
                                            </p:txEl>
                                          </p:spTgt>
                                        </p:tgtEl>
                                        <p:attrNameLst>
                                          <p:attrName>style.visibility</p:attrName>
                                        </p:attrNameLst>
                                      </p:cBhvr>
                                      <p:to>
                                        <p:strVal val="visible"/>
                                      </p:to>
                                    </p:set>
                                    <p:animEffect transition="in" filter="wipe(left)">
                                      <p:cBhvr>
                                        <p:cTn id="30" dur="500"/>
                                        <p:tgtEl>
                                          <p:spTgt spid="16387">
                                            <p:txEl>
                                              <p:pRg st="0" end="0"/>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16388"/>
                                        </p:tgtEl>
                                        <p:attrNameLst>
                                          <p:attrName>style.visibility</p:attrName>
                                        </p:attrNameLst>
                                      </p:cBhvr>
                                      <p:to>
                                        <p:strVal val="visible"/>
                                      </p:to>
                                    </p:set>
                                    <p:animEffect transition="in" filter="wipe(left)">
                                      <p:cBhvr>
                                        <p:cTn id="35" dur="500"/>
                                        <p:tgtEl>
                                          <p:spTgt spid="1638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16422"/>
                                        </p:tgtEl>
                                        <p:attrNameLst>
                                          <p:attrName>style.visibility</p:attrName>
                                        </p:attrNameLst>
                                      </p:cBhvr>
                                      <p:to>
                                        <p:strVal val="visible"/>
                                      </p:to>
                                    </p:set>
                                    <p:animEffect transition="in" filter="dissolve">
                                      <p:cBhvr>
                                        <p:cTn id="40" dur="500"/>
                                        <p:tgtEl>
                                          <p:spTgt spid="1642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4" fill="hold" nodeType="clickEffect">
                                  <p:stCondLst>
                                    <p:cond delay="0"/>
                                  </p:stCondLst>
                                  <p:childTnLst>
                                    <p:set>
                                      <p:cBhvr>
                                        <p:cTn id="44" dur="1" fill="hold">
                                          <p:stCondLst>
                                            <p:cond delay="0"/>
                                          </p:stCondLst>
                                        </p:cTn>
                                        <p:tgtEl>
                                          <p:spTgt spid="16423"/>
                                        </p:tgtEl>
                                        <p:attrNameLst>
                                          <p:attrName>style.visibility</p:attrName>
                                        </p:attrNameLst>
                                      </p:cBhvr>
                                      <p:to>
                                        <p:strVal val="visible"/>
                                      </p:to>
                                    </p:set>
                                    <p:anim calcmode="lin" valueType="num">
                                      <p:cBhvr additive="base">
                                        <p:cTn id="45" dur="500" fill="hold"/>
                                        <p:tgtEl>
                                          <p:spTgt spid="16423"/>
                                        </p:tgtEl>
                                        <p:attrNameLst>
                                          <p:attrName>ppt_x</p:attrName>
                                        </p:attrNameLst>
                                      </p:cBhvr>
                                      <p:tavLst>
                                        <p:tav tm="0">
                                          <p:val>
                                            <p:strVal val="#ppt_x"/>
                                          </p:val>
                                        </p:tav>
                                        <p:tav tm="100000">
                                          <p:val>
                                            <p:strVal val="#ppt_x"/>
                                          </p:val>
                                        </p:tav>
                                      </p:tavLst>
                                    </p:anim>
                                    <p:anim calcmode="lin" valueType="num">
                                      <p:cBhvr additive="base">
                                        <p:cTn id="46" dur="500" fill="hold"/>
                                        <p:tgtEl>
                                          <p:spTgt spid="164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autoUpdateAnimBg="0"/>
      <p:bldP spid="16387" grpId="0" build="p" autoUpdateAnimBg="0" advAuto="0"/>
      <p:bldP spid="16421"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2"/>
          <p:cNvGraphicFramePr>
            <a:graphicFrameLocks noChangeAspect="1"/>
          </p:cNvGraphicFramePr>
          <p:nvPr/>
        </p:nvGraphicFramePr>
        <p:xfrm>
          <a:off x="2727325" y="195263"/>
          <a:ext cx="3424238" cy="785812"/>
        </p:xfrm>
        <a:graphic>
          <a:graphicData uri="http://schemas.openxmlformats.org/presentationml/2006/ole">
            <mc:AlternateContent xmlns:mc="http://schemas.openxmlformats.org/markup-compatibility/2006">
              <mc:Choice xmlns:v="urn:schemas-microsoft-com:vml" Requires="v">
                <p:oleObj spid="_x0000_s46282" name="公式" r:id="rId4" imgW="1765080" imgH="406080" progId="Equation.3">
                  <p:embed/>
                </p:oleObj>
              </mc:Choice>
              <mc:Fallback>
                <p:oleObj name="公式" r:id="rId4" imgW="1765080" imgH="406080" progId="Equation.3">
                  <p:embed/>
                  <p:pic>
                    <p:nvPicPr>
                      <p:cNvPr id="18434"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27325" y="195263"/>
                        <a:ext cx="3424238" cy="785812"/>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35" name="Object 3"/>
          <p:cNvGraphicFramePr>
            <a:graphicFrameLocks noChangeAspect="1"/>
          </p:cNvGraphicFramePr>
          <p:nvPr/>
        </p:nvGraphicFramePr>
        <p:xfrm>
          <a:off x="3116263" y="1193800"/>
          <a:ext cx="2446337" cy="531813"/>
        </p:xfrm>
        <a:graphic>
          <a:graphicData uri="http://schemas.openxmlformats.org/presentationml/2006/ole">
            <mc:AlternateContent xmlns:mc="http://schemas.openxmlformats.org/markup-compatibility/2006">
              <mc:Choice xmlns:v="urn:schemas-microsoft-com:vml" Requires="v">
                <p:oleObj spid="_x0000_s46283" name="Equation" r:id="rId6" imgW="1168200" imgH="253800" progId="Equation.DSMT4">
                  <p:embed/>
                </p:oleObj>
              </mc:Choice>
              <mc:Fallback>
                <p:oleObj name="Equation" r:id="rId6" imgW="1168200" imgH="253800" progId="Equation.DSMT4">
                  <p:embed/>
                  <p:pic>
                    <p:nvPicPr>
                      <p:cNvPr id="18435"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16263" y="1193800"/>
                        <a:ext cx="2446337"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6" name="Object 4"/>
          <p:cNvGraphicFramePr>
            <a:graphicFrameLocks noChangeAspect="1"/>
          </p:cNvGraphicFramePr>
          <p:nvPr/>
        </p:nvGraphicFramePr>
        <p:xfrm>
          <a:off x="827088" y="2492375"/>
          <a:ext cx="7097712" cy="508000"/>
        </p:xfrm>
        <a:graphic>
          <a:graphicData uri="http://schemas.openxmlformats.org/presentationml/2006/ole">
            <mc:AlternateContent xmlns:mc="http://schemas.openxmlformats.org/markup-compatibility/2006">
              <mc:Choice xmlns:v="urn:schemas-microsoft-com:vml" Requires="v">
                <p:oleObj spid="_x0000_s46284" name="Equation" r:id="rId8" imgW="3555720" imgH="253800" progId="Equation.DSMT4">
                  <p:embed/>
                </p:oleObj>
              </mc:Choice>
              <mc:Fallback>
                <p:oleObj name="Equation" r:id="rId8" imgW="3555720" imgH="253800" progId="Equation.DSMT4">
                  <p:embed/>
                  <p:pic>
                    <p:nvPicPr>
                      <p:cNvPr id="18436"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7088" y="2492375"/>
                        <a:ext cx="7097712"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7" name="Object 5"/>
          <p:cNvGraphicFramePr>
            <a:graphicFrameLocks noChangeAspect="1"/>
          </p:cNvGraphicFramePr>
          <p:nvPr/>
        </p:nvGraphicFramePr>
        <p:xfrm>
          <a:off x="395288" y="3644900"/>
          <a:ext cx="8518525" cy="1647825"/>
        </p:xfrm>
        <a:graphic>
          <a:graphicData uri="http://schemas.openxmlformats.org/presentationml/2006/ole">
            <mc:AlternateContent xmlns:mc="http://schemas.openxmlformats.org/markup-compatibility/2006">
              <mc:Choice xmlns:v="urn:schemas-microsoft-com:vml" Requires="v">
                <p:oleObj spid="_x0000_s46285" name="Equation" r:id="rId10" imgW="4736880" imgH="914400" progId="Equation.DSMT4">
                  <p:embed/>
                </p:oleObj>
              </mc:Choice>
              <mc:Fallback>
                <p:oleObj name="Equation" r:id="rId10" imgW="4736880" imgH="914400" progId="Equation.DSMT4">
                  <p:embed/>
                  <p:pic>
                    <p:nvPicPr>
                      <p:cNvPr id="18437"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5288" y="3644900"/>
                        <a:ext cx="8518525" cy="1647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8" name="AutoShape 6"/>
          <p:cNvSpPr>
            <a:spLocks noChangeArrowheads="1"/>
          </p:cNvSpPr>
          <p:nvPr/>
        </p:nvSpPr>
        <p:spPr bwMode="auto">
          <a:xfrm>
            <a:off x="4057650" y="1820863"/>
            <a:ext cx="314325" cy="493712"/>
          </a:xfrm>
          <a:prstGeom prst="downArrow">
            <a:avLst>
              <a:gd name="adj1" fmla="val 50000"/>
              <a:gd name="adj2" fmla="val 39268"/>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8439" name="AutoShape 7"/>
          <p:cNvSpPr>
            <a:spLocks noChangeArrowheads="1"/>
          </p:cNvSpPr>
          <p:nvPr/>
        </p:nvSpPr>
        <p:spPr bwMode="auto">
          <a:xfrm>
            <a:off x="4102100" y="3081338"/>
            <a:ext cx="314325" cy="493712"/>
          </a:xfrm>
          <a:prstGeom prst="downArrow">
            <a:avLst>
              <a:gd name="adj1" fmla="val 50000"/>
              <a:gd name="adj2" fmla="val 39268"/>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18440" name="AutoShape 8"/>
          <p:cNvSpPr>
            <a:spLocks noChangeArrowheads="1"/>
          </p:cNvSpPr>
          <p:nvPr/>
        </p:nvSpPr>
        <p:spPr bwMode="auto">
          <a:xfrm>
            <a:off x="4140200" y="5157788"/>
            <a:ext cx="314325" cy="493712"/>
          </a:xfrm>
          <a:prstGeom prst="downArrow">
            <a:avLst>
              <a:gd name="adj1" fmla="val 50000"/>
              <a:gd name="adj2" fmla="val 39268"/>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aphicFrame>
        <p:nvGraphicFramePr>
          <p:cNvPr id="18441" name="Object 9"/>
          <p:cNvGraphicFramePr>
            <a:graphicFrameLocks noChangeAspect="1"/>
          </p:cNvGraphicFramePr>
          <p:nvPr>
            <p:extLst>
              <p:ext uri="{D42A27DB-BD31-4B8C-83A1-F6EECF244321}">
                <p14:modId xmlns:p14="http://schemas.microsoft.com/office/powerpoint/2010/main" val="3713889368"/>
              </p:ext>
            </p:extLst>
          </p:nvPr>
        </p:nvGraphicFramePr>
        <p:xfrm>
          <a:off x="1135063" y="5661025"/>
          <a:ext cx="7091362" cy="820738"/>
        </p:xfrm>
        <a:graphic>
          <a:graphicData uri="http://schemas.openxmlformats.org/presentationml/2006/ole">
            <mc:AlternateContent xmlns:mc="http://schemas.openxmlformats.org/markup-compatibility/2006">
              <mc:Choice xmlns:v="urn:schemas-microsoft-com:vml" Requires="v">
                <p:oleObj spid="_x0000_s46286" name="Equation" r:id="rId12" imgW="3848040" imgH="444240" progId="Equation.DSMT4">
                  <p:embed/>
                </p:oleObj>
              </mc:Choice>
              <mc:Fallback>
                <p:oleObj name="Equation" r:id="rId12" imgW="3848040" imgH="444240" progId="Equation.DSMT4">
                  <p:embed/>
                  <p:pic>
                    <p:nvPicPr>
                      <p:cNvPr id="18441" name="Object 9"/>
                      <p:cNvPicPr>
                        <a:picLocks noChangeAspect="1" noChangeArrowheads="1"/>
                      </p:cNvPicPr>
                      <p:nvPr/>
                    </p:nvPicPr>
                    <p:blipFill>
                      <a:blip r:embed="rId13"/>
                      <a:srcRect/>
                      <a:stretch>
                        <a:fillRect/>
                      </a:stretch>
                    </p:blipFill>
                    <p:spPr bwMode="auto">
                      <a:xfrm>
                        <a:off x="1135063" y="5661025"/>
                        <a:ext cx="7091362" cy="820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6248488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18434"/>
                                        </p:tgtEl>
                                        <p:attrNameLst>
                                          <p:attrName>style.visibility</p:attrName>
                                        </p:attrNameLst>
                                      </p:cBhvr>
                                      <p:to>
                                        <p:strVal val="visible"/>
                                      </p:to>
                                    </p:set>
                                    <p:animEffect transition="in" filter="dissolve">
                                      <p:cBhvr>
                                        <p:cTn id="7" dur="500"/>
                                        <p:tgtEl>
                                          <p:spTgt spid="18434"/>
                                        </p:tgtEl>
                                      </p:cBhvr>
                                    </p:animEffect>
                                  </p:childTnLst>
                                </p:cTn>
                              </p:par>
                              <p:par>
                                <p:cTn id="8" presetID="9" presetClass="entr" presetSubtype="0" fill="hold" nodeType="withEffect">
                                  <p:stCondLst>
                                    <p:cond delay="0"/>
                                  </p:stCondLst>
                                  <p:childTnLst>
                                    <p:set>
                                      <p:cBhvr>
                                        <p:cTn id="9" dur="1" fill="hold">
                                          <p:stCondLst>
                                            <p:cond delay="0"/>
                                          </p:stCondLst>
                                        </p:cTn>
                                        <p:tgtEl>
                                          <p:spTgt spid="18435"/>
                                        </p:tgtEl>
                                        <p:attrNameLst>
                                          <p:attrName>style.visibility</p:attrName>
                                        </p:attrNameLst>
                                      </p:cBhvr>
                                      <p:to>
                                        <p:strVal val="visible"/>
                                      </p:to>
                                    </p:set>
                                    <p:animEffect transition="in" filter="dissolve">
                                      <p:cBhvr>
                                        <p:cTn id="10" dur="500"/>
                                        <p:tgtEl>
                                          <p:spTgt spid="18435"/>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1" fill="hold" nodeType="clickEffect">
                                  <p:stCondLst>
                                    <p:cond delay="0"/>
                                  </p:stCondLst>
                                  <p:childTnLst>
                                    <p:set>
                                      <p:cBhvr>
                                        <p:cTn id="14" dur="1" fill="hold">
                                          <p:stCondLst>
                                            <p:cond delay="0"/>
                                          </p:stCondLst>
                                        </p:cTn>
                                        <p:tgtEl>
                                          <p:spTgt spid="18438"/>
                                        </p:tgtEl>
                                        <p:attrNameLst>
                                          <p:attrName>style.visibility</p:attrName>
                                        </p:attrNameLst>
                                      </p:cBhvr>
                                      <p:to>
                                        <p:strVal val="visible"/>
                                      </p:to>
                                    </p:set>
                                    <p:animEffect transition="in" filter="wipe(up)">
                                      <p:cBhvr>
                                        <p:cTn id="15" dur="500"/>
                                        <p:tgtEl>
                                          <p:spTgt spid="18438"/>
                                        </p:tgtEl>
                                      </p:cBhvr>
                                    </p:animEffect>
                                  </p:childTnLst>
                                </p:cTn>
                              </p:par>
                            </p:childTnLst>
                          </p:cTn>
                        </p:par>
                        <p:par>
                          <p:cTn id="16" fill="hold" nodeType="afterGroup">
                            <p:stCondLst>
                              <p:cond delay="500"/>
                            </p:stCondLst>
                            <p:childTnLst>
                              <p:par>
                                <p:cTn id="17" presetID="9" presetClass="entr" presetSubtype="0" fill="hold" nodeType="afterEffect">
                                  <p:stCondLst>
                                    <p:cond delay="0"/>
                                  </p:stCondLst>
                                  <p:childTnLst>
                                    <p:set>
                                      <p:cBhvr>
                                        <p:cTn id="18" dur="1" fill="hold">
                                          <p:stCondLst>
                                            <p:cond delay="0"/>
                                          </p:stCondLst>
                                        </p:cTn>
                                        <p:tgtEl>
                                          <p:spTgt spid="18436"/>
                                        </p:tgtEl>
                                        <p:attrNameLst>
                                          <p:attrName>style.visibility</p:attrName>
                                        </p:attrNameLst>
                                      </p:cBhvr>
                                      <p:to>
                                        <p:strVal val="visible"/>
                                      </p:to>
                                    </p:set>
                                    <p:animEffect transition="in" filter="dissolve">
                                      <p:cBhvr>
                                        <p:cTn id="19" dur="500"/>
                                        <p:tgtEl>
                                          <p:spTgt spid="1843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nodeType="clickEffect">
                                  <p:stCondLst>
                                    <p:cond delay="0"/>
                                  </p:stCondLst>
                                  <p:childTnLst>
                                    <p:set>
                                      <p:cBhvr>
                                        <p:cTn id="23" dur="1" fill="hold">
                                          <p:stCondLst>
                                            <p:cond delay="0"/>
                                          </p:stCondLst>
                                        </p:cTn>
                                        <p:tgtEl>
                                          <p:spTgt spid="18439"/>
                                        </p:tgtEl>
                                        <p:attrNameLst>
                                          <p:attrName>style.visibility</p:attrName>
                                        </p:attrNameLst>
                                      </p:cBhvr>
                                      <p:to>
                                        <p:strVal val="visible"/>
                                      </p:to>
                                    </p:set>
                                    <p:animEffect transition="in" filter="wipe(up)">
                                      <p:cBhvr>
                                        <p:cTn id="24" dur="500"/>
                                        <p:tgtEl>
                                          <p:spTgt spid="18439"/>
                                        </p:tgtEl>
                                      </p:cBhvr>
                                    </p:animEffect>
                                  </p:childTnLst>
                                </p:cTn>
                              </p:par>
                            </p:childTnLst>
                          </p:cTn>
                        </p:par>
                        <p:par>
                          <p:cTn id="25" fill="hold" nodeType="afterGroup">
                            <p:stCondLst>
                              <p:cond delay="500"/>
                            </p:stCondLst>
                            <p:childTnLst>
                              <p:par>
                                <p:cTn id="26" presetID="9" presetClass="entr" presetSubtype="0" fill="hold" nodeType="afterEffect">
                                  <p:stCondLst>
                                    <p:cond delay="0"/>
                                  </p:stCondLst>
                                  <p:childTnLst>
                                    <p:set>
                                      <p:cBhvr>
                                        <p:cTn id="27" dur="1" fill="hold">
                                          <p:stCondLst>
                                            <p:cond delay="0"/>
                                          </p:stCondLst>
                                        </p:cTn>
                                        <p:tgtEl>
                                          <p:spTgt spid="18437"/>
                                        </p:tgtEl>
                                        <p:attrNameLst>
                                          <p:attrName>style.visibility</p:attrName>
                                        </p:attrNameLst>
                                      </p:cBhvr>
                                      <p:to>
                                        <p:strVal val="visible"/>
                                      </p:to>
                                    </p:set>
                                    <p:animEffect transition="in" filter="dissolve">
                                      <p:cBhvr>
                                        <p:cTn id="28" dur="500"/>
                                        <p:tgtEl>
                                          <p:spTgt spid="1843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nodeType="clickEffect">
                                  <p:stCondLst>
                                    <p:cond delay="0"/>
                                  </p:stCondLst>
                                  <p:childTnLst>
                                    <p:set>
                                      <p:cBhvr>
                                        <p:cTn id="32" dur="1" fill="hold">
                                          <p:stCondLst>
                                            <p:cond delay="0"/>
                                          </p:stCondLst>
                                        </p:cTn>
                                        <p:tgtEl>
                                          <p:spTgt spid="18440"/>
                                        </p:tgtEl>
                                        <p:attrNameLst>
                                          <p:attrName>style.visibility</p:attrName>
                                        </p:attrNameLst>
                                      </p:cBhvr>
                                      <p:to>
                                        <p:strVal val="visible"/>
                                      </p:to>
                                    </p:set>
                                    <p:animEffect transition="in" filter="wipe(up)">
                                      <p:cBhvr>
                                        <p:cTn id="33" dur="500"/>
                                        <p:tgtEl>
                                          <p:spTgt spid="18440"/>
                                        </p:tgtEl>
                                      </p:cBhvr>
                                    </p:animEffect>
                                  </p:childTnLst>
                                </p:cTn>
                              </p:par>
                            </p:childTnLst>
                          </p:cTn>
                        </p:par>
                        <p:par>
                          <p:cTn id="34" fill="hold" nodeType="afterGroup">
                            <p:stCondLst>
                              <p:cond delay="500"/>
                            </p:stCondLst>
                            <p:childTnLst>
                              <p:par>
                                <p:cTn id="35" presetID="9" presetClass="entr" presetSubtype="0" fill="hold" nodeType="afterEffect">
                                  <p:stCondLst>
                                    <p:cond delay="0"/>
                                  </p:stCondLst>
                                  <p:childTnLst>
                                    <p:set>
                                      <p:cBhvr>
                                        <p:cTn id="36" dur="1" fill="hold">
                                          <p:stCondLst>
                                            <p:cond delay="0"/>
                                          </p:stCondLst>
                                        </p:cTn>
                                        <p:tgtEl>
                                          <p:spTgt spid="18441"/>
                                        </p:tgtEl>
                                        <p:attrNameLst>
                                          <p:attrName>style.visibility</p:attrName>
                                        </p:attrNameLst>
                                      </p:cBhvr>
                                      <p:to>
                                        <p:strVal val="visible"/>
                                      </p:to>
                                    </p:set>
                                    <p:animEffect transition="in" filter="dissolve">
                                      <p:cBhvr>
                                        <p:cTn id="37" dur="500"/>
                                        <p:tgtEl>
                                          <p:spTgt spid="184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82" name="Object 2"/>
          <p:cNvGraphicFramePr>
            <a:graphicFrameLocks noChangeAspect="1"/>
          </p:cNvGraphicFramePr>
          <p:nvPr/>
        </p:nvGraphicFramePr>
        <p:xfrm>
          <a:off x="4640263" y="249238"/>
          <a:ext cx="2451100" cy="904875"/>
        </p:xfrm>
        <a:graphic>
          <a:graphicData uri="http://schemas.openxmlformats.org/presentationml/2006/ole">
            <mc:AlternateContent xmlns:mc="http://schemas.openxmlformats.org/markup-compatibility/2006">
              <mc:Choice xmlns:v="urn:schemas-microsoft-com:vml" Requires="v">
                <p:oleObj spid="_x0000_s47379" name="Equation" r:id="rId4" imgW="1498320" imgH="495000" progId="Equation.DSMT4">
                  <p:embed/>
                </p:oleObj>
              </mc:Choice>
              <mc:Fallback>
                <p:oleObj name="Equation" r:id="rId4" imgW="1498320" imgH="495000" progId="Equation.DSMT4">
                  <p:embed/>
                  <p:pic>
                    <p:nvPicPr>
                      <p:cNvPr id="20482"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0263" y="249238"/>
                        <a:ext cx="2451100" cy="904875"/>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83" name="Object 3"/>
          <p:cNvGraphicFramePr>
            <a:graphicFrameLocks noChangeAspect="1"/>
          </p:cNvGraphicFramePr>
          <p:nvPr/>
        </p:nvGraphicFramePr>
        <p:xfrm>
          <a:off x="4427538" y="1196975"/>
          <a:ext cx="4013200" cy="854075"/>
        </p:xfrm>
        <a:graphic>
          <a:graphicData uri="http://schemas.openxmlformats.org/presentationml/2006/ole">
            <mc:AlternateContent xmlns:mc="http://schemas.openxmlformats.org/markup-compatibility/2006">
              <mc:Choice xmlns:v="urn:schemas-microsoft-com:vml" Requires="v">
                <p:oleObj spid="_x0000_s47380" name="Equation" r:id="rId6" imgW="2082600" imgH="444240" progId="Equation.DSMT4">
                  <p:embed/>
                </p:oleObj>
              </mc:Choice>
              <mc:Fallback>
                <p:oleObj name="Equation" r:id="rId6" imgW="2082600" imgH="444240" progId="Equation.DSMT4">
                  <p:embed/>
                  <p:pic>
                    <p:nvPicPr>
                      <p:cNvPr id="20483"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27538" y="1196975"/>
                        <a:ext cx="4013200" cy="854075"/>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84" name="Object 4"/>
          <p:cNvGraphicFramePr>
            <a:graphicFrameLocks noChangeAspect="1"/>
          </p:cNvGraphicFramePr>
          <p:nvPr/>
        </p:nvGraphicFramePr>
        <p:xfrm>
          <a:off x="1493838" y="2224088"/>
          <a:ext cx="6089650" cy="1009650"/>
        </p:xfrm>
        <a:graphic>
          <a:graphicData uri="http://schemas.openxmlformats.org/presentationml/2006/ole">
            <mc:AlternateContent xmlns:mc="http://schemas.openxmlformats.org/markup-compatibility/2006">
              <mc:Choice xmlns:v="urn:schemas-microsoft-com:vml" Requires="v">
                <p:oleObj spid="_x0000_s47381" name="Equation" r:id="rId8" imgW="3213000" imgH="533160" progId="Equation.DSMT4">
                  <p:embed/>
                </p:oleObj>
              </mc:Choice>
              <mc:Fallback>
                <p:oleObj name="Equation" r:id="rId8" imgW="3213000" imgH="533160" progId="Equation.DSMT4">
                  <p:embed/>
                  <p:pic>
                    <p:nvPicPr>
                      <p:cNvPr id="20484"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93838" y="2224088"/>
                        <a:ext cx="6089650" cy="1009650"/>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85" name="Object 5"/>
          <p:cNvGraphicFramePr>
            <a:graphicFrameLocks noChangeAspect="1"/>
          </p:cNvGraphicFramePr>
          <p:nvPr/>
        </p:nvGraphicFramePr>
        <p:xfrm>
          <a:off x="1239838" y="373063"/>
          <a:ext cx="2108200" cy="546100"/>
        </p:xfrm>
        <a:graphic>
          <a:graphicData uri="http://schemas.openxmlformats.org/presentationml/2006/ole">
            <mc:AlternateContent xmlns:mc="http://schemas.openxmlformats.org/markup-compatibility/2006">
              <mc:Choice xmlns:v="urn:schemas-microsoft-com:vml" Requires="v">
                <p:oleObj spid="_x0000_s47382" name="Equation" r:id="rId10" imgW="1371600" imgH="330120" progId="Equation.DSMT4">
                  <p:embed/>
                </p:oleObj>
              </mc:Choice>
              <mc:Fallback>
                <p:oleObj name="Equation" r:id="rId10" imgW="1371600" imgH="330120" progId="Equation.DSMT4">
                  <p:embed/>
                  <p:pic>
                    <p:nvPicPr>
                      <p:cNvPr id="20485"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39838" y="373063"/>
                        <a:ext cx="2108200" cy="54610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86" name="Object 6"/>
          <p:cNvGraphicFramePr>
            <a:graphicFrameLocks noChangeAspect="1"/>
          </p:cNvGraphicFramePr>
          <p:nvPr/>
        </p:nvGraphicFramePr>
        <p:xfrm>
          <a:off x="1116013" y="1196975"/>
          <a:ext cx="2568575" cy="768350"/>
        </p:xfrm>
        <a:graphic>
          <a:graphicData uri="http://schemas.openxmlformats.org/presentationml/2006/ole">
            <mc:AlternateContent xmlns:mc="http://schemas.openxmlformats.org/markup-compatibility/2006">
              <mc:Choice xmlns:v="urn:schemas-microsoft-com:vml" Requires="v">
                <p:oleObj spid="_x0000_s47383" name="Equation" r:id="rId12" imgW="1485720" imgH="444240" progId="Equation.DSMT4">
                  <p:embed/>
                </p:oleObj>
              </mc:Choice>
              <mc:Fallback>
                <p:oleObj name="Equation" r:id="rId12" imgW="1485720" imgH="444240" progId="Equation.DSMT4">
                  <p:embed/>
                  <p:pic>
                    <p:nvPicPr>
                      <p:cNvPr id="20486"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16013" y="1196975"/>
                        <a:ext cx="2568575" cy="76835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7" name="AutoShape 7"/>
          <p:cNvSpPr>
            <a:spLocks/>
          </p:cNvSpPr>
          <p:nvPr/>
        </p:nvSpPr>
        <p:spPr bwMode="auto">
          <a:xfrm>
            <a:off x="903288" y="550863"/>
            <a:ext cx="128587" cy="1327150"/>
          </a:xfrm>
          <a:prstGeom prst="leftBrace">
            <a:avLst>
              <a:gd name="adj1" fmla="val 86009"/>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pPr>
            <a:endParaRPr lang="zh-CN" altLang="zh-CN">
              <a:solidFill>
                <a:srgbClr val="3333FF"/>
              </a:solidFill>
            </a:endParaRPr>
          </a:p>
        </p:txBody>
      </p:sp>
      <p:sp>
        <p:nvSpPr>
          <p:cNvPr id="20488" name="AutoShape 8"/>
          <p:cNvSpPr>
            <a:spLocks noChangeArrowheads="1"/>
          </p:cNvSpPr>
          <p:nvPr/>
        </p:nvSpPr>
        <p:spPr bwMode="auto">
          <a:xfrm>
            <a:off x="3749675" y="517525"/>
            <a:ext cx="539750" cy="269875"/>
          </a:xfrm>
          <a:prstGeom prst="rightArrow">
            <a:avLst>
              <a:gd name="adj1" fmla="val 50000"/>
              <a:gd name="adj2"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89" name="AutoShape 9"/>
          <p:cNvSpPr>
            <a:spLocks noChangeArrowheads="1"/>
          </p:cNvSpPr>
          <p:nvPr/>
        </p:nvSpPr>
        <p:spPr bwMode="auto">
          <a:xfrm>
            <a:off x="3765550" y="1487488"/>
            <a:ext cx="539750" cy="269875"/>
          </a:xfrm>
          <a:prstGeom prst="rightArrow">
            <a:avLst>
              <a:gd name="adj1" fmla="val 50000"/>
              <a:gd name="adj2"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0490" name="Object 10"/>
          <p:cNvGraphicFramePr>
            <a:graphicFrameLocks noChangeAspect="1"/>
          </p:cNvGraphicFramePr>
          <p:nvPr/>
        </p:nvGraphicFramePr>
        <p:xfrm>
          <a:off x="422275" y="3363913"/>
          <a:ext cx="8232775" cy="1035050"/>
        </p:xfrm>
        <a:graphic>
          <a:graphicData uri="http://schemas.openxmlformats.org/presentationml/2006/ole">
            <mc:AlternateContent xmlns:mc="http://schemas.openxmlformats.org/markup-compatibility/2006">
              <mc:Choice xmlns:v="urn:schemas-microsoft-com:vml" Requires="v">
                <p:oleObj spid="_x0000_s47384" name="Equation" r:id="rId14" imgW="4343400" imgH="545760" progId="Equation.DSMT4">
                  <p:embed/>
                </p:oleObj>
              </mc:Choice>
              <mc:Fallback>
                <p:oleObj name="Equation" r:id="rId14" imgW="4343400" imgH="545760" progId="Equation.DSMT4">
                  <p:embed/>
                  <p:pic>
                    <p:nvPicPr>
                      <p:cNvPr id="20490" name="Object 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22275" y="3363913"/>
                        <a:ext cx="8232775" cy="1035050"/>
                      </a:xfrm>
                      <a:prstGeom prst="rect">
                        <a:avLst/>
                      </a:prstGeom>
                      <a:solidFill>
                        <a:srgbClr val="FFFF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91" name="Object 11"/>
          <p:cNvGraphicFramePr>
            <a:graphicFrameLocks noChangeAspect="1"/>
          </p:cNvGraphicFramePr>
          <p:nvPr/>
        </p:nvGraphicFramePr>
        <p:xfrm>
          <a:off x="109538" y="4532313"/>
          <a:ext cx="8858250" cy="1009650"/>
        </p:xfrm>
        <a:graphic>
          <a:graphicData uri="http://schemas.openxmlformats.org/presentationml/2006/ole">
            <mc:AlternateContent xmlns:mc="http://schemas.openxmlformats.org/markup-compatibility/2006">
              <mc:Choice xmlns:v="urn:schemas-microsoft-com:vml" Requires="v">
                <p:oleObj spid="_x0000_s47385" name="Equation" r:id="rId16" imgW="4673520" imgH="533160" progId="Equation.DSMT4">
                  <p:embed/>
                </p:oleObj>
              </mc:Choice>
              <mc:Fallback>
                <p:oleObj name="Equation" r:id="rId16" imgW="4673520" imgH="533160" progId="Equation.DSMT4">
                  <p:embed/>
                  <p:pic>
                    <p:nvPicPr>
                      <p:cNvPr id="20491" name="Object 1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9538" y="4532313"/>
                        <a:ext cx="8858250" cy="1009650"/>
                      </a:xfrm>
                      <a:prstGeom prst="rect">
                        <a:avLst/>
                      </a:prstGeom>
                      <a:solidFill>
                        <a:srgbClr val="FFFF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92" name="Text Box 12"/>
          <p:cNvSpPr txBox="1">
            <a:spLocks noChangeArrowheads="1"/>
          </p:cNvSpPr>
          <p:nvPr/>
        </p:nvSpPr>
        <p:spPr bwMode="auto">
          <a:xfrm>
            <a:off x="1530350" y="5867400"/>
            <a:ext cx="6496050" cy="519113"/>
          </a:xfrm>
          <a:prstGeom prst="rect">
            <a:avLst/>
          </a:prstGeom>
          <a:solidFill>
            <a:srgbClr val="66FFCC"/>
          </a:solidFill>
          <a:ln>
            <a:noFill/>
          </a:ln>
          <a:effectLst/>
          <a:extLs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p>
            <a:pPr eaLnBrk="0" hangingPunct="0"/>
            <a:r>
              <a:rPr kumimoji="1" lang="zh-CN" altLang="en-US" sz="2800" b="1">
                <a:solidFill>
                  <a:srgbClr val="FF0000"/>
                </a:solidFill>
                <a:latin typeface="Times New Roman" panose="02020603050405020304" pitchFamily="18" charset="0"/>
              </a:rPr>
              <a:t>所有支路电压电流均以相同频率变化</a:t>
            </a:r>
            <a:r>
              <a:rPr kumimoji="1" lang="en-US" altLang="zh-CN" sz="2800" b="1">
                <a:solidFill>
                  <a:srgbClr val="FF0000"/>
                </a:solidFill>
                <a:latin typeface="Times New Roman" panose="02020603050405020304" pitchFamily="18" charset="0"/>
              </a:rPr>
              <a:t>!!</a:t>
            </a:r>
          </a:p>
        </p:txBody>
      </p:sp>
    </p:spTree>
    <p:extLst>
      <p:ext uri="{BB962C8B-B14F-4D97-AF65-F5344CB8AC3E}">
        <p14:creationId xmlns:p14="http://schemas.microsoft.com/office/powerpoint/2010/main" val="9874491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0487"/>
                                        </p:tgtEl>
                                        <p:attrNameLst>
                                          <p:attrName>style.visibility</p:attrName>
                                        </p:attrNameLst>
                                      </p:cBhvr>
                                      <p:to>
                                        <p:strVal val="visible"/>
                                      </p:to>
                                    </p:set>
                                    <p:animEffect transition="in" filter="wipe(up)">
                                      <p:cBhvr>
                                        <p:cTn id="7" dur="500"/>
                                        <p:tgtEl>
                                          <p:spTgt spid="204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0485"/>
                                        </p:tgtEl>
                                        <p:attrNameLst>
                                          <p:attrName>style.visibility</p:attrName>
                                        </p:attrNameLst>
                                      </p:cBhvr>
                                      <p:to>
                                        <p:strVal val="visible"/>
                                      </p:to>
                                    </p:set>
                                    <p:animEffect transition="in" filter="dissolve">
                                      <p:cBhvr>
                                        <p:cTn id="12" dur="500"/>
                                        <p:tgtEl>
                                          <p:spTgt spid="2048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0488"/>
                                        </p:tgtEl>
                                        <p:attrNameLst>
                                          <p:attrName>style.visibility</p:attrName>
                                        </p:attrNameLst>
                                      </p:cBhvr>
                                      <p:to>
                                        <p:strVal val="visible"/>
                                      </p:to>
                                    </p:set>
                                    <p:animEffect transition="in" filter="wipe(left)">
                                      <p:cBhvr>
                                        <p:cTn id="17" dur="500"/>
                                        <p:tgtEl>
                                          <p:spTgt spid="20488"/>
                                        </p:tgtEl>
                                      </p:cBhvr>
                                    </p:animEffect>
                                  </p:childTnLst>
                                </p:cTn>
                              </p:par>
                            </p:childTnLst>
                          </p:cTn>
                        </p:par>
                        <p:par>
                          <p:cTn id="18" fill="hold" nodeType="afterGroup">
                            <p:stCondLst>
                              <p:cond delay="500"/>
                            </p:stCondLst>
                            <p:childTnLst>
                              <p:par>
                                <p:cTn id="19" presetID="9" presetClass="entr" presetSubtype="0" fill="hold" nodeType="afterEffect">
                                  <p:stCondLst>
                                    <p:cond delay="0"/>
                                  </p:stCondLst>
                                  <p:childTnLst>
                                    <p:set>
                                      <p:cBhvr>
                                        <p:cTn id="20" dur="1" fill="hold">
                                          <p:stCondLst>
                                            <p:cond delay="0"/>
                                          </p:stCondLst>
                                        </p:cTn>
                                        <p:tgtEl>
                                          <p:spTgt spid="20482"/>
                                        </p:tgtEl>
                                        <p:attrNameLst>
                                          <p:attrName>style.visibility</p:attrName>
                                        </p:attrNameLst>
                                      </p:cBhvr>
                                      <p:to>
                                        <p:strVal val="visible"/>
                                      </p:to>
                                    </p:set>
                                    <p:animEffect transition="in" filter="dissolve">
                                      <p:cBhvr>
                                        <p:cTn id="21" dur="500"/>
                                        <p:tgtEl>
                                          <p:spTgt spid="2048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nodeType="clickEffect">
                                  <p:stCondLst>
                                    <p:cond delay="0"/>
                                  </p:stCondLst>
                                  <p:childTnLst>
                                    <p:set>
                                      <p:cBhvr>
                                        <p:cTn id="25" dur="1" fill="hold">
                                          <p:stCondLst>
                                            <p:cond delay="0"/>
                                          </p:stCondLst>
                                        </p:cTn>
                                        <p:tgtEl>
                                          <p:spTgt spid="20486"/>
                                        </p:tgtEl>
                                        <p:attrNameLst>
                                          <p:attrName>style.visibility</p:attrName>
                                        </p:attrNameLst>
                                      </p:cBhvr>
                                      <p:to>
                                        <p:strVal val="visible"/>
                                      </p:to>
                                    </p:set>
                                    <p:animEffect transition="in" filter="dissolve">
                                      <p:cBhvr>
                                        <p:cTn id="26" dur="500"/>
                                        <p:tgtEl>
                                          <p:spTgt spid="2048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20489"/>
                                        </p:tgtEl>
                                        <p:attrNameLst>
                                          <p:attrName>style.visibility</p:attrName>
                                        </p:attrNameLst>
                                      </p:cBhvr>
                                      <p:to>
                                        <p:strVal val="visible"/>
                                      </p:to>
                                    </p:set>
                                    <p:animEffect transition="in" filter="wipe(left)">
                                      <p:cBhvr>
                                        <p:cTn id="31" dur="500"/>
                                        <p:tgtEl>
                                          <p:spTgt spid="20489"/>
                                        </p:tgtEl>
                                      </p:cBhvr>
                                    </p:animEffect>
                                  </p:childTnLst>
                                </p:cTn>
                              </p:par>
                            </p:childTnLst>
                          </p:cTn>
                        </p:par>
                        <p:par>
                          <p:cTn id="32" fill="hold" nodeType="afterGroup">
                            <p:stCondLst>
                              <p:cond delay="500"/>
                            </p:stCondLst>
                            <p:childTnLst>
                              <p:par>
                                <p:cTn id="33" presetID="9" presetClass="entr" presetSubtype="0" fill="hold" nodeType="afterEffect">
                                  <p:stCondLst>
                                    <p:cond delay="0"/>
                                  </p:stCondLst>
                                  <p:childTnLst>
                                    <p:set>
                                      <p:cBhvr>
                                        <p:cTn id="34" dur="1" fill="hold">
                                          <p:stCondLst>
                                            <p:cond delay="0"/>
                                          </p:stCondLst>
                                        </p:cTn>
                                        <p:tgtEl>
                                          <p:spTgt spid="20483"/>
                                        </p:tgtEl>
                                        <p:attrNameLst>
                                          <p:attrName>style.visibility</p:attrName>
                                        </p:attrNameLst>
                                      </p:cBhvr>
                                      <p:to>
                                        <p:strVal val="visible"/>
                                      </p:to>
                                    </p:set>
                                    <p:animEffect transition="in" filter="dissolve">
                                      <p:cBhvr>
                                        <p:cTn id="35" dur="500"/>
                                        <p:tgtEl>
                                          <p:spTgt spid="2048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20484"/>
                                        </p:tgtEl>
                                        <p:attrNameLst>
                                          <p:attrName>style.visibility</p:attrName>
                                        </p:attrNameLst>
                                      </p:cBhvr>
                                      <p:to>
                                        <p:strVal val="visible"/>
                                      </p:to>
                                    </p:set>
                                    <p:animEffect transition="in" filter="dissolve">
                                      <p:cBhvr>
                                        <p:cTn id="40" dur="500"/>
                                        <p:tgtEl>
                                          <p:spTgt spid="2048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9" presetClass="entr" presetSubtype="0" fill="hold" nodeType="clickEffect">
                                  <p:stCondLst>
                                    <p:cond delay="0"/>
                                  </p:stCondLst>
                                  <p:childTnLst>
                                    <p:set>
                                      <p:cBhvr>
                                        <p:cTn id="44" dur="1" fill="hold">
                                          <p:stCondLst>
                                            <p:cond delay="0"/>
                                          </p:stCondLst>
                                        </p:cTn>
                                        <p:tgtEl>
                                          <p:spTgt spid="20490"/>
                                        </p:tgtEl>
                                        <p:attrNameLst>
                                          <p:attrName>style.visibility</p:attrName>
                                        </p:attrNameLst>
                                      </p:cBhvr>
                                      <p:to>
                                        <p:strVal val="visible"/>
                                      </p:to>
                                    </p:set>
                                    <p:animEffect transition="in" filter="dissolve">
                                      <p:cBhvr>
                                        <p:cTn id="45" dur="500"/>
                                        <p:tgtEl>
                                          <p:spTgt spid="20490"/>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9" presetClass="entr" presetSubtype="0" fill="hold" nodeType="clickEffect">
                                  <p:stCondLst>
                                    <p:cond delay="0"/>
                                  </p:stCondLst>
                                  <p:childTnLst>
                                    <p:set>
                                      <p:cBhvr>
                                        <p:cTn id="49" dur="1" fill="hold">
                                          <p:stCondLst>
                                            <p:cond delay="0"/>
                                          </p:stCondLst>
                                        </p:cTn>
                                        <p:tgtEl>
                                          <p:spTgt spid="20491"/>
                                        </p:tgtEl>
                                        <p:attrNameLst>
                                          <p:attrName>style.visibility</p:attrName>
                                        </p:attrNameLst>
                                      </p:cBhvr>
                                      <p:to>
                                        <p:strVal val="visible"/>
                                      </p:to>
                                    </p:set>
                                    <p:animEffect transition="in" filter="dissolve">
                                      <p:cBhvr>
                                        <p:cTn id="50" dur="500"/>
                                        <p:tgtEl>
                                          <p:spTgt spid="20491"/>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5" presetClass="entr" presetSubtype="0" fill="hold" grpId="0" nodeType="clickEffect">
                                  <p:stCondLst>
                                    <p:cond delay="0"/>
                                  </p:stCondLst>
                                  <p:childTnLst>
                                    <p:set>
                                      <p:cBhvr>
                                        <p:cTn id="54" dur="1" fill="hold">
                                          <p:stCondLst>
                                            <p:cond delay="0"/>
                                          </p:stCondLst>
                                        </p:cTn>
                                        <p:tgtEl>
                                          <p:spTgt spid="20492"/>
                                        </p:tgtEl>
                                        <p:attrNameLst>
                                          <p:attrName>style.visibility</p:attrName>
                                        </p:attrNameLst>
                                      </p:cBhvr>
                                      <p:to>
                                        <p:strVal val="visible"/>
                                      </p:to>
                                    </p:set>
                                    <p:anim calcmode="lin" valueType="num">
                                      <p:cBhvr>
                                        <p:cTn id="55" dur="1000" fill="hold"/>
                                        <p:tgtEl>
                                          <p:spTgt spid="20492"/>
                                        </p:tgtEl>
                                        <p:attrNameLst>
                                          <p:attrName>ppt_w</p:attrName>
                                        </p:attrNameLst>
                                      </p:cBhvr>
                                      <p:tavLst>
                                        <p:tav tm="0">
                                          <p:val>
                                            <p:fltVal val="0"/>
                                          </p:val>
                                        </p:tav>
                                        <p:tav tm="100000">
                                          <p:val>
                                            <p:strVal val="#ppt_w"/>
                                          </p:val>
                                        </p:tav>
                                      </p:tavLst>
                                    </p:anim>
                                    <p:anim calcmode="lin" valueType="num">
                                      <p:cBhvr>
                                        <p:cTn id="56" dur="1000" fill="hold"/>
                                        <p:tgtEl>
                                          <p:spTgt spid="20492"/>
                                        </p:tgtEl>
                                        <p:attrNameLst>
                                          <p:attrName>ppt_h</p:attrName>
                                        </p:attrNameLst>
                                      </p:cBhvr>
                                      <p:tavLst>
                                        <p:tav tm="0">
                                          <p:val>
                                            <p:fltVal val="0"/>
                                          </p:val>
                                        </p:tav>
                                        <p:tav tm="100000">
                                          <p:val>
                                            <p:strVal val="#ppt_h"/>
                                          </p:val>
                                        </p:tav>
                                      </p:tavLst>
                                    </p:anim>
                                    <p:anim calcmode="lin" valueType="num">
                                      <p:cBhvr>
                                        <p:cTn id="57" dur="1000" fill="hold"/>
                                        <p:tgtEl>
                                          <p:spTgt spid="20492"/>
                                        </p:tgtEl>
                                        <p:attrNameLst>
                                          <p:attrName>ppt_x</p:attrName>
                                        </p:attrNameLst>
                                      </p:cBhvr>
                                      <p:tavLst>
                                        <p:tav tm="0" fmla="#ppt_x+(cos(-2*pi*(1-$))*-#ppt_x-sin(-2*pi*(1-$))*(1-#ppt_y))*(1-$)">
                                          <p:val>
                                            <p:fltVal val="0"/>
                                          </p:val>
                                        </p:tav>
                                        <p:tav tm="100000">
                                          <p:val>
                                            <p:fltVal val="1"/>
                                          </p:val>
                                        </p:tav>
                                      </p:tavLst>
                                    </p:anim>
                                    <p:anim calcmode="lin" valueType="num">
                                      <p:cBhvr>
                                        <p:cTn id="58" dur="1000" fill="hold"/>
                                        <p:tgtEl>
                                          <p:spTgt spid="20492"/>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7" grpId="0" animBg="1" autoUpdateAnimBg="0"/>
      <p:bldP spid="20492" grpId="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1371600" y="330200"/>
            <a:ext cx="62611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marL="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914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1371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1828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zh-CN" altLang="en-US" sz="3200" b="1">
                <a:solidFill>
                  <a:srgbClr val="0000FF"/>
                </a:solidFill>
                <a:latin typeface="Tahoma" panose="020B0604030504040204" pitchFamily="34" charset="0"/>
                <a:ea typeface="华文行楷" panose="02010800040101010101" pitchFamily="2" charset="-122"/>
              </a:rPr>
              <a:t>接下来</a:t>
            </a:r>
            <a:r>
              <a:rPr kumimoji="1" lang="en-US" altLang="zh-CN" sz="3200" b="1">
                <a:solidFill>
                  <a:srgbClr val="0000FF"/>
                </a:solidFill>
                <a:latin typeface="Times New Roman" panose="02020603050405020304" pitchFamily="18" charset="0"/>
                <a:ea typeface="华文行楷" panose="02010800040101010101" pitchFamily="2" charset="-122"/>
              </a:rPr>
              <a:t>……</a:t>
            </a:r>
            <a:endParaRPr kumimoji="1" lang="en-US" altLang="zh-CN" sz="3200" b="1">
              <a:solidFill>
                <a:srgbClr val="0000FF"/>
              </a:solidFill>
              <a:latin typeface="Tahoma" panose="020B0604030504040204" pitchFamily="34" charset="0"/>
              <a:ea typeface="华文行楷" panose="02010800040101010101" pitchFamily="2" charset="-122"/>
            </a:endParaRPr>
          </a:p>
        </p:txBody>
      </p:sp>
      <p:sp>
        <p:nvSpPr>
          <p:cNvPr id="24579" name="Rectangle 3"/>
          <p:cNvSpPr>
            <a:spLocks noChangeArrowheads="1"/>
          </p:cNvSpPr>
          <p:nvPr/>
        </p:nvSpPr>
        <p:spPr bwMode="auto">
          <a:xfrm>
            <a:off x="304800" y="2971800"/>
            <a:ext cx="8113713" cy="530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marL="476250" indent="-476250" algn="l">
              <a:spcBef>
                <a:spcPct val="0"/>
              </a:spcBef>
              <a:defRPr>
                <a:solidFill>
                  <a:schemeClr val="tx1"/>
                </a:solidFill>
                <a:latin typeface="Arial" panose="020B0604020202020204" pitchFamily="34" charset="0"/>
                <a:ea typeface="宋体" panose="02010600030101010101" pitchFamily="2" charset="-122"/>
              </a:defRPr>
            </a:lvl1pPr>
            <a:lvl2pPr marL="666750"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20000"/>
              </a:lnSpc>
            </a:pPr>
            <a:r>
              <a:rPr kumimoji="1" lang="en-US" altLang="zh-CN" sz="2400" b="1" dirty="0">
                <a:latin typeface="Times New Roman" panose="02020603050405020304" pitchFamily="18" charset="0"/>
              </a:rPr>
              <a:t>(b) </a:t>
            </a:r>
            <a:r>
              <a:rPr kumimoji="1" lang="zh-CN" altLang="en-US" sz="2400" b="1" dirty="0">
                <a:solidFill>
                  <a:srgbClr val="FF0000"/>
                </a:solidFill>
                <a:latin typeface="Times New Roman" panose="02020603050405020304" pitchFamily="18" charset="0"/>
              </a:rPr>
              <a:t>幅值</a:t>
            </a:r>
            <a:r>
              <a:rPr kumimoji="1" lang="zh-CN" altLang="en-US" sz="2400" b="1" dirty="0">
                <a:latin typeface="Times New Roman" panose="02020603050405020304" pitchFamily="18" charset="0"/>
              </a:rPr>
              <a:t> </a:t>
            </a:r>
            <a:r>
              <a:rPr kumimoji="1" lang="en-US" altLang="zh-CN" sz="2400" b="1" dirty="0">
                <a:latin typeface="Times New Roman" panose="02020603050405020304" pitchFamily="18" charset="0"/>
              </a:rPr>
              <a:t>(</a:t>
            </a:r>
            <a:r>
              <a:rPr kumimoji="1" lang="en-US" altLang="zh-CN" sz="2400" b="1" i="1" dirty="0" err="1">
                <a:solidFill>
                  <a:srgbClr val="FF0000"/>
                </a:solidFill>
                <a:latin typeface="Times New Roman" panose="02020603050405020304" pitchFamily="18" charset="0"/>
              </a:rPr>
              <a:t>I</a:t>
            </a:r>
            <a:r>
              <a:rPr kumimoji="1" lang="en-US" altLang="zh-CN" sz="2400" b="1" baseline="-25000" dirty="0" err="1">
                <a:solidFill>
                  <a:srgbClr val="FF0000"/>
                </a:solidFill>
                <a:latin typeface="Times New Roman" panose="02020603050405020304" pitchFamily="18" charset="0"/>
              </a:rPr>
              <a:t>m</a:t>
            </a:r>
            <a:r>
              <a:rPr kumimoji="1" lang="en-US" altLang="zh-CN" sz="2400" b="1" dirty="0">
                <a:latin typeface="Times New Roman" panose="02020603050405020304" pitchFamily="18" charset="0"/>
              </a:rPr>
              <a:t>)</a:t>
            </a:r>
          </a:p>
        </p:txBody>
      </p:sp>
      <p:sp>
        <p:nvSpPr>
          <p:cNvPr id="24580" name="Text Box 4"/>
          <p:cNvSpPr txBox="1">
            <a:spLocks noChangeArrowheads="1"/>
          </p:cNvSpPr>
          <p:nvPr/>
        </p:nvSpPr>
        <p:spPr bwMode="auto">
          <a:xfrm>
            <a:off x="319088" y="2308225"/>
            <a:ext cx="8329612" cy="530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marL="476250" indent="-476250" algn="l">
              <a:spcBef>
                <a:spcPct val="0"/>
              </a:spcBef>
              <a:defRPr>
                <a:solidFill>
                  <a:schemeClr val="tx1"/>
                </a:solidFill>
                <a:latin typeface="Arial" panose="020B0604020202020204" pitchFamily="34" charset="0"/>
                <a:ea typeface="宋体" panose="02010600030101010101" pitchFamily="2" charset="-122"/>
              </a:defRPr>
            </a:lvl1pPr>
            <a:lvl2pPr marL="666750"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20000"/>
              </a:lnSpc>
            </a:pPr>
            <a:r>
              <a:rPr kumimoji="1" lang="en-US" altLang="zh-CN" sz="2400" b="1">
                <a:latin typeface="Times New Roman" panose="02020603050405020304" pitchFamily="18" charset="0"/>
              </a:rPr>
              <a:t>(a)</a:t>
            </a:r>
            <a:r>
              <a:rPr kumimoji="1" lang="en-US" altLang="zh-CN" sz="2400" b="1">
                <a:latin typeface="Symbol" panose="05050102010706020507" pitchFamily="18" charset="2"/>
              </a:rPr>
              <a:t> </a:t>
            </a:r>
            <a:r>
              <a:rPr kumimoji="1" lang="zh-CN" altLang="en-US" sz="2400" b="1">
                <a:solidFill>
                  <a:srgbClr val="FF0000"/>
                </a:solidFill>
                <a:latin typeface="Symbol" panose="05050102010706020507" pitchFamily="18" charset="2"/>
              </a:rPr>
              <a:t>角频率</a:t>
            </a:r>
            <a:r>
              <a:rPr kumimoji="1" lang="en-US" altLang="zh-CN" sz="2400" b="1">
                <a:latin typeface="Times New Roman" panose="02020603050405020304" pitchFamily="18" charset="0"/>
              </a:rPr>
              <a:t>(</a:t>
            </a:r>
            <a:r>
              <a:rPr kumimoji="1" lang="en-US" altLang="zh-CN" sz="2400" b="1" i="1">
                <a:solidFill>
                  <a:srgbClr val="FF0000"/>
                </a:solidFill>
                <a:latin typeface="Symbol" panose="05050102010706020507" pitchFamily="18" charset="2"/>
              </a:rPr>
              <a:t>w</a:t>
            </a:r>
            <a:r>
              <a:rPr kumimoji="1" lang="en-US" altLang="zh-CN" sz="2400" b="1" i="1">
                <a:latin typeface="Symbol" panose="05050102010706020507" pitchFamily="18" charset="2"/>
              </a:rPr>
              <a:t> </a:t>
            </a:r>
            <a:r>
              <a:rPr kumimoji="1" lang="en-US" altLang="zh-CN" sz="2400" b="1">
                <a:latin typeface="Times New Roman" panose="02020603050405020304" pitchFamily="18" charset="0"/>
              </a:rPr>
              <a:t>)</a:t>
            </a:r>
          </a:p>
        </p:txBody>
      </p:sp>
      <p:sp>
        <p:nvSpPr>
          <p:cNvPr id="24582" name="Text Box 6"/>
          <p:cNvSpPr txBox="1">
            <a:spLocks noChangeArrowheads="1"/>
          </p:cNvSpPr>
          <p:nvPr/>
        </p:nvSpPr>
        <p:spPr bwMode="auto">
          <a:xfrm>
            <a:off x="889000" y="1543050"/>
            <a:ext cx="2555508"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dirty="0" err="1">
                <a:latin typeface="Times New Roman" panose="02020603050405020304" pitchFamily="18" charset="0"/>
              </a:rPr>
              <a:t>i</a:t>
            </a:r>
            <a:r>
              <a:rPr kumimoji="1" lang="en-US" altLang="zh-CN" sz="2400" b="1" dirty="0">
                <a:latin typeface="Times New Roman" panose="02020603050405020304" pitchFamily="18" charset="0"/>
              </a:rPr>
              <a:t>(</a:t>
            </a:r>
            <a:r>
              <a:rPr kumimoji="1" lang="en-US" altLang="zh-CN" sz="2400" b="1" i="1" dirty="0">
                <a:latin typeface="Times New Roman" panose="02020603050405020304" pitchFamily="18" charset="0"/>
              </a:rPr>
              <a:t>t</a:t>
            </a:r>
            <a:r>
              <a:rPr kumimoji="1" lang="en-US" altLang="zh-CN" sz="2400" b="1" dirty="0">
                <a:latin typeface="Times New Roman" panose="02020603050405020304" pitchFamily="18" charset="0"/>
              </a:rPr>
              <a:t>)=</a:t>
            </a:r>
            <a:r>
              <a:rPr kumimoji="1" lang="en-US" altLang="zh-CN" sz="2400" b="1" i="1" dirty="0" err="1">
                <a:latin typeface="Times New Roman" panose="02020603050405020304" pitchFamily="18" charset="0"/>
              </a:rPr>
              <a:t>I</a:t>
            </a:r>
            <a:r>
              <a:rPr kumimoji="1" lang="en-US" altLang="zh-CN" sz="2400" b="1" baseline="-25000" dirty="0" err="1">
                <a:latin typeface="Times New Roman" panose="02020603050405020304" pitchFamily="18" charset="0"/>
              </a:rPr>
              <a:t>m</a:t>
            </a:r>
            <a:r>
              <a:rPr kumimoji="1" lang="en-US" altLang="zh-CN" sz="2400" b="1" dirty="0" err="1">
                <a:latin typeface="Times New Roman" panose="02020603050405020304" pitchFamily="18" charset="0"/>
              </a:rPr>
              <a:t>cos</a:t>
            </a:r>
            <a:r>
              <a:rPr kumimoji="1" lang="en-US" altLang="zh-CN" sz="2400" b="1" dirty="0">
                <a:latin typeface="Times New Roman" panose="02020603050405020304" pitchFamily="18" charset="0"/>
              </a:rPr>
              <a:t>(</a:t>
            </a:r>
            <a:r>
              <a:rPr kumimoji="1" lang="en-US" altLang="zh-CN" sz="2400" b="1" i="1" dirty="0">
                <a:latin typeface="Symbol" panose="05050102010706020507" pitchFamily="18" charset="2"/>
              </a:rPr>
              <a:t>w </a:t>
            </a:r>
            <a:r>
              <a:rPr kumimoji="1" lang="en-US" altLang="zh-CN" sz="2400" b="1" i="1" dirty="0">
                <a:latin typeface="Times New Roman" panose="02020603050405020304" pitchFamily="18" charset="0"/>
              </a:rPr>
              <a:t>t </a:t>
            </a:r>
            <a:r>
              <a:rPr kumimoji="1" lang="en-US" altLang="zh-CN" sz="2400" b="1" dirty="0">
                <a:latin typeface="Times New Roman" panose="02020603050405020304" pitchFamily="18" charset="0"/>
              </a:rPr>
              <a:t>+ </a:t>
            </a:r>
            <a:r>
              <a:rPr kumimoji="1" lang="en-US" altLang="zh-CN" sz="2400" b="1" i="1" dirty="0">
                <a:latin typeface="Symbol" panose="05050102010706020507" pitchFamily="18" charset="2"/>
              </a:rPr>
              <a:t>y</a:t>
            </a:r>
            <a:r>
              <a:rPr kumimoji="1" lang="en-US" altLang="zh-CN" sz="2400" b="1" dirty="0">
                <a:latin typeface="Times New Roman" panose="02020603050405020304" pitchFamily="18" charset="0"/>
              </a:rPr>
              <a:t>)</a:t>
            </a:r>
            <a:endParaRPr kumimoji="1" lang="en-US" altLang="zh-CN" sz="2400" b="1" dirty="0">
              <a:latin typeface="Symbol" panose="05050102010706020507" pitchFamily="18" charset="2"/>
            </a:endParaRPr>
          </a:p>
        </p:txBody>
      </p:sp>
      <p:sp>
        <p:nvSpPr>
          <p:cNvPr id="24583" name="Text Box 7"/>
          <p:cNvSpPr txBox="1">
            <a:spLocks noChangeArrowheads="1"/>
          </p:cNvSpPr>
          <p:nvPr/>
        </p:nvSpPr>
        <p:spPr bwMode="auto">
          <a:xfrm>
            <a:off x="2987675" y="2257425"/>
            <a:ext cx="2881313" cy="559897"/>
          </a:xfrm>
          <a:prstGeom prst="rect">
            <a:avLst/>
          </a:prstGeom>
          <a:solidFill>
            <a:srgbClr val="CCFFFF"/>
          </a:solidFill>
          <a:ln>
            <a:noFill/>
          </a:ln>
          <a:extLst>
            <a:ext uri="{91240B29-F687-4F45-9708-019B960494DF}">
              <a14:hiddenLine xmlns:a14="http://schemas.microsoft.com/office/drawing/2010/main" w="9525">
                <a:solidFill>
                  <a:schemeClr val="tx1"/>
                </a:solidFill>
                <a:miter lim="800000"/>
                <a:headEnd/>
                <a:tailEnd/>
              </a14:hiddenLine>
            </a:ext>
          </a:extLst>
        </p:spPr>
        <p:txBody>
          <a:bodyPr>
            <a:spAutoFit/>
          </a:bodyPr>
          <a:lstStyle>
            <a:lvl1pPr marL="476250" indent="-476250" algn="l">
              <a:spcBef>
                <a:spcPct val="0"/>
              </a:spcBef>
              <a:defRPr>
                <a:solidFill>
                  <a:schemeClr val="tx1"/>
                </a:solidFill>
                <a:latin typeface="Arial" panose="020B0604020202020204" pitchFamily="34" charset="0"/>
                <a:ea typeface="宋体" panose="02010600030101010101" pitchFamily="2" charset="-122"/>
              </a:defRPr>
            </a:lvl1pPr>
            <a:lvl2pPr marL="666750"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20000"/>
              </a:lnSpc>
            </a:pPr>
            <a:r>
              <a:rPr lang="zh-CN" altLang="en-US" sz="2800" dirty="0">
                <a:solidFill>
                  <a:srgbClr val="3333CC"/>
                </a:solidFill>
                <a:latin typeface="Times New Roman" panose="02020603050405020304" pitchFamily="18" charset="0"/>
                <a:ea typeface="隶书" panose="02010509060101010101" pitchFamily="49" charset="-122"/>
              </a:rPr>
              <a:t>可以不考虑</a:t>
            </a:r>
            <a:endParaRPr lang="zh-CN" altLang="zh-CN" sz="2800" dirty="0">
              <a:solidFill>
                <a:srgbClr val="3333CC"/>
              </a:solidFill>
              <a:latin typeface="Times New Roman" panose="02020603050405020304" pitchFamily="18" charset="0"/>
              <a:ea typeface="隶书" panose="02010509060101010101" pitchFamily="49" charset="-122"/>
            </a:endParaRPr>
          </a:p>
        </p:txBody>
      </p:sp>
      <p:sp>
        <p:nvSpPr>
          <p:cNvPr id="24584" name="Text Box 8"/>
          <p:cNvSpPr txBox="1">
            <a:spLocks noChangeArrowheads="1"/>
          </p:cNvSpPr>
          <p:nvPr/>
        </p:nvSpPr>
        <p:spPr bwMode="auto">
          <a:xfrm>
            <a:off x="4113213" y="1271588"/>
            <a:ext cx="3327400" cy="954107"/>
          </a:xfrm>
          <a:prstGeom prst="rect">
            <a:avLst/>
          </a:prstGeom>
          <a:solidFill>
            <a:srgbClr val="CCFFCC"/>
          </a:solidFill>
          <a:ln>
            <a:noFill/>
          </a:ln>
          <a:effectLst/>
          <a:extLs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rIns="0">
            <a:spAutoFit/>
          </a:bodyPr>
          <a:lstStyle/>
          <a:p>
            <a:pPr eaLnBrk="0" hangingPunct="0"/>
            <a:r>
              <a:rPr kumimoji="1" lang="zh-CN" altLang="en-US" sz="2800" b="1" dirty="0">
                <a:solidFill>
                  <a:srgbClr val="FF0000"/>
                </a:solidFill>
              </a:rPr>
              <a:t>所有支路电压电流均以相同频率变化</a:t>
            </a:r>
            <a:r>
              <a:rPr kumimoji="1" lang="en-US" altLang="zh-CN" sz="2800" b="1" dirty="0">
                <a:solidFill>
                  <a:srgbClr val="FF0000"/>
                </a:solidFill>
              </a:rPr>
              <a:t>!!</a:t>
            </a:r>
          </a:p>
        </p:txBody>
      </p:sp>
      <p:sp>
        <p:nvSpPr>
          <p:cNvPr id="24585" name="AutoShape 9"/>
          <p:cNvSpPr>
            <a:spLocks/>
          </p:cNvSpPr>
          <p:nvPr/>
        </p:nvSpPr>
        <p:spPr bwMode="auto">
          <a:xfrm>
            <a:off x="2627313" y="3105150"/>
            <a:ext cx="252412" cy="914400"/>
          </a:xfrm>
          <a:prstGeom prst="rightBrace">
            <a:avLst>
              <a:gd name="adj1" fmla="val 30189"/>
              <a:gd name="adj2" fmla="val 50000"/>
            </a:avLst>
          </a:prstGeom>
          <a:noFill/>
          <a:ln w="28575">
            <a:solidFill>
              <a:srgbClr val="3333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6" name="Text Box 10"/>
          <p:cNvSpPr txBox="1">
            <a:spLocks noChangeArrowheads="1"/>
          </p:cNvSpPr>
          <p:nvPr/>
        </p:nvSpPr>
        <p:spPr bwMode="auto">
          <a:xfrm>
            <a:off x="2987675" y="3357563"/>
            <a:ext cx="5594801" cy="52322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zh-CN" altLang="en-US" sz="2800" b="1" dirty="0">
                <a:solidFill>
                  <a:srgbClr val="3333CC"/>
                </a:solidFill>
                <a:latin typeface="Times New Roman" panose="02020603050405020304" pitchFamily="18" charset="0"/>
              </a:rPr>
              <a:t>用什么可以同时表示幅值和相位？</a:t>
            </a:r>
          </a:p>
        </p:txBody>
      </p:sp>
      <p:sp>
        <p:nvSpPr>
          <p:cNvPr id="24587" name="Text Box 11"/>
          <p:cNvSpPr txBox="1">
            <a:spLocks noChangeArrowheads="1"/>
          </p:cNvSpPr>
          <p:nvPr/>
        </p:nvSpPr>
        <p:spPr bwMode="auto">
          <a:xfrm>
            <a:off x="3860099" y="4064060"/>
            <a:ext cx="1425390" cy="646331"/>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kumimoji="1" lang="zh-CN" altLang="en-US" sz="3600" b="1">
                <a:solidFill>
                  <a:srgbClr val="3333CC"/>
                </a:solidFill>
                <a:latin typeface="华文行楷" panose="02010800040101010101" pitchFamily="2" charset="-122"/>
                <a:ea typeface="华文行楷" panose="02010800040101010101" pitchFamily="2" charset="-122"/>
              </a:rPr>
              <a:t>复数</a:t>
            </a:r>
            <a:r>
              <a:rPr kumimoji="1" lang="en-US" altLang="zh-CN" sz="3600" b="1">
                <a:solidFill>
                  <a:srgbClr val="3333CC"/>
                </a:solidFill>
                <a:latin typeface="华文行楷" panose="02010800040101010101" pitchFamily="2" charset="-122"/>
                <a:ea typeface="华文行楷" panose="02010800040101010101" pitchFamily="2" charset="-122"/>
              </a:rPr>
              <a:t>!!</a:t>
            </a:r>
          </a:p>
        </p:txBody>
      </p:sp>
      <p:sp>
        <p:nvSpPr>
          <p:cNvPr id="24588" name="Text Box 12"/>
          <p:cNvSpPr txBox="1">
            <a:spLocks noChangeArrowheads="1"/>
          </p:cNvSpPr>
          <p:nvPr/>
        </p:nvSpPr>
        <p:spPr bwMode="auto">
          <a:xfrm>
            <a:off x="609600" y="5334000"/>
            <a:ext cx="655468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kumimoji="1" lang="en-US" altLang="zh-CN" sz="2800" b="1" dirty="0">
                <a:solidFill>
                  <a:srgbClr val="0000FF"/>
                </a:solidFill>
                <a:latin typeface="Times New Roman" panose="02020603050405020304" pitchFamily="18" charset="0"/>
              </a:rPr>
              <a:t>KCL</a:t>
            </a:r>
            <a:r>
              <a:rPr kumimoji="1" lang="zh-CN" altLang="en-US" sz="2800" b="1" dirty="0">
                <a:solidFill>
                  <a:srgbClr val="0000FF"/>
                </a:solidFill>
                <a:latin typeface="Times New Roman" panose="02020603050405020304" pitchFamily="18" charset="0"/>
              </a:rPr>
              <a:t>、</a:t>
            </a:r>
            <a:r>
              <a:rPr kumimoji="1" lang="en-US" altLang="zh-CN" sz="2800" b="1" dirty="0">
                <a:solidFill>
                  <a:srgbClr val="0000FF"/>
                </a:solidFill>
                <a:latin typeface="Times New Roman" panose="02020603050405020304" pitchFamily="18" charset="0"/>
              </a:rPr>
              <a:t>KVL</a:t>
            </a:r>
            <a:r>
              <a:rPr kumimoji="1" lang="zh-CN" altLang="en-US" sz="2800" b="1" dirty="0">
                <a:solidFill>
                  <a:srgbClr val="0000FF"/>
                </a:solidFill>
                <a:latin typeface="Times New Roman" panose="02020603050405020304" pitchFamily="18" charset="0"/>
              </a:rPr>
              <a:t>、元件特性如何得到简化？</a:t>
            </a:r>
          </a:p>
        </p:txBody>
      </p:sp>
      <p:sp>
        <p:nvSpPr>
          <p:cNvPr id="24589" name="Text Box 13"/>
          <p:cNvSpPr txBox="1">
            <a:spLocks noChangeArrowheads="1"/>
          </p:cNvSpPr>
          <p:nvPr/>
        </p:nvSpPr>
        <p:spPr bwMode="auto">
          <a:xfrm>
            <a:off x="609600" y="5943600"/>
            <a:ext cx="5410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800" b="1">
                <a:solidFill>
                  <a:srgbClr val="0000FF"/>
                </a:solidFill>
                <a:latin typeface="Times New Roman" panose="02020603050405020304" pitchFamily="18" charset="0"/>
              </a:rPr>
              <a:t>微分方程的求解如何得到简化？</a:t>
            </a:r>
          </a:p>
        </p:txBody>
      </p:sp>
      <p:sp>
        <p:nvSpPr>
          <p:cNvPr id="18" name="Text Box 5"/>
          <p:cNvSpPr txBox="1">
            <a:spLocks noChangeArrowheads="1"/>
          </p:cNvSpPr>
          <p:nvPr/>
        </p:nvSpPr>
        <p:spPr bwMode="auto">
          <a:xfrm>
            <a:off x="319088" y="3686175"/>
            <a:ext cx="8507412"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dirty="0">
                <a:latin typeface="Times New Roman" panose="02020603050405020304" pitchFamily="18" charset="0"/>
              </a:rPr>
              <a:t>(c)  </a:t>
            </a:r>
            <a:r>
              <a:rPr kumimoji="1" lang="zh-CN" altLang="en-US" sz="2400" b="1" dirty="0">
                <a:solidFill>
                  <a:srgbClr val="FF0000"/>
                </a:solidFill>
                <a:latin typeface="宋体" panose="02010600030101010101" pitchFamily="2" charset="-122"/>
                <a:ea typeface="宋体" panose="02010600030101010101" pitchFamily="2" charset="-122"/>
              </a:rPr>
              <a:t>初相角</a:t>
            </a:r>
            <a:r>
              <a:rPr kumimoji="1" lang="en-US" altLang="zh-CN" sz="2400" b="1" dirty="0">
                <a:latin typeface="Times New Roman" panose="02020603050405020304" pitchFamily="18" charset="0"/>
              </a:rPr>
              <a:t>(</a:t>
            </a:r>
            <a:r>
              <a:rPr kumimoji="1" lang="en-US" altLang="zh-CN" sz="2400" b="1" i="1" dirty="0">
                <a:solidFill>
                  <a:srgbClr val="FF0000"/>
                </a:solidFill>
                <a:latin typeface="Symbol" panose="05050102010706020507" pitchFamily="18" charset="2"/>
              </a:rPr>
              <a:t>y </a:t>
            </a:r>
            <a:r>
              <a:rPr kumimoji="1" lang="en-US" altLang="zh-CN" sz="2400" b="1" dirty="0">
                <a:latin typeface="Times New Roman" panose="02020603050405020304" pitchFamily="18" charset="0"/>
              </a:rPr>
              <a:t>)</a:t>
            </a:r>
          </a:p>
        </p:txBody>
      </p:sp>
    </p:spTree>
    <p:extLst>
      <p:ext uri="{BB962C8B-B14F-4D97-AF65-F5344CB8AC3E}">
        <p14:creationId xmlns:p14="http://schemas.microsoft.com/office/powerpoint/2010/main" val="35222222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4582"/>
                                        </p:tgtEl>
                                        <p:attrNameLst>
                                          <p:attrName>style.visibility</p:attrName>
                                        </p:attrNameLst>
                                      </p:cBhvr>
                                      <p:to>
                                        <p:strVal val="visible"/>
                                      </p:to>
                                    </p:set>
                                    <p:animEffect transition="in" filter="dissolve">
                                      <p:cBhvr>
                                        <p:cTn id="7" dur="500"/>
                                        <p:tgtEl>
                                          <p:spTgt spid="245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4580"/>
                                        </p:tgtEl>
                                        <p:attrNameLst>
                                          <p:attrName>style.visibility</p:attrName>
                                        </p:attrNameLst>
                                      </p:cBhvr>
                                      <p:to>
                                        <p:strVal val="visible"/>
                                      </p:to>
                                    </p:set>
                                    <p:animEffect transition="in" filter="dissolve">
                                      <p:cBhvr>
                                        <p:cTn id="12" dur="500"/>
                                        <p:tgtEl>
                                          <p:spTgt spid="24580"/>
                                        </p:tgtEl>
                                      </p:cBhvr>
                                    </p:animEffect>
                                  </p:childTnLst>
                                </p:cTn>
                              </p:par>
                            </p:childTnLst>
                          </p:cTn>
                        </p:par>
                        <p:par>
                          <p:cTn id="13" fill="hold" nodeType="afterGroup">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24579"/>
                                        </p:tgtEl>
                                        <p:attrNameLst>
                                          <p:attrName>style.visibility</p:attrName>
                                        </p:attrNameLst>
                                      </p:cBhvr>
                                      <p:to>
                                        <p:strVal val="visible"/>
                                      </p:to>
                                    </p:set>
                                    <p:animEffect transition="in" filter="dissolve">
                                      <p:cBhvr>
                                        <p:cTn id="16" dur="500"/>
                                        <p:tgtEl>
                                          <p:spTgt spid="24579"/>
                                        </p:tgtEl>
                                      </p:cBhvr>
                                    </p:animEffect>
                                  </p:childTnLst>
                                </p:cTn>
                              </p:par>
                            </p:childTnLst>
                          </p:cTn>
                        </p:par>
                        <p:par>
                          <p:cTn id="17" fill="hold">
                            <p:stCondLst>
                              <p:cond delay="1000"/>
                            </p:stCondLst>
                            <p:childTnLst>
                              <p:par>
                                <p:cTn id="18" presetID="9" presetClass="entr" presetSubtype="0" fill="hold" grpId="0"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dissolve">
                                      <p:cBhvr>
                                        <p:cTn id="20" dur="500"/>
                                        <p:tgtEl>
                                          <p:spTgt spid="1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24584"/>
                                        </p:tgtEl>
                                        <p:attrNameLst>
                                          <p:attrName>style.visibility</p:attrName>
                                        </p:attrNameLst>
                                      </p:cBhvr>
                                      <p:to>
                                        <p:strVal val="visible"/>
                                      </p:to>
                                    </p:set>
                                    <p:animEffect transition="in" filter="dissolve">
                                      <p:cBhvr>
                                        <p:cTn id="25" dur="500"/>
                                        <p:tgtEl>
                                          <p:spTgt spid="2458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24583"/>
                                        </p:tgtEl>
                                        <p:attrNameLst>
                                          <p:attrName>style.visibility</p:attrName>
                                        </p:attrNameLst>
                                      </p:cBhvr>
                                      <p:to>
                                        <p:strVal val="visible"/>
                                      </p:to>
                                    </p:set>
                                    <p:animEffect transition="in" filter="dissolve">
                                      <p:cBhvr>
                                        <p:cTn id="30" dur="500"/>
                                        <p:tgtEl>
                                          <p:spTgt spid="24583"/>
                                        </p:tgtEl>
                                      </p:cBhvr>
                                    </p:animEffect>
                                  </p:childTnLst>
                                </p:cTn>
                              </p:par>
                            </p:childTnLst>
                          </p:cTn>
                        </p:par>
                        <p:par>
                          <p:cTn id="31" fill="hold" nodeType="afterGroup">
                            <p:stCondLst>
                              <p:cond delay="500"/>
                            </p:stCondLst>
                            <p:childTnLst>
                              <p:par>
                                <p:cTn id="32" presetID="22" presetClass="entr" presetSubtype="1" fill="hold" nodeType="afterEffect">
                                  <p:stCondLst>
                                    <p:cond delay="0"/>
                                  </p:stCondLst>
                                  <p:childTnLst>
                                    <p:set>
                                      <p:cBhvr>
                                        <p:cTn id="33" dur="1" fill="hold">
                                          <p:stCondLst>
                                            <p:cond delay="0"/>
                                          </p:stCondLst>
                                        </p:cTn>
                                        <p:tgtEl>
                                          <p:spTgt spid="24585"/>
                                        </p:tgtEl>
                                        <p:attrNameLst>
                                          <p:attrName>style.visibility</p:attrName>
                                        </p:attrNameLst>
                                      </p:cBhvr>
                                      <p:to>
                                        <p:strVal val="visible"/>
                                      </p:to>
                                    </p:set>
                                    <p:animEffect transition="in" filter="wipe(up)">
                                      <p:cBhvr>
                                        <p:cTn id="34" dur="500"/>
                                        <p:tgtEl>
                                          <p:spTgt spid="24585"/>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24586"/>
                                        </p:tgtEl>
                                        <p:attrNameLst>
                                          <p:attrName>style.visibility</p:attrName>
                                        </p:attrNameLst>
                                      </p:cBhvr>
                                      <p:to>
                                        <p:strVal val="visible"/>
                                      </p:to>
                                    </p:set>
                                    <p:animEffect transition="in" filter="dissolve">
                                      <p:cBhvr>
                                        <p:cTn id="39" dur="500"/>
                                        <p:tgtEl>
                                          <p:spTgt spid="24586"/>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24587"/>
                                        </p:tgtEl>
                                        <p:attrNameLst>
                                          <p:attrName>style.visibility</p:attrName>
                                        </p:attrNameLst>
                                      </p:cBhvr>
                                      <p:to>
                                        <p:strVal val="visible"/>
                                      </p:to>
                                    </p:set>
                                    <p:animEffect transition="in" filter="dissolve">
                                      <p:cBhvr>
                                        <p:cTn id="44" dur="500"/>
                                        <p:tgtEl>
                                          <p:spTgt spid="24587"/>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4588"/>
                                        </p:tgtEl>
                                        <p:attrNameLst>
                                          <p:attrName>style.visibility</p:attrName>
                                        </p:attrNameLst>
                                      </p:cBhvr>
                                      <p:to>
                                        <p:strVal val="visible"/>
                                      </p:to>
                                    </p:set>
                                    <p:anim calcmode="lin" valueType="num">
                                      <p:cBhvr additive="base">
                                        <p:cTn id="49" dur="500" fill="hold"/>
                                        <p:tgtEl>
                                          <p:spTgt spid="24588"/>
                                        </p:tgtEl>
                                        <p:attrNameLst>
                                          <p:attrName>ppt_x</p:attrName>
                                        </p:attrNameLst>
                                      </p:cBhvr>
                                      <p:tavLst>
                                        <p:tav tm="0">
                                          <p:val>
                                            <p:strVal val="#ppt_x"/>
                                          </p:val>
                                        </p:tav>
                                        <p:tav tm="100000">
                                          <p:val>
                                            <p:strVal val="#ppt_x"/>
                                          </p:val>
                                        </p:tav>
                                      </p:tavLst>
                                    </p:anim>
                                    <p:anim calcmode="lin" valueType="num">
                                      <p:cBhvr additive="base">
                                        <p:cTn id="50" dur="500" fill="hold"/>
                                        <p:tgtEl>
                                          <p:spTgt spid="24588"/>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4589"/>
                                        </p:tgtEl>
                                        <p:attrNameLst>
                                          <p:attrName>style.visibility</p:attrName>
                                        </p:attrNameLst>
                                      </p:cBhvr>
                                      <p:to>
                                        <p:strVal val="visible"/>
                                      </p:to>
                                    </p:set>
                                    <p:anim calcmode="lin" valueType="num">
                                      <p:cBhvr additive="base">
                                        <p:cTn id="55" dur="500" fill="hold"/>
                                        <p:tgtEl>
                                          <p:spTgt spid="24589"/>
                                        </p:tgtEl>
                                        <p:attrNameLst>
                                          <p:attrName>ppt_x</p:attrName>
                                        </p:attrNameLst>
                                      </p:cBhvr>
                                      <p:tavLst>
                                        <p:tav tm="0">
                                          <p:val>
                                            <p:strVal val="#ppt_x"/>
                                          </p:val>
                                        </p:tav>
                                        <p:tav tm="100000">
                                          <p:val>
                                            <p:strVal val="#ppt_x"/>
                                          </p:val>
                                        </p:tav>
                                      </p:tavLst>
                                    </p:anim>
                                    <p:anim calcmode="lin" valueType="num">
                                      <p:cBhvr additive="base">
                                        <p:cTn id="56" dur="500" fill="hold"/>
                                        <p:tgtEl>
                                          <p:spTgt spid="245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autoUpdateAnimBg="0"/>
      <p:bldP spid="24580" grpId="0" autoUpdateAnimBg="0"/>
      <p:bldP spid="24582" grpId="0" autoUpdateAnimBg="0"/>
      <p:bldP spid="24583" grpId="0" animBg="1" autoUpdateAnimBg="0"/>
      <p:bldP spid="24584" grpId="0" animBg="1" autoUpdateAnimBg="0"/>
      <p:bldP spid="24586" grpId="0" animBg="1" autoUpdateAnimBg="0"/>
      <p:bldP spid="24587" grpId="0" animBg="1" autoUpdateAnimBg="0"/>
      <p:bldP spid="24588" grpId="0" autoUpdateAnimBg="0"/>
      <p:bldP spid="24589" grpId="0" autoUpdateAnimBg="0"/>
      <p:bldP spid="18"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83" name="Text Box 75"/>
          <p:cNvSpPr txBox="1">
            <a:spLocks noChangeArrowheads="1"/>
          </p:cNvSpPr>
          <p:nvPr/>
        </p:nvSpPr>
        <p:spPr bwMode="auto">
          <a:xfrm>
            <a:off x="539750" y="1412875"/>
            <a:ext cx="2808288"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zh-CN" altLang="en-US" sz="2400" dirty="0">
                <a:latin typeface="Times New Roman" panose="02020603050405020304" pitchFamily="18" charset="0"/>
              </a:rPr>
              <a:t>构造一个复函数</a:t>
            </a:r>
          </a:p>
        </p:txBody>
      </p:sp>
      <p:graphicFrame>
        <p:nvGraphicFramePr>
          <p:cNvPr id="17484" name="Object 76"/>
          <p:cNvGraphicFramePr>
            <a:graphicFrameLocks noChangeAspect="1"/>
          </p:cNvGraphicFramePr>
          <p:nvPr>
            <p:extLst>
              <p:ext uri="{D42A27DB-BD31-4B8C-83A1-F6EECF244321}">
                <p14:modId xmlns:p14="http://schemas.microsoft.com/office/powerpoint/2010/main" val="3554372505"/>
              </p:ext>
            </p:extLst>
          </p:nvPr>
        </p:nvGraphicFramePr>
        <p:xfrm>
          <a:off x="3271838" y="1387475"/>
          <a:ext cx="3068637" cy="592138"/>
        </p:xfrm>
        <a:graphic>
          <a:graphicData uri="http://schemas.openxmlformats.org/presentationml/2006/ole">
            <mc:AlternateContent xmlns:mc="http://schemas.openxmlformats.org/markup-compatibility/2006">
              <mc:Choice xmlns:v="urn:schemas-microsoft-com:vml" Requires="v">
                <p:oleObj spid="_x0000_s98410" name="Equation" r:id="rId3" imgW="1130040" imgH="241200" progId="Equation.DSMT4">
                  <p:embed/>
                </p:oleObj>
              </mc:Choice>
              <mc:Fallback>
                <p:oleObj name="Equation" r:id="rId3" imgW="1130040" imgH="241200" progId="Equation.DSMT4">
                  <p:embed/>
                  <p:pic>
                    <p:nvPicPr>
                      <p:cNvPr id="17484" name="Object 76"/>
                      <p:cNvPicPr>
                        <a:picLocks noChangeAspect="1" noChangeArrowheads="1"/>
                      </p:cNvPicPr>
                      <p:nvPr/>
                    </p:nvPicPr>
                    <p:blipFill>
                      <a:blip r:embed="rId4"/>
                      <a:srcRect/>
                      <a:stretch>
                        <a:fillRect/>
                      </a:stretch>
                    </p:blipFill>
                    <p:spPr bwMode="auto">
                      <a:xfrm>
                        <a:off x="3271838" y="1387475"/>
                        <a:ext cx="3068637" cy="592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86" name="Text Box 78"/>
          <p:cNvSpPr txBox="1">
            <a:spLocks noChangeArrowheads="1"/>
          </p:cNvSpPr>
          <p:nvPr/>
        </p:nvSpPr>
        <p:spPr bwMode="auto">
          <a:xfrm>
            <a:off x="468313" y="2852738"/>
            <a:ext cx="3240087"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zh-CN" altLang="en-US" sz="2400" dirty="0">
                <a:latin typeface="Times New Roman" panose="02020603050405020304" pitchFamily="18" charset="0"/>
              </a:rPr>
              <a:t>对 </a:t>
            </a:r>
            <a:r>
              <a:rPr kumimoji="1" lang="en-US" altLang="zh-CN" sz="2400" b="0" i="1" dirty="0">
                <a:latin typeface="Times New Roman" panose="02020603050405020304" pitchFamily="18" charset="0"/>
                <a:ea typeface="宋体" panose="02010600030101010101" pitchFamily="2" charset="-122"/>
              </a:rPr>
              <a:t>F</a:t>
            </a:r>
            <a:r>
              <a:rPr kumimoji="1" lang="en-US" altLang="zh-CN" sz="2400" b="0" dirty="0">
                <a:latin typeface="Times New Roman" panose="02020603050405020304" pitchFamily="18" charset="0"/>
                <a:ea typeface="宋体" panose="02010600030101010101" pitchFamily="2" charset="-122"/>
              </a:rPr>
              <a:t>(</a:t>
            </a:r>
            <a:r>
              <a:rPr kumimoji="1" lang="en-US" altLang="zh-CN" sz="2400" b="0" i="1" dirty="0">
                <a:latin typeface="Times New Roman" panose="02020603050405020304" pitchFamily="18" charset="0"/>
                <a:ea typeface="宋体" panose="02010600030101010101" pitchFamily="2" charset="-122"/>
              </a:rPr>
              <a:t>t</a:t>
            </a:r>
            <a:r>
              <a:rPr kumimoji="1" lang="en-US" altLang="zh-CN" sz="2400" b="0" dirty="0">
                <a:latin typeface="Times New Roman" panose="02020603050405020304" pitchFamily="18" charset="0"/>
                <a:ea typeface="宋体" panose="02010600030101010101" pitchFamily="2" charset="-122"/>
              </a:rPr>
              <a:t>) </a:t>
            </a:r>
            <a:r>
              <a:rPr kumimoji="1" lang="zh-CN" altLang="en-US" sz="2400" dirty="0">
                <a:latin typeface="Times New Roman" panose="02020603050405020304" pitchFamily="18" charset="0"/>
              </a:rPr>
              <a:t>取实部</a:t>
            </a:r>
          </a:p>
        </p:txBody>
      </p:sp>
      <p:graphicFrame>
        <p:nvGraphicFramePr>
          <p:cNvPr id="17488" name="Object 80"/>
          <p:cNvGraphicFramePr>
            <a:graphicFrameLocks noChangeAspect="1"/>
          </p:cNvGraphicFramePr>
          <p:nvPr>
            <p:extLst>
              <p:ext uri="{D42A27DB-BD31-4B8C-83A1-F6EECF244321}">
                <p14:modId xmlns:p14="http://schemas.microsoft.com/office/powerpoint/2010/main" val="2257648536"/>
              </p:ext>
            </p:extLst>
          </p:nvPr>
        </p:nvGraphicFramePr>
        <p:xfrm>
          <a:off x="3255963" y="2824163"/>
          <a:ext cx="5010150" cy="557212"/>
        </p:xfrm>
        <a:graphic>
          <a:graphicData uri="http://schemas.openxmlformats.org/presentationml/2006/ole">
            <mc:AlternateContent xmlns:mc="http://schemas.openxmlformats.org/markup-compatibility/2006">
              <mc:Choice xmlns:v="urn:schemas-microsoft-com:vml" Requires="v">
                <p:oleObj spid="_x0000_s98411" name="Equation" r:id="rId5" imgW="2158920" imgH="241200" progId="Equation.DSMT4">
                  <p:embed/>
                </p:oleObj>
              </mc:Choice>
              <mc:Fallback>
                <p:oleObj name="Equation" r:id="rId5" imgW="2158920" imgH="241200" progId="Equation.DSMT4">
                  <p:embed/>
                  <p:pic>
                    <p:nvPicPr>
                      <p:cNvPr id="17488" name="Object 80"/>
                      <p:cNvPicPr>
                        <a:picLocks noChangeAspect="1" noChangeArrowheads="1"/>
                      </p:cNvPicPr>
                      <p:nvPr/>
                    </p:nvPicPr>
                    <p:blipFill>
                      <a:blip r:embed="rId6"/>
                      <a:srcRect/>
                      <a:stretch>
                        <a:fillRect/>
                      </a:stretch>
                    </p:blipFill>
                    <p:spPr bwMode="auto">
                      <a:xfrm>
                        <a:off x="3255963" y="2824163"/>
                        <a:ext cx="5010150" cy="557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89" name="Text Box 81"/>
          <p:cNvSpPr txBox="1">
            <a:spLocks noChangeArrowheads="1"/>
          </p:cNvSpPr>
          <p:nvPr/>
        </p:nvSpPr>
        <p:spPr bwMode="auto">
          <a:xfrm>
            <a:off x="971550" y="3849391"/>
            <a:ext cx="5256212" cy="984500"/>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just">
              <a:lnSpc>
                <a:spcPct val="130000"/>
              </a:lnSpc>
            </a:pPr>
            <a:r>
              <a:rPr kumimoji="1" lang="en-US" altLang="zh-CN" sz="2400" dirty="0">
                <a:latin typeface="楷体_GB2312" pitchFamily="49" charset="-122"/>
              </a:rPr>
              <a:t>      </a:t>
            </a:r>
            <a:r>
              <a:rPr kumimoji="1" lang="zh-CN" altLang="en-US" sz="2400" dirty="0">
                <a:latin typeface="楷体_GB2312" pitchFamily="49" charset="-122"/>
              </a:rPr>
              <a:t>任意一个正弦时间函数都有唯一与其对应的复数函数。</a:t>
            </a:r>
          </a:p>
        </p:txBody>
      </p:sp>
      <p:graphicFrame>
        <p:nvGraphicFramePr>
          <p:cNvPr id="17490" name="Object 82"/>
          <p:cNvGraphicFramePr>
            <a:graphicFrameLocks noChangeAspect="1"/>
          </p:cNvGraphicFramePr>
          <p:nvPr>
            <p:extLst>
              <p:ext uri="{D42A27DB-BD31-4B8C-83A1-F6EECF244321}">
                <p14:modId xmlns:p14="http://schemas.microsoft.com/office/powerpoint/2010/main" val="3893384881"/>
              </p:ext>
            </p:extLst>
          </p:nvPr>
        </p:nvGraphicFramePr>
        <p:xfrm>
          <a:off x="1163638" y="5043488"/>
          <a:ext cx="6673850" cy="612775"/>
        </p:xfrm>
        <a:graphic>
          <a:graphicData uri="http://schemas.openxmlformats.org/presentationml/2006/ole">
            <mc:AlternateContent xmlns:mc="http://schemas.openxmlformats.org/markup-compatibility/2006">
              <mc:Choice xmlns:v="urn:schemas-microsoft-com:vml" Requires="v">
                <p:oleObj spid="_x0000_s98412" name="Equation" r:id="rId7" imgW="2730240" imgH="253800" progId="Equation.DSMT4">
                  <p:embed/>
                </p:oleObj>
              </mc:Choice>
              <mc:Fallback>
                <p:oleObj name="Equation" r:id="rId7" imgW="2730240" imgH="253800" progId="Equation.DSMT4">
                  <p:embed/>
                  <p:pic>
                    <p:nvPicPr>
                      <p:cNvPr id="17490" name="Object 82"/>
                      <p:cNvPicPr>
                        <a:picLocks noChangeAspect="1" noChangeArrowheads="1"/>
                      </p:cNvPicPr>
                      <p:nvPr/>
                    </p:nvPicPr>
                    <p:blipFill>
                      <a:blip r:embed="rId8"/>
                      <a:srcRect/>
                      <a:stretch>
                        <a:fillRect/>
                      </a:stretch>
                    </p:blipFill>
                    <p:spPr bwMode="auto">
                      <a:xfrm>
                        <a:off x="1163638" y="5043488"/>
                        <a:ext cx="6673850"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97" name="Object 89"/>
          <p:cNvGraphicFramePr>
            <a:graphicFrameLocks noChangeAspect="1"/>
          </p:cNvGraphicFramePr>
          <p:nvPr>
            <p:extLst>
              <p:ext uri="{D42A27DB-BD31-4B8C-83A1-F6EECF244321}">
                <p14:modId xmlns:p14="http://schemas.microsoft.com/office/powerpoint/2010/main" val="1129546197"/>
              </p:ext>
            </p:extLst>
          </p:nvPr>
        </p:nvGraphicFramePr>
        <p:xfrm>
          <a:off x="2882900" y="2176463"/>
          <a:ext cx="5299075" cy="539750"/>
        </p:xfrm>
        <a:graphic>
          <a:graphicData uri="http://schemas.openxmlformats.org/presentationml/2006/ole">
            <mc:AlternateContent xmlns:mc="http://schemas.openxmlformats.org/markup-compatibility/2006">
              <mc:Choice xmlns:v="urn:schemas-microsoft-com:vml" Requires="v">
                <p:oleObj spid="_x0000_s98413" name="Equation" r:id="rId9" imgW="2361960" imgH="241200" progId="Equation.DSMT4">
                  <p:embed/>
                </p:oleObj>
              </mc:Choice>
              <mc:Fallback>
                <p:oleObj name="Equation" r:id="rId9" imgW="2361960" imgH="241200" progId="Equation.DSMT4">
                  <p:embed/>
                  <p:pic>
                    <p:nvPicPr>
                      <p:cNvPr id="17497" name="Object 89"/>
                      <p:cNvPicPr>
                        <a:picLocks noChangeAspect="1" noChangeArrowheads="1"/>
                      </p:cNvPicPr>
                      <p:nvPr/>
                    </p:nvPicPr>
                    <p:blipFill>
                      <a:blip r:embed="rId10"/>
                      <a:srcRect/>
                      <a:stretch>
                        <a:fillRect/>
                      </a:stretch>
                    </p:blipFill>
                    <p:spPr bwMode="auto">
                      <a:xfrm>
                        <a:off x="2882900" y="2176463"/>
                        <a:ext cx="5299075" cy="539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98" name="AutoShape 90" descr="羊皮纸"/>
          <p:cNvSpPr>
            <a:spLocks noChangeArrowheads="1"/>
          </p:cNvSpPr>
          <p:nvPr/>
        </p:nvSpPr>
        <p:spPr bwMode="auto">
          <a:xfrm>
            <a:off x="5724525" y="549275"/>
            <a:ext cx="2376488" cy="576263"/>
          </a:xfrm>
          <a:prstGeom prst="wedgeRoundRectCallout">
            <a:avLst>
              <a:gd name="adj1" fmla="val -119940"/>
              <a:gd name="adj2" fmla="val 127963"/>
              <a:gd name="adj3" fmla="val 16667"/>
            </a:avLst>
          </a:prstGeom>
          <a:blipFill dpi="0" rotWithShape="1">
            <a:blip r:embed="rId11"/>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400"/>
              <a:t>无物理意义</a:t>
            </a:r>
          </a:p>
        </p:txBody>
      </p:sp>
      <p:sp>
        <p:nvSpPr>
          <p:cNvPr id="17499" name="AutoShape 91" descr="羊皮纸"/>
          <p:cNvSpPr>
            <a:spLocks noChangeArrowheads="1"/>
          </p:cNvSpPr>
          <p:nvPr/>
        </p:nvSpPr>
        <p:spPr bwMode="auto">
          <a:xfrm>
            <a:off x="6227763" y="3573463"/>
            <a:ext cx="2376487" cy="935037"/>
          </a:xfrm>
          <a:prstGeom prst="wedgeRoundRectCallout">
            <a:avLst>
              <a:gd name="adj1" fmla="val -89681"/>
              <a:gd name="adj2" fmla="val -79032"/>
              <a:gd name="adj3" fmla="val 16667"/>
            </a:avLst>
          </a:prstGeom>
          <a:blipFill dpi="0" rotWithShape="1">
            <a:blip r:embed="rId11"/>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zh-CN" altLang="en-US" sz="2400">
                <a:latin typeface="楷体_GB2312" pitchFamily="49" charset="-122"/>
              </a:rPr>
              <a:t>是一个正弦量 有物理意义</a:t>
            </a:r>
          </a:p>
        </p:txBody>
      </p:sp>
      <p:sp>
        <p:nvSpPr>
          <p:cNvPr id="17503" name="Text Box 95"/>
          <p:cNvSpPr txBox="1">
            <a:spLocks noChangeArrowheads="1"/>
          </p:cNvSpPr>
          <p:nvPr/>
        </p:nvSpPr>
        <p:spPr bwMode="auto">
          <a:xfrm>
            <a:off x="354523" y="144910"/>
            <a:ext cx="4895850" cy="584775"/>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98000" rIns="198000">
            <a:spAutoFit/>
          </a:bodyPr>
          <a:lstStyle/>
          <a:p>
            <a:pPr>
              <a:spcBef>
                <a:spcPct val="50000"/>
              </a:spcBef>
            </a:pPr>
            <a:r>
              <a:rPr kumimoji="1" lang="en-US" altLang="zh-CN" sz="3200" dirty="0">
                <a:latin typeface="楷体_GB2312" pitchFamily="49" charset="-122"/>
              </a:rPr>
              <a:t>3. </a:t>
            </a:r>
            <a:r>
              <a:rPr kumimoji="1" lang="zh-CN" altLang="en-US" sz="3200" dirty="0">
                <a:latin typeface="楷体_GB2312" pitchFamily="49" charset="-122"/>
              </a:rPr>
              <a:t>正弦量的相量表示</a:t>
            </a:r>
          </a:p>
        </p:txBody>
      </p:sp>
      <p:sp>
        <p:nvSpPr>
          <p:cNvPr id="17516" name="Text Box 108"/>
          <p:cNvSpPr txBox="1">
            <a:spLocks noChangeArrowheads="1"/>
          </p:cNvSpPr>
          <p:nvPr/>
        </p:nvSpPr>
        <p:spPr bwMode="auto">
          <a:xfrm>
            <a:off x="827584" y="3782419"/>
            <a:ext cx="100540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3200" dirty="0">
                <a:solidFill>
                  <a:srgbClr val="FF0000"/>
                </a:solidFill>
                <a:latin typeface="Times New Roman" panose="02020603050405020304" pitchFamily="18" charset="0"/>
                <a:ea typeface="华文行楷" panose="02010800040101010101" pitchFamily="2" charset="-122"/>
              </a:rPr>
              <a:t>结论</a:t>
            </a:r>
          </a:p>
        </p:txBody>
      </p:sp>
    </p:spTree>
    <p:extLst>
      <p:ext uri="{BB962C8B-B14F-4D97-AF65-F5344CB8AC3E}">
        <p14:creationId xmlns:p14="http://schemas.microsoft.com/office/powerpoint/2010/main" val="13071795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17503"/>
                                        </p:tgtEl>
                                        <p:attrNameLst>
                                          <p:attrName>style.visibility</p:attrName>
                                        </p:attrNameLst>
                                      </p:cBhvr>
                                      <p:to>
                                        <p:strVal val="visible"/>
                                      </p:to>
                                    </p:set>
                                    <p:anim calcmode="lin" valueType="num">
                                      <p:cBhvr additive="base">
                                        <p:cTn id="7" dur="500" fill="hold"/>
                                        <p:tgtEl>
                                          <p:spTgt spid="17503"/>
                                        </p:tgtEl>
                                        <p:attrNameLst>
                                          <p:attrName>ppt_x</p:attrName>
                                        </p:attrNameLst>
                                      </p:cBhvr>
                                      <p:tavLst>
                                        <p:tav tm="0">
                                          <p:val>
                                            <p:strVal val="0-#ppt_w/2"/>
                                          </p:val>
                                        </p:tav>
                                        <p:tav tm="100000">
                                          <p:val>
                                            <p:strVal val="#ppt_x"/>
                                          </p:val>
                                        </p:tav>
                                      </p:tavLst>
                                    </p:anim>
                                    <p:anim calcmode="lin" valueType="num">
                                      <p:cBhvr additive="base">
                                        <p:cTn id="8" dur="500" fill="hold"/>
                                        <p:tgtEl>
                                          <p:spTgt spid="1750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17483"/>
                                        </p:tgtEl>
                                        <p:attrNameLst>
                                          <p:attrName>style.visibility</p:attrName>
                                        </p:attrNameLst>
                                      </p:cBhvr>
                                      <p:to>
                                        <p:strVal val="visible"/>
                                      </p:to>
                                    </p:set>
                                    <p:animEffect transition="in" filter="blinds(vertical)">
                                      <p:cBhvr>
                                        <p:cTn id="13" dur="500"/>
                                        <p:tgtEl>
                                          <p:spTgt spid="1748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7" presetClass="entr" presetSubtype="10" fill="hold" nodeType="clickEffect">
                                  <p:stCondLst>
                                    <p:cond delay="0"/>
                                  </p:stCondLst>
                                  <p:childTnLst>
                                    <p:set>
                                      <p:cBhvr>
                                        <p:cTn id="17" dur="1" fill="hold">
                                          <p:stCondLst>
                                            <p:cond delay="0"/>
                                          </p:stCondLst>
                                        </p:cTn>
                                        <p:tgtEl>
                                          <p:spTgt spid="17484"/>
                                        </p:tgtEl>
                                        <p:attrNameLst>
                                          <p:attrName>style.visibility</p:attrName>
                                        </p:attrNameLst>
                                      </p:cBhvr>
                                      <p:to>
                                        <p:strVal val="visible"/>
                                      </p:to>
                                    </p:set>
                                    <p:anim calcmode="lin" valueType="num">
                                      <p:cBhvr>
                                        <p:cTn id="18" dur="500" fill="hold"/>
                                        <p:tgtEl>
                                          <p:spTgt spid="17484"/>
                                        </p:tgtEl>
                                        <p:attrNameLst>
                                          <p:attrName>ppt_w</p:attrName>
                                        </p:attrNameLst>
                                      </p:cBhvr>
                                      <p:tavLst>
                                        <p:tav tm="0">
                                          <p:val>
                                            <p:fltVal val="0"/>
                                          </p:val>
                                        </p:tav>
                                        <p:tav tm="100000">
                                          <p:val>
                                            <p:strVal val="#ppt_w"/>
                                          </p:val>
                                        </p:tav>
                                      </p:tavLst>
                                    </p:anim>
                                    <p:anim calcmode="lin" valueType="num">
                                      <p:cBhvr>
                                        <p:cTn id="19" dur="500" fill="hold"/>
                                        <p:tgtEl>
                                          <p:spTgt spid="17484"/>
                                        </p:tgtEl>
                                        <p:attrNameLst>
                                          <p:attrName>ppt_h</p:attrName>
                                        </p:attrNameLst>
                                      </p:cBhvr>
                                      <p:tavLst>
                                        <p:tav tm="0">
                                          <p:val>
                                            <p:strVal val="#ppt_h"/>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17497"/>
                                        </p:tgtEl>
                                        <p:attrNameLst>
                                          <p:attrName>style.visibility</p:attrName>
                                        </p:attrNameLst>
                                      </p:cBhvr>
                                      <p:to>
                                        <p:strVal val="visible"/>
                                      </p:to>
                                    </p:set>
                                    <p:animEffect transition="in" filter="wipe(left)">
                                      <p:cBhvr>
                                        <p:cTn id="24" dur="2000"/>
                                        <p:tgtEl>
                                          <p:spTgt spid="17497"/>
                                        </p:tgtEl>
                                      </p:cBhvr>
                                    </p:animEffect>
                                  </p:childTnLst>
                                </p:cTn>
                              </p:par>
                            </p:childTnLst>
                          </p:cTn>
                        </p:par>
                        <p:par>
                          <p:cTn id="25" fill="hold" nodeType="afterGroup">
                            <p:stCondLst>
                              <p:cond delay="2000"/>
                            </p:stCondLst>
                            <p:childTnLst>
                              <p:par>
                                <p:cTn id="26" presetID="20" presetClass="entr" presetSubtype="0" fill="hold" grpId="0" nodeType="afterEffect">
                                  <p:stCondLst>
                                    <p:cond delay="0"/>
                                  </p:stCondLst>
                                  <p:childTnLst>
                                    <p:set>
                                      <p:cBhvr>
                                        <p:cTn id="27" dur="1" fill="hold">
                                          <p:stCondLst>
                                            <p:cond delay="0"/>
                                          </p:stCondLst>
                                        </p:cTn>
                                        <p:tgtEl>
                                          <p:spTgt spid="17498"/>
                                        </p:tgtEl>
                                        <p:attrNameLst>
                                          <p:attrName>style.visibility</p:attrName>
                                        </p:attrNameLst>
                                      </p:cBhvr>
                                      <p:to>
                                        <p:strVal val="visible"/>
                                      </p:to>
                                    </p:set>
                                    <p:animEffect transition="in" filter="wedge">
                                      <p:cBhvr>
                                        <p:cTn id="28" dur="2000"/>
                                        <p:tgtEl>
                                          <p:spTgt spid="1749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17486"/>
                                        </p:tgtEl>
                                        <p:attrNameLst>
                                          <p:attrName>style.visibility</p:attrName>
                                        </p:attrNameLst>
                                      </p:cBhvr>
                                      <p:to>
                                        <p:strVal val="visible"/>
                                      </p:to>
                                    </p:set>
                                    <p:anim calcmode="lin" valueType="num">
                                      <p:cBhvr additive="base">
                                        <p:cTn id="33" dur="500" fill="hold"/>
                                        <p:tgtEl>
                                          <p:spTgt spid="17486"/>
                                        </p:tgtEl>
                                        <p:attrNameLst>
                                          <p:attrName>ppt_x</p:attrName>
                                        </p:attrNameLst>
                                      </p:cBhvr>
                                      <p:tavLst>
                                        <p:tav tm="0">
                                          <p:val>
                                            <p:strVal val="0-#ppt_w/2"/>
                                          </p:val>
                                        </p:tav>
                                        <p:tav tm="100000">
                                          <p:val>
                                            <p:strVal val="#ppt_x"/>
                                          </p:val>
                                        </p:tav>
                                      </p:tavLst>
                                    </p:anim>
                                    <p:anim calcmode="lin" valueType="num">
                                      <p:cBhvr additive="base">
                                        <p:cTn id="34" dur="500" fill="hold"/>
                                        <p:tgtEl>
                                          <p:spTgt spid="17486"/>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17488"/>
                                        </p:tgtEl>
                                        <p:attrNameLst>
                                          <p:attrName>style.visibility</p:attrName>
                                        </p:attrNameLst>
                                      </p:cBhvr>
                                      <p:to>
                                        <p:strVal val="visible"/>
                                      </p:to>
                                    </p:set>
                                    <p:animEffect transition="in" filter="wipe(left)">
                                      <p:cBhvr>
                                        <p:cTn id="39" dur="2000"/>
                                        <p:tgtEl>
                                          <p:spTgt spid="17488"/>
                                        </p:tgtEl>
                                      </p:cBhvr>
                                    </p:animEffect>
                                  </p:childTnLst>
                                </p:cTn>
                              </p:par>
                            </p:childTnLst>
                          </p:cTn>
                        </p:par>
                        <p:par>
                          <p:cTn id="40" fill="hold" nodeType="afterGroup">
                            <p:stCondLst>
                              <p:cond delay="2000"/>
                            </p:stCondLst>
                            <p:childTnLst>
                              <p:par>
                                <p:cTn id="41" presetID="20" presetClass="entr" presetSubtype="0" fill="hold" grpId="0" nodeType="afterEffect">
                                  <p:stCondLst>
                                    <p:cond delay="0"/>
                                  </p:stCondLst>
                                  <p:childTnLst>
                                    <p:set>
                                      <p:cBhvr>
                                        <p:cTn id="42" dur="1" fill="hold">
                                          <p:stCondLst>
                                            <p:cond delay="0"/>
                                          </p:stCondLst>
                                        </p:cTn>
                                        <p:tgtEl>
                                          <p:spTgt spid="17499"/>
                                        </p:tgtEl>
                                        <p:attrNameLst>
                                          <p:attrName>style.visibility</p:attrName>
                                        </p:attrNameLst>
                                      </p:cBhvr>
                                      <p:to>
                                        <p:strVal val="visible"/>
                                      </p:to>
                                    </p:set>
                                    <p:animEffect transition="in" filter="wedge">
                                      <p:cBhvr>
                                        <p:cTn id="43" dur="2000"/>
                                        <p:tgtEl>
                                          <p:spTgt spid="17499"/>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7516"/>
                                        </p:tgtEl>
                                        <p:attrNameLst>
                                          <p:attrName>style.visibility</p:attrName>
                                        </p:attrNameLst>
                                      </p:cBhvr>
                                      <p:to>
                                        <p:strVal val="visible"/>
                                      </p:to>
                                    </p:set>
                                  </p:childTnLst>
                                </p:cTn>
                              </p:par>
                            </p:childTnLst>
                          </p:cTn>
                        </p:par>
                        <p:par>
                          <p:cTn id="48" fill="hold">
                            <p:stCondLst>
                              <p:cond delay="0"/>
                            </p:stCondLst>
                            <p:childTnLst>
                              <p:par>
                                <p:cTn id="49" presetID="4" presetClass="entr" presetSubtype="32" fill="hold" grpId="0" nodeType="afterEffect">
                                  <p:stCondLst>
                                    <p:cond delay="0"/>
                                  </p:stCondLst>
                                  <p:childTnLst>
                                    <p:set>
                                      <p:cBhvr>
                                        <p:cTn id="50" dur="1" fill="hold">
                                          <p:stCondLst>
                                            <p:cond delay="0"/>
                                          </p:stCondLst>
                                        </p:cTn>
                                        <p:tgtEl>
                                          <p:spTgt spid="17489"/>
                                        </p:tgtEl>
                                        <p:attrNameLst>
                                          <p:attrName>style.visibility</p:attrName>
                                        </p:attrNameLst>
                                      </p:cBhvr>
                                      <p:to>
                                        <p:strVal val="visible"/>
                                      </p:to>
                                    </p:set>
                                    <p:animEffect transition="in" filter="box(out)">
                                      <p:cBhvr>
                                        <p:cTn id="51" dur="500"/>
                                        <p:tgtEl>
                                          <p:spTgt spid="17489"/>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17490"/>
                                        </p:tgtEl>
                                        <p:attrNameLst>
                                          <p:attrName>style.visibility</p:attrName>
                                        </p:attrNameLst>
                                      </p:cBhvr>
                                      <p:to>
                                        <p:strVal val="visible"/>
                                      </p:to>
                                    </p:set>
                                    <p:animEffect transition="in" filter="wipe(left)">
                                      <p:cBhvr>
                                        <p:cTn id="56" dur="2000"/>
                                        <p:tgtEl>
                                          <p:spTgt spid="174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83" grpId="0" autoUpdateAnimBg="0"/>
      <p:bldP spid="17486" grpId="0" autoUpdateAnimBg="0"/>
      <p:bldP spid="17489" grpId="0"/>
      <p:bldP spid="17498" grpId="0" animBg="1"/>
      <p:bldP spid="17499" grpId="0" animBg="1"/>
      <p:bldP spid="17503" grpId="0"/>
      <p:bldP spid="1751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40" name="Text Box 8"/>
          <p:cNvSpPr txBox="1">
            <a:spLocks noChangeArrowheads="1"/>
          </p:cNvSpPr>
          <p:nvPr/>
        </p:nvSpPr>
        <p:spPr bwMode="auto">
          <a:xfrm>
            <a:off x="611560" y="2209800"/>
            <a:ext cx="6192838" cy="1126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nSpc>
                <a:spcPct val="120000"/>
              </a:lnSpc>
            </a:pPr>
            <a:r>
              <a:rPr kumimoji="1" lang="en-US" altLang="zh-CN" sz="2800" b="0" i="1" dirty="0">
                <a:ea typeface="宋体" panose="02010600030101010101" pitchFamily="2" charset="-122"/>
              </a:rPr>
              <a:t>F</a:t>
            </a:r>
            <a:r>
              <a:rPr kumimoji="1" lang="en-US" altLang="zh-CN" sz="2800" b="0" dirty="0">
                <a:ea typeface="宋体" panose="02010600030101010101" pitchFamily="2" charset="-122"/>
              </a:rPr>
              <a:t>(</a:t>
            </a:r>
            <a:r>
              <a:rPr kumimoji="1" lang="en-US" altLang="zh-CN" sz="2800" b="0" i="1" dirty="0">
                <a:ea typeface="宋体" panose="02010600030101010101" pitchFamily="2" charset="-122"/>
              </a:rPr>
              <a:t>t</a:t>
            </a:r>
            <a:r>
              <a:rPr kumimoji="1" lang="en-US" altLang="zh-CN" sz="2800" b="0" dirty="0">
                <a:ea typeface="宋体" panose="02010600030101010101" pitchFamily="2" charset="-122"/>
              </a:rPr>
              <a:t>) </a:t>
            </a:r>
            <a:r>
              <a:rPr kumimoji="1" lang="zh-CN" altLang="en-US" sz="2800" dirty="0"/>
              <a:t>包含了三要素</a:t>
            </a:r>
            <a:r>
              <a:rPr kumimoji="1" lang="zh-CN" altLang="en-US" sz="2800" dirty="0">
                <a:ea typeface="宋体" panose="02010600030101010101" pitchFamily="2" charset="-122"/>
              </a:rPr>
              <a:t>：</a:t>
            </a:r>
            <a:r>
              <a:rPr kumimoji="1" lang="en-US" altLang="zh-CN" sz="2800" b="0" i="1" dirty="0">
                <a:ea typeface="宋体" panose="02010600030101010101" pitchFamily="2" charset="-122"/>
              </a:rPr>
              <a:t>I</a:t>
            </a:r>
            <a:r>
              <a:rPr kumimoji="1" lang="zh-CN" altLang="en-US" sz="2800" b="0" dirty="0">
                <a:ea typeface="宋体" panose="02010600030101010101" pitchFamily="2" charset="-122"/>
              </a:rPr>
              <a:t>、 </a:t>
            </a:r>
            <a:r>
              <a:rPr kumimoji="1" lang="zh-CN" altLang="en-US" sz="2800" b="0" i="1" dirty="0">
                <a:ea typeface="宋体" panose="02010600030101010101" pitchFamily="2" charset="-122"/>
                <a:sym typeface="Symbol" panose="05050102010706020507" pitchFamily="18" charset="2"/>
              </a:rPr>
              <a:t> </a:t>
            </a:r>
            <a:r>
              <a:rPr kumimoji="1" lang="zh-CN" altLang="en-US" sz="2800" b="0" dirty="0">
                <a:ea typeface="宋体" panose="02010600030101010101" pitchFamily="2" charset="-122"/>
              </a:rPr>
              <a:t>、</a:t>
            </a:r>
            <a:r>
              <a:rPr kumimoji="1" lang="zh-CN" altLang="en-US" sz="2800" b="0" i="1" dirty="0">
                <a:ea typeface="宋体" panose="02010600030101010101" pitchFamily="2" charset="-122"/>
                <a:sym typeface="Symbol" panose="05050102010706020507" pitchFamily="18" charset="2"/>
              </a:rPr>
              <a:t></a:t>
            </a:r>
            <a:r>
              <a:rPr kumimoji="1" lang="zh-CN" altLang="en-US" sz="2800" dirty="0">
                <a:latin typeface="Symbol" panose="05050102010706020507" pitchFamily="18" charset="2"/>
                <a:ea typeface="宋体" panose="02010600030101010101" pitchFamily="2" charset="-122"/>
              </a:rPr>
              <a:t>，</a:t>
            </a:r>
          </a:p>
          <a:p>
            <a:pPr>
              <a:lnSpc>
                <a:spcPct val="120000"/>
              </a:lnSpc>
            </a:pPr>
            <a:r>
              <a:rPr kumimoji="1" lang="zh-CN" altLang="zh-CN" sz="2800" dirty="0">
                <a:latin typeface="Symbol" panose="05050102010706020507" pitchFamily="18" charset="2"/>
              </a:rPr>
              <a:t>复常数</a:t>
            </a:r>
            <a:r>
              <a:rPr kumimoji="1" lang="en-US" altLang="zh-CN" sz="2800" dirty="0">
                <a:latin typeface="Symbol" panose="05050102010706020507" pitchFamily="18" charset="2"/>
              </a:rPr>
              <a:t>(</a:t>
            </a:r>
            <a:r>
              <a:rPr kumimoji="1" lang="zh-CN" altLang="en-US" sz="2800" dirty="0">
                <a:latin typeface="Symbol" panose="05050102010706020507" pitchFamily="18" charset="2"/>
              </a:rPr>
              <a:t>相量</a:t>
            </a:r>
            <a:r>
              <a:rPr kumimoji="1" lang="en-US" altLang="zh-CN" sz="2800" dirty="0">
                <a:latin typeface="Symbol" panose="05050102010706020507" pitchFamily="18" charset="2"/>
              </a:rPr>
              <a:t>)</a:t>
            </a:r>
            <a:r>
              <a:rPr kumimoji="1" lang="zh-CN" altLang="zh-CN" sz="2800" dirty="0">
                <a:latin typeface="Symbol" panose="05050102010706020507" pitchFamily="18" charset="2"/>
              </a:rPr>
              <a:t>包含了两个要素：</a:t>
            </a:r>
            <a:r>
              <a:rPr kumimoji="1" lang="en-US" altLang="zh-CN" sz="2800" b="0" i="1" dirty="0">
                <a:latin typeface="Symbol" panose="05050102010706020507" pitchFamily="18" charset="2"/>
                <a:ea typeface="宋体" panose="02010600030101010101" pitchFamily="2" charset="-122"/>
              </a:rPr>
              <a:t>I</a:t>
            </a:r>
            <a:r>
              <a:rPr kumimoji="1" lang="en-US" altLang="zh-CN" sz="2800" b="0" dirty="0">
                <a:latin typeface="Symbol" panose="05050102010706020507" pitchFamily="18" charset="2"/>
                <a:ea typeface="宋体" panose="02010600030101010101" pitchFamily="2" charset="-122"/>
              </a:rPr>
              <a:t> </a:t>
            </a:r>
            <a:r>
              <a:rPr kumimoji="1" lang="en-US" altLang="zh-CN" sz="2800" b="0" dirty="0">
                <a:ea typeface="宋体" panose="02010600030101010101" pitchFamily="2" charset="-122"/>
              </a:rPr>
              <a:t>, </a:t>
            </a:r>
            <a:r>
              <a:rPr kumimoji="1" lang="en-US" altLang="zh-CN" sz="2800" b="0" i="1" dirty="0">
                <a:latin typeface="Symbol" panose="05050102010706020507" pitchFamily="18" charset="2"/>
                <a:ea typeface="宋体" panose="02010600030101010101" pitchFamily="2" charset="-122"/>
                <a:sym typeface="Symbol" panose="05050102010706020507" pitchFamily="18" charset="2"/>
              </a:rPr>
              <a:t></a:t>
            </a:r>
            <a:r>
              <a:rPr kumimoji="1" lang="en-US" altLang="zh-CN" sz="2800" b="0" i="1" dirty="0">
                <a:latin typeface="Symbol" panose="05050102010706020507" pitchFamily="18" charset="2"/>
                <a:ea typeface="宋体" panose="02010600030101010101" pitchFamily="2" charset="-122"/>
              </a:rPr>
              <a:t> </a:t>
            </a:r>
            <a:r>
              <a:rPr kumimoji="1" lang="zh-CN" altLang="en-US" sz="2800" b="0" dirty="0">
                <a:latin typeface="Symbol" panose="05050102010706020507" pitchFamily="18" charset="2"/>
                <a:ea typeface="宋体" panose="02010600030101010101" pitchFamily="2" charset="-122"/>
              </a:rPr>
              <a:t>。</a:t>
            </a:r>
          </a:p>
        </p:txBody>
      </p:sp>
      <p:sp>
        <p:nvSpPr>
          <p:cNvPr id="69641" name="Text Box 9"/>
          <p:cNvSpPr txBox="1">
            <a:spLocks noChangeArrowheads="1"/>
          </p:cNvSpPr>
          <p:nvPr/>
        </p:nvSpPr>
        <p:spPr bwMode="auto">
          <a:xfrm>
            <a:off x="827088" y="620713"/>
            <a:ext cx="2613025"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2800" b="0" i="1" dirty="0">
                <a:latin typeface="Times New Roman" panose="02020603050405020304" pitchFamily="18" charset="0"/>
                <a:ea typeface="宋体" panose="02010600030101010101" pitchFamily="2" charset="-122"/>
              </a:rPr>
              <a:t>F</a:t>
            </a:r>
            <a:r>
              <a:rPr kumimoji="1" lang="en-US" altLang="zh-CN" sz="2800" b="0" dirty="0">
                <a:latin typeface="Times New Roman" panose="02020603050405020304" pitchFamily="18" charset="0"/>
                <a:ea typeface="宋体" panose="02010600030101010101" pitchFamily="2" charset="-122"/>
              </a:rPr>
              <a:t>(</a:t>
            </a:r>
            <a:r>
              <a:rPr kumimoji="1" lang="en-US" altLang="zh-CN" sz="2800" b="0" i="1" dirty="0">
                <a:latin typeface="Times New Roman" panose="02020603050405020304" pitchFamily="18" charset="0"/>
                <a:ea typeface="宋体" panose="02010600030101010101" pitchFamily="2" charset="-122"/>
              </a:rPr>
              <a:t>t</a:t>
            </a:r>
            <a:r>
              <a:rPr kumimoji="1" lang="en-US" altLang="zh-CN" sz="2800" b="0" dirty="0">
                <a:latin typeface="Times New Roman" panose="02020603050405020304" pitchFamily="18" charset="0"/>
                <a:ea typeface="宋体" panose="02010600030101010101" pitchFamily="2" charset="-122"/>
              </a:rPr>
              <a:t>) </a:t>
            </a:r>
            <a:r>
              <a:rPr kumimoji="1" lang="zh-CN" altLang="en-US" sz="2800" dirty="0">
                <a:latin typeface="Times New Roman" panose="02020603050405020304" pitchFamily="18" charset="0"/>
              </a:rPr>
              <a:t>还可以写成</a:t>
            </a:r>
          </a:p>
        </p:txBody>
      </p:sp>
      <p:graphicFrame>
        <p:nvGraphicFramePr>
          <p:cNvPr id="69643" name="Object 11"/>
          <p:cNvGraphicFramePr>
            <a:graphicFrameLocks noChangeAspect="1"/>
          </p:cNvGraphicFramePr>
          <p:nvPr>
            <p:extLst>
              <p:ext uri="{D42A27DB-BD31-4B8C-83A1-F6EECF244321}">
                <p14:modId xmlns:p14="http://schemas.microsoft.com/office/powerpoint/2010/main" val="1052480735"/>
              </p:ext>
            </p:extLst>
          </p:nvPr>
        </p:nvGraphicFramePr>
        <p:xfrm>
          <a:off x="2054225" y="1374775"/>
          <a:ext cx="5540375" cy="676275"/>
        </p:xfrm>
        <a:graphic>
          <a:graphicData uri="http://schemas.openxmlformats.org/presentationml/2006/ole">
            <mc:AlternateContent xmlns:mc="http://schemas.openxmlformats.org/markup-compatibility/2006">
              <mc:Choice xmlns:v="urn:schemas-microsoft-com:vml" Requires="v">
                <p:oleObj spid="_x0000_s99382" name="Equation" r:id="rId3" imgW="1688760" imgH="253800" progId="Equation.DSMT4">
                  <p:embed/>
                </p:oleObj>
              </mc:Choice>
              <mc:Fallback>
                <p:oleObj name="Equation" r:id="rId3" imgW="1688760" imgH="253800" progId="Equation.DSMT4">
                  <p:embed/>
                  <p:pic>
                    <p:nvPicPr>
                      <p:cNvPr id="69643" name="Object 11"/>
                      <p:cNvPicPr>
                        <a:picLocks noChangeAspect="1" noChangeArrowheads="1"/>
                      </p:cNvPicPr>
                      <p:nvPr/>
                    </p:nvPicPr>
                    <p:blipFill>
                      <a:blip r:embed="rId4"/>
                      <a:srcRect/>
                      <a:stretch>
                        <a:fillRect/>
                      </a:stretch>
                    </p:blipFill>
                    <p:spPr bwMode="auto">
                      <a:xfrm>
                        <a:off x="2054225" y="1374775"/>
                        <a:ext cx="5540375" cy="676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9669" name="Group 37"/>
          <p:cNvGrpSpPr>
            <a:grpSpLocks/>
          </p:cNvGrpSpPr>
          <p:nvPr/>
        </p:nvGrpSpPr>
        <p:grpSpPr bwMode="auto">
          <a:xfrm>
            <a:off x="3924300" y="692150"/>
            <a:ext cx="1266825" cy="649288"/>
            <a:chOff x="2472" y="436"/>
            <a:chExt cx="798" cy="409"/>
          </a:xfrm>
        </p:grpSpPr>
        <p:sp>
          <p:nvSpPr>
            <p:cNvPr id="69644" name="AutoShape 12"/>
            <p:cNvSpPr>
              <a:spLocks/>
            </p:cNvSpPr>
            <p:nvPr/>
          </p:nvSpPr>
          <p:spPr bwMode="auto">
            <a:xfrm rot="5400000" flipV="1">
              <a:off x="2834" y="618"/>
              <a:ext cx="46" cy="408"/>
            </a:xfrm>
            <a:prstGeom prst="leftBrace">
              <a:avLst>
                <a:gd name="adj1" fmla="val 73913"/>
                <a:gd name="adj2" fmla="val 49861"/>
              </a:avLst>
            </a:prstGeom>
            <a:noFill/>
            <a:ln w="28575">
              <a:solidFill>
                <a:srgbClr val="FF0000"/>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sz="2800"/>
            </a:p>
          </p:txBody>
        </p:sp>
        <p:sp>
          <p:nvSpPr>
            <p:cNvPr id="69645" name="Rectangle 13"/>
            <p:cNvSpPr>
              <a:spLocks noChangeArrowheads="1"/>
            </p:cNvSpPr>
            <p:nvPr/>
          </p:nvSpPr>
          <p:spPr bwMode="auto">
            <a:xfrm>
              <a:off x="2472" y="436"/>
              <a:ext cx="798" cy="330"/>
            </a:xfrm>
            <a:prstGeom prst="rect">
              <a:avLst/>
            </a:prstGeom>
            <a:solidFill>
              <a:srgbClr val="FF9900"/>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zh-CN" altLang="zh-CN" sz="2800" dirty="0">
                  <a:latin typeface="Symbol" panose="05050102010706020507" pitchFamily="18" charset="2"/>
                </a:rPr>
                <a:t>复常数</a:t>
              </a:r>
              <a:endParaRPr kumimoji="1" lang="zh-CN" altLang="en-US" sz="2800" dirty="0">
                <a:latin typeface="Symbol" panose="05050102010706020507" pitchFamily="18" charset="2"/>
              </a:endParaRPr>
            </a:p>
          </p:txBody>
        </p:sp>
      </p:grpSp>
      <p:sp>
        <p:nvSpPr>
          <p:cNvPr id="69661" name="AutoShape 29" descr="羊皮纸"/>
          <p:cNvSpPr>
            <a:spLocks noChangeArrowheads="1"/>
          </p:cNvSpPr>
          <p:nvPr/>
        </p:nvSpPr>
        <p:spPr bwMode="auto">
          <a:xfrm>
            <a:off x="6622256" y="2283606"/>
            <a:ext cx="1944687" cy="1081088"/>
          </a:xfrm>
          <a:prstGeom prst="wedgeRoundRectCallout">
            <a:avLst>
              <a:gd name="adj1" fmla="val -43468"/>
              <a:gd name="adj2" fmla="val -84801"/>
              <a:gd name="adj3" fmla="val 16667"/>
            </a:avLst>
          </a:prstGeom>
          <a:blipFill dpi="0" rotWithShape="1">
            <a:blip r:embed="rId5"/>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zh-CN" altLang="en-US" sz="2800"/>
              <a:t>正弦量对应的相量</a:t>
            </a:r>
          </a:p>
        </p:txBody>
      </p:sp>
      <p:graphicFrame>
        <p:nvGraphicFramePr>
          <p:cNvPr id="69662" name="Object 30"/>
          <p:cNvGraphicFramePr>
            <a:graphicFrameLocks noChangeAspect="1"/>
          </p:cNvGraphicFramePr>
          <p:nvPr>
            <p:extLst>
              <p:ext uri="{D42A27DB-BD31-4B8C-83A1-F6EECF244321}">
                <p14:modId xmlns:p14="http://schemas.microsoft.com/office/powerpoint/2010/main" val="3178905749"/>
              </p:ext>
            </p:extLst>
          </p:nvPr>
        </p:nvGraphicFramePr>
        <p:xfrm>
          <a:off x="755650" y="3500438"/>
          <a:ext cx="7704138" cy="971550"/>
        </p:xfrm>
        <a:graphic>
          <a:graphicData uri="http://schemas.openxmlformats.org/presentationml/2006/ole">
            <mc:AlternateContent xmlns:mc="http://schemas.openxmlformats.org/markup-compatibility/2006">
              <mc:Choice xmlns:v="urn:schemas-microsoft-com:vml" Requires="v">
                <p:oleObj spid="_x0000_s99383" name="公式" r:id="rId6" imgW="2806560" imgH="330120" progId="Equation.3">
                  <p:embed/>
                </p:oleObj>
              </mc:Choice>
              <mc:Fallback>
                <p:oleObj name="公式" r:id="rId6" imgW="2806560" imgH="330120" progId="Equation.3">
                  <p:embed/>
                  <p:pic>
                    <p:nvPicPr>
                      <p:cNvPr id="69662" name="Object 3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5650" y="3500438"/>
                        <a:ext cx="7704138" cy="971550"/>
                      </a:xfrm>
                      <a:prstGeom prst="rect">
                        <a:avLst/>
                      </a:prstGeom>
                      <a:gradFill rotWithShape="1">
                        <a:gsLst>
                          <a:gs pos="0">
                            <a:srgbClr val="FFCC99"/>
                          </a:gs>
                          <a:gs pos="100000">
                            <a:schemeClr val="bg1"/>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63" name="Text Box 31"/>
          <p:cNvSpPr txBox="1">
            <a:spLocks noChangeArrowheads="1"/>
          </p:cNvSpPr>
          <p:nvPr/>
        </p:nvSpPr>
        <p:spPr bwMode="auto">
          <a:xfrm>
            <a:off x="2267744" y="5301208"/>
            <a:ext cx="5543550" cy="1160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dirty="0">
                <a:latin typeface="Times New Roman" panose="02020603050405020304" pitchFamily="18" charset="0"/>
              </a:rPr>
              <a:t>相量的模表示正弦量的有效值</a:t>
            </a:r>
          </a:p>
          <a:p>
            <a:pPr>
              <a:spcBef>
                <a:spcPct val="50000"/>
              </a:spcBef>
            </a:pPr>
            <a:r>
              <a:rPr kumimoji="1" lang="zh-CN" altLang="en-US" sz="2800" dirty="0">
                <a:latin typeface="Times New Roman" panose="02020603050405020304" pitchFamily="18" charset="0"/>
              </a:rPr>
              <a:t>相量的幅角表示正弦量的初相位</a:t>
            </a:r>
          </a:p>
        </p:txBody>
      </p:sp>
      <p:sp>
        <p:nvSpPr>
          <p:cNvPr id="69664" name="AutoShape 32"/>
          <p:cNvSpPr>
            <a:spLocks/>
          </p:cNvSpPr>
          <p:nvPr/>
        </p:nvSpPr>
        <p:spPr bwMode="auto">
          <a:xfrm>
            <a:off x="2053431" y="5237707"/>
            <a:ext cx="214313" cy="1223963"/>
          </a:xfrm>
          <a:prstGeom prst="leftBrace">
            <a:avLst>
              <a:gd name="adj1" fmla="val 47593"/>
              <a:gd name="adj2" fmla="val 50000"/>
            </a:avLst>
          </a:prstGeom>
          <a:noFill/>
          <a:ln w="38100">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69667" name="Text Box 35"/>
          <p:cNvSpPr txBox="1">
            <a:spLocks noChangeArrowheads="1"/>
          </p:cNvSpPr>
          <p:nvPr/>
        </p:nvSpPr>
        <p:spPr bwMode="auto">
          <a:xfrm>
            <a:off x="1045369" y="5474245"/>
            <a:ext cx="90328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0" dirty="0">
                <a:solidFill>
                  <a:srgbClr val="FF0000"/>
                </a:solidFill>
                <a:latin typeface="Times New Roman" panose="02020603050405020304" pitchFamily="18" charset="0"/>
                <a:ea typeface="华文行楷" panose="02010800040101010101" pitchFamily="2" charset="-122"/>
              </a:rPr>
              <a:t>注意</a:t>
            </a:r>
          </a:p>
        </p:txBody>
      </p:sp>
      <p:grpSp>
        <p:nvGrpSpPr>
          <p:cNvPr id="5" name="组合 4"/>
          <p:cNvGrpSpPr/>
          <p:nvPr/>
        </p:nvGrpSpPr>
        <p:grpSpPr>
          <a:xfrm>
            <a:off x="2267744" y="4372557"/>
            <a:ext cx="5371149" cy="781568"/>
            <a:chOff x="2267744" y="4372557"/>
            <a:chExt cx="5371149" cy="781568"/>
          </a:xfrm>
        </p:grpSpPr>
        <p:sp>
          <p:nvSpPr>
            <p:cNvPr id="24" name="Rectangle 13"/>
            <p:cNvSpPr>
              <a:spLocks noChangeArrowheads="1"/>
            </p:cNvSpPr>
            <p:nvPr/>
          </p:nvSpPr>
          <p:spPr bwMode="auto">
            <a:xfrm>
              <a:off x="2267744" y="4420144"/>
              <a:ext cx="906017" cy="523220"/>
            </a:xfrm>
            <a:prstGeom prst="rect">
              <a:avLst/>
            </a:prstGeom>
            <a:solidFill>
              <a:srgbClr val="FF9900"/>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zh-CN" altLang="en-US" sz="2800" dirty="0">
                  <a:latin typeface="Symbol" panose="05050102010706020507" pitchFamily="18" charset="2"/>
                </a:rPr>
                <a:t>时域</a:t>
              </a:r>
            </a:p>
          </p:txBody>
        </p:sp>
        <p:sp>
          <p:nvSpPr>
            <p:cNvPr id="25" name="Rectangle 13"/>
            <p:cNvSpPr>
              <a:spLocks noChangeArrowheads="1"/>
            </p:cNvSpPr>
            <p:nvPr/>
          </p:nvSpPr>
          <p:spPr bwMode="auto">
            <a:xfrm>
              <a:off x="6372200" y="4372557"/>
              <a:ext cx="1266693" cy="523220"/>
            </a:xfrm>
            <a:prstGeom prst="rect">
              <a:avLst/>
            </a:prstGeom>
            <a:solidFill>
              <a:srgbClr val="FF9900"/>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zh-CN" altLang="en-US" sz="2800" dirty="0">
                  <a:latin typeface="Symbol" panose="05050102010706020507" pitchFamily="18" charset="2"/>
                </a:rPr>
                <a:t>相量域</a:t>
              </a:r>
            </a:p>
          </p:txBody>
        </p:sp>
        <p:cxnSp>
          <p:nvCxnSpPr>
            <p:cNvPr id="3" name="直接箭头连接符 2"/>
            <p:cNvCxnSpPr/>
            <p:nvPr/>
          </p:nvCxnSpPr>
          <p:spPr bwMode="auto">
            <a:xfrm>
              <a:off x="3419872" y="4653136"/>
              <a:ext cx="2664296" cy="0"/>
            </a:xfrm>
            <a:prstGeom prst="straightConnector1">
              <a:avLst/>
            </a:prstGeom>
            <a:solidFill>
              <a:schemeClr val="accent1"/>
            </a:solidFill>
            <a:ln w="38100" cap="flat" cmpd="sng" algn="ctr">
              <a:solidFill>
                <a:schemeClr val="tx1"/>
              </a:solidFill>
              <a:prstDash val="solid"/>
              <a:round/>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矩形 3"/>
            <p:cNvSpPr/>
            <p:nvPr/>
          </p:nvSpPr>
          <p:spPr>
            <a:xfrm>
              <a:off x="4112929" y="4692460"/>
              <a:ext cx="1422184" cy="461665"/>
            </a:xfrm>
            <a:prstGeom prst="rect">
              <a:avLst/>
            </a:prstGeom>
          </p:spPr>
          <p:txBody>
            <a:bodyPr wrap="none">
              <a:spAutoFit/>
            </a:bodyPr>
            <a:lstStyle/>
            <a:p>
              <a:r>
                <a:rPr lang="zh-CN" altLang="en-US" sz="2400" dirty="0">
                  <a:solidFill>
                    <a:srgbClr val="FF0000"/>
                  </a:solidFill>
                </a:rPr>
                <a:t>一一对应</a:t>
              </a:r>
            </a:p>
          </p:txBody>
        </p:sp>
      </p:grpSp>
    </p:spTree>
    <p:extLst>
      <p:ext uri="{BB962C8B-B14F-4D97-AF65-F5344CB8AC3E}">
        <p14:creationId xmlns:p14="http://schemas.microsoft.com/office/powerpoint/2010/main" val="12294338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69641"/>
                                        </p:tgtEl>
                                        <p:attrNameLst>
                                          <p:attrName>style.visibility</p:attrName>
                                        </p:attrNameLst>
                                      </p:cBhvr>
                                      <p:to>
                                        <p:strVal val="visible"/>
                                      </p:to>
                                    </p:set>
                                    <p:anim calcmode="lin" valueType="num">
                                      <p:cBhvr additive="base">
                                        <p:cTn id="7" dur="500" fill="hold"/>
                                        <p:tgtEl>
                                          <p:spTgt spid="69641"/>
                                        </p:tgtEl>
                                        <p:attrNameLst>
                                          <p:attrName>ppt_x</p:attrName>
                                        </p:attrNameLst>
                                      </p:cBhvr>
                                      <p:tavLst>
                                        <p:tav tm="0">
                                          <p:val>
                                            <p:strVal val="0-#ppt_w/2"/>
                                          </p:val>
                                        </p:tav>
                                        <p:tav tm="100000">
                                          <p:val>
                                            <p:strVal val="#ppt_x"/>
                                          </p:val>
                                        </p:tav>
                                      </p:tavLst>
                                    </p:anim>
                                    <p:anim calcmode="lin" valueType="num">
                                      <p:cBhvr additive="base">
                                        <p:cTn id="8" dur="500" fill="hold"/>
                                        <p:tgtEl>
                                          <p:spTgt spid="6964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69643"/>
                                        </p:tgtEl>
                                        <p:attrNameLst>
                                          <p:attrName>style.visibility</p:attrName>
                                        </p:attrNameLst>
                                      </p:cBhvr>
                                      <p:to>
                                        <p:strVal val="visible"/>
                                      </p:to>
                                    </p:set>
                                    <p:animEffect transition="in" filter="wipe(left)">
                                      <p:cBhvr>
                                        <p:cTn id="13" dur="1000"/>
                                        <p:tgtEl>
                                          <p:spTgt spid="69643"/>
                                        </p:tgtEl>
                                      </p:cBhvr>
                                    </p:animEffect>
                                  </p:childTnLst>
                                </p:cTn>
                              </p:par>
                              <p:par>
                                <p:cTn id="14" presetID="3" presetClass="entr" presetSubtype="10" fill="hold" nodeType="withEffect">
                                  <p:stCondLst>
                                    <p:cond delay="0"/>
                                  </p:stCondLst>
                                  <p:childTnLst>
                                    <p:set>
                                      <p:cBhvr>
                                        <p:cTn id="15" dur="1" fill="hold">
                                          <p:stCondLst>
                                            <p:cond delay="0"/>
                                          </p:stCondLst>
                                        </p:cTn>
                                        <p:tgtEl>
                                          <p:spTgt spid="69669"/>
                                        </p:tgtEl>
                                        <p:attrNameLst>
                                          <p:attrName>style.visibility</p:attrName>
                                        </p:attrNameLst>
                                      </p:cBhvr>
                                      <p:to>
                                        <p:strVal val="visible"/>
                                      </p:to>
                                    </p:set>
                                    <p:animEffect transition="in" filter="blinds(horizontal)">
                                      <p:cBhvr>
                                        <p:cTn id="16" dur="500"/>
                                        <p:tgtEl>
                                          <p:spTgt spid="69669"/>
                                        </p:tgtEl>
                                      </p:cBhvr>
                                    </p:animEffect>
                                  </p:childTnLst>
                                </p:cTn>
                              </p:par>
                              <p:par>
                                <p:cTn id="17" presetID="20" presetClass="entr" presetSubtype="0" fill="hold" grpId="0" nodeType="withEffect">
                                  <p:stCondLst>
                                    <p:cond delay="0"/>
                                  </p:stCondLst>
                                  <p:childTnLst>
                                    <p:set>
                                      <p:cBhvr>
                                        <p:cTn id="18" dur="1" fill="hold">
                                          <p:stCondLst>
                                            <p:cond delay="0"/>
                                          </p:stCondLst>
                                        </p:cTn>
                                        <p:tgtEl>
                                          <p:spTgt spid="69661"/>
                                        </p:tgtEl>
                                        <p:attrNameLst>
                                          <p:attrName>style.visibility</p:attrName>
                                        </p:attrNameLst>
                                      </p:cBhvr>
                                      <p:to>
                                        <p:strVal val="visible"/>
                                      </p:to>
                                    </p:set>
                                    <p:animEffect transition="in" filter="wedge">
                                      <p:cBhvr>
                                        <p:cTn id="19" dur="2000"/>
                                        <p:tgtEl>
                                          <p:spTgt spid="69661"/>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69640"/>
                                        </p:tgtEl>
                                        <p:attrNameLst>
                                          <p:attrName>style.visibility</p:attrName>
                                        </p:attrNameLst>
                                      </p:cBhvr>
                                      <p:to>
                                        <p:strVal val="visible"/>
                                      </p:to>
                                    </p:set>
                                    <p:animEffect transition="in" filter="wipe(left)">
                                      <p:cBhvr>
                                        <p:cTn id="24" dur="2000"/>
                                        <p:tgtEl>
                                          <p:spTgt spid="6964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8" presetClass="entr" presetSubtype="6" fill="hold" nodeType="clickEffect">
                                  <p:stCondLst>
                                    <p:cond delay="0"/>
                                  </p:stCondLst>
                                  <p:childTnLst>
                                    <p:set>
                                      <p:cBhvr>
                                        <p:cTn id="28" dur="1" fill="hold">
                                          <p:stCondLst>
                                            <p:cond delay="0"/>
                                          </p:stCondLst>
                                        </p:cTn>
                                        <p:tgtEl>
                                          <p:spTgt spid="69662"/>
                                        </p:tgtEl>
                                        <p:attrNameLst>
                                          <p:attrName>style.visibility</p:attrName>
                                        </p:attrNameLst>
                                      </p:cBhvr>
                                      <p:to>
                                        <p:strVal val="visible"/>
                                      </p:to>
                                    </p:set>
                                    <p:animEffect transition="in" filter="strips(downRight)">
                                      <p:cBhvr>
                                        <p:cTn id="29" dur="2000"/>
                                        <p:tgtEl>
                                          <p:spTgt spid="6966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4" presetClass="entr" presetSubtype="0" fill="hold" nodeType="clickEffect">
                                  <p:stCondLst>
                                    <p:cond delay="0"/>
                                  </p:stCondLst>
                                  <p:childTnLst>
                                    <p:set>
                                      <p:cBhvr>
                                        <p:cTn id="37" dur="1" fill="hold">
                                          <p:stCondLst>
                                            <p:cond delay="499"/>
                                          </p:stCondLst>
                                        </p:cTn>
                                        <p:tgtEl>
                                          <p:spTgt spid="69664"/>
                                        </p:tgtEl>
                                        <p:attrNameLst>
                                          <p:attrName>style.visibility</p:attrName>
                                        </p:attrNameLst>
                                      </p:cBhvr>
                                      <p:to>
                                        <p:strVal val="visible"/>
                                      </p:to>
                                    </p:set>
                                    <p:anim to="" calcmode="lin" valueType="num">
                                      <p:cBhvr>
                                        <p:cTn id="38" dur="1" fill="hold"/>
                                        <p:tgtEl>
                                          <p:spTgt spid="69664"/>
                                        </p:tgtEl>
                                        <p:attrNameLst>
                                          <p:attrName/>
                                        </p:attrNameLst>
                                      </p:cBhvr>
                                    </p:anim>
                                  </p:childTnLst>
                                </p:cTn>
                              </p:par>
                            </p:childTnLst>
                          </p:cTn>
                        </p:par>
                        <p:par>
                          <p:cTn id="39" fill="hold" nodeType="afterGroup">
                            <p:stCondLst>
                              <p:cond delay="500"/>
                            </p:stCondLst>
                            <p:childTnLst>
                              <p:par>
                                <p:cTn id="40" presetID="22" presetClass="entr" presetSubtype="1" fill="hold" grpId="0" nodeType="afterEffect">
                                  <p:stCondLst>
                                    <p:cond delay="0"/>
                                  </p:stCondLst>
                                  <p:childTnLst>
                                    <p:set>
                                      <p:cBhvr>
                                        <p:cTn id="41" dur="1" fill="hold">
                                          <p:stCondLst>
                                            <p:cond delay="0"/>
                                          </p:stCondLst>
                                        </p:cTn>
                                        <p:tgtEl>
                                          <p:spTgt spid="69663"/>
                                        </p:tgtEl>
                                        <p:attrNameLst>
                                          <p:attrName>style.visibility</p:attrName>
                                        </p:attrNameLst>
                                      </p:cBhvr>
                                      <p:to>
                                        <p:strVal val="visible"/>
                                      </p:to>
                                    </p:set>
                                    <p:animEffect transition="in" filter="wipe(up)">
                                      <p:cBhvr>
                                        <p:cTn id="42" dur="2000"/>
                                        <p:tgtEl>
                                          <p:spTgt spid="69663"/>
                                        </p:tgtEl>
                                      </p:cBhvr>
                                    </p:animEffect>
                                  </p:childTnLst>
                                </p:cTn>
                              </p:par>
                              <p:par>
                                <p:cTn id="43" presetID="1" presetClass="entr" presetSubtype="0" fill="hold" grpId="0" nodeType="withEffect">
                                  <p:stCondLst>
                                    <p:cond delay="0"/>
                                  </p:stCondLst>
                                  <p:childTnLst>
                                    <p:set>
                                      <p:cBhvr>
                                        <p:cTn id="44" dur="1" fill="hold">
                                          <p:stCondLst>
                                            <p:cond delay="0"/>
                                          </p:stCondLst>
                                        </p:cTn>
                                        <p:tgtEl>
                                          <p:spTgt spid="696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40" grpId="0" autoUpdateAnimBg="0"/>
      <p:bldP spid="69641" grpId="0" autoUpdateAnimBg="0"/>
      <p:bldP spid="69661" grpId="0" animBg="1"/>
      <p:bldP spid="69663" grpId="0" autoUpdateAnimBg="0"/>
      <p:bldP spid="6966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8" name="Object 4"/>
          <p:cNvGraphicFramePr>
            <a:graphicFrameLocks noChangeAspect="1"/>
          </p:cNvGraphicFramePr>
          <p:nvPr>
            <p:extLst>
              <p:ext uri="{D42A27DB-BD31-4B8C-83A1-F6EECF244321}">
                <p14:modId xmlns:p14="http://schemas.microsoft.com/office/powerpoint/2010/main" val="441818745"/>
              </p:ext>
            </p:extLst>
          </p:nvPr>
        </p:nvGraphicFramePr>
        <p:xfrm>
          <a:off x="1370013" y="936625"/>
          <a:ext cx="6115050" cy="709613"/>
        </p:xfrm>
        <a:graphic>
          <a:graphicData uri="http://schemas.openxmlformats.org/presentationml/2006/ole">
            <mc:AlternateContent xmlns:mc="http://schemas.openxmlformats.org/markup-compatibility/2006">
              <mc:Choice xmlns:v="urn:schemas-microsoft-com:vml" Requires="v">
                <p:oleObj spid="_x0000_s100484" name="Equation" r:id="rId3" imgW="2616120" imgH="304560" progId="Equation.DSMT4">
                  <p:embed/>
                </p:oleObj>
              </mc:Choice>
              <mc:Fallback>
                <p:oleObj name="Equation" r:id="rId3" imgW="2616120" imgH="304560" progId="Equation.DSMT4">
                  <p:embed/>
                  <p:pic>
                    <p:nvPicPr>
                      <p:cNvPr id="16388" name="Object 4"/>
                      <p:cNvPicPr>
                        <a:picLocks noChangeAspect="1" noChangeArrowheads="1"/>
                      </p:cNvPicPr>
                      <p:nvPr/>
                    </p:nvPicPr>
                    <p:blipFill>
                      <a:blip r:embed="rId4"/>
                      <a:srcRect/>
                      <a:stretch>
                        <a:fillRect/>
                      </a:stretch>
                    </p:blipFill>
                    <p:spPr bwMode="auto">
                      <a:xfrm>
                        <a:off x="1370013" y="936625"/>
                        <a:ext cx="6115050" cy="709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95" name="Text Box 11"/>
          <p:cNvSpPr txBox="1">
            <a:spLocks noChangeArrowheads="1"/>
          </p:cNvSpPr>
          <p:nvPr/>
        </p:nvSpPr>
        <p:spPr bwMode="auto">
          <a:xfrm>
            <a:off x="900113" y="549275"/>
            <a:ext cx="7037504"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latin typeface="Times New Roman" panose="02020603050405020304" pitchFamily="18" charset="0"/>
              </a:rPr>
              <a:t>同样可以建立正弦电压与相量的对应关系：</a:t>
            </a:r>
          </a:p>
        </p:txBody>
      </p:sp>
      <p:sp>
        <p:nvSpPr>
          <p:cNvPr id="16396" name="Rectangle 12"/>
          <p:cNvSpPr>
            <a:spLocks noChangeArrowheads="1"/>
          </p:cNvSpPr>
          <p:nvPr/>
        </p:nvSpPr>
        <p:spPr bwMode="auto">
          <a:xfrm>
            <a:off x="1547813" y="1844675"/>
            <a:ext cx="72135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kumimoji="1" lang="zh-CN" altLang="en-US" sz="2800">
                <a:latin typeface="宋体" panose="02010600030101010101" pitchFamily="2" charset="-122"/>
              </a:rPr>
              <a:t>已知</a:t>
            </a:r>
            <a:endParaRPr kumimoji="1" lang="zh-CN" altLang="en-US" sz="2800"/>
          </a:p>
        </p:txBody>
      </p:sp>
      <p:sp>
        <p:nvSpPr>
          <p:cNvPr id="16397" name="Rectangle 13"/>
          <p:cNvSpPr>
            <a:spLocks noChangeArrowheads="1"/>
          </p:cNvSpPr>
          <p:nvPr/>
        </p:nvSpPr>
        <p:spPr bwMode="auto">
          <a:xfrm>
            <a:off x="468313" y="1700213"/>
            <a:ext cx="792162" cy="467564"/>
          </a:xfrm>
          <a:prstGeom prst="rect">
            <a:avLst/>
          </a:prstGeom>
          <a:noFill/>
          <a:ln>
            <a:noFill/>
          </a:ln>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lnSpc>
                <a:spcPct val="120000"/>
              </a:lnSpc>
              <a:spcBef>
                <a:spcPct val="50000"/>
              </a:spcBef>
              <a:spcAft>
                <a:spcPct val="25000"/>
              </a:spcAft>
            </a:pPr>
            <a:r>
              <a:rPr kumimoji="1" lang="zh-CN" altLang="en-US" sz="2800">
                <a:latin typeface="宋体" panose="02010600030101010101" pitchFamily="2" charset="-122"/>
                <a:ea typeface="宋体" panose="02010600030101010101" pitchFamily="2" charset="-122"/>
              </a:rPr>
              <a:t>例</a:t>
            </a:r>
            <a:r>
              <a:rPr kumimoji="1" lang="en-US" altLang="zh-CN" sz="2800">
                <a:latin typeface="宋体" panose="02010600030101010101" pitchFamily="2" charset="-122"/>
                <a:ea typeface="宋体" panose="02010600030101010101" pitchFamily="2" charset="-122"/>
              </a:rPr>
              <a:t>1</a:t>
            </a:r>
            <a:endParaRPr kumimoji="1" lang="en-US" altLang="zh-CN" sz="2800">
              <a:ea typeface="宋体" panose="02010600030101010101" pitchFamily="2" charset="-122"/>
            </a:endParaRPr>
          </a:p>
        </p:txBody>
      </p:sp>
      <p:sp>
        <p:nvSpPr>
          <p:cNvPr id="16398" name="Text Box 14"/>
          <p:cNvSpPr txBox="1">
            <a:spLocks noChangeArrowheads="1"/>
          </p:cNvSpPr>
          <p:nvPr/>
        </p:nvSpPr>
        <p:spPr bwMode="auto">
          <a:xfrm>
            <a:off x="2555875" y="2852738"/>
            <a:ext cx="316945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latin typeface="楷体_GB2312" pitchFamily="49" charset="-122"/>
              </a:rPr>
              <a:t>试用相量表示</a:t>
            </a:r>
            <a:r>
              <a:rPr kumimoji="1" lang="en-US" altLang="zh-CN" sz="2800" b="0" i="1"/>
              <a:t>i</a:t>
            </a:r>
            <a:r>
              <a:rPr kumimoji="1" lang="en-US" altLang="zh-CN" sz="2800" b="0"/>
              <a:t>, </a:t>
            </a:r>
            <a:r>
              <a:rPr kumimoji="1" lang="en-US" altLang="zh-CN" sz="2800" b="0" i="1"/>
              <a:t>u</a:t>
            </a:r>
            <a:r>
              <a:rPr kumimoji="1" lang="en-US" altLang="zh-CN" sz="2800">
                <a:latin typeface="楷体_GB2312" pitchFamily="49" charset="-122"/>
              </a:rPr>
              <a:t> .</a:t>
            </a:r>
          </a:p>
        </p:txBody>
      </p:sp>
      <p:graphicFrame>
        <p:nvGraphicFramePr>
          <p:cNvPr id="16399" name="Object 15"/>
          <p:cNvGraphicFramePr>
            <a:graphicFrameLocks noChangeAspect="1"/>
          </p:cNvGraphicFramePr>
          <p:nvPr>
            <p:extLst>
              <p:ext uri="{D42A27DB-BD31-4B8C-83A1-F6EECF244321}">
                <p14:modId xmlns:p14="http://schemas.microsoft.com/office/powerpoint/2010/main" val="248921425"/>
              </p:ext>
            </p:extLst>
          </p:nvPr>
        </p:nvGraphicFramePr>
        <p:xfrm>
          <a:off x="2811463" y="1811338"/>
          <a:ext cx="3343275" cy="966787"/>
        </p:xfrm>
        <a:graphic>
          <a:graphicData uri="http://schemas.openxmlformats.org/presentationml/2006/ole">
            <mc:AlternateContent xmlns:mc="http://schemas.openxmlformats.org/markup-compatibility/2006">
              <mc:Choice xmlns:v="urn:schemas-microsoft-com:vml" Requires="v">
                <p:oleObj spid="_x0000_s100485" name="Equation" r:id="rId5" imgW="1663560" imgH="482400" progId="Equation.DSMT4">
                  <p:embed/>
                </p:oleObj>
              </mc:Choice>
              <mc:Fallback>
                <p:oleObj name="Equation" r:id="rId5" imgW="1663560" imgH="482400" progId="Equation.DSMT4">
                  <p:embed/>
                  <p:pic>
                    <p:nvPicPr>
                      <p:cNvPr id="16399" name="Object 15"/>
                      <p:cNvPicPr>
                        <a:picLocks noChangeAspect="1" noChangeArrowheads="1"/>
                      </p:cNvPicPr>
                      <p:nvPr/>
                    </p:nvPicPr>
                    <p:blipFill>
                      <a:blip r:embed="rId6"/>
                      <a:srcRect/>
                      <a:stretch>
                        <a:fillRect/>
                      </a:stretch>
                    </p:blipFill>
                    <p:spPr bwMode="auto">
                      <a:xfrm>
                        <a:off x="2811463" y="1811338"/>
                        <a:ext cx="3343275" cy="966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00" name="Text Box 16"/>
          <p:cNvSpPr txBox="1">
            <a:spLocks noChangeArrowheads="1"/>
          </p:cNvSpPr>
          <p:nvPr/>
        </p:nvSpPr>
        <p:spPr bwMode="auto">
          <a:xfrm>
            <a:off x="468313" y="3500438"/>
            <a:ext cx="792162" cy="523220"/>
          </a:xfrm>
          <a:prstGeom prst="rect">
            <a:avLst/>
          </a:prstGeom>
          <a:solidFill>
            <a:srgbClr val="9900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pPr>
            <a:r>
              <a:rPr kumimoji="1" lang="zh-CN" altLang="en-US" sz="2800">
                <a:solidFill>
                  <a:schemeClr val="bg1"/>
                </a:solidFill>
                <a:latin typeface="Times New Roman" panose="02020603050405020304" pitchFamily="18" charset="0"/>
                <a:ea typeface="宋体" panose="02010600030101010101" pitchFamily="2" charset="-122"/>
              </a:rPr>
              <a:t>解</a:t>
            </a:r>
          </a:p>
        </p:txBody>
      </p:sp>
      <p:graphicFrame>
        <p:nvGraphicFramePr>
          <p:cNvPr id="16401" name="Object 17"/>
          <p:cNvGraphicFramePr>
            <a:graphicFrameLocks noChangeAspect="1"/>
          </p:cNvGraphicFramePr>
          <p:nvPr>
            <p:extLst>
              <p:ext uri="{D42A27DB-BD31-4B8C-83A1-F6EECF244321}">
                <p14:modId xmlns:p14="http://schemas.microsoft.com/office/powerpoint/2010/main" val="913661835"/>
              </p:ext>
            </p:extLst>
          </p:nvPr>
        </p:nvGraphicFramePr>
        <p:xfrm>
          <a:off x="1868488" y="3311525"/>
          <a:ext cx="4759325" cy="639763"/>
        </p:xfrm>
        <a:graphic>
          <a:graphicData uri="http://schemas.openxmlformats.org/presentationml/2006/ole">
            <mc:AlternateContent xmlns:mc="http://schemas.openxmlformats.org/markup-compatibility/2006">
              <mc:Choice xmlns:v="urn:schemas-microsoft-com:vml" Requires="v">
                <p:oleObj spid="_x0000_s100486" name="Equation" r:id="rId7" imgW="2260440" imgH="304560" progId="Equation.DSMT4">
                  <p:embed/>
                </p:oleObj>
              </mc:Choice>
              <mc:Fallback>
                <p:oleObj name="Equation" r:id="rId7" imgW="2260440" imgH="304560" progId="Equation.DSMT4">
                  <p:embed/>
                  <p:pic>
                    <p:nvPicPr>
                      <p:cNvPr id="16401" name="Object 17"/>
                      <p:cNvPicPr>
                        <a:picLocks noChangeAspect="1" noChangeArrowheads="1"/>
                      </p:cNvPicPr>
                      <p:nvPr/>
                    </p:nvPicPr>
                    <p:blipFill>
                      <a:blip r:embed="rId8"/>
                      <a:srcRect/>
                      <a:stretch>
                        <a:fillRect/>
                      </a:stretch>
                    </p:blipFill>
                    <p:spPr bwMode="auto">
                      <a:xfrm>
                        <a:off x="1868488" y="3311525"/>
                        <a:ext cx="4759325" cy="639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21" name="Text Box 37"/>
          <p:cNvSpPr txBox="1">
            <a:spLocks noChangeArrowheads="1"/>
          </p:cNvSpPr>
          <p:nvPr/>
        </p:nvSpPr>
        <p:spPr bwMode="auto">
          <a:xfrm>
            <a:off x="468313" y="4221163"/>
            <a:ext cx="863600" cy="523220"/>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a:latin typeface="Times New Roman" panose="02020603050405020304" pitchFamily="18" charset="0"/>
                <a:ea typeface="宋体" panose="02010600030101010101" pitchFamily="2" charset="-122"/>
              </a:rPr>
              <a:t>例</a:t>
            </a:r>
            <a:r>
              <a:rPr kumimoji="1" lang="en-US" altLang="zh-CN" sz="2800" b="0">
                <a:latin typeface="Times New Roman" panose="02020603050405020304" pitchFamily="18" charset="0"/>
                <a:ea typeface="宋体" panose="02010600030101010101" pitchFamily="2" charset="-122"/>
              </a:rPr>
              <a:t>2</a:t>
            </a:r>
          </a:p>
        </p:txBody>
      </p:sp>
      <p:sp>
        <p:nvSpPr>
          <p:cNvPr id="16422" name="Text Box 38"/>
          <p:cNvSpPr txBox="1">
            <a:spLocks noChangeArrowheads="1"/>
          </p:cNvSpPr>
          <p:nvPr/>
        </p:nvSpPr>
        <p:spPr bwMode="auto">
          <a:xfrm>
            <a:off x="2268538" y="4868863"/>
            <a:ext cx="48734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latin typeface="Times New Roman" panose="02020603050405020304" pitchFamily="18" charset="0"/>
              </a:rPr>
              <a:t>试写出电流的瞬时值表达式。</a:t>
            </a:r>
          </a:p>
        </p:txBody>
      </p:sp>
      <p:sp>
        <p:nvSpPr>
          <p:cNvPr id="16423" name="Text Box 39"/>
          <p:cNvSpPr txBox="1">
            <a:spLocks noChangeArrowheads="1"/>
          </p:cNvSpPr>
          <p:nvPr/>
        </p:nvSpPr>
        <p:spPr bwMode="auto">
          <a:xfrm>
            <a:off x="539750" y="5445125"/>
            <a:ext cx="647700" cy="523220"/>
          </a:xfrm>
          <a:prstGeom prst="rect">
            <a:avLst/>
          </a:prstGeom>
          <a:solidFill>
            <a:srgbClr val="9900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pPr>
            <a:r>
              <a:rPr kumimoji="1" lang="zh-CN" altLang="en-US" sz="2800">
                <a:solidFill>
                  <a:schemeClr val="bg1"/>
                </a:solidFill>
                <a:latin typeface="Times New Roman" panose="02020603050405020304" pitchFamily="18" charset="0"/>
                <a:ea typeface="宋体" panose="02010600030101010101" pitchFamily="2" charset="-122"/>
              </a:rPr>
              <a:t>解</a:t>
            </a:r>
          </a:p>
        </p:txBody>
      </p:sp>
      <p:graphicFrame>
        <p:nvGraphicFramePr>
          <p:cNvPr id="16424" name="Object 40"/>
          <p:cNvGraphicFramePr>
            <a:graphicFrameLocks noChangeAspect="1"/>
          </p:cNvGraphicFramePr>
          <p:nvPr>
            <p:extLst>
              <p:ext uri="{D42A27DB-BD31-4B8C-83A1-F6EECF244321}">
                <p14:modId xmlns:p14="http://schemas.microsoft.com/office/powerpoint/2010/main" val="286123060"/>
              </p:ext>
            </p:extLst>
          </p:nvPr>
        </p:nvGraphicFramePr>
        <p:xfrm>
          <a:off x="2276475" y="5487988"/>
          <a:ext cx="3811588" cy="561975"/>
        </p:xfrm>
        <a:graphic>
          <a:graphicData uri="http://schemas.openxmlformats.org/presentationml/2006/ole">
            <mc:AlternateContent xmlns:mc="http://schemas.openxmlformats.org/markup-compatibility/2006">
              <mc:Choice xmlns:v="urn:schemas-microsoft-com:vml" Requires="v">
                <p:oleObj spid="_x0000_s100487" name="Equation" r:id="rId9" imgW="1625400" imgH="241200" progId="Equation.DSMT4">
                  <p:embed/>
                </p:oleObj>
              </mc:Choice>
              <mc:Fallback>
                <p:oleObj name="Equation" r:id="rId9" imgW="1625400" imgH="241200" progId="Equation.DSMT4">
                  <p:embed/>
                  <p:pic>
                    <p:nvPicPr>
                      <p:cNvPr id="16424" name="Object 40"/>
                      <p:cNvPicPr>
                        <a:picLocks noChangeAspect="1" noChangeArrowheads="1"/>
                      </p:cNvPicPr>
                      <p:nvPr/>
                    </p:nvPicPr>
                    <p:blipFill>
                      <a:blip r:embed="rId10"/>
                      <a:srcRect/>
                      <a:stretch>
                        <a:fillRect/>
                      </a:stretch>
                    </p:blipFill>
                    <p:spPr bwMode="auto">
                      <a:xfrm>
                        <a:off x="2276475" y="5487988"/>
                        <a:ext cx="3811588"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25" name="Object 41"/>
          <p:cNvGraphicFramePr>
            <a:graphicFrameLocks noChangeAspect="1"/>
          </p:cNvGraphicFramePr>
          <p:nvPr>
            <p:extLst>
              <p:ext uri="{D42A27DB-BD31-4B8C-83A1-F6EECF244321}">
                <p14:modId xmlns:p14="http://schemas.microsoft.com/office/powerpoint/2010/main" val="2490914813"/>
              </p:ext>
            </p:extLst>
          </p:nvPr>
        </p:nvGraphicFramePr>
        <p:xfrm>
          <a:off x="2066925" y="4044950"/>
          <a:ext cx="4041775" cy="638175"/>
        </p:xfrm>
        <a:graphic>
          <a:graphicData uri="http://schemas.openxmlformats.org/presentationml/2006/ole">
            <mc:AlternateContent xmlns:mc="http://schemas.openxmlformats.org/markup-compatibility/2006">
              <mc:Choice xmlns:v="urn:schemas-microsoft-com:vml" Requires="v">
                <p:oleObj spid="_x0000_s100488" name="Equation" r:id="rId11" imgW="1917360" imgH="304560" progId="Equation.DSMT4">
                  <p:embed/>
                </p:oleObj>
              </mc:Choice>
              <mc:Fallback>
                <p:oleObj name="Equation" r:id="rId11" imgW="1917360" imgH="304560" progId="Equation.DSMT4">
                  <p:embed/>
                  <p:pic>
                    <p:nvPicPr>
                      <p:cNvPr id="16425" name="Object 41"/>
                      <p:cNvPicPr>
                        <a:picLocks noChangeAspect="1" noChangeArrowheads="1"/>
                      </p:cNvPicPr>
                      <p:nvPr/>
                    </p:nvPicPr>
                    <p:blipFill>
                      <a:blip r:embed="rId12"/>
                      <a:srcRect/>
                      <a:stretch>
                        <a:fillRect/>
                      </a:stretch>
                    </p:blipFill>
                    <p:spPr bwMode="auto">
                      <a:xfrm>
                        <a:off x="2066925" y="4044950"/>
                        <a:ext cx="4041775" cy="638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4924887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5" presetClass="entr" presetSubtype="0" fill="hold" grpId="0" nodeType="withEffect">
                                  <p:stCondLst>
                                    <p:cond delay="0"/>
                                  </p:stCondLst>
                                  <p:childTnLst>
                                    <p:set>
                                      <p:cBhvr>
                                        <p:cTn id="6" dur="1" fill="hold">
                                          <p:stCondLst>
                                            <p:cond delay="0"/>
                                          </p:stCondLst>
                                        </p:cTn>
                                        <p:tgtEl>
                                          <p:spTgt spid="16395"/>
                                        </p:tgtEl>
                                        <p:attrNameLst>
                                          <p:attrName>style.visibility</p:attrName>
                                        </p:attrNameLst>
                                      </p:cBhvr>
                                      <p:to>
                                        <p:strVal val="visible"/>
                                      </p:to>
                                    </p:set>
                                    <p:anim calcmode="lin" valueType="num">
                                      <p:cBhvr>
                                        <p:cTn id="7" dur="500" decel="50000" fill="hold">
                                          <p:stCondLst>
                                            <p:cond delay="0"/>
                                          </p:stCondLst>
                                        </p:cTn>
                                        <p:tgtEl>
                                          <p:spTgt spid="16395"/>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16395"/>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16395"/>
                                        </p:tgtEl>
                                        <p:attrNameLst>
                                          <p:attrName>ppt_w</p:attrName>
                                        </p:attrNameLst>
                                      </p:cBhvr>
                                      <p:tavLst>
                                        <p:tav tm="0">
                                          <p:val>
                                            <p:strVal val="#ppt_w*.05"/>
                                          </p:val>
                                        </p:tav>
                                        <p:tav tm="100000">
                                          <p:val>
                                            <p:strVal val="#ppt_w"/>
                                          </p:val>
                                        </p:tav>
                                      </p:tavLst>
                                    </p:anim>
                                    <p:anim calcmode="lin" valueType="num">
                                      <p:cBhvr>
                                        <p:cTn id="10" dur="1000" fill="hold"/>
                                        <p:tgtEl>
                                          <p:spTgt spid="16395"/>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16395"/>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16395"/>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16395"/>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16395"/>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16388"/>
                                        </p:tgtEl>
                                        <p:attrNameLst>
                                          <p:attrName>style.visibility</p:attrName>
                                        </p:attrNameLst>
                                      </p:cBhvr>
                                      <p:to>
                                        <p:strVal val="visible"/>
                                      </p:to>
                                    </p:set>
                                    <p:animEffect transition="in" filter="wipe(left)">
                                      <p:cBhvr>
                                        <p:cTn id="19" dur="2000"/>
                                        <p:tgtEl>
                                          <p:spTgt spid="16388"/>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5" presetClass="entr" presetSubtype="0" fill="hold" grpId="0" nodeType="clickEffect">
                                  <p:stCondLst>
                                    <p:cond delay="0"/>
                                  </p:stCondLst>
                                  <p:childTnLst>
                                    <p:set>
                                      <p:cBhvr>
                                        <p:cTn id="23" dur="1" fill="hold">
                                          <p:stCondLst>
                                            <p:cond delay="0"/>
                                          </p:stCondLst>
                                        </p:cTn>
                                        <p:tgtEl>
                                          <p:spTgt spid="16397"/>
                                        </p:tgtEl>
                                        <p:attrNameLst>
                                          <p:attrName>style.visibility</p:attrName>
                                        </p:attrNameLst>
                                      </p:cBhvr>
                                      <p:to>
                                        <p:strVal val="visible"/>
                                      </p:to>
                                    </p:set>
                                    <p:anim calcmode="lin" valueType="num">
                                      <p:cBhvr>
                                        <p:cTn id="24" dur="1000" fill="hold"/>
                                        <p:tgtEl>
                                          <p:spTgt spid="16397"/>
                                        </p:tgtEl>
                                        <p:attrNameLst>
                                          <p:attrName>ppt_w</p:attrName>
                                        </p:attrNameLst>
                                      </p:cBhvr>
                                      <p:tavLst>
                                        <p:tav tm="0">
                                          <p:val>
                                            <p:fltVal val="0"/>
                                          </p:val>
                                        </p:tav>
                                        <p:tav tm="100000">
                                          <p:val>
                                            <p:strVal val="#ppt_w"/>
                                          </p:val>
                                        </p:tav>
                                      </p:tavLst>
                                    </p:anim>
                                    <p:anim calcmode="lin" valueType="num">
                                      <p:cBhvr>
                                        <p:cTn id="25" dur="1000" fill="hold"/>
                                        <p:tgtEl>
                                          <p:spTgt spid="16397"/>
                                        </p:tgtEl>
                                        <p:attrNameLst>
                                          <p:attrName>ppt_h</p:attrName>
                                        </p:attrNameLst>
                                      </p:cBhvr>
                                      <p:tavLst>
                                        <p:tav tm="0">
                                          <p:val>
                                            <p:fltVal val="0"/>
                                          </p:val>
                                        </p:tav>
                                        <p:tav tm="100000">
                                          <p:val>
                                            <p:strVal val="#ppt_h"/>
                                          </p:val>
                                        </p:tav>
                                      </p:tavLst>
                                    </p:anim>
                                    <p:anim calcmode="lin" valueType="num">
                                      <p:cBhvr>
                                        <p:cTn id="26" dur="1000" fill="hold"/>
                                        <p:tgtEl>
                                          <p:spTgt spid="16397"/>
                                        </p:tgtEl>
                                        <p:attrNameLst>
                                          <p:attrName>ppt_x</p:attrName>
                                        </p:attrNameLst>
                                      </p:cBhvr>
                                      <p:tavLst>
                                        <p:tav tm="0" fmla="#ppt_x+(cos(-2*pi*(1-$))*-#ppt_x-sin(-2*pi*(1-$))*(1-#ppt_y))*(1-$)">
                                          <p:val>
                                            <p:fltVal val="0"/>
                                          </p:val>
                                        </p:tav>
                                        <p:tav tm="100000">
                                          <p:val>
                                            <p:fltVal val="1"/>
                                          </p:val>
                                        </p:tav>
                                      </p:tavLst>
                                    </p:anim>
                                    <p:anim calcmode="lin" valueType="num">
                                      <p:cBhvr>
                                        <p:cTn id="27" dur="1000" fill="hold"/>
                                        <p:tgtEl>
                                          <p:spTgt spid="16397"/>
                                        </p:tgtEl>
                                        <p:attrNameLst>
                                          <p:attrName>ppt_y</p:attrName>
                                        </p:attrNameLst>
                                      </p:cBhvr>
                                      <p:tavLst>
                                        <p:tav tm="0" fmla="#ppt_y+(sin(-2*pi*(1-$))*-#ppt_x+cos(-2*pi*(1-$))*(1-#ppt_y))*(1-$)">
                                          <p:val>
                                            <p:fltVal val="0"/>
                                          </p:val>
                                        </p:tav>
                                        <p:tav tm="100000">
                                          <p:val>
                                            <p:fltVal val="1"/>
                                          </p:val>
                                        </p:tav>
                                      </p:tavLst>
                                    </p:anim>
                                  </p:childTnLst>
                                </p:cTn>
                              </p:par>
                            </p:childTnLst>
                          </p:cTn>
                        </p:par>
                        <p:par>
                          <p:cTn id="28" fill="hold" nodeType="afterGroup">
                            <p:stCondLst>
                              <p:cond delay="1000"/>
                            </p:stCondLst>
                            <p:childTnLst>
                              <p:par>
                                <p:cTn id="29" presetID="1" presetClass="entr" presetSubtype="0" fill="hold" grpId="0" nodeType="afterEffect">
                                  <p:stCondLst>
                                    <p:cond delay="0"/>
                                  </p:stCondLst>
                                  <p:childTnLst>
                                    <p:set>
                                      <p:cBhvr>
                                        <p:cTn id="30" dur="1" fill="hold">
                                          <p:stCondLst>
                                            <p:cond delay="499"/>
                                          </p:stCondLst>
                                        </p:cTn>
                                        <p:tgtEl>
                                          <p:spTgt spid="16396"/>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16399"/>
                                        </p:tgtEl>
                                        <p:attrNameLst>
                                          <p:attrName>style.visibility</p:attrName>
                                        </p:attrNameLst>
                                      </p:cBhvr>
                                      <p:to>
                                        <p:strVal val="visible"/>
                                      </p:to>
                                    </p:set>
                                    <p:animEffect transition="in" filter="blinds(horizontal)">
                                      <p:cBhvr>
                                        <p:cTn id="35" dur="500"/>
                                        <p:tgtEl>
                                          <p:spTgt spid="16399"/>
                                        </p:tgtEl>
                                      </p:cBhvr>
                                    </p:animEffect>
                                  </p:childTnLst>
                                </p:cTn>
                              </p:par>
                            </p:childTnLst>
                          </p:cTn>
                        </p:par>
                        <p:par>
                          <p:cTn id="36" fill="hold" nodeType="afterGroup">
                            <p:stCondLst>
                              <p:cond delay="500"/>
                            </p:stCondLst>
                            <p:childTnLst>
                              <p:par>
                                <p:cTn id="37" presetID="3" presetClass="entr" presetSubtype="10" fill="hold" grpId="0" nodeType="afterEffect">
                                  <p:stCondLst>
                                    <p:cond delay="0"/>
                                  </p:stCondLst>
                                  <p:childTnLst>
                                    <p:set>
                                      <p:cBhvr>
                                        <p:cTn id="38" dur="1" fill="hold">
                                          <p:stCondLst>
                                            <p:cond delay="0"/>
                                          </p:stCondLst>
                                        </p:cTn>
                                        <p:tgtEl>
                                          <p:spTgt spid="16398"/>
                                        </p:tgtEl>
                                        <p:attrNameLst>
                                          <p:attrName>style.visibility</p:attrName>
                                        </p:attrNameLst>
                                      </p:cBhvr>
                                      <p:to>
                                        <p:strVal val="visible"/>
                                      </p:to>
                                    </p:set>
                                    <p:animEffect transition="in" filter="blinds(horizontal)">
                                      <p:cBhvr>
                                        <p:cTn id="39" dur="500"/>
                                        <p:tgtEl>
                                          <p:spTgt spid="16398"/>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5" presetClass="entr" presetSubtype="0" fill="hold" grpId="0" nodeType="clickEffect">
                                  <p:stCondLst>
                                    <p:cond delay="0"/>
                                  </p:stCondLst>
                                  <p:childTnLst>
                                    <p:set>
                                      <p:cBhvr>
                                        <p:cTn id="43" dur="1" fill="hold">
                                          <p:stCondLst>
                                            <p:cond delay="0"/>
                                          </p:stCondLst>
                                        </p:cTn>
                                        <p:tgtEl>
                                          <p:spTgt spid="16400"/>
                                        </p:tgtEl>
                                        <p:attrNameLst>
                                          <p:attrName>style.visibility</p:attrName>
                                        </p:attrNameLst>
                                      </p:cBhvr>
                                      <p:to>
                                        <p:strVal val="visible"/>
                                      </p:to>
                                    </p:set>
                                    <p:anim calcmode="lin" valueType="num">
                                      <p:cBhvr>
                                        <p:cTn id="44" dur="1000" fill="hold"/>
                                        <p:tgtEl>
                                          <p:spTgt spid="16400"/>
                                        </p:tgtEl>
                                        <p:attrNameLst>
                                          <p:attrName>ppt_w</p:attrName>
                                        </p:attrNameLst>
                                      </p:cBhvr>
                                      <p:tavLst>
                                        <p:tav tm="0">
                                          <p:val>
                                            <p:fltVal val="0"/>
                                          </p:val>
                                        </p:tav>
                                        <p:tav tm="100000">
                                          <p:val>
                                            <p:strVal val="#ppt_w"/>
                                          </p:val>
                                        </p:tav>
                                      </p:tavLst>
                                    </p:anim>
                                    <p:anim calcmode="lin" valueType="num">
                                      <p:cBhvr>
                                        <p:cTn id="45" dur="1000" fill="hold"/>
                                        <p:tgtEl>
                                          <p:spTgt spid="16400"/>
                                        </p:tgtEl>
                                        <p:attrNameLst>
                                          <p:attrName>ppt_h</p:attrName>
                                        </p:attrNameLst>
                                      </p:cBhvr>
                                      <p:tavLst>
                                        <p:tav tm="0">
                                          <p:val>
                                            <p:fltVal val="0"/>
                                          </p:val>
                                        </p:tav>
                                        <p:tav tm="100000">
                                          <p:val>
                                            <p:strVal val="#ppt_h"/>
                                          </p:val>
                                        </p:tav>
                                      </p:tavLst>
                                    </p:anim>
                                    <p:anim calcmode="lin" valueType="num">
                                      <p:cBhvr>
                                        <p:cTn id="46" dur="1000" fill="hold"/>
                                        <p:tgtEl>
                                          <p:spTgt spid="16400"/>
                                        </p:tgtEl>
                                        <p:attrNameLst>
                                          <p:attrName>ppt_x</p:attrName>
                                        </p:attrNameLst>
                                      </p:cBhvr>
                                      <p:tavLst>
                                        <p:tav tm="0" fmla="#ppt_x+(cos(-2*pi*(1-$))*-#ppt_x-sin(-2*pi*(1-$))*(1-#ppt_y))*(1-$)">
                                          <p:val>
                                            <p:fltVal val="0"/>
                                          </p:val>
                                        </p:tav>
                                        <p:tav tm="100000">
                                          <p:val>
                                            <p:fltVal val="1"/>
                                          </p:val>
                                        </p:tav>
                                      </p:tavLst>
                                    </p:anim>
                                    <p:anim calcmode="lin" valueType="num">
                                      <p:cBhvr>
                                        <p:cTn id="47" dur="1000" fill="hold"/>
                                        <p:tgtEl>
                                          <p:spTgt spid="1640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16401"/>
                                        </p:tgtEl>
                                        <p:attrNameLst>
                                          <p:attrName>style.visibility</p:attrName>
                                        </p:attrNameLst>
                                      </p:cBhvr>
                                      <p:to>
                                        <p:strVal val="visible"/>
                                      </p:to>
                                    </p:set>
                                    <p:animEffect transition="in" filter="wipe(up)">
                                      <p:cBhvr>
                                        <p:cTn id="52" dur="2000"/>
                                        <p:tgtEl>
                                          <p:spTgt spid="1640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5" presetClass="entr" presetSubtype="0" fill="hold" grpId="0" nodeType="clickEffect">
                                  <p:stCondLst>
                                    <p:cond delay="0"/>
                                  </p:stCondLst>
                                  <p:childTnLst>
                                    <p:set>
                                      <p:cBhvr>
                                        <p:cTn id="56" dur="1" fill="hold">
                                          <p:stCondLst>
                                            <p:cond delay="0"/>
                                          </p:stCondLst>
                                        </p:cTn>
                                        <p:tgtEl>
                                          <p:spTgt spid="16421"/>
                                        </p:tgtEl>
                                        <p:attrNameLst>
                                          <p:attrName>style.visibility</p:attrName>
                                        </p:attrNameLst>
                                      </p:cBhvr>
                                      <p:to>
                                        <p:strVal val="visible"/>
                                      </p:to>
                                    </p:set>
                                    <p:anim calcmode="lin" valueType="num">
                                      <p:cBhvr>
                                        <p:cTn id="57" dur="1000" fill="hold"/>
                                        <p:tgtEl>
                                          <p:spTgt spid="16421"/>
                                        </p:tgtEl>
                                        <p:attrNameLst>
                                          <p:attrName>ppt_w</p:attrName>
                                        </p:attrNameLst>
                                      </p:cBhvr>
                                      <p:tavLst>
                                        <p:tav tm="0">
                                          <p:val>
                                            <p:fltVal val="0"/>
                                          </p:val>
                                        </p:tav>
                                        <p:tav tm="100000">
                                          <p:val>
                                            <p:strVal val="#ppt_w"/>
                                          </p:val>
                                        </p:tav>
                                      </p:tavLst>
                                    </p:anim>
                                    <p:anim calcmode="lin" valueType="num">
                                      <p:cBhvr>
                                        <p:cTn id="58" dur="1000" fill="hold"/>
                                        <p:tgtEl>
                                          <p:spTgt spid="16421"/>
                                        </p:tgtEl>
                                        <p:attrNameLst>
                                          <p:attrName>ppt_h</p:attrName>
                                        </p:attrNameLst>
                                      </p:cBhvr>
                                      <p:tavLst>
                                        <p:tav tm="0">
                                          <p:val>
                                            <p:fltVal val="0"/>
                                          </p:val>
                                        </p:tav>
                                        <p:tav tm="100000">
                                          <p:val>
                                            <p:strVal val="#ppt_h"/>
                                          </p:val>
                                        </p:tav>
                                      </p:tavLst>
                                    </p:anim>
                                    <p:anim calcmode="lin" valueType="num">
                                      <p:cBhvr>
                                        <p:cTn id="59" dur="1000" fill="hold"/>
                                        <p:tgtEl>
                                          <p:spTgt spid="16421"/>
                                        </p:tgtEl>
                                        <p:attrNameLst>
                                          <p:attrName>ppt_x</p:attrName>
                                        </p:attrNameLst>
                                      </p:cBhvr>
                                      <p:tavLst>
                                        <p:tav tm="0" fmla="#ppt_x+(cos(-2*pi*(1-$))*-#ppt_x-sin(-2*pi*(1-$))*(1-#ppt_y))*(1-$)">
                                          <p:val>
                                            <p:fltVal val="0"/>
                                          </p:val>
                                        </p:tav>
                                        <p:tav tm="100000">
                                          <p:val>
                                            <p:fltVal val="1"/>
                                          </p:val>
                                        </p:tav>
                                      </p:tavLst>
                                    </p:anim>
                                    <p:anim calcmode="lin" valueType="num">
                                      <p:cBhvr>
                                        <p:cTn id="60" dur="1000" fill="hold"/>
                                        <p:tgtEl>
                                          <p:spTgt spid="16421"/>
                                        </p:tgtEl>
                                        <p:attrNameLst>
                                          <p:attrName>ppt_y</p:attrName>
                                        </p:attrNameLst>
                                      </p:cBhvr>
                                      <p:tavLst>
                                        <p:tav tm="0" fmla="#ppt_y+(sin(-2*pi*(1-$))*-#ppt_x+cos(-2*pi*(1-$))*(1-#ppt_y))*(1-$)">
                                          <p:val>
                                            <p:fltVal val="0"/>
                                          </p:val>
                                        </p:tav>
                                        <p:tav tm="100000">
                                          <p:val>
                                            <p:fltVal val="1"/>
                                          </p:val>
                                        </p:tav>
                                      </p:tavLst>
                                    </p:anim>
                                  </p:childTnLst>
                                </p:cTn>
                              </p:par>
                            </p:childTnLst>
                          </p:cTn>
                        </p:par>
                        <p:par>
                          <p:cTn id="61" fill="hold" nodeType="afterGroup">
                            <p:stCondLst>
                              <p:cond delay="1000"/>
                            </p:stCondLst>
                            <p:childTnLst>
                              <p:par>
                                <p:cTn id="62" presetID="2" presetClass="entr" presetSubtype="2" fill="hold" nodeType="afterEffect">
                                  <p:stCondLst>
                                    <p:cond delay="0"/>
                                  </p:stCondLst>
                                  <p:childTnLst>
                                    <p:set>
                                      <p:cBhvr>
                                        <p:cTn id="63" dur="1" fill="hold">
                                          <p:stCondLst>
                                            <p:cond delay="0"/>
                                          </p:stCondLst>
                                        </p:cTn>
                                        <p:tgtEl>
                                          <p:spTgt spid="16425"/>
                                        </p:tgtEl>
                                        <p:attrNameLst>
                                          <p:attrName>style.visibility</p:attrName>
                                        </p:attrNameLst>
                                      </p:cBhvr>
                                      <p:to>
                                        <p:strVal val="visible"/>
                                      </p:to>
                                    </p:set>
                                    <p:anim calcmode="lin" valueType="num">
                                      <p:cBhvr additive="base">
                                        <p:cTn id="64" dur="500" fill="hold"/>
                                        <p:tgtEl>
                                          <p:spTgt spid="16425"/>
                                        </p:tgtEl>
                                        <p:attrNameLst>
                                          <p:attrName>ppt_x</p:attrName>
                                        </p:attrNameLst>
                                      </p:cBhvr>
                                      <p:tavLst>
                                        <p:tav tm="0">
                                          <p:val>
                                            <p:strVal val="1+#ppt_w/2"/>
                                          </p:val>
                                        </p:tav>
                                        <p:tav tm="100000">
                                          <p:val>
                                            <p:strVal val="#ppt_x"/>
                                          </p:val>
                                        </p:tav>
                                      </p:tavLst>
                                    </p:anim>
                                    <p:anim calcmode="lin" valueType="num">
                                      <p:cBhvr additive="base">
                                        <p:cTn id="65" dur="500" fill="hold"/>
                                        <p:tgtEl>
                                          <p:spTgt spid="16425"/>
                                        </p:tgtEl>
                                        <p:attrNameLst>
                                          <p:attrName>ppt_y</p:attrName>
                                        </p:attrNameLst>
                                      </p:cBhvr>
                                      <p:tavLst>
                                        <p:tav tm="0">
                                          <p:val>
                                            <p:strVal val="#ppt_y"/>
                                          </p:val>
                                        </p:tav>
                                        <p:tav tm="100000">
                                          <p:val>
                                            <p:strVal val="#ppt_y"/>
                                          </p:val>
                                        </p:tav>
                                      </p:tavLst>
                                    </p:anim>
                                  </p:childTnLst>
                                </p:cTn>
                              </p:par>
                            </p:childTnLst>
                          </p:cTn>
                        </p:par>
                        <p:par>
                          <p:cTn id="66" fill="hold" nodeType="afterGroup">
                            <p:stCondLst>
                              <p:cond delay="1500"/>
                            </p:stCondLst>
                            <p:childTnLst>
                              <p:par>
                                <p:cTn id="67" presetID="22" presetClass="entr" presetSubtype="8" fill="hold" grpId="0" nodeType="afterEffect">
                                  <p:stCondLst>
                                    <p:cond delay="0"/>
                                  </p:stCondLst>
                                  <p:childTnLst>
                                    <p:set>
                                      <p:cBhvr>
                                        <p:cTn id="68" dur="1" fill="hold">
                                          <p:stCondLst>
                                            <p:cond delay="0"/>
                                          </p:stCondLst>
                                        </p:cTn>
                                        <p:tgtEl>
                                          <p:spTgt spid="16422"/>
                                        </p:tgtEl>
                                        <p:attrNameLst>
                                          <p:attrName>style.visibility</p:attrName>
                                        </p:attrNameLst>
                                      </p:cBhvr>
                                      <p:to>
                                        <p:strVal val="visible"/>
                                      </p:to>
                                    </p:set>
                                    <p:animEffect transition="in" filter="wipe(left)">
                                      <p:cBhvr>
                                        <p:cTn id="69" dur="2000"/>
                                        <p:tgtEl>
                                          <p:spTgt spid="16422"/>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15" presetClass="entr" presetSubtype="0" fill="hold" grpId="0" nodeType="clickEffect">
                                  <p:stCondLst>
                                    <p:cond delay="0"/>
                                  </p:stCondLst>
                                  <p:childTnLst>
                                    <p:set>
                                      <p:cBhvr>
                                        <p:cTn id="73" dur="1" fill="hold">
                                          <p:stCondLst>
                                            <p:cond delay="0"/>
                                          </p:stCondLst>
                                        </p:cTn>
                                        <p:tgtEl>
                                          <p:spTgt spid="16423"/>
                                        </p:tgtEl>
                                        <p:attrNameLst>
                                          <p:attrName>style.visibility</p:attrName>
                                        </p:attrNameLst>
                                      </p:cBhvr>
                                      <p:to>
                                        <p:strVal val="visible"/>
                                      </p:to>
                                    </p:set>
                                    <p:anim calcmode="lin" valueType="num">
                                      <p:cBhvr>
                                        <p:cTn id="74" dur="1000" fill="hold"/>
                                        <p:tgtEl>
                                          <p:spTgt spid="16423"/>
                                        </p:tgtEl>
                                        <p:attrNameLst>
                                          <p:attrName>ppt_w</p:attrName>
                                        </p:attrNameLst>
                                      </p:cBhvr>
                                      <p:tavLst>
                                        <p:tav tm="0">
                                          <p:val>
                                            <p:fltVal val="0"/>
                                          </p:val>
                                        </p:tav>
                                        <p:tav tm="100000">
                                          <p:val>
                                            <p:strVal val="#ppt_w"/>
                                          </p:val>
                                        </p:tav>
                                      </p:tavLst>
                                    </p:anim>
                                    <p:anim calcmode="lin" valueType="num">
                                      <p:cBhvr>
                                        <p:cTn id="75" dur="1000" fill="hold"/>
                                        <p:tgtEl>
                                          <p:spTgt spid="16423"/>
                                        </p:tgtEl>
                                        <p:attrNameLst>
                                          <p:attrName>ppt_h</p:attrName>
                                        </p:attrNameLst>
                                      </p:cBhvr>
                                      <p:tavLst>
                                        <p:tav tm="0">
                                          <p:val>
                                            <p:fltVal val="0"/>
                                          </p:val>
                                        </p:tav>
                                        <p:tav tm="100000">
                                          <p:val>
                                            <p:strVal val="#ppt_h"/>
                                          </p:val>
                                        </p:tav>
                                      </p:tavLst>
                                    </p:anim>
                                    <p:anim calcmode="lin" valueType="num">
                                      <p:cBhvr>
                                        <p:cTn id="76" dur="1000" fill="hold"/>
                                        <p:tgtEl>
                                          <p:spTgt spid="16423"/>
                                        </p:tgtEl>
                                        <p:attrNameLst>
                                          <p:attrName>ppt_x</p:attrName>
                                        </p:attrNameLst>
                                      </p:cBhvr>
                                      <p:tavLst>
                                        <p:tav tm="0" fmla="#ppt_x+(cos(-2*pi*(1-$))*-#ppt_x-sin(-2*pi*(1-$))*(1-#ppt_y))*(1-$)">
                                          <p:val>
                                            <p:fltVal val="0"/>
                                          </p:val>
                                        </p:tav>
                                        <p:tav tm="100000">
                                          <p:val>
                                            <p:fltVal val="1"/>
                                          </p:val>
                                        </p:tav>
                                      </p:tavLst>
                                    </p:anim>
                                    <p:anim calcmode="lin" valueType="num">
                                      <p:cBhvr>
                                        <p:cTn id="77" dur="1000" fill="hold"/>
                                        <p:tgtEl>
                                          <p:spTgt spid="1642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78" fill="hold" nodeType="clickPar">
                      <p:stCondLst>
                        <p:cond delay="indefinite"/>
                      </p:stCondLst>
                      <p:childTnLst>
                        <p:par>
                          <p:cTn id="79" fill="hold" nodeType="withGroup">
                            <p:stCondLst>
                              <p:cond delay="0"/>
                            </p:stCondLst>
                            <p:childTnLst>
                              <p:par>
                                <p:cTn id="80" presetID="2" presetClass="entr" presetSubtype="2" fill="hold" nodeType="clickEffect">
                                  <p:stCondLst>
                                    <p:cond delay="0"/>
                                  </p:stCondLst>
                                  <p:childTnLst>
                                    <p:set>
                                      <p:cBhvr>
                                        <p:cTn id="81" dur="1" fill="hold">
                                          <p:stCondLst>
                                            <p:cond delay="0"/>
                                          </p:stCondLst>
                                        </p:cTn>
                                        <p:tgtEl>
                                          <p:spTgt spid="16424"/>
                                        </p:tgtEl>
                                        <p:attrNameLst>
                                          <p:attrName>style.visibility</p:attrName>
                                        </p:attrNameLst>
                                      </p:cBhvr>
                                      <p:to>
                                        <p:strVal val="visible"/>
                                      </p:to>
                                    </p:set>
                                    <p:anim calcmode="lin" valueType="num">
                                      <p:cBhvr additive="base">
                                        <p:cTn id="82" dur="500" fill="hold"/>
                                        <p:tgtEl>
                                          <p:spTgt spid="16424"/>
                                        </p:tgtEl>
                                        <p:attrNameLst>
                                          <p:attrName>ppt_x</p:attrName>
                                        </p:attrNameLst>
                                      </p:cBhvr>
                                      <p:tavLst>
                                        <p:tav tm="0">
                                          <p:val>
                                            <p:strVal val="1+#ppt_w/2"/>
                                          </p:val>
                                        </p:tav>
                                        <p:tav tm="100000">
                                          <p:val>
                                            <p:strVal val="#ppt_x"/>
                                          </p:val>
                                        </p:tav>
                                      </p:tavLst>
                                    </p:anim>
                                    <p:anim calcmode="lin" valueType="num">
                                      <p:cBhvr additive="base">
                                        <p:cTn id="83" dur="500" fill="hold"/>
                                        <p:tgtEl>
                                          <p:spTgt spid="164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5" grpId="0" autoUpdateAnimBg="0"/>
      <p:bldP spid="16396" grpId="0" autoUpdateAnimBg="0"/>
      <p:bldP spid="16397" grpId="0"/>
      <p:bldP spid="16398" grpId="0" autoUpdateAnimBg="0"/>
      <p:bldP spid="16400" grpId="0" animBg="1" autoUpdateAnimBg="0"/>
      <p:bldP spid="16421" grpId="0"/>
      <p:bldP spid="16422" grpId="0" autoUpdateAnimBg="0"/>
      <p:bldP spid="16423" grpId="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3276600" y="620713"/>
            <a:ext cx="58674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zh-CN" altLang="en-US" sz="2800">
                <a:latin typeface="Times New Roman" panose="02020603050405020304" pitchFamily="18" charset="0"/>
              </a:rPr>
              <a:t>在复平面上用向量表示相量的图</a:t>
            </a:r>
          </a:p>
        </p:txBody>
      </p:sp>
      <p:graphicFrame>
        <p:nvGraphicFramePr>
          <p:cNvPr id="15363" name="Object 3"/>
          <p:cNvGraphicFramePr>
            <a:graphicFrameLocks noChangeAspect="1"/>
          </p:cNvGraphicFramePr>
          <p:nvPr>
            <p:extLst>
              <p:ext uri="{D42A27DB-BD31-4B8C-83A1-F6EECF244321}">
                <p14:modId xmlns:p14="http://schemas.microsoft.com/office/powerpoint/2010/main" val="2728695025"/>
              </p:ext>
            </p:extLst>
          </p:nvPr>
        </p:nvGraphicFramePr>
        <p:xfrm>
          <a:off x="1739900" y="1387475"/>
          <a:ext cx="5303838" cy="592138"/>
        </p:xfrm>
        <a:graphic>
          <a:graphicData uri="http://schemas.openxmlformats.org/presentationml/2006/ole">
            <mc:AlternateContent xmlns:mc="http://schemas.openxmlformats.org/markup-compatibility/2006">
              <mc:Choice xmlns:v="urn:schemas-microsoft-com:vml" Requires="v">
                <p:oleObj spid="_x0000_s101482" name="Equation" r:id="rId4" imgW="2145960" imgH="241200" progId="Equation.DSMT4">
                  <p:embed/>
                </p:oleObj>
              </mc:Choice>
              <mc:Fallback>
                <p:oleObj name="Equation" r:id="rId4" imgW="2145960" imgH="241200" progId="Equation.DSMT4">
                  <p:embed/>
                  <p:pic>
                    <p:nvPicPr>
                      <p:cNvPr id="15363" name="Object 3"/>
                      <p:cNvPicPr>
                        <a:picLocks noChangeAspect="1" noChangeArrowheads="1"/>
                      </p:cNvPicPr>
                      <p:nvPr/>
                    </p:nvPicPr>
                    <p:blipFill>
                      <a:blip r:embed="rId5"/>
                      <a:srcRect/>
                      <a:stretch>
                        <a:fillRect/>
                      </a:stretch>
                    </p:blipFill>
                    <p:spPr bwMode="auto">
                      <a:xfrm>
                        <a:off x="1739900" y="1387475"/>
                        <a:ext cx="5303838" cy="592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4" name="Object 4"/>
          <p:cNvGraphicFramePr>
            <a:graphicFrameLocks noChangeAspect="1"/>
          </p:cNvGraphicFramePr>
          <p:nvPr>
            <p:extLst>
              <p:ext uri="{D42A27DB-BD31-4B8C-83A1-F6EECF244321}">
                <p14:modId xmlns:p14="http://schemas.microsoft.com/office/powerpoint/2010/main" val="1195913088"/>
              </p:ext>
            </p:extLst>
          </p:nvPr>
        </p:nvGraphicFramePr>
        <p:xfrm>
          <a:off x="1736725" y="2108200"/>
          <a:ext cx="5689600" cy="609600"/>
        </p:xfrm>
        <a:graphic>
          <a:graphicData uri="http://schemas.openxmlformats.org/presentationml/2006/ole">
            <mc:AlternateContent xmlns:mc="http://schemas.openxmlformats.org/markup-compatibility/2006">
              <mc:Choice xmlns:v="urn:schemas-microsoft-com:vml" Requires="v">
                <p:oleObj spid="_x0000_s101483" name="Equation" r:id="rId6" imgW="2234880" imgH="241200" progId="Equation.DSMT4">
                  <p:embed/>
                </p:oleObj>
              </mc:Choice>
              <mc:Fallback>
                <p:oleObj name="Equation" r:id="rId6" imgW="2234880" imgH="241200" progId="Equation.DSMT4">
                  <p:embed/>
                  <p:pic>
                    <p:nvPicPr>
                      <p:cNvPr id="15364" name="Object 4"/>
                      <p:cNvPicPr>
                        <a:picLocks noChangeAspect="1" noChangeArrowheads="1"/>
                      </p:cNvPicPr>
                      <p:nvPr/>
                    </p:nvPicPr>
                    <p:blipFill>
                      <a:blip r:embed="rId7"/>
                      <a:srcRect/>
                      <a:stretch>
                        <a:fillRect/>
                      </a:stretch>
                    </p:blipFill>
                    <p:spPr bwMode="auto">
                      <a:xfrm>
                        <a:off x="1736725" y="2108200"/>
                        <a:ext cx="56896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80" name="Text Box 20"/>
          <p:cNvSpPr txBox="1">
            <a:spLocks noChangeArrowheads="1"/>
          </p:cNvSpPr>
          <p:nvPr/>
        </p:nvSpPr>
        <p:spPr bwMode="auto">
          <a:xfrm>
            <a:off x="575469" y="627810"/>
            <a:ext cx="1800225" cy="523220"/>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SzPct val="85000"/>
              <a:buFont typeface="Wingdings" panose="05000000000000000000" pitchFamily="2" charset="2"/>
              <a:buChar char="l"/>
            </a:pPr>
            <a:r>
              <a:rPr lang="zh-CN" altLang="en-US" sz="2800" dirty="0">
                <a:latin typeface="楷体_GB2312" pitchFamily="49" charset="-122"/>
              </a:rPr>
              <a:t>相量图</a:t>
            </a:r>
          </a:p>
        </p:txBody>
      </p:sp>
      <p:sp>
        <p:nvSpPr>
          <p:cNvPr id="15381" name="Line 21"/>
          <p:cNvSpPr>
            <a:spLocks noChangeShapeType="1"/>
          </p:cNvSpPr>
          <p:nvPr/>
        </p:nvSpPr>
        <p:spPr bwMode="auto">
          <a:xfrm>
            <a:off x="2627313" y="908050"/>
            <a:ext cx="647700" cy="0"/>
          </a:xfrm>
          <a:prstGeom prst="line">
            <a:avLst/>
          </a:prstGeom>
          <a:noFill/>
          <a:ln w="76200">
            <a:solidFill>
              <a:srgbClr val="33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pSp>
        <p:nvGrpSpPr>
          <p:cNvPr id="15399" name="Group 39"/>
          <p:cNvGrpSpPr>
            <a:grpSpLocks/>
          </p:cNvGrpSpPr>
          <p:nvPr/>
        </p:nvGrpSpPr>
        <p:grpSpPr bwMode="auto">
          <a:xfrm>
            <a:off x="2772643" y="3192685"/>
            <a:ext cx="3311525" cy="2468563"/>
            <a:chOff x="930" y="1797"/>
            <a:chExt cx="2086" cy="1555"/>
          </a:xfrm>
        </p:grpSpPr>
        <p:grpSp>
          <p:nvGrpSpPr>
            <p:cNvPr id="15383" name="Group 23"/>
            <p:cNvGrpSpPr>
              <a:grpSpLocks/>
            </p:cNvGrpSpPr>
            <p:nvPr/>
          </p:nvGrpSpPr>
          <p:grpSpPr bwMode="auto">
            <a:xfrm>
              <a:off x="930" y="1842"/>
              <a:ext cx="1497" cy="1435"/>
              <a:chOff x="567" y="2659"/>
              <a:chExt cx="1152" cy="1134"/>
            </a:xfrm>
          </p:grpSpPr>
          <p:grpSp>
            <p:nvGrpSpPr>
              <p:cNvPr id="15365" name="Group 5"/>
              <p:cNvGrpSpPr>
                <a:grpSpLocks/>
              </p:cNvGrpSpPr>
              <p:nvPr/>
            </p:nvGrpSpPr>
            <p:grpSpPr bwMode="auto">
              <a:xfrm>
                <a:off x="567" y="2659"/>
                <a:ext cx="1152" cy="1080"/>
                <a:chOff x="384" y="2832"/>
                <a:chExt cx="1152" cy="1080"/>
              </a:xfrm>
            </p:grpSpPr>
            <p:sp>
              <p:nvSpPr>
                <p:cNvPr id="15366" name="Line 6"/>
                <p:cNvSpPr>
                  <a:spLocks noChangeShapeType="1"/>
                </p:cNvSpPr>
                <p:nvPr/>
              </p:nvSpPr>
              <p:spPr bwMode="auto">
                <a:xfrm>
                  <a:off x="384" y="3892"/>
                  <a:ext cx="1152" cy="0"/>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5367" name="Line 7"/>
                <p:cNvSpPr>
                  <a:spLocks noChangeShapeType="1"/>
                </p:cNvSpPr>
                <p:nvPr/>
              </p:nvSpPr>
              <p:spPr bwMode="auto">
                <a:xfrm flipV="1">
                  <a:off x="384" y="3508"/>
                  <a:ext cx="960" cy="384"/>
                </a:xfrm>
                <a:prstGeom prst="line">
                  <a:avLst/>
                </a:prstGeom>
                <a:noFill/>
                <a:ln w="28575">
                  <a:solidFill>
                    <a:srgbClr val="66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5368" name="Freeform 8"/>
                <p:cNvSpPr>
                  <a:spLocks/>
                </p:cNvSpPr>
                <p:nvPr/>
              </p:nvSpPr>
              <p:spPr bwMode="auto">
                <a:xfrm>
                  <a:off x="708" y="3772"/>
                  <a:ext cx="16" cy="120"/>
                </a:xfrm>
                <a:custGeom>
                  <a:avLst/>
                  <a:gdLst>
                    <a:gd name="T0" fmla="*/ 0 w 16"/>
                    <a:gd name="T1" fmla="*/ 120 h 120"/>
                    <a:gd name="T2" fmla="*/ 0 w 16"/>
                    <a:gd name="T3" fmla="*/ 0 h 120"/>
                  </a:gdLst>
                  <a:ahLst/>
                  <a:cxnLst>
                    <a:cxn ang="0">
                      <a:pos x="T0" y="T1"/>
                    </a:cxn>
                    <a:cxn ang="0">
                      <a:pos x="T2" y="T3"/>
                    </a:cxn>
                  </a:cxnLst>
                  <a:rect l="0" t="0" r="r" b="b"/>
                  <a:pathLst>
                    <a:path w="16" h="120">
                      <a:moveTo>
                        <a:pt x="0" y="120"/>
                      </a:moveTo>
                      <a:cubicBezTo>
                        <a:pt x="16" y="71"/>
                        <a:pt x="0" y="49"/>
                        <a:pt x="0" y="0"/>
                      </a:cubicBezTo>
                    </a:path>
                  </a:pathLst>
                </a:custGeom>
                <a:noFill/>
                <a:ln w="28575" cmpd="sng">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sz="2800"/>
                </a:p>
              </p:txBody>
            </p:sp>
            <p:sp>
              <p:nvSpPr>
                <p:cNvPr id="15369" name="Text Box 9"/>
                <p:cNvSpPr txBox="1">
                  <a:spLocks noChangeArrowheads="1"/>
                </p:cNvSpPr>
                <p:nvPr/>
              </p:nvSpPr>
              <p:spPr bwMode="auto">
                <a:xfrm>
                  <a:off x="712" y="3652"/>
                  <a:ext cx="392" cy="2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p>
                  <a:r>
                    <a:rPr kumimoji="1" lang="en-US" altLang="zh-CN" sz="2800" b="0" i="1">
                      <a:latin typeface="Symbol" panose="05050102010706020507" pitchFamily="18" charset="2"/>
                      <a:ea typeface="宋体" panose="02010600030101010101" pitchFamily="2" charset="-122"/>
                      <a:sym typeface="Symbol" panose="05050102010706020507" pitchFamily="18" charset="2"/>
                    </a:rPr>
                    <a:t></a:t>
                  </a:r>
                  <a:endParaRPr kumimoji="1" lang="en-US" altLang="zh-CN" sz="2800" b="0" i="1">
                    <a:ea typeface="宋体" panose="02010600030101010101" pitchFamily="2" charset="-122"/>
                  </a:endParaRPr>
                </a:p>
              </p:txBody>
            </p:sp>
            <p:sp>
              <p:nvSpPr>
                <p:cNvPr id="15370" name="Line 10"/>
                <p:cNvSpPr>
                  <a:spLocks noChangeShapeType="1"/>
                </p:cNvSpPr>
                <p:nvPr/>
              </p:nvSpPr>
              <p:spPr bwMode="auto">
                <a:xfrm flipV="1">
                  <a:off x="384" y="3028"/>
                  <a:ext cx="672" cy="86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5371" name="Freeform 11"/>
                <p:cNvSpPr>
                  <a:spLocks/>
                </p:cNvSpPr>
                <p:nvPr/>
              </p:nvSpPr>
              <p:spPr bwMode="auto">
                <a:xfrm>
                  <a:off x="540" y="3700"/>
                  <a:ext cx="48" cy="192"/>
                </a:xfrm>
                <a:custGeom>
                  <a:avLst/>
                  <a:gdLst>
                    <a:gd name="T0" fmla="*/ 48 w 48"/>
                    <a:gd name="T1" fmla="*/ 192 h 192"/>
                    <a:gd name="T2" fmla="*/ 24 w 48"/>
                    <a:gd name="T3" fmla="*/ 72 h 192"/>
                    <a:gd name="T4" fmla="*/ 0 w 48"/>
                    <a:gd name="T5" fmla="*/ 0 h 192"/>
                  </a:gdLst>
                  <a:ahLst/>
                  <a:cxnLst>
                    <a:cxn ang="0">
                      <a:pos x="T0" y="T1"/>
                    </a:cxn>
                    <a:cxn ang="0">
                      <a:pos x="T2" y="T3"/>
                    </a:cxn>
                    <a:cxn ang="0">
                      <a:pos x="T4" y="T5"/>
                    </a:cxn>
                  </a:cxnLst>
                  <a:rect l="0" t="0" r="r" b="b"/>
                  <a:pathLst>
                    <a:path w="48" h="192">
                      <a:moveTo>
                        <a:pt x="48" y="192"/>
                      </a:moveTo>
                      <a:cubicBezTo>
                        <a:pt x="38" y="152"/>
                        <a:pt x="34" y="112"/>
                        <a:pt x="24" y="72"/>
                      </a:cubicBezTo>
                      <a:cubicBezTo>
                        <a:pt x="18" y="47"/>
                        <a:pt x="0" y="0"/>
                        <a:pt x="0" y="0"/>
                      </a:cubicBezTo>
                    </a:path>
                  </a:pathLst>
                </a:custGeom>
                <a:noFill/>
                <a:ln w="28575" cmpd="sng">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sz="2800"/>
                </a:p>
              </p:txBody>
            </p:sp>
            <p:sp>
              <p:nvSpPr>
                <p:cNvPr id="15372" name="Text Box 12"/>
                <p:cNvSpPr txBox="1">
                  <a:spLocks noChangeArrowheads="1"/>
                </p:cNvSpPr>
                <p:nvPr/>
              </p:nvSpPr>
              <p:spPr bwMode="auto">
                <a:xfrm>
                  <a:off x="600" y="3450"/>
                  <a:ext cx="180" cy="2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wrap="none">
                  <a:spAutoFit/>
                </a:bodyPr>
                <a:lstStyle/>
                <a:p>
                  <a:r>
                    <a:rPr kumimoji="1" lang="en-US" altLang="zh-CN" sz="2800" b="0" dirty="0">
                      <a:latin typeface="Symbol" panose="05050102010706020507" pitchFamily="18" charset="2"/>
                      <a:ea typeface="宋体" panose="02010600030101010101" pitchFamily="2" charset="-122"/>
                    </a:rPr>
                    <a:t>q</a:t>
                  </a:r>
                  <a:endParaRPr kumimoji="1" lang="en-US" altLang="zh-CN" sz="2800" b="0" dirty="0">
                    <a:ea typeface="宋体" panose="02010600030101010101" pitchFamily="2" charset="-122"/>
                  </a:endParaRPr>
                </a:p>
              </p:txBody>
            </p:sp>
            <p:graphicFrame>
              <p:nvGraphicFramePr>
                <p:cNvPr id="15373" name="Object 13"/>
                <p:cNvGraphicFramePr>
                  <a:graphicFrameLocks noChangeAspect="1"/>
                </p:cNvGraphicFramePr>
                <p:nvPr>
                  <p:extLst>
                    <p:ext uri="{D42A27DB-BD31-4B8C-83A1-F6EECF244321}">
                      <p14:modId xmlns:p14="http://schemas.microsoft.com/office/powerpoint/2010/main" val="1901426494"/>
                    </p:ext>
                  </p:extLst>
                </p:nvPr>
              </p:nvGraphicFramePr>
              <p:xfrm>
                <a:off x="768" y="2832"/>
                <a:ext cx="204" cy="349"/>
              </p:xfrm>
              <a:graphic>
                <a:graphicData uri="http://schemas.openxmlformats.org/presentationml/2006/ole">
                  <mc:AlternateContent xmlns:mc="http://schemas.openxmlformats.org/markup-compatibility/2006">
                    <mc:Choice xmlns:v="urn:schemas-microsoft-com:vml" Requires="v">
                      <p:oleObj spid="_x0000_s101484" name="Equation" r:id="rId8" imgW="164880" imgH="279360" progId="Equation.DSMT4">
                        <p:embed/>
                      </p:oleObj>
                    </mc:Choice>
                    <mc:Fallback>
                      <p:oleObj name="Equation" r:id="rId8" imgW="164880" imgH="279360" progId="Equation.DSMT4">
                        <p:embed/>
                        <p:pic>
                          <p:nvPicPr>
                            <p:cNvPr id="15373" name="Object 13"/>
                            <p:cNvPicPr>
                              <a:picLocks noChangeAspect="1" noChangeArrowheads="1"/>
                            </p:cNvPicPr>
                            <p:nvPr/>
                          </p:nvPicPr>
                          <p:blipFill>
                            <a:blip r:embed="rId9"/>
                            <a:srcRect/>
                            <a:stretch>
                              <a:fillRect/>
                            </a:stretch>
                          </p:blipFill>
                          <p:spPr bwMode="auto">
                            <a:xfrm>
                              <a:off x="768" y="2832"/>
                              <a:ext cx="204" cy="3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74" name="Object 14"/>
                <p:cNvGraphicFramePr>
                  <a:graphicFrameLocks noChangeAspect="1"/>
                </p:cNvGraphicFramePr>
                <p:nvPr>
                  <p:extLst>
                    <p:ext uri="{D42A27DB-BD31-4B8C-83A1-F6EECF244321}">
                      <p14:modId xmlns:p14="http://schemas.microsoft.com/office/powerpoint/2010/main" val="2574799922"/>
                    </p:ext>
                  </p:extLst>
                </p:nvPr>
              </p:nvGraphicFramePr>
              <p:xfrm>
                <a:off x="1368" y="3312"/>
                <a:ext cx="155" cy="331"/>
              </p:xfrm>
              <a:graphic>
                <a:graphicData uri="http://schemas.openxmlformats.org/presentationml/2006/ole">
                  <mc:AlternateContent xmlns:mc="http://schemas.openxmlformats.org/markup-compatibility/2006">
                    <mc:Choice xmlns:v="urn:schemas-microsoft-com:vml" Requires="v">
                      <p:oleObj spid="_x0000_s101485" name="Equation" r:id="rId10" imgW="126720" imgH="266400" progId="Equation.DSMT4">
                        <p:embed/>
                      </p:oleObj>
                    </mc:Choice>
                    <mc:Fallback>
                      <p:oleObj name="Equation" r:id="rId10" imgW="126720" imgH="266400" progId="Equation.DSMT4">
                        <p:embed/>
                        <p:pic>
                          <p:nvPicPr>
                            <p:cNvPr id="15374" name="Object 14"/>
                            <p:cNvPicPr>
                              <a:picLocks noChangeAspect="1" noChangeArrowheads="1"/>
                            </p:cNvPicPr>
                            <p:nvPr/>
                          </p:nvPicPr>
                          <p:blipFill>
                            <a:blip r:embed="rId11"/>
                            <a:srcRect/>
                            <a:stretch>
                              <a:fillRect/>
                            </a:stretch>
                          </p:blipFill>
                          <p:spPr bwMode="auto">
                            <a:xfrm>
                              <a:off x="1368" y="3312"/>
                              <a:ext cx="155" cy="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5382" name="Line 22"/>
              <p:cNvSpPr>
                <a:spLocks noChangeShapeType="1"/>
              </p:cNvSpPr>
              <p:nvPr/>
            </p:nvSpPr>
            <p:spPr bwMode="auto">
              <a:xfrm>
                <a:off x="567" y="2659"/>
                <a:ext cx="0" cy="1134"/>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pSp>
        <p:sp>
          <p:nvSpPr>
            <p:cNvPr id="15397" name="Text Box 37"/>
            <p:cNvSpPr txBox="1">
              <a:spLocks noChangeArrowheads="1"/>
            </p:cNvSpPr>
            <p:nvPr/>
          </p:nvSpPr>
          <p:spPr bwMode="auto">
            <a:xfrm>
              <a:off x="2472" y="3022"/>
              <a:ext cx="54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0">
                  <a:latin typeface="Times New Roman" panose="02020603050405020304" pitchFamily="18" charset="0"/>
                </a:rPr>
                <a:t>+1</a:t>
              </a:r>
            </a:p>
          </p:txBody>
        </p:sp>
        <p:sp>
          <p:nvSpPr>
            <p:cNvPr id="15398" name="Text Box 38"/>
            <p:cNvSpPr txBox="1">
              <a:spLocks noChangeArrowheads="1"/>
            </p:cNvSpPr>
            <p:nvPr/>
          </p:nvSpPr>
          <p:spPr bwMode="auto">
            <a:xfrm>
              <a:off x="930" y="1797"/>
              <a:ext cx="54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0">
                  <a:latin typeface="Times New Roman" panose="02020603050405020304" pitchFamily="18" charset="0"/>
                </a:rPr>
                <a:t>+j</a:t>
              </a:r>
            </a:p>
          </p:txBody>
        </p:sp>
      </p:grpSp>
    </p:spTree>
    <p:extLst>
      <p:ext uri="{BB962C8B-B14F-4D97-AF65-F5344CB8AC3E}">
        <p14:creationId xmlns:p14="http://schemas.microsoft.com/office/powerpoint/2010/main" val="2263406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15380"/>
                                        </p:tgtEl>
                                        <p:attrNameLst>
                                          <p:attrName>style.visibility</p:attrName>
                                        </p:attrNameLst>
                                      </p:cBhvr>
                                      <p:to>
                                        <p:strVal val="visible"/>
                                      </p:to>
                                    </p:set>
                                    <p:anim calcmode="lin" valueType="num">
                                      <p:cBhvr additive="base">
                                        <p:cTn id="7" dur="500" fill="hold"/>
                                        <p:tgtEl>
                                          <p:spTgt spid="15380"/>
                                        </p:tgtEl>
                                        <p:attrNameLst>
                                          <p:attrName>ppt_x</p:attrName>
                                        </p:attrNameLst>
                                      </p:cBhvr>
                                      <p:tavLst>
                                        <p:tav tm="0">
                                          <p:val>
                                            <p:strVal val="0-#ppt_w/2"/>
                                          </p:val>
                                        </p:tav>
                                        <p:tav tm="100000">
                                          <p:val>
                                            <p:strVal val="#ppt_x"/>
                                          </p:val>
                                        </p:tav>
                                      </p:tavLst>
                                    </p:anim>
                                    <p:anim calcmode="lin" valueType="num">
                                      <p:cBhvr additive="base">
                                        <p:cTn id="8" dur="500" fill="hold"/>
                                        <p:tgtEl>
                                          <p:spTgt spid="1538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8" fill="hold" nodeType="clickEffect">
                                  <p:stCondLst>
                                    <p:cond delay="0"/>
                                  </p:stCondLst>
                                  <p:childTnLst>
                                    <p:set>
                                      <p:cBhvr>
                                        <p:cTn id="12" dur="1" fill="hold">
                                          <p:stCondLst>
                                            <p:cond delay="0"/>
                                          </p:stCondLst>
                                        </p:cTn>
                                        <p:tgtEl>
                                          <p:spTgt spid="15381"/>
                                        </p:tgtEl>
                                        <p:attrNameLst>
                                          <p:attrName>style.visibility</p:attrName>
                                        </p:attrNameLst>
                                      </p:cBhvr>
                                      <p:to>
                                        <p:strVal val="visible"/>
                                      </p:to>
                                    </p:set>
                                    <p:animEffect transition="in" filter="slide(fromLeft)">
                                      <p:cBhvr>
                                        <p:cTn id="13" dur="500"/>
                                        <p:tgtEl>
                                          <p:spTgt spid="15381"/>
                                        </p:tgtEl>
                                      </p:cBhvr>
                                    </p:animEffect>
                                  </p:childTnLst>
                                </p:cTn>
                              </p:par>
                            </p:childTnLst>
                          </p:cTn>
                        </p:par>
                        <p:par>
                          <p:cTn id="14" fill="hold" nodeType="afterGroup">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15362"/>
                                        </p:tgtEl>
                                        <p:attrNameLst>
                                          <p:attrName>style.visibility</p:attrName>
                                        </p:attrNameLst>
                                      </p:cBhvr>
                                      <p:to>
                                        <p:strVal val="visible"/>
                                      </p:to>
                                    </p:set>
                                    <p:animEffect transition="in" filter="wipe(left)">
                                      <p:cBhvr>
                                        <p:cTn id="17" dur="2000"/>
                                        <p:tgtEl>
                                          <p:spTgt spid="1536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5363"/>
                                        </p:tgtEl>
                                        <p:attrNameLst>
                                          <p:attrName>style.visibility</p:attrName>
                                        </p:attrNameLst>
                                      </p:cBhvr>
                                      <p:to>
                                        <p:strVal val="visible"/>
                                      </p:to>
                                    </p:set>
                                    <p:animEffect transition="in" filter="wipe(up)">
                                      <p:cBhvr>
                                        <p:cTn id="22" dur="2000"/>
                                        <p:tgtEl>
                                          <p:spTgt spid="1536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15364"/>
                                        </p:tgtEl>
                                        <p:attrNameLst>
                                          <p:attrName>style.visibility</p:attrName>
                                        </p:attrNameLst>
                                      </p:cBhvr>
                                      <p:to>
                                        <p:strVal val="visible"/>
                                      </p:to>
                                    </p:set>
                                    <p:animEffect transition="in" filter="wipe(up)">
                                      <p:cBhvr>
                                        <p:cTn id="27" dur="2000"/>
                                        <p:tgtEl>
                                          <p:spTgt spid="1536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5399"/>
                                        </p:tgtEl>
                                        <p:attrNameLst>
                                          <p:attrName>style.visibility</p:attrName>
                                        </p:attrNameLst>
                                      </p:cBhvr>
                                      <p:to>
                                        <p:strVal val="visible"/>
                                      </p:to>
                                    </p:set>
                                    <p:animEffect transition="in" filter="blinds(horizontal)">
                                      <p:cBhvr>
                                        <p:cTn id="32" dur="500"/>
                                        <p:tgtEl>
                                          <p:spTgt spid="153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autoUpdateAnimBg="0"/>
      <p:bldP spid="1538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468313" y="549275"/>
            <a:ext cx="4103687" cy="523220"/>
          </a:xfrm>
          <a:prstGeom prst="rect">
            <a:avLst/>
          </a:prstGeom>
          <a:noFill/>
          <a:ln>
            <a:noFill/>
          </a:ln>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en-US" altLang="zh-CN" sz="2800">
                <a:latin typeface="楷体_GB2312" pitchFamily="49" charset="-122"/>
              </a:rPr>
              <a:t>4. </a:t>
            </a:r>
            <a:r>
              <a:rPr kumimoji="1" lang="zh-CN" altLang="en-US" sz="2800">
                <a:latin typeface="楷体_GB2312" pitchFamily="49" charset="-122"/>
              </a:rPr>
              <a:t>相量法的应用</a:t>
            </a:r>
          </a:p>
        </p:txBody>
      </p:sp>
      <p:sp>
        <p:nvSpPr>
          <p:cNvPr id="14339" name="Text Box 3"/>
          <p:cNvSpPr txBox="1">
            <a:spLocks noChangeArrowheads="1"/>
          </p:cNvSpPr>
          <p:nvPr/>
        </p:nvSpPr>
        <p:spPr bwMode="auto">
          <a:xfrm>
            <a:off x="755650" y="1125538"/>
            <a:ext cx="4321175"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Tx/>
              <a:buAutoNum type="circleNumDbPlain"/>
            </a:pPr>
            <a:r>
              <a:rPr kumimoji="1" lang="zh-CN" altLang="en-US" sz="2800">
                <a:latin typeface="楷体_GB2312" pitchFamily="49" charset="-122"/>
                <a:ea typeface="楷体_GB2312" pitchFamily="49" charset="-122"/>
              </a:rPr>
              <a:t>同频率正弦量的加减</a:t>
            </a:r>
          </a:p>
        </p:txBody>
      </p:sp>
      <p:graphicFrame>
        <p:nvGraphicFramePr>
          <p:cNvPr id="14354" name="Object 18"/>
          <p:cNvGraphicFramePr>
            <a:graphicFrameLocks noChangeAspect="1"/>
          </p:cNvGraphicFramePr>
          <p:nvPr>
            <p:extLst>
              <p:ext uri="{D42A27DB-BD31-4B8C-83A1-F6EECF244321}">
                <p14:modId xmlns:p14="http://schemas.microsoft.com/office/powerpoint/2010/main" val="968961298"/>
              </p:ext>
            </p:extLst>
          </p:nvPr>
        </p:nvGraphicFramePr>
        <p:xfrm>
          <a:off x="1243013" y="1517650"/>
          <a:ext cx="6184900" cy="1370013"/>
        </p:xfrm>
        <a:graphic>
          <a:graphicData uri="http://schemas.openxmlformats.org/presentationml/2006/ole">
            <mc:AlternateContent xmlns:mc="http://schemas.openxmlformats.org/markup-compatibility/2006">
              <mc:Choice xmlns:v="urn:schemas-microsoft-com:vml" Requires="v">
                <p:oleObj spid="_x0000_s102506" name="Equation" r:id="rId3" imgW="2857320" imgH="634680" progId="Equation.DSMT4">
                  <p:embed/>
                </p:oleObj>
              </mc:Choice>
              <mc:Fallback>
                <p:oleObj name="Equation" r:id="rId3" imgW="2857320" imgH="634680" progId="Equation.DSMT4">
                  <p:embed/>
                  <p:pic>
                    <p:nvPicPr>
                      <p:cNvPr id="14354" name="Object 18"/>
                      <p:cNvPicPr>
                        <a:picLocks noChangeAspect="1" noChangeArrowheads="1"/>
                      </p:cNvPicPr>
                      <p:nvPr/>
                    </p:nvPicPr>
                    <p:blipFill>
                      <a:blip r:embed="rId4"/>
                      <a:srcRect/>
                      <a:stretch>
                        <a:fillRect/>
                      </a:stretch>
                    </p:blipFill>
                    <p:spPr bwMode="auto">
                      <a:xfrm>
                        <a:off x="1243013" y="1517650"/>
                        <a:ext cx="6184900" cy="1370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55" name="Object 19"/>
          <p:cNvGraphicFramePr>
            <a:graphicFrameLocks noChangeAspect="1"/>
          </p:cNvGraphicFramePr>
          <p:nvPr>
            <p:extLst>
              <p:ext uri="{D42A27DB-BD31-4B8C-83A1-F6EECF244321}">
                <p14:modId xmlns:p14="http://schemas.microsoft.com/office/powerpoint/2010/main" val="3917896968"/>
              </p:ext>
            </p:extLst>
          </p:nvPr>
        </p:nvGraphicFramePr>
        <p:xfrm>
          <a:off x="827088" y="2679700"/>
          <a:ext cx="7670800" cy="1397000"/>
        </p:xfrm>
        <a:graphic>
          <a:graphicData uri="http://schemas.openxmlformats.org/presentationml/2006/ole">
            <mc:AlternateContent xmlns:mc="http://schemas.openxmlformats.org/markup-compatibility/2006">
              <mc:Choice xmlns:v="urn:schemas-microsoft-com:vml" Requires="v">
                <p:oleObj spid="_x0000_s102507" name="Equation" r:id="rId5" imgW="3479760" imgH="634680" progId="Equation.DSMT4">
                  <p:embed/>
                </p:oleObj>
              </mc:Choice>
              <mc:Fallback>
                <p:oleObj name="Equation" r:id="rId5" imgW="3479760" imgH="634680" progId="Equation.DSMT4">
                  <p:embed/>
                  <p:pic>
                    <p:nvPicPr>
                      <p:cNvPr id="14355" name="Object 19"/>
                      <p:cNvPicPr>
                        <a:picLocks noChangeAspect="1" noChangeArrowheads="1"/>
                      </p:cNvPicPr>
                      <p:nvPr/>
                    </p:nvPicPr>
                    <p:blipFill>
                      <a:blip r:embed="rId6"/>
                      <a:srcRect/>
                      <a:stretch>
                        <a:fillRect/>
                      </a:stretch>
                    </p:blipFill>
                    <p:spPr bwMode="auto">
                      <a:xfrm>
                        <a:off x="827088" y="2679700"/>
                        <a:ext cx="7670800" cy="1397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56" name="AutoShape 20"/>
          <p:cNvSpPr>
            <a:spLocks/>
          </p:cNvSpPr>
          <p:nvPr/>
        </p:nvSpPr>
        <p:spPr bwMode="auto">
          <a:xfrm rot="-5400000">
            <a:off x="7128669" y="3393282"/>
            <a:ext cx="71437" cy="1295400"/>
          </a:xfrm>
          <a:prstGeom prst="leftBrace">
            <a:avLst>
              <a:gd name="adj1" fmla="val 151112"/>
              <a:gd name="adj2" fmla="val 50000"/>
            </a:avLst>
          </a:prstGeom>
          <a:noFill/>
          <a:ln w="38100">
            <a:solidFill>
              <a:srgbClr val="FF0000"/>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14357" name="Object 21" descr="蓝色面巾纸"/>
          <p:cNvGraphicFramePr>
            <a:graphicFrameLocks noChangeAspect="1"/>
          </p:cNvGraphicFramePr>
          <p:nvPr>
            <p:extLst>
              <p:ext uri="{D42A27DB-BD31-4B8C-83A1-F6EECF244321}">
                <p14:modId xmlns:p14="http://schemas.microsoft.com/office/powerpoint/2010/main" val="3262173960"/>
              </p:ext>
            </p:extLst>
          </p:nvPr>
        </p:nvGraphicFramePr>
        <p:xfrm>
          <a:off x="6948488" y="4149725"/>
          <a:ext cx="401637" cy="517525"/>
        </p:xfrm>
        <a:graphic>
          <a:graphicData uri="http://schemas.openxmlformats.org/presentationml/2006/ole">
            <mc:AlternateContent xmlns:mc="http://schemas.openxmlformats.org/markup-compatibility/2006">
              <mc:Choice xmlns:v="urn:schemas-microsoft-com:vml" Requires="v">
                <p:oleObj spid="_x0000_s102508" name="公式" r:id="rId7" imgW="177480" imgH="228600" progId="Equation.3">
                  <p:embed/>
                </p:oleObj>
              </mc:Choice>
              <mc:Fallback>
                <p:oleObj name="公式" r:id="rId7" imgW="177480" imgH="228600" progId="Equation.3">
                  <p:embed/>
                  <p:pic>
                    <p:nvPicPr>
                      <p:cNvPr id="14357" name="Object 21" descr="蓝色面巾纸"/>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48488" y="4149725"/>
                        <a:ext cx="401637" cy="517525"/>
                      </a:xfrm>
                      <a:prstGeom prst="rect">
                        <a:avLst/>
                      </a:prstGeom>
                      <a:blipFill dpi="0" rotWithShape="1">
                        <a:blip r:embed="rId9"/>
                        <a:srcRect/>
                        <a:tile tx="0" ty="0" sx="100000" sy="100000" flip="none" algn="tl"/>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58" name="Object 22"/>
          <p:cNvGraphicFramePr>
            <a:graphicFrameLocks noChangeAspect="1"/>
          </p:cNvGraphicFramePr>
          <p:nvPr>
            <p:extLst>
              <p:ext uri="{D42A27DB-BD31-4B8C-83A1-F6EECF244321}">
                <p14:modId xmlns:p14="http://schemas.microsoft.com/office/powerpoint/2010/main" val="3535548458"/>
              </p:ext>
            </p:extLst>
          </p:nvPr>
        </p:nvGraphicFramePr>
        <p:xfrm>
          <a:off x="2987675" y="4149725"/>
          <a:ext cx="2763838" cy="850900"/>
        </p:xfrm>
        <a:graphic>
          <a:graphicData uri="http://schemas.openxmlformats.org/presentationml/2006/ole">
            <mc:AlternateContent xmlns:mc="http://schemas.openxmlformats.org/markup-compatibility/2006">
              <mc:Choice xmlns:v="urn:schemas-microsoft-com:vml" Requires="v">
                <p:oleObj spid="_x0000_s102509" name="公式" r:id="rId10" imgW="863280" imgH="266400" progId="Equation.3">
                  <p:embed/>
                </p:oleObj>
              </mc:Choice>
              <mc:Fallback>
                <p:oleObj name="公式" r:id="rId10" imgW="863280" imgH="266400" progId="Equation.3">
                  <p:embed/>
                  <p:pic>
                    <p:nvPicPr>
                      <p:cNvPr id="14358" name="Object 2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87675" y="4149725"/>
                        <a:ext cx="2763838" cy="850900"/>
                      </a:xfrm>
                      <a:prstGeom prst="rect">
                        <a:avLst/>
                      </a:prstGeom>
                      <a:gradFill rotWithShape="1">
                        <a:gsLst>
                          <a:gs pos="0">
                            <a:srgbClr val="66FFFF"/>
                          </a:gs>
                          <a:gs pos="50000">
                            <a:schemeClr val="bg1"/>
                          </a:gs>
                          <a:gs pos="100000">
                            <a:srgbClr val="66FFFF"/>
                          </a:gs>
                        </a:gsLst>
                        <a:lin ang="54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59" name="Text Box 23"/>
          <p:cNvSpPr txBox="1">
            <a:spLocks noChangeArrowheads="1"/>
          </p:cNvSpPr>
          <p:nvPr/>
        </p:nvSpPr>
        <p:spPr bwMode="auto">
          <a:xfrm>
            <a:off x="611188" y="4221163"/>
            <a:ext cx="2592387"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a:latin typeface="Times New Roman" panose="02020603050405020304" pitchFamily="18" charset="0"/>
              </a:rPr>
              <a:t>相量关系为：</a:t>
            </a:r>
          </a:p>
        </p:txBody>
      </p:sp>
      <p:sp>
        <p:nvSpPr>
          <p:cNvPr id="14376" name="Text Box 40"/>
          <p:cNvSpPr txBox="1">
            <a:spLocks noChangeArrowheads="1"/>
          </p:cNvSpPr>
          <p:nvPr/>
        </p:nvSpPr>
        <p:spPr bwMode="auto">
          <a:xfrm>
            <a:off x="1042988" y="5032376"/>
            <a:ext cx="100540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3200" b="0">
                <a:solidFill>
                  <a:srgbClr val="FF0000"/>
                </a:solidFill>
                <a:latin typeface="Times New Roman" panose="02020603050405020304" pitchFamily="18" charset="0"/>
                <a:ea typeface="华文行楷" panose="02010800040101010101" pitchFamily="2" charset="-122"/>
              </a:rPr>
              <a:t>结论</a:t>
            </a:r>
          </a:p>
        </p:txBody>
      </p:sp>
      <p:sp>
        <p:nvSpPr>
          <p:cNvPr id="14377" name="Text Box 41"/>
          <p:cNvSpPr txBox="1">
            <a:spLocks noChangeArrowheads="1"/>
          </p:cNvSpPr>
          <p:nvPr/>
        </p:nvSpPr>
        <p:spPr bwMode="auto">
          <a:xfrm>
            <a:off x="971550" y="5084763"/>
            <a:ext cx="7273925" cy="1117600"/>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nSpc>
                <a:spcPct val="120000"/>
              </a:lnSpc>
            </a:pPr>
            <a:r>
              <a:rPr kumimoji="1" lang="en-US" altLang="zh-CN" sz="2800" dirty="0">
                <a:latin typeface="Times New Roman" panose="02020603050405020304" pitchFamily="18" charset="0"/>
              </a:rPr>
              <a:t>             </a:t>
            </a:r>
            <a:r>
              <a:rPr kumimoji="1" lang="zh-CN" altLang="en-US" sz="2800" dirty="0">
                <a:latin typeface="Times New Roman" panose="02020603050405020304" pitchFamily="18" charset="0"/>
              </a:rPr>
              <a:t>同频正弦量的加减运算变为对应相量的加减运算。</a:t>
            </a:r>
          </a:p>
        </p:txBody>
      </p:sp>
    </p:spTree>
    <p:extLst>
      <p:ext uri="{BB962C8B-B14F-4D97-AF65-F5344CB8AC3E}">
        <p14:creationId xmlns:p14="http://schemas.microsoft.com/office/powerpoint/2010/main" val="34038141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14338"/>
                                        </p:tgtEl>
                                        <p:attrNameLst>
                                          <p:attrName>style.visibility</p:attrName>
                                        </p:attrNameLst>
                                      </p:cBhvr>
                                      <p:to>
                                        <p:strVal val="visible"/>
                                      </p:to>
                                    </p:set>
                                    <p:anim calcmode="lin" valueType="num">
                                      <p:cBhvr additive="base">
                                        <p:cTn id="7" dur="500" fill="hold"/>
                                        <p:tgtEl>
                                          <p:spTgt spid="14338"/>
                                        </p:tgtEl>
                                        <p:attrNameLst>
                                          <p:attrName>ppt_x</p:attrName>
                                        </p:attrNameLst>
                                      </p:cBhvr>
                                      <p:tavLst>
                                        <p:tav tm="0">
                                          <p:val>
                                            <p:strVal val="0-#ppt_w/2"/>
                                          </p:val>
                                        </p:tav>
                                        <p:tav tm="100000">
                                          <p:val>
                                            <p:strVal val="#ppt_x"/>
                                          </p:val>
                                        </p:tav>
                                      </p:tavLst>
                                    </p:anim>
                                    <p:anim calcmode="lin" valueType="num">
                                      <p:cBhvr additive="base">
                                        <p:cTn id="8" dur="500" fill="hold"/>
                                        <p:tgtEl>
                                          <p:spTgt spid="1433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339"/>
                                        </p:tgtEl>
                                        <p:attrNameLst>
                                          <p:attrName>style.visibility</p:attrName>
                                        </p:attrNameLst>
                                      </p:cBhvr>
                                      <p:to>
                                        <p:strVal val="visible"/>
                                      </p:to>
                                    </p:set>
                                    <p:anim calcmode="lin" valueType="num">
                                      <p:cBhvr additive="base">
                                        <p:cTn id="13" dur="500" fill="hold"/>
                                        <p:tgtEl>
                                          <p:spTgt spid="14339"/>
                                        </p:tgtEl>
                                        <p:attrNameLst>
                                          <p:attrName>ppt_x</p:attrName>
                                        </p:attrNameLst>
                                      </p:cBhvr>
                                      <p:tavLst>
                                        <p:tav tm="0">
                                          <p:val>
                                            <p:strVal val="0-#ppt_w/2"/>
                                          </p:val>
                                        </p:tav>
                                        <p:tav tm="100000">
                                          <p:val>
                                            <p:strVal val="#ppt_x"/>
                                          </p:val>
                                        </p:tav>
                                      </p:tavLst>
                                    </p:anim>
                                    <p:anim calcmode="lin" valueType="num">
                                      <p:cBhvr additive="base">
                                        <p:cTn id="14" dur="500" fill="hold"/>
                                        <p:tgtEl>
                                          <p:spTgt spid="1433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nodeType="clickEffect">
                                  <p:stCondLst>
                                    <p:cond delay="0"/>
                                  </p:stCondLst>
                                  <p:childTnLst>
                                    <p:set>
                                      <p:cBhvr>
                                        <p:cTn id="18" dur="1" fill="hold">
                                          <p:stCondLst>
                                            <p:cond delay="0"/>
                                          </p:stCondLst>
                                        </p:cTn>
                                        <p:tgtEl>
                                          <p:spTgt spid="14354"/>
                                        </p:tgtEl>
                                        <p:attrNameLst>
                                          <p:attrName>style.visibility</p:attrName>
                                        </p:attrNameLst>
                                      </p:cBhvr>
                                      <p:to>
                                        <p:strVal val="visible"/>
                                      </p:to>
                                    </p:set>
                                    <p:animEffect transition="in" filter="wipe(up)">
                                      <p:cBhvr>
                                        <p:cTn id="19" dur="2000"/>
                                        <p:tgtEl>
                                          <p:spTgt spid="1435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14355"/>
                                        </p:tgtEl>
                                        <p:attrNameLst>
                                          <p:attrName>style.visibility</p:attrName>
                                        </p:attrNameLst>
                                      </p:cBhvr>
                                      <p:to>
                                        <p:strVal val="visible"/>
                                      </p:to>
                                    </p:set>
                                    <p:animEffect transition="in" filter="wipe(left)">
                                      <p:cBhvr>
                                        <p:cTn id="24" dur="2000"/>
                                        <p:tgtEl>
                                          <p:spTgt spid="1435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nodeType="clickEffect">
                                  <p:stCondLst>
                                    <p:cond delay="0"/>
                                  </p:stCondLst>
                                  <p:childTnLst>
                                    <p:set>
                                      <p:cBhvr>
                                        <p:cTn id="28" dur="1" fill="hold">
                                          <p:stCondLst>
                                            <p:cond delay="0"/>
                                          </p:stCondLst>
                                        </p:cTn>
                                        <p:tgtEl>
                                          <p:spTgt spid="14356"/>
                                        </p:tgtEl>
                                        <p:attrNameLst>
                                          <p:attrName>style.visibility</p:attrName>
                                        </p:attrNameLst>
                                      </p:cBhvr>
                                      <p:to>
                                        <p:strVal val="visible"/>
                                      </p:to>
                                    </p:set>
                                    <p:animEffect transition="in" filter="dissolve">
                                      <p:cBhvr>
                                        <p:cTn id="29" dur="500"/>
                                        <p:tgtEl>
                                          <p:spTgt spid="14356"/>
                                        </p:tgtEl>
                                      </p:cBhvr>
                                    </p:animEffect>
                                  </p:childTnLst>
                                </p:cTn>
                              </p:par>
                            </p:childTnLst>
                          </p:cTn>
                        </p:par>
                        <p:par>
                          <p:cTn id="30" fill="hold" nodeType="afterGroup">
                            <p:stCondLst>
                              <p:cond delay="500"/>
                            </p:stCondLst>
                            <p:childTnLst>
                              <p:par>
                                <p:cTn id="31" presetID="23" presetClass="entr" presetSubtype="32" fill="hold" nodeType="afterEffect">
                                  <p:stCondLst>
                                    <p:cond delay="0"/>
                                  </p:stCondLst>
                                  <p:childTnLst>
                                    <p:set>
                                      <p:cBhvr>
                                        <p:cTn id="32" dur="1" fill="hold">
                                          <p:stCondLst>
                                            <p:cond delay="0"/>
                                          </p:stCondLst>
                                        </p:cTn>
                                        <p:tgtEl>
                                          <p:spTgt spid="14357"/>
                                        </p:tgtEl>
                                        <p:attrNameLst>
                                          <p:attrName>style.visibility</p:attrName>
                                        </p:attrNameLst>
                                      </p:cBhvr>
                                      <p:to>
                                        <p:strVal val="visible"/>
                                      </p:to>
                                    </p:set>
                                    <p:anim calcmode="lin" valueType="num">
                                      <p:cBhvr>
                                        <p:cTn id="33" dur="1000" fill="hold"/>
                                        <p:tgtEl>
                                          <p:spTgt spid="14357"/>
                                        </p:tgtEl>
                                        <p:attrNameLst>
                                          <p:attrName>ppt_w</p:attrName>
                                        </p:attrNameLst>
                                      </p:cBhvr>
                                      <p:tavLst>
                                        <p:tav tm="0">
                                          <p:val>
                                            <p:strVal val="4*#ppt_w"/>
                                          </p:val>
                                        </p:tav>
                                        <p:tav tm="100000">
                                          <p:val>
                                            <p:strVal val="#ppt_w"/>
                                          </p:val>
                                        </p:tav>
                                      </p:tavLst>
                                    </p:anim>
                                    <p:anim calcmode="lin" valueType="num">
                                      <p:cBhvr>
                                        <p:cTn id="34" dur="1000" fill="hold"/>
                                        <p:tgtEl>
                                          <p:spTgt spid="14357"/>
                                        </p:tgtEl>
                                        <p:attrNameLst>
                                          <p:attrName>ppt_h</p:attrName>
                                        </p:attrNameLst>
                                      </p:cBhvr>
                                      <p:tavLst>
                                        <p:tav tm="0">
                                          <p:val>
                                            <p:strVal val="4*#ppt_h"/>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14359"/>
                                        </p:tgtEl>
                                        <p:attrNameLst>
                                          <p:attrName>style.visibility</p:attrName>
                                        </p:attrNameLst>
                                      </p:cBhvr>
                                      <p:to>
                                        <p:strVal val="visible"/>
                                      </p:to>
                                    </p:set>
                                    <p:anim calcmode="lin" valueType="num">
                                      <p:cBhvr additive="base">
                                        <p:cTn id="39" dur="500" fill="hold"/>
                                        <p:tgtEl>
                                          <p:spTgt spid="14359"/>
                                        </p:tgtEl>
                                        <p:attrNameLst>
                                          <p:attrName>ppt_x</p:attrName>
                                        </p:attrNameLst>
                                      </p:cBhvr>
                                      <p:tavLst>
                                        <p:tav tm="0">
                                          <p:val>
                                            <p:strVal val="0-#ppt_w/2"/>
                                          </p:val>
                                        </p:tav>
                                        <p:tav tm="100000">
                                          <p:val>
                                            <p:strVal val="#ppt_x"/>
                                          </p:val>
                                        </p:tav>
                                      </p:tavLst>
                                    </p:anim>
                                    <p:anim calcmode="lin" valueType="num">
                                      <p:cBhvr additive="base">
                                        <p:cTn id="40" dur="500" fill="hold"/>
                                        <p:tgtEl>
                                          <p:spTgt spid="14359"/>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6" presetClass="entr" presetSubtype="21" fill="hold" nodeType="clickEffect">
                                  <p:stCondLst>
                                    <p:cond delay="0"/>
                                  </p:stCondLst>
                                  <p:childTnLst>
                                    <p:set>
                                      <p:cBhvr>
                                        <p:cTn id="44" dur="1" fill="hold">
                                          <p:stCondLst>
                                            <p:cond delay="0"/>
                                          </p:stCondLst>
                                        </p:cTn>
                                        <p:tgtEl>
                                          <p:spTgt spid="14358"/>
                                        </p:tgtEl>
                                        <p:attrNameLst>
                                          <p:attrName>style.visibility</p:attrName>
                                        </p:attrNameLst>
                                      </p:cBhvr>
                                      <p:to>
                                        <p:strVal val="visible"/>
                                      </p:to>
                                    </p:set>
                                    <p:animEffect transition="in" filter="barn(inVertical)">
                                      <p:cBhvr>
                                        <p:cTn id="45" dur="500"/>
                                        <p:tgtEl>
                                          <p:spTgt spid="14358"/>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4376"/>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14377"/>
                                        </p:tgtEl>
                                        <p:attrNameLst>
                                          <p:attrName>style.visibility</p:attrName>
                                        </p:attrNameLst>
                                      </p:cBhvr>
                                      <p:to>
                                        <p:strVal val="visible"/>
                                      </p:to>
                                    </p:set>
                                    <p:anim calcmode="lin" valueType="num">
                                      <p:cBhvr additive="base">
                                        <p:cTn id="54" dur="500" fill="hold"/>
                                        <p:tgtEl>
                                          <p:spTgt spid="14377"/>
                                        </p:tgtEl>
                                        <p:attrNameLst>
                                          <p:attrName>ppt_x</p:attrName>
                                        </p:attrNameLst>
                                      </p:cBhvr>
                                      <p:tavLst>
                                        <p:tav tm="0">
                                          <p:val>
                                            <p:strVal val="#ppt_x"/>
                                          </p:val>
                                        </p:tav>
                                        <p:tav tm="100000">
                                          <p:val>
                                            <p:strVal val="#ppt_x"/>
                                          </p:val>
                                        </p:tav>
                                      </p:tavLst>
                                    </p:anim>
                                    <p:anim calcmode="lin" valueType="num">
                                      <p:cBhvr additive="base">
                                        <p:cTn id="55" dur="500" fill="hold"/>
                                        <p:tgtEl>
                                          <p:spTgt spid="143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p:bldP spid="14339" grpId="0" autoUpdateAnimBg="0"/>
      <p:bldP spid="14359" grpId="0" autoUpdateAnimBg="0"/>
      <p:bldP spid="14376" grpId="0"/>
      <p:bldP spid="1437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661" name="Group 5"/>
          <p:cNvGrpSpPr>
            <a:grpSpLocks/>
          </p:cNvGrpSpPr>
          <p:nvPr/>
        </p:nvGrpSpPr>
        <p:grpSpPr bwMode="auto">
          <a:xfrm>
            <a:off x="2932113" y="592139"/>
            <a:ext cx="2047875" cy="1671638"/>
            <a:chOff x="4049" y="2991"/>
            <a:chExt cx="1290" cy="1053"/>
          </a:xfrm>
        </p:grpSpPr>
        <p:sp>
          <p:nvSpPr>
            <p:cNvPr id="70662" name="Text Box 6"/>
            <p:cNvSpPr txBox="1">
              <a:spLocks noChangeArrowheads="1"/>
            </p:cNvSpPr>
            <p:nvPr/>
          </p:nvSpPr>
          <p:spPr bwMode="auto">
            <a:xfrm>
              <a:off x="4150" y="2991"/>
              <a:ext cx="1146" cy="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i</a:t>
              </a:r>
              <a:r>
                <a:rPr kumimoji="1" lang="en-US" altLang="zh-CN" sz="2800" b="0" baseline="-25000">
                  <a:latin typeface="Times New Roman" panose="02020603050405020304" pitchFamily="18" charset="0"/>
                  <a:ea typeface="宋体" panose="02010600030101010101" pitchFamily="2" charset="-122"/>
                </a:rPr>
                <a:t>1  </a:t>
              </a:r>
              <a:r>
                <a:rPr kumimoji="1" lang="en-US" altLang="zh-CN" sz="2800" b="0">
                  <a:latin typeface="Times New Roman" panose="02020603050405020304" pitchFamily="18" charset="0"/>
                  <a:ea typeface="宋体" panose="02010600030101010101" pitchFamily="2" charset="-122"/>
                  <a:sym typeface="Symbol" panose="05050102010706020507" pitchFamily="18" charset="2"/>
                </a:rPr>
                <a:t>  </a:t>
              </a:r>
              <a:r>
                <a:rPr kumimoji="1" lang="en-US" altLang="zh-CN" sz="2800" b="0" i="1">
                  <a:latin typeface="Times New Roman" panose="02020603050405020304" pitchFamily="18" charset="0"/>
                  <a:ea typeface="宋体" panose="02010600030101010101" pitchFamily="2" charset="-122"/>
                </a:rPr>
                <a:t>i</a:t>
              </a:r>
              <a:r>
                <a:rPr kumimoji="1" lang="en-US" altLang="zh-CN" sz="2800" b="0" baseline="-25000">
                  <a:latin typeface="Times New Roman" panose="02020603050405020304" pitchFamily="18" charset="0"/>
                  <a:ea typeface="宋体" panose="02010600030101010101" pitchFamily="2" charset="-122"/>
                </a:rPr>
                <a:t>2 </a:t>
              </a:r>
              <a:r>
                <a:rPr kumimoji="1" lang="en-US" altLang="zh-CN" sz="2800" b="0" i="1">
                  <a:latin typeface="Times New Roman" panose="02020603050405020304" pitchFamily="18" charset="0"/>
                  <a:ea typeface="宋体" panose="02010600030101010101" pitchFamily="2" charset="-122"/>
                </a:rPr>
                <a:t>=  i</a:t>
              </a:r>
              <a:r>
                <a:rPr kumimoji="1" lang="en-US" altLang="zh-CN" sz="2800" b="0" baseline="-25000">
                  <a:latin typeface="Times New Roman" panose="02020603050405020304" pitchFamily="18" charset="0"/>
                  <a:ea typeface="宋体" panose="02010600030101010101" pitchFamily="2" charset="-122"/>
                </a:rPr>
                <a:t>3</a:t>
              </a:r>
              <a:endParaRPr kumimoji="1" lang="en-US" altLang="zh-CN" sz="2800" b="0" i="1">
                <a:latin typeface="Times New Roman" panose="02020603050405020304" pitchFamily="18" charset="0"/>
                <a:ea typeface="宋体" panose="02010600030101010101" pitchFamily="2" charset="-122"/>
              </a:endParaRPr>
            </a:p>
          </p:txBody>
        </p:sp>
        <p:graphicFrame>
          <p:nvGraphicFramePr>
            <p:cNvPr id="70663" name="Object 7"/>
            <p:cNvGraphicFramePr>
              <a:graphicFrameLocks noChangeAspect="1"/>
            </p:cNvGraphicFramePr>
            <p:nvPr>
              <p:extLst>
                <p:ext uri="{D42A27DB-BD31-4B8C-83A1-F6EECF244321}">
                  <p14:modId xmlns:p14="http://schemas.microsoft.com/office/powerpoint/2010/main" val="4063384967"/>
                </p:ext>
              </p:extLst>
            </p:nvPr>
          </p:nvGraphicFramePr>
          <p:xfrm>
            <a:off x="4049" y="3657"/>
            <a:ext cx="1290" cy="387"/>
          </p:xfrm>
          <a:graphic>
            <a:graphicData uri="http://schemas.openxmlformats.org/presentationml/2006/ole">
              <mc:AlternateContent xmlns:mc="http://schemas.openxmlformats.org/markup-compatibility/2006">
                <mc:Choice xmlns:v="urn:schemas-microsoft-com:vml" Requires="v">
                  <p:oleObj spid="_x0000_s103650" name="Equation" r:id="rId3" imgW="799920" imgH="241200" progId="Equation.DSMT4">
                    <p:embed/>
                  </p:oleObj>
                </mc:Choice>
                <mc:Fallback>
                  <p:oleObj name="Equation" r:id="rId3" imgW="799920" imgH="241200" progId="Equation.DSMT4">
                    <p:embed/>
                    <p:pic>
                      <p:nvPicPr>
                        <p:cNvPr id="70663" name="Object 7"/>
                        <p:cNvPicPr>
                          <a:picLocks noChangeAspect="1" noChangeArrowheads="1"/>
                        </p:cNvPicPr>
                        <p:nvPr/>
                      </p:nvPicPr>
                      <p:blipFill>
                        <a:blip r:embed="rId4"/>
                        <a:srcRect/>
                        <a:stretch>
                          <a:fillRect/>
                        </a:stretch>
                      </p:blipFill>
                      <p:spPr bwMode="auto">
                        <a:xfrm>
                          <a:off x="4049" y="3657"/>
                          <a:ext cx="1290" cy="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664" name="Line 8"/>
            <p:cNvSpPr>
              <a:spLocks noChangeShapeType="1"/>
            </p:cNvSpPr>
            <p:nvPr/>
          </p:nvSpPr>
          <p:spPr bwMode="auto">
            <a:xfrm>
              <a:off x="4241" y="3339"/>
              <a:ext cx="0" cy="288"/>
            </a:xfrm>
            <a:prstGeom prst="line">
              <a:avLst/>
            </a:prstGeom>
            <a:noFill/>
            <a:ln w="5715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70665" name="Line 9"/>
            <p:cNvSpPr>
              <a:spLocks noChangeShapeType="1"/>
            </p:cNvSpPr>
            <p:nvPr/>
          </p:nvSpPr>
          <p:spPr bwMode="auto">
            <a:xfrm>
              <a:off x="4694" y="3339"/>
              <a:ext cx="0" cy="288"/>
            </a:xfrm>
            <a:prstGeom prst="line">
              <a:avLst/>
            </a:prstGeom>
            <a:noFill/>
            <a:ln w="5715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70666" name="Line 10"/>
            <p:cNvSpPr>
              <a:spLocks noChangeShapeType="1"/>
            </p:cNvSpPr>
            <p:nvPr/>
          </p:nvSpPr>
          <p:spPr bwMode="auto">
            <a:xfrm>
              <a:off x="5103" y="3339"/>
              <a:ext cx="0" cy="288"/>
            </a:xfrm>
            <a:prstGeom prst="line">
              <a:avLst/>
            </a:prstGeom>
            <a:noFill/>
            <a:ln w="5715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pSp>
      <p:sp>
        <p:nvSpPr>
          <p:cNvPr id="70682" name="Text Box 26"/>
          <p:cNvSpPr txBox="1">
            <a:spLocks noChangeArrowheads="1"/>
          </p:cNvSpPr>
          <p:nvPr/>
        </p:nvSpPr>
        <p:spPr bwMode="auto">
          <a:xfrm>
            <a:off x="395288" y="2205038"/>
            <a:ext cx="592137" cy="523220"/>
          </a:xfrm>
          <a:prstGeom prst="rect">
            <a:avLst/>
          </a:prstGeom>
          <a:noFill/>
          <a:ln>
            <a:noFill/>
          </a:ln>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zh-CN" altLang="en-US" sz="2800">
                <a:latin typeface="Times New Roman" panose="02020603050405020304" pitchFamily="18" charset="0"/>
                <a:ea typeface="宋体" panose="02010600030101010101" pitchFamily="2" charset="-122"/>
              </a:rPr>
              <a:t>例</a:t>
            </a:r>
          </a:p>
        </p:txBody>
      </p:sp>
      <p:graphicFrame>
        <p:nvGraphicFramePr>
          <p:cNvPr id="70683" name="Object 27"/>
          <p:cNvGraphicFramePr>
            <a:graphicFrameLocks noChangeAspect="1"/>
          </p:cNvGraphicFramePr>
          <p:nvPr>
            <p:extLst>
              <p:ext uri="{D42A27DB-BD31-4B8C-83A1-F6EECF244321}">
                <p14:modId xmlns:p14="http://schemas.microsoft.com/office/powerpoint/2010/main" val="4060067081"/>
              </p:ext>
            </p:extLst>
          </p:nvPr>
        </p:nvGraphicFramePr>
        <p:xfrm>
          <a:off x="1404938" y="2457450"/>
          <a:ext cx="3814762" cy="1052513"/>
        </p:xfrm>
        <a:graphic>
          <a:graphicData uri="http://schemas.openxmlformats.org/presentationml/2006/ole">
            <mc:AlternateContent xmlns:mc="http://schemas.openxmlformats.org/markup-compatibility/2006">
              <mc:Choice xmlns:v="urn:schemas-microsoft-com:vml" Requires="v">
                <p:oleObj spid="_x0000_s103651" name="Equation" r:id="rId5" imgW="1841400" imgH="507960" progId="Equation.DSMT4">
                  <p:embed/>
                </p:oleObj>
              </mc:Choice>
              <mc:Fallback>
                <p:oleObj name="Equation" r:id="rId5" imgW="1841400" imgH="507960" progId="Equation.DSMT4">
                  <p:embed/>
                  <p:pic>
                    <p:nvPicPr>
                      <p:cNvPr id="70683" name="Object 27"/>
                      <p:cNvPicPr>
                        <a:picLocks noChangeAspect="1" noChangeArrowheads="1"/>
                      </p:cNvPicPr>
                      <p:nvPr/>
                    </p:nvPicPr>
                    <p:blipFill>
                      <a:blip r:embed="rId6"/>
                      <a:srcRect/>
                      <a:stretch>
                        <a:fillRect/>
                      </a:stretch>
                    </p:blipFill>
                    <p:spPr bwMode="auto">
                      <a:xfrm>
                        <a:off x="1404938" y="2457450"/>
                        <a:ext cx="3814762" cy="1052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84" name="Object 28"/>
          <p:cNvGraphicFramePr>
            <a:graphicFrameLocks noChangeAspect="1"/>
          </p:cNvGraphicFramePr>
          <p:nvPr>
            <p:extLst>
              <p:ext uri="{D42A27DB-BD31-4B8C-83A1-F6EECF244321}">
                <p14:modId xmlns:p14="http://schemas.microsoft.com/office/powerpoint/2010/main" val="2160188734"/>
              </p:ext>
            </p:extLst>
          </p:nvPr>
        </p:nvGraphicFramePr>
        <p:xfrm>
          <a:off x="6591300" y="2525713"/>
          <a:ext cx="1844675" cy="933450"/>
        </p:xfrm>
        <a:graphic>
          <a:graphicData uri="http://schemas.openxmlformats.org/presentationml/2006/ole">
            <mc:AlternateContent xmlns:mc="http://schemas.openxmlformats.org/markup-compatibility/2006">
              <mc:Choice xmlns:v="urn:schemas-microsoft-com:vml" Requires="v">
                <p:oleObj spid="_x0000_s103652" name="Equation" r:id="rId7" imgW="952200" imgH="482400" progId="Equation.DSMT4">
                  <p:embed/>
                </p:oleObj>
              </mc:Choice>
              <mc:Fallback>
                <p:oleObj name="Equation" r:id="rId7" imgW="952200" imgH="482400" progId="Equation.DSMT4">
                  <p:embed/>
                  <p:pic>
                    <p:nvPicPr>
                      <p:cNvPr id="70684" name="Object 28"/>
                      <p:cNvPicPr>
                        <a:picLocks noChangeAspect="1" noChangeArrowheads="1"/>
                      </p:cNvPicPr>
                      <p:nvPr/>
                    </p:nvPicPr>
                    <p:blipFill>
                      <a:blip r:embed="rId8"/>
                      <a:srcRect/>
                      <a:stretch>
                        <a:fillRect/>
                      </a:stretch>
                    </p:blipFill>
                    <p:spPr bwMode="auto">
                      <a:xfrm>
                        <a:off x="6591300" y="2525713"/>
                        <a:ext cx="1844675" cy="933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85" name="Object 29"/>
          <p:cNvGraphicFramePr>
            <a:graphicFrameLocks noChangeAspect="1"/>
          </p:cNvGraphicFramePr>
          <p:nvPr>
            <p:extLst>
              <p:ext uri="{D42A27DB-BD31-4B8C-83A1-F6EECF244321}">
                <p14:modId xmlns:p14="http://schemas.microsoft.com/office/powerpoint/2010/main" val="606040023"/>
              </p:ext>
            </p:extLst>
          </p:nvPr>
        </p:nvGraphicFramePr>
        <p:xfrm>
          <a:off x="1023938" y="5372100"/>
          <a:ext cx="7000875" cy="549275"/>
        </p:xfrm>
        <a:graphic>
          <a:graphicData uri="http://schemas.openxmlformats.org/presentationml/2006/ole">
            <mc:AlternateContent xmlns:mc="http://schemas.openxmlformats.org/markup-compatibility/2006">
              <mc:Choice xmlns:v="urn:schemas-microsoft-com:vml" Requires="v">
                <p:oleObj spid="_x0000_s103653" name="Equation" r:id="rId9" imgW="3213000" imgH="253800" progId="Equation.DSMT4">
                  <p:embed/>
                </p:oleObj>
              </mc:Choice>
              <mc:Fallback>
                <p:oleObj name="Equation" r:id="rId9" imgW="3213000" imgH="253800" progId="Equation.DSMT4">
                  <p:embed/>
                  <p:pic>
                    <p:nvPicPr>
                      <p:cNvPr id="70685" name="Object 29"/>
                      <p:cNvPicPr>
                        <a:picLocks noChangeAspect="1" noChangeArrowheads="1"/>
                      </p:cNvPicPr>
                      <p:nvPr/>
                    </p:nvPicPr>
                    <p:blipFill>
                      <a:blip r:embed="rId10"/>
                      <a:srcRect/>
                      <a:stretch>
                        <a:fillRect/>
                      </a:stretch>
                    </p:blipFill>
                    <p:spPr bwMode="auto">
                      <a:xfrm>
                        <a:off x="1023938" y="5372100"/>
                        <a:ext cx="7000875"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686" name="AutoShape 30"/>
          <p:cNvSpPr>
            <a:spLocks noChangeArrowheads="1"/>
          </p:cNvSpPr>
          <p:nvPr/>
        </p:nvSpPr>
        <p:spPr bwMode="auto">
          <a:xfrm>
            <a:off x="5580063" y="2852738"/>
            <a:ext cx="533400" cy="215900"/>
          </a:xfrm>
          <a:prstGeom prst="rightArrow">
            <a:avLst>
              <a:gd name="adj1" fmla="val 50000"/>
              <a:gd name="adj2" fmla="val 61765"/>
            </a:avLst>
          </a:prstGeom>
          <a:solidFill>
            <a:srgbClr val="3399FF"/>
          </a:solidFill>
          <a:ln>
            <a:noFill/>
          </a:ln>
          <a:effectLst/>
          <a:extLs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0687" name="AutoShape 31"/>
          <p:cNvSpPr>
            <a:spLocks/>
          </p:cNvSpPr>
          <p:nvPr/>
        </p:nvSpPr>
        <p:spPr bwMode="auto">
          <a:xfrm>
            <a:off x="6156325" y="2536825"/>
            <a:ext cx="71438" cy="935038"/>
          </a:xfrm>
          <a:prstGeom prst="leftBrace">
            <a:avLst>
              <a:gd name="adj1" fmla="val 109073"/>
              <a:gd name="adj2" fmla="val 50000"/>
            </a:avLst>
          </a:prstGeom>
          <a:noFill/>
          <a:ln w="38100">
            <a:solidFill>
              <a:srgbClr val="FF0000"/>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70688" name="Object 32"/>
          <p:cNvGraphicFramePr>
            <a:graphicFrameLocks noChangeAspect="1"/>
          </p:cNvGraphicFramePr>
          <p:nvPr>
            <p:extLst>
              <p:ext uri="{D42A27DB-BD31-4B8C-83A1-F6EECF244321}">
                <p14:modId xmlns:p14="http://schemas.microsoft.com/office/powerpoint/2010/main" val="3734231128"/>
              </p:ext>
            </p:extLst>
          </p:nvPr>
        </p:nvGraphicFramePr>
        <p:xfrm>
          <a:off x="1355725" y="3644900"/>
          <a:ext cx="4127500" cy="555625"/>
        </p:xfrm>
        <a:graphic>
          <a:graphicData uri="http://schemas.openxmlformats.org/presentationml/2006/ole">
            <mc:AlternateContent xmlns:mc="http://schemas.openxmlformats.org/markup-compatibility/2006">
              <mc:Choice xmlns:v="urn:schemas-microsoft-com:vml" Requires="v">
                <p:oleObj spid="_x0000_s103654" name="Equation" r:id="rId11" imgW="1841400" imgH="241200" progId="Equation.DSMT4">
                  <p:embed/>
                </p:oleObj>
              </mc:Choice>
              <mc:Fallback>
                <p:oleObj name="Equation" r:id="rId11" imgW="1841400" imgH="241200" progId="Equation.DSMT4">
                  <p:embed/>
                  <p:pic>
                    <p:nvPicPr>
                      <p:cNvPr id="70688" name="Object 32"/>
                      <p:cNvPicPr>
                        <a:picLocks noChangeAspect="1" noChangeArrowheads="1"/>
                      </p:cNvPicPr>
                      <p:nvPr/>
                    </p:nvPicPr>
                    <p:blipFill>
                      <a:blip r:embed="rId12"/>
                      <a:srcRect/>
                      <a:stretch>
                        <a:fillRect/>
                      </a:stretch>
                    </p:blipFill>
                    <p:spPr bwMode="auto">
                      <a:xfrm>
                        <a:off x="1355725" y="3644900"/>
                        <a:ext cx="4127500"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89" name="Object 33"/>
          <p:cNvGraphicFramePr>
            <a:graphicFrameLocks noChangeAspect="1"/>
          </p:cNvGraphicFramePr>
          <p:nvPr>
            <p:extLst>
              <p:ext uri="{D42A27DB-BD31-4B8C-83A1-F6EECF244321}">
                <p14:modId xmlns:p14="http://schemas.microsoft.com/office/powerpoint/2010/main" val="3274139525"/>
              </p:ext>
            </p:extLst>
          </p:nvPr>
        </p:nvGraphicFramePr>
        <p:xfrm>
          <a:off x="1657350" y="4362450"/>
          <a:ext cx="2876550" cy="431800"/>
        </p:xfrm>
        <a:graphic>
          <a:graphicData uri="http://schemas.openxmlformats.org/presentationml/2006/ole">
            <mc:AlternateContent xmlns:mc="http://schemas.openxmlformats.org/markup-compatibility/2006">
              <mc:Choice xmlns:v="urn:schemas-microsoft-com:vml" Requires="v">
                <p:oleObj spid="_x0000_s103655" name="Equation" r:id="rId13" imgW="1346040" imgH="203040" progId="Equation.DSMT4">
                  <p:embed/>
                </p:oleObj>
              </mc:Choice>
              <mc:Fallback>
                <p:oleObj name="Equation" r:id="rId13" imgW="1346040" imgH="203040" progId="Equation.DSMT4">
                  <p:embed/>
                  <p:pic>
                    <p:nvPicPr>
                      <p:cNvPr id="70689" name="Object 33"/>
                      <p:cNvPicPr>
                        <a:picLocks noChangeAspect="1" noChangeArrowheads="1"/>
                      </p:cNvPicPr>
                      <p:nvPr/>
                    </p:nvPicPr>
                    <p:blipFill>
                      <a:blip r:embed="rId14"/>
                      <a:srcRect/>
                      <a:stretch>
                        <a:fillRect/>
                      </a:stretch>
                    </p:blipFill>
                    <p:spPr bwMode="auto">
                      <a:xfrm>
                        <a:off x="1657350" y="4362450"/>
                        <a:ext cx="287655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90" name="Object 34"/>
          <p:cNvGraphicFramePr>
            <a:graphicFrameLocks noChangeAspect="1"/>
          </p:cNvGraphicFramePr>
          <p:nvPr>
            <p:extLst>
              <p:ext uri="{D42A27DB-BD31-4B8C-83A1-F6EECF244321}">
                <p14:modId xmlns:p14="http://schemas.microsoft.com/office/powerpoint/2010/main" val="3805146769"/>
              </p:ext>
            </p:extLst>
          </p:nvPr>
        </p:nvGraphicFramePr>
        <p:xfrm>
          <a:off x="4940300" y="4364038"/>
          <a:ext cx="1944688" cy="441325"/>
        </p:xfrm>
        <a:graphic>
          <a:graphicData uri="http://schemas.openxmlformats.org/presentationml/2006/ole">
            <mc:AlternateContent xmlns:mc="http://schemas.openxmlformats.org/markup-compatibility/2006">
              <mc:Choice xmlns:v="urn:schemas-microsoft-com:vml" Requires="v">
                <p:oleObj spid="_x0000_s103656" name="Equation" r:id="rId15" imgW="888840" imgH="203040" progId="Equation.DSMT4">
                  <p:embed/>
                </p:oleObj>
              </mc:Choice>
              <mc:Fallback>
                <p:oleObj name="Equation" r:id="rId15" imgW="888840" imgH="203040" progId="Equation.DSMT4">
                  <p:embed/>
                  <p:pic>
                    <p:nvPicPr>
                      <p:cNvPr id="70690" name="Object 34"/>
                      <p:cNvPicPr>
                        <a:picLocks noChangeAspect="1" noChangeArrowheads="1"/>
                      </p:cNvPicPr>
                      <p:nvPr/>
                    </p:nvPicPr>
                    <p:blipFill>
                      <a:blip r:embed="rId16"/>
                      <a:srcRect/>
                      <a:stretch>
                        <a:fillRect/>
                      </a:stretch>
                    </p:blipFill>
                    <p:spPr bwMode="auto">
                      <a:xfrm>
                        <a:off x="4940300" y="4364038"/>
                        <a:ext cx="1944688" cy="441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91" name="Object 35"/>
          <p:cNvGraphicFramePr>
            <a:graphicFrameLocks noChangeAspect="1"/>
          </p:cNvGraphicFramePr>
          <p:nvPr>
            <p:extLst>
              <p:ext uri="{D42A27DB-BD31-4B8C-83A1-F6EECF244321}">
                <p14:modId xmlns:p14="http://schemas.microsoft.com/office/powerpoint/2010/main" val="3561416030"/>
              </p:ext>
            </p:extLst>
          </p:nvPr>
        </p:nvGraphicFramePr>
        <p:xfrm>
          <a:off x="1550988" y="4854575"/>
          <a:ext cx="2439987" cy="469900"/>
        </p:xfrm>
        <a:graphic>
          <a:graphicData uri="http://schemas.openxmlformats.org/presentationml/2006/ole">
            <mc:AlternateContent xmlns:mc="http://schemas.openxmlformats.org/markup-compatibility/2006">
              <mc:Choice xmlns:v="urn:schemas-microsoft-com:vml" Requires="v">
                <p:oleObj spid="_x0000_s103657" name="Equation" r:id="rId17" imgW="1041120" imgH="203040" progId="Equation.DSMT4">
                  <p:embed/>
                </p:oleObj>
              </mc:Choice>
              <mc:Fallback>
                <p:oleObj name="Equation" r:id="rId17" imgW="1041120" imgH="203040" progId="Equation.DSMT4">
                  <p:embed/>
                  <p:pic>
                    <p:nvPicPr>
                      <p:cNvPr id="70691" name="Object 35"/>
                      <p:cNvPicPr>
                        <a:picLocks noChangeAspect="1" noChangeArrowheads="1"/>
                      </p:cNvPicPr>
                      <p:nvPr/>
                    </p:nvPicPr>
                    <p:blipFill>
                      <a:blip r:embed="rId18"/>
                      <a:srcRect/>
                      <a:stretch>
                        <a:fillRect/>
                      </a:stretch>
                    </p:blipFill>
                    <p:spPr bwMode="auto">
                      <a:xfrm>
                        <a:off x="1550988" y="4854575"/>
                        <a:ext cx="2439987"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7105228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70661"/>
                                        </p:tgtEl>
                                        <p:attrNameLst>
                                          <p:attrName>style.visibility</p:attrName>
                                        </p:attrNameLst>
                                      </p:cBhvr>
                                      <p:to>
                                        <p:strVal val="visible"/>
                                      </p:to>
                                    </p:set>
                                    <p:animEffect transition="in" filter="wipe(left)">
                                      <p:cBhvr>
                                        <p:cTn id="7" dur="2000"/>
                                        <p:tgtEl>
                                          <p:spTgt spid="7066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5" presetClass="entr" presetSubtype="0" fill="hold" grpId="0" nodeType="clickEffect">
                                  <p:stCondLst>
                                    <p:cond delay="0"/>
                                  </p:stCondLst>
                                  <p:childTnLst>
                                    <p:set>
                                      <p:cBhvr>
                                        <p:cTn id="11" dur="1" fill="hold">
                                          <p:stCondLst>
                                            <p:cond delay="0"/>
                                          </p:stCondLst>
                                        </p:cTn>
                                        <p:tgtEl>
                                          <p:spTgt spid="70682"/>
                                        </p:tgtEl>
                                        <p:attrNameLst>
                                          <p:attrName>style.visibility</p:attrName>
                                        </p:attrNameLst>
                                      </p:cBhvr>
                                      <p:to>
                                        <p:strVal val="visible"/>
                                      </p:to>
                                    </p:set>
                                    <p:anim calcmode="lin" valueType="num">
                                      <p:cBhvr>
                                        <p:cTn id="12" dur="1000" fill="hold"/>
                                        <p:tgtEl>
                                          <p:spTgt spid="70682"/>
                                        </p:tgtEl>
                                        <p:attrNameLst>
                                          <p:attrName>ppt_w</p:attrName>
                                        </p:attrNameLst>
                                      </p:cBhvr>
                                      <p:tavLst>
                                        <p:tav tm="0">
                                          <p:val>
                                            <p:fltVal val="0"/>
                                          </p:val>
                                        </p:tav>
                                        <p:tav tm="100000">
                                          <p:val>
                                            <p:strVal val="#ppt_w"/>
                                          </p:val>
                                        </p:tav>
                                      </p:tavLst>
                                    </p:anim>
                                    <p:anim calcmode="lin" valueType="num">
                                      <p:cBhvr>
                                        <p:cTn id="13" dur="1000" fill="hold"/>
                                        <p:tgtEl>
                                          <p:spTgt spid="70682"/>
                                        </p:tgtEl>
                                        <p:attrNameLst>
                                          <p:attrName>ppt_h</p:attrName>
                                        </p:attrNameLst>
                                      </p:cBhvr>
                                      <p:tavLst>
                                        <p:tav tm="0">
                                          <p:val>
                                            <p:fltVal val="0"/>
                                          </p:val>
                                        </p:tav>
                                        <p:tav tm="100000">
                                          <p:val>
                                            <p:strVal val="#ppt_h"/>
                                          </p:val>
                                        </p:tav>
                                      </p:tavLst>
                                    </p:anim>
                                    <p:anim calcmode="lin" valueType="num">
                                      <p:cBhvr>
                                        <p:cTn id="14" dur="1000" fill="hold"/>
                                        <p:tgtEl>
                                          <p:spTgt spid="70682"/>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7068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nodeType="clickEffect">
                                  <p:stCondLst>
                                    <p:cond delay="0"/>
                                  </p:stCondLst>
                                  <p:childTnLst>
                                    <p:set>
                                      <p:cBhvr>
                                        <p:cTn id="19" dur="1" fill="hold">
                                          <p:stCondLst>
                                            <p:cond delay="0"/>
                                          </p:stCondLst>
                                        </p:cTn>
                                        <p:tgtEl>
                                          <p:spTgt spid="70683"/>
                                        </p:tgtEl>
                                        <p:attrNameLst>
                                          <p:attrName>style.visibility</p:attrName>
                                        </p:attrNameLst>
                                      </p:cBhvr>
                                      <p:to>
                                        <p:strVal val="visible"/>
                                      </p:to>
                                    </p:set>
                                    <p:animEffect transition="in" filter="box(in)">
                                      <p:cBhvr>
                                        <p:cTn id="20" dur="500"/>
                                        <p:tgtEl>
                                          <p:spTgt spid="7068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8" fill="hold" nodeType="clickEffect">
                                  <p:stCondLst>
                                    <p:cond delay="0"/>
                                  </p:stCondLst>
                                  <p:childTnLst>
                                    <p:set>
                                      <p:cBhvr>
                                        <p:cTn id="24" dur="1" fill="hold">
                                          <p:stCondLst>
                                            <p:cond delay="0"/>
                                          </p:stCondLst>
                                        </p:cTn>
                                        <p:tgtEl>
                                          <p:spTgt spid="70686"/>
                                        </p:tgtEl>
                                        <p:attrNameLst>
                                          <p:attrName>style.visibility</p:attrName>
                                        </p:attrNameLst>
                                      </p:cBhvr>
                                      <p:to>
                                        <p:strVal val="visible"/>
                                      </p:to>
                                    </p:set>
                                    <p:animEffect transition="in" filter="slide(fromLeft)">
                                      <p:cBhvr>
                                        <p:cTn id="25" dur="500"/>
                                        <p:tgtEl>
                                          <p:spTgt spid="70686"/>
                                        </p:tgtEl>
                                      </p:cBhvr>
                                    </p:animEffect>
                                  </p:childTnLst>
                                </p:cTn>
                              </p:par>
                            </p:childTnLst>
                          </p:cTn>
                        </p:par>
                        <p:par>
                          <p:cTn id="26" fill="hold" nodeType="afterGroup">
                            <p:stCondLst>
                              <p:cond delay="500"/>
                            </p:stCondLst>
                            <p:childTnLst>
                              <p:par>
                                <p:cTn id="27" presetID="3" presetClass="entr" presetSubtype="10" fill="hold" nodeType="afterEffect">
                                  <p:stCondLst>
                                    <p:cond delay="0"/>
                                  </p:stCondLst>
                                  <p:childTnLst>
                                    <p:set>
                                      <p:cBhvr>
                                        <p:cTn id="28" dur="1" fill="hold">
                                          <p:stCondLst>
                                            <p:cond delay="0"/>
                                          </p:stCondLst>
                                        </p:cTn>
                                        <p:tgtEl>
                                          <p:spTgt spid="70687"/>
                                        </p:tgtEl>
                                        <p:attrNameLst>
                                          <p:attrName>style.visibility</p:attrName>
                                        </p:attrNameLst>
                                      </p:cBhvr>
                                      <p:to>
                                        <p:strVal val="visible"/>
                                      </p:to>
                                    </p:set>
                                    <p:animEffect transition="in" filter="blinds(horizontal)">
                                      <p:cBhvr>
                                        <p:cTn id="29" dur="500"/>
                                        <p:tgtEl>
                                          <p:spTgt spid="70687"/>
                                        </p:tgtEl>
                                      </p:cBhvr>
                                    </p:animEffect>
                                  </p:childTnLst>
                                </p:cTn>
                              </p:par>
                            </p:childTnLst>
                          </p:cTn>
                        </p:par>
                        <p:par>
                          <p:cTn id="30" fill="hold" nodeType="afterGroup">
                            <p:stCondLst>
                              <p:cond delay="1000"/>
                            </p:stCondLst>
                            <p:childTnLst>
                              <p:par>
                                <p:cTn id="31" presetID="3" presetClass="entr" presetSubtype="10" fill="hold" nodeType="afterEffect">
                                  <p:stCondLst>
                                    <p:cond delay="0"/>
                                  </p:stCondLst>
                                  <p:childTnLst>
                                    <p:set>
                                      <p:cBhvr>
                                        <p:cTn id="32" dur="1" fill="hold">
                                          <p:stCondLst>
                                            <p:cond delay="0"/>
                                          </p:stCondLst>
                                        </p:cTn>
                                        <p:tgtEl>
                                          <p:spTgt spid="70684"/>
                                        </p:tgtEl>
                                        <p:attrNameLst>
                                          <p:attrName>style.visibility</p:attrName>
                                        </p:attrNameLst>
                                      </p:cBhvr>
                                      <p:to>
                                        <p:strVal val="visible"/>
                                      </p:to>
                                    </p:set>
                                    <p:animEffect transition="in" filter="blinds(horizontal)">
                                      <p:cBhvr>
                                        <p:cTn id="33" dur="500"/>
                                        <p:tgtEl>
                                          <p:spTgt spid="7068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70688"/>
                                        </p:tgtEl>
                                        <p:attrNameLst>
                                          <p:attrName>style.visibility</p:attrName>
                                        </p:attrNameLst>
                                      </p:cBhvr>
                                      <p:to>
                                        <p:strVal val="visible"/>
                                      </p:to>
                                    </p:set>
                                    <p:animEffect transition="in" filter="wipe(left)">
                                      <p:cBhvr>
                                        <p:cTn id="38" dur="2000"/>
                                        <p:tgtEl>
                                          <p:spTgt spid="70688"/>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70689"/>
                                        </p:tgtEl>
                                        <p:attrNameLst>
                                          <p:attrName>style.visibility</p:attrName>
                                        </p:attrNameLst>
                                      </p:cBhvr>
                                      <p:to>
                                        <p:strVal val="visible"/>
                                      </p:to>
                                    </p:set>
                                    <p:animEffect transition="in" filter="wipe(left)">
                                      <p:cBhvr>
                                        <p:cTn id="43" dur="2000"/>
                                        <p:tgtEl>
                                          <p:spTgt spid="70689"/>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70690"/>
                                        </p:tgtEl>
                                        <p:attrNameLst>
                                          <p:attrName>style.visibility</p:attrName>
                                        </p:attrNameLst>
                                      </p:cBhvr>
                                      <p:to>
                                        <p:strVal val="visible"/>
                                      </p:to>
                                    </p:set>
                                    <p:animEffect transition="in" filter="wipe(left)">
                                      <p:cBhvr>
                                        <p:cTn id="48" dur="2000"/>
                                        <p:tgtEl>
                                          <p:spTgt spid="70690"/>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70691"/>
                                        </p:tgtEl>
                                        <p:attrNameLst>
                                          <p:attrName>style.visibility</p:attrName>
                                        </p:attrNameLst>
                                      </p:cBhvr>
                                      <p:to>
                                        <p:strVal val="visible"/>
                                      </p:to>
                                    </p:set>
                                    <p:animEffect transition="in" filter="wipe(left)">
                                      <p:cBhvr>
                                        <p:cTn id="53" dur="2000"/>
                                        <p:tgtEl>
                                          <p:spTgt spid="70691"/>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70685"/>
                                        </p:tgtEl>
                                        <p:attrNameLst>
                                          <p:attrName>style.visibility</p:attrName>
                                        </p:attrNameLst>
                                      </p:cBhvr>
                                      <p:to>
                                        <p:strVal val="visible"/>
                                      </p:to>
                                    </p:set>
                                    <p:animEffect transition="in" filter="wipe(left)">
                                      <p:cBhvr>
                                        <p:cTn id="58" dur="2000"/>
                                        <p:tgtEl>
                                          <p:spTgt spid="706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8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2" descr="绿色大理石"/>
          <p:cNvSpPr txBox="1">
            <a:spLocks noChangeArrowheads="1"/>
          </p:cNvSpPr>
          <p:nvPr/>
        </p:nvSpPr>
        <p:spPr bwMode="auto">
          <a:xfrm>
            <a:off x="684213" y="549275"/>
            <a:ext cx="3744912" cy="609398"/>
          </a:xfrm>
          <a:prstGeom prst="rect">
            <a:avLst/>
          </a:prstGeom>
          <a:solidFill>
            <a:schemeClr val="bg1"/>
          </a:solidFill>
          <a:ln>
            <a:noFill/>
          </a:ln>
          <a:effectLst>
            <a:prstShdw prst="shdw17" dist="17961" dir="2700000">
              <a:srgbClr val="006600">
                <a:gamma/>
                <a:shade val="60000"/>
                <a:invGamma/>
              </a:srgbClr>
            </a:prstShdw>
          </a:effectLst>
        </p:spPr>
        <p:txBody>
          <a:bodyPr>
            <a:spAutoFit/>
          </a:bodyPr>
          <a:lstStyle>
            <a:lvl1pPr indent="571500">
              <a:defRPr>
                <a:solidFill>
                  <a:schemeClr val="tx1"/>
                </a:solidFill>
                <a:latin typeface="Arial" panose="020B0604020202020204" pitchFamily="34" charset="0"/>
                <a:ea typeface="宋体" panose="02010600030101010101" pitchFamily="2" charset="-122"/>
              </a:defRPr>
            </a:lvl1pPr>
            <a:lvl2pPr marL="762000">
              <a:defRPr>
                <a:solidFill>
                  <a:schemeClr val="tx1"/>
                </a:solidFill>
                <a:latin typeface="Arial" panose="020B0604020202020204" pitchFamily="34" charset="0"/>
                <a:ea typeface="宋体" panose="02010600030101010101" pitchFamily="2" charset="-122"/>
              </a:defRPr>
            </a:lvl2pPr>
            <a:lvl3pPr marL="952500">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spcBef>
                <a:spcPct val="50000"/>
              </a:spcBef>
            </a:pPr>
            <a:r>
              <a:rPr kumimoji="1" lang="zh-CN" altLang="en-US" sz="2800">
                <a:latin typeface="Times New Roman" panose="02020603050405020304" pitchFamily="18" charset="0"/>
                <a:ea typeface="楷体_GB2312" pitchFamily="49" charset="-122"/>
              </a:rPr>
              <a:t>借助相量图计算</a:t>
            </a:r>
          </a:p>
        </p:txBody>
      </p:sp>
      <p:graphicFrame>
        <p:nvGraphicFramePr>
          <p:cNvPr id="71740" name="Object 60"/>
          <p:cNvGraphicFramePr>
            <a:graphicFrameLocks noChangeAspect="1"/>
          </p:cNvGraphicFramePr>
          <p:nvPr>
            <p:extLst>
              <p:ext uri="{D42A27DB-BD31-4B8C-83A1-F6EECF244321}">
                <p14:modId xmlns:p14="http://schemas.microsoft.com/office/powerpoint/2010/main" val="1273132261"/>
              </p:ext>
            </p:extLst>
          </p:nvPr>
        </p:nvGraphicFramePr>
        <p:xfrm>
          <a:off x="1504950" y="1582738"/>
          <a:ext cx="3935413" cy="468312"/>
        </p:xfrm>
        <a:graphic>
          <a:graphicData uri="http://schemas.openxmlformats.org/presentationml/2006/ole">
            <mc:AlternateContent xmlns:mc="http://schemas.openxmlformats.org/markup-compatibility/2006">
              <mc:Choice xmlns:v="urn:schemas-microsoft-com:vml" Requires="v">
                <p:oleObj spid="_x0000_s104814" name="Equation" r:id="rId3" imgW="2031840" imgH="241200" progId="Equation.DSMT4">
                  <p:embed/>
                </p:oleObj>
              </mc:Choice>
              <mc:Fallback>
                <p:oleObj name="Equation" r:id="rId3" imgW="2031840" imgH="241200" progId="Equation.DSMT4">
                  <p:embed/>
                  <p:pic>
                    <p:nvPicPr>
                      <p:cNvPr id="71740" name="Object 60"/>
                      <p:cNvPicPr>
                        <a:picLocks noChangeAspect="1" noChangeArrowheads="1"/>
                      </p:cNvPicPr>
                      <p:nvPr/>
                    </p:nvPicPr>
                    <p:blipFill>
                      <a:blip r:embed="rId4"/>
                      <a:srcRect/>
                      <a:stretch>
                        <a:fillRect/>
                      </a:stretch>
                    </p:blipFill>
                    <p:spPr bwMode="auto">
                      <a:xfrm>
                        <a:off x="1504950" y="1582738"/>
                        <a:ext cx="3935413" cy="468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8" name="Text Box 4"/>
          <p:cNvSpPr txBox="1">
            <a:spLocks noChangeArrowheads="1"/>
          </p:cNvSpPr>
          <p:nvPr/>
        </p:nvSpPr>
        <p:spPr bwMode="auto">
          <a:xfrm>
            <a:off x="611560" y="5494749"/>
            <a:ext cx="7842448" cy="978729"/>
          </a:xfrm>
          <a:prstGeom prst="rect">
            <a:avLst/>
          </a:prstGeom>
          <a:solidFill>
            <a:srgbClr val="99FFCC"/>
          </a:solidFill>
          <a:ln>
            <a:noFill/>
          </a:ln>
          <a:effectLst>
            <a:prstShdw prst="shdw17" dist="17961" dir="2700000">
              <a:srgbClr val="99FFCC">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indent="571500" algn="l">
              <a:spcBef>
                <a:spcPct val="0"/>
              </a:spcBef>
              <a:defRPr>
                <a:solidFill>
                  <a:schemeClr val="tx1"/>
                </a:solidFill>
                <a:latin typeface="Arial" panose="020B0604020202020204" pitchFamily="34" charset="0"/>
                <a:ea typeface="宋体" panose="02010600030101010101" pitchFamily="2" charset="-122"/>
              </a:defRPr>
            </a:lvl1pPr>
            <a:lvl2pPr marL="762000" algn="l">
              <a:spcBef>
                <a:spcPct val="0"/>
              </a:spcBef>
              <a:defRPr>
                <a:solidFill>
                  <a:schemeClr val="tx1"/>
                </a:solidFill>
                <a:latin typeface="Arial" panose="020B0604020202020204" pitchFamily="34" charset="0"/>
                <a:ea typeface="宋体" panose="02010600030101010101" pitchFamily="2" charset="-122"/>
              </a:defRPr>
            </a:lvl2pPr>
            <a:lvl3pPr marL="952500"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20000"/>
              </a:lnSpc>
              <a:spcBef>
                <a:spcPct val="50000"/>
              </a:spcBef>
            </a:pPr>
            <a:r>
              <a:rPr kumimoji="1" lang="zh-CN" altLang="en-US" sz="2400" b="1" dirty="0">
                <a:solidFill>
                  <a:srgbClr val="FF0000"/>
                </a:solidFill>
                <a:latin typeface="Times New Roman" panose="02020603050405020304" pitchFamily="18" charset="0"/>
              </a:rPr>
              <a:t>同频正弦量的加、减运算可借助相量图进行。相量图在正弦稳态分析中有重要作用，尤其适用于定性分析</a:t>
            </a:r>
            <a:r>
              <a:rPr kumimoji="1" lang="zh-CN" altLang="en-US" sz="2400" b="1" dirty="0">
                <a:latin typeface="Times New Roman" panose="02020603050405020304" pitchFamily="18" charset="0"/>
              </a:rPr>
              <a:t>。</a:t>
            </a:r>
          </a:p>
        </p:txBody>
      </p:sp>
      <p:grpSp>
        <p:nvGrpSpPr>
          <p:cNvPr id="59" name="Group 10"/>
          <p:cNvGrpSpPr>
            <a:grpSpLocks/>
          </p:cNvGrpSpPr>
          <p:nvPr/>
        </p:nvGrpSpPr>
        <p:grpSpPr bwMode="auto">
          <a:xfrm>
            <a:off x="4641776" y="2406477"/>
            <a:ext cx="2687638" cy="2236787"/>
            <a:chOff x="2928" y="2479"/>
            <a:chExt cx="1693" cy="1409"/>
          </a:xfrm>
        </p:grpSpPr>
        <p:sp>
          <p:nvSpPr>
            <p:cNvPr id="60" name="Line 11"/>
            <p:cNvSpPr>
              <a:spLocks noChangeShapeType="1"/>
            </p:cNvSpPr>
            <p:nvPr/>
          </p:nvSpPr>
          <p:spPr bwMode="auto">
            <a:xfrm flipH="1">
              <a:off x="2928" y="3600"/>
              <a:ext cx="1632" cy="0"/>
            </a:xfrm>
            <a:prstGeom prst="line">
              <a:avLst/>
            </a:prstGeom>
            <a:noFill/>
            <a:ln w="9525">
              <a:solidFill>
                <a:schemeClr val="tx1"/>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 name="Line 12"/>
            <p:cNvSpPr>
              <a:spLocks noChangeShapeType="1"/>
            </p:cNvSpPr>
            <p:nvPr/>
          </p:nvSpPr>
          <p:spPr bwMode="auto">
            <a:xfrm rot="-5400000">
              <a:off x="2544" y="3216"/>
              <a:ext cx="1344" cy="0"/>
            </a:xfrm>
            <a:prstGeom prst="line">
              <a:avLst/>
            </a:prstGeom>
            <a:noFill/>
            <a:ln w="9525">
              <a:solidFill>
                <a:schemeClr val="tx1"/>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Text Box 13"/>
            <p:cNvSpPr txBox="1">
              <a:spLocks noChangeArrowheads="1"/>
            </p:cNvSpPr>
            <p:nvPr/>
          </p:nvSpPr>
          <p:spPr bwMode="auto">
            <a:xfrm>
              <a:off x="4327" y="3631"/>
              <a:ext cx="29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000">
                  <a:latin typeface="Times New Roman" panose="02020603050405020304" pitchFamily="18" charset="0"/>
                </a:rPr>
                <a:t>Re</a:t>
              </a:r>
              <a:endParaRPr kumimoji="1" lang="en-US" altLang="zh-CN" sz="2400">
                <a:latin typeface="Times New Roman" panose="02020603050405020304" pitchFamily="18" charset="0"/>
              </a:endParaRPr>
            </a:p>
          </p:txBody>
        </p:sp>
        <p:sp>
          <p:nvSpPr>
            <p:cNvPr id="63" name="Text Box 14"/>
            <p:cNvSpPr txBox="1">
              <a:spLocks noChangeArrowheads="1"/>
            </p:cNvSpPr>
            <p:nvPr/>
          </p:nvSpPr>
          <p:spPr bwMode="auto">
            <a:xfrm>
              <a:off x="2935" y="2479"/>
              <a:ext cx="29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000">
                  <a:latin typeface="Times New Roman" panose="02020603050405020304" pitchFamily="18" charset="0"/>
                </a:rPr>
                <a:t>Im</a:t>
              </a:r>
              <a:endParaRPr kumimoji="1" lang="en-US" altLang="zh-CN" sz="2400">
                <a:latin typeface="Times New Roman" panose="02020603050405020304" pitchFamily="18" charset="0"/>
              </a:endParaRPr>
            </a:p>
          </p:txBody>
        </p:sp>
      </p:grpSp>
      <p:grpSp>
        <p:nvGrpSpPr>
          <p:cNvPr id="64" name="Group 15"/>
          <p:cNvGrpSpPr>
            <a:grpSpLocks/>
          </p:cNvGrpSpPr>
          <p:nvPr/>
        </p:nvGrpSpPr>
        <p:grpSpPr bwMode="auto">
          <a:xfrm>
            <a:off x="5098976" y="3157364"/>
            <a:ext cx="1546225" cy="1409700"/>
            <a:chOff x="3216" y="2952"/>
            <a:chExt cx="974" cy="888"/>
          </a:xfrm>
        </p:grpSpPr>
        <p:sp>
          <p:nvSpPr>
            <p:cNvPr id="65" name="Line 16"/>
            <p:cNvSpPr>
              <a:spLocks noChangeShapeType="1"/>
            </p:cNvSpPr>
            <p:nvPr/>
          </p:nvSpPr>
          <p:spPr bwMode="auto">
            <a:xfrm flipV="1">
              <a:off x="3216" y="3216"/>
              <a:ext cx="960" cy="384"/>
            </a:xfrm>
            <a:prstGeom prst="line">
              <a:avLst/>
            </a:prstGeom>
            <a:noFill/>
            <a:ln w="28575">
              <a:solidFill>
                <a:srgbClr val="3333FF"/>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Freeform 17"/>
            <p:cNvSpPr>
              <a:spLocks/>
            </p:cNvSpPr>
            <p:nvPr/>
          </p:nvSpPr>
          <p:spPr bwMode="auto">
            <a:xfrm>
              <a:off x="3522" y="3498"/>
              <a:ext cx="34" cy="102"/>
            </a:xfrm>
            <a:custGeom>
              <a:avLst/>
              <a:gdLst>
                <a:gd name="T0" fmla="*/ 18 w 34"/>
                <a:gd name="T1" fmla="*/ 102 h 102"/>
                <a:gd name="T2" fmla="*/ 0 w 34"/>
                <a:gd name="T3" fmla="*/ 0 h 102"/>
              </a:gdLst>
              <a:ahLst/>
              <a:cxnLst>
                <a:cxn ang="0">
                  <a:pos x="T0" y="T1"/>
                </a:cxn>
                <a:cxn ang="0">
                  <a:pos x="T2" y="T3"/>
                </a:cxn>
              </a:cxnLst>
              <a:rect l="0" t="0" r="r" b="b"/>
              <a:pathLst>
                <a:path w="34" h="102">
                  <a:moveTo>
                    <a:pt x="18" y="102"/>
                  </a:moveTo>
                  <a:cubicBezTo>
                    <a:pt x="34" y="53"/>
                    <a:pt x="4" y="21"/>
                    <a:pt x="0" y="0"/>
                  </a:cubicBezTo>
                </a:path>
              </a:pathLst>
            </a:custGeom>
            <a:noFill/>
            <a:ln w="9525">
              <a:solidFill>
                <a:schemeClr val="tx1"/>
              </a:solidFill>
              <a:round/>
              <a:headEnd type="none" w="sm" len="med"/>
              <a:tailEnd type="triangle" w="sm" len="me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aphicFrame>
          <p:nvGraphicFramePr>
            <p:cNvPr id="67" name="Object 18"/>
            <p:cNvGraphicFramePr>
              <a:graphicFrameLocks noChangeAspect="1"/>
            </p:cNvGraphicFramePr>
            <p:nvPr/>
          </p:nvGraphicFramePr>
          <p:xfrm>
            <a:off x="3552" y="3597"/>
            <a:ext cx="288" cy="243"/>
          </p:xfrm>
          <a:graphic>
            <a:graphicData uri="http://schemas.openxmlformats.org/presentationml/2006/ole">
              <mc:AlternateContent xmlns:mc="http://schemas.openxmlformats.org/markup-compatibility/2006">
                <mc:Choice xmlns:v="urn:schemas-microsoft-com:vml" Requires="v">
                  <p:oleObj spid="_x0000_s104815" name="公式" r:id="rId5" imgW="241200" imgH="203040" progId="Equation.3">
                    <p:embed/>
                  </p:oleObj>
                </mc:Choice>
                <mc:Fallback>
                  <p:oleObj name="公式" r:id="rId5" imgW="241200" imgH="203040" progId="Equation.3">
                    <p:embed/>
                    <p:pic>
                      <p:nvPicPr>
                        <p:cNvPr id="45074"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52" y="3597"/>
                          <a:ext cx="288" cy="2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 name="Arc 19"/>
            <p:cNvSpPr>
              <a:spLocks/>
            </p:cNvSpPr>
            <p:nvPr/>
          </p:nvSpPr>
          <p:spPr bwMode="auto">
            <a:xfrm>
              <a:off x="3552" y="3552"/>
              <a:ext cx="144" cy="14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25400">
              <a:solidFill>
                <a:srgbClr val="FF0000"/>
              </a:solidFill>
              <a:round/>
              <a:headEn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69" name="Object 20"/>
            <p:cNvGraphicFramePr>
              <a:graphicFrameLocks noChangeAspect="1"/>
            </p:cNvGraphicFramePr>
            <p:nvPr/>
          </p:nvGraphicFramePr>
          <p:xfrm>
            <a:off x="3936" y="2952"/>
            <a:ext cx="254" cy="288"/>
          </p:xfrm>
          <a:graphic>
            <a:graphicData uri="http://schemas.openxmlformats.org/presentationml/2006/ole">
              <mc:AlternateContent xmlns:mc="http://schemas.openxmlformats.org/markup-compatibility/2006">
                <mc:Choice xmlns:v="urn:schemas-microsoft-com:vml" Requires="v">
                  <p:oleObj spid="_x0000_s104816" name="公式" r:id="rId7" imgW="203040" imgH="228600" progId="Equation.3">
                    <p:embed/>
                  </p:oleObj>
                </mc:Choice>
                <mc:Fallback>
                  <p:oleObj name="公式" r:id="rId7" imgW="203040" imgH="228600" progId="Equation.3">
                    <p:embed/>
                    <p:pic>
                      <p:nvPicPr>
                        <p:cNvPr id="45076"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36" y="2952"/>
                          <a:ext cx="25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0" name="Group 21"/>
          <p:cNvGrpSpPr>
            <a:grpSpLocks/>
          </p:cNvGrpSpPr>
          <p:nvPr/>
        </p:nvGrpSpPr>
        <p:grpSpPr bwMode="auto">
          <a:xfrm>
            <a:off x="5098976" y="2204864"/>
            <a:ext cx="2514600" cy="1981200"/>
            <a:chOff x="3216" y="2352"/>
            <a:chExt cx="1584" cy="1248"/>
          </a:xfrm>
        </p:grpSpPr>
        <p:sp>
          <p:nvSpPr>
            <p:cNvPr id="71" name="Line 22"/>
            <p:cNvSpPr>
              <a:spLocks noChangeShapeType="1"/>
            </p:cNvSpPr>
            <p:nvPr/>
          </p:nvSpPr>
          <p:spPr bwMode="auto">
            <a:xfrm flipV="1">
              <a:off x="3216" y="2496"/>
              <a:ext cx="1344" cy="1104"/>
            </a:xfrm>
            <a:prstGeom prst="line">
              <a:avLst/>
            </a:prstGeom>
            <a:noFill/>
            <a:ln w="28575">
              <a:solidFill>
                <a:schemeClr val="accent1"/>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 name="Arc 23"/>
            <p:cNvSpPr>
              <a:spLocks/>
            </p:cNvSpPr>
            <p:nvPr/>
          </p:nvSpPr>
          <p:spPr bwMode="auto">
            <a:xfrm>
              <a:off x="3600" y="3281"/>
              <a:ext cx="192" cy="31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25400">
              <a:solidFill>
                <a:schemeClr val="tx1"/>
              </a:solidFill>
              <a:round/>
              <a:headEnd type="triangle" w="sm"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 name="Arc 24"/>
            <p:cNvSpPr>
              <a:spLocks/>
            </p:cNvSpPr>
            <p:nvPr/>
          </p:nvSpPr>
          <p:spPr bwMode="auto">
            <a:xfrm flipV="1">
              <a:off x="3744" y="3408"/>
              <a:ext cx="576" cy="4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25400">
              <a:solidFill>
                <a:srgbClr val="FF0000"/>
              </a:solidFill>
              <a:round/>
              <a:headEn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74" name="Object 25"/>
            <p:cNvGraphicFramePr>
              <a:graphicFrameLocks noChangeAspect="1"/>
            </p:cNvGraphicFramePr>
            <p:nvPr/>
          </p:nvGraphicFramePr>
          <p:xfrm>
            <a:off x="4320" y="3264"/>
            <a:ext cx="480" cy="274"/>
          </p:xfrm>
          <a:graphic>
            <a:graphicData uri="http://schemas.openxmlformats.org/presentationml/2006/ole">
              <mc:AlternateContent xmlns:mc="http://schemas.openxmlformats.org/markup-compatibility/2006">
                <mc:Choice xmlns:v="urn:schemas-microsoft-com:vml" Requires="v">
                  <p:oleObj spid="_x0000_s104817" name="公式" r:id="rId9" imgW="355320" imgH="203040" progId="Equation.3">
                    <p:embed/>
                  </p:oleObj>
                </mc:Choice>
                <mc:Fallback>
                  <p:oleObj name="公式" r:id="rId9" imgW="355320" imgH="203040" progId="Equation.3">
                    <p:embed/>
                    <p:pic>
                      <p:nvPicPr>
                        <p:cNvPr id="45081" name="Object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20" y="3264"/>
                          <a:ext cx="480"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 name="Object 26"/>
            <p:cNvGraphicFramePr>
              <a:graphicFrameLocks noChangeAspect="1"/>
            </p:cNvGraphicFramePr>
            <p:nvPr/>
          </p:nvGraphicFramePr>
          <p:xfrm>
            <a:off x="4317" y="2352"/>
            <a:ext cx="195" cy="240"/>
          </p:xfrm>
          <a:graphic>
            <a:graphicData uri="http://schemas.openxmlformats.org/presentationml/2006/ole">
              <mc:AlternateContent xmlns:mc="http://schemas.openxmlformats.org/markup-compatibility/2006">
                <mc:Choice xmlns:v="urn:schemas-microsoft-com:vml" Requires="v">
                  <p:oleObj spid="_x0000_s104818" name="公式" r:id="rId11" imgW="164880" imgH="203040" progId="Equation.3">
                    <p:embed/>
                  </p:oleObj>
                </mc:Choice>
                <mc:Fallback>
                  <p:oleObj name="公式" r:id="rId11" imgW="164880" imgH="203040" progId="Equation.3">
                    <p:embed/>
                    <p:pic>
                      <p:nvPicPr>
                        <p:cNvPr id="45082" name="Object 2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17" y="2352"/>
                          <a:ext cx="195"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6" name="Group 27"/>
          <p:cNvGrpSpPr>
            <a:grpSpLocks/>
          </p:cNvGrpSpPr>
          <p:nvPr/>
        </p:nvGrpSpPr>
        <p:grpSpPr bwMode="auto">
          <a:xfrm>
            <a:off x="755576" y="2406477"/>
            <a:ext cx="2687638" cy="2236787"/>
            <a:chOff x="480" y="2479"/>
            <a:chExt cx="1693" cy="1409"/>
          </a:xfrm>
        </p:grpSpPr>
        <p:sp>
          <p:nvSpPr>
            <p:cNvPr id="77" name="Line 28"/>
            <p:cNvSpPr>
              <a:spLocks noChangeShapeType="1"/>
            </p:cNvSpPr>
            <p:nvPr/>
          </p:nvSpPr>
          <p:spPr bwMode="auto">
            <a:xfrm flipH="1">
              <a:off x="480" y="3600"/>
              <a:ext cx="1632" cy="0"/>
            </a:xfrm>
            <a:prstGeom prst="line">
              <a:avLst/>
            </a:prstGeom>
            <a:noFill/>
            <a:ln w="9525">
              <a:solidFill>
                <a:schemeClr val="tx1"/>
              </a:solidFill>
              <a:round/>
              <a:headEnd type="triangle" w="sm"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 name="Line 29"/>
            <p:cNvSpPr>
              <a:spLocks noChangeShapeType="1"/>
            </p:cNvSpPr>
            <p:nvPr/>
          </p:nvSpPr>
          <p:spPr bwMode="auto">
            <a:xfrm rot="-5400000">
              <a:off x="96" y="3216"/>
              <a:ext cx="1344" cy="0"/>
            </a:xfrm>
            <a:prstGeom prst="line">
              <a:avLst/>
            </a:prstGeom>
            <a:noFill/>
            <a:ln w="9525">
              <a:solidFill>
                <a:schemeClr val="tx1"/>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 name="Text Box 30"/>
            <p:cNvSpPr txBox="1">
              <a:spLocks noChangeArrowheads="1"/>
            </p:cNvSpPr>
            <p:nvPr/>
          </p:nvSpPr>
          <p:spPr bwMode="auto">
            <a:xfrm>
              <a:off x="1879" y="3631"/>
              <a:ext cx="29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000">
                  <a:latin typeface="Times New Roman" panose="02020603050405020304" pitchFamily="18" charset="0"/>
                </a:rPr>
                <a:t>Re</a:t>
              </a:r>
              <a:endParaRPr kumimoji="1" lang="en-US" altLang="zh-CN" sz="2400">
                <a:latin typeface="Times New Roman" panose="02020603050405020304" pitchFamily="18" charset="0"/>
              </a:endParaRPr>
            </a:p>
          </p:txBody>
        </p:sp>
        <p:sp>
          <p:nvSpPr>
            <p:cNvPr id="80" name="Text Box 31"/>
            <p:cNvSpPr txBox="1">
              <a:spLocks noChangeArrowheads="1"/>
            </p:cNvSpPr>
            <p:nvPr/>
          </p:nvSpPr>
          <p:spPr bwMode="auto">
            <a:xfrm>
              <a:off x="487" y="2479"/>
              <a:ext cx="29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000">
                  <a:latin typeface="Times New Roman" panose="02020603050405020304" pitchFamily="18" charset="0"/>
                </a:rPr>
                <a:t>Im</a:t>
              </a:r>
              <a:endParaRPr kumimoji="1" lang="en-US" altLang="zh-CN" sz="2400">
                <a:latin typeface="Times New Roman" panose="02020603050405020304" pitchFamily="18" charset="0"/>
              </a:endParaRPr>
            </a:p>
          </p:txBody>
        </p:sp>
      </p:grpSp>
      <p:grpSp>
        <p:nvGrpSpPr>
          <p:cNvPr id="81" name="Group 32"/>
          <p:cNvGrpSpPr>
            <a:grpSpLocks/>
          </p:cNvGrpSpPr>
          <p:nvPr/>
        </p:nvGrpSpPr>
        <p:grpSpPr bwMode="auto">
          <a:xfrm>
            <a:off x="1822376" y="3576464"/>
            <a:ext cx="1905000" cy="609600"/>
            <a:chOff x="1152" y="3216"/>
            <a:chExt cx="1200" cy="384"/>
          </a:xfrm>
        </p:grpSpPr>
        <p:sp>
          <p:nvSpPr>
            <p:cNvPr id="82" name="Arc 33"/>
            <p:cNvSpPr>
              <a:spLocks/>
            </p:cNvSpPr>
            <p:nvPr/>
          </p:nvSpPr>
          <p:spPr bwMode="auto">
            <a:xfrm>
              <a:off x="1152" y="3281"/>
              <a:ext cx="192" cy="31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25400">
              <a:solidFill>
                <a:schemeClr val="tx1"/>
              </a:solidFill>
              <a:round/>
              <a:headEnd type="triangle" w="sm" len="me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3" name="Arc 34"/>
            <p:cNvSpPr>
              <a:spLocks/>
            </p:cNvSpPr>
            <p:nvPr/>
          </p:nvSpPr>
          <p:spPr bwMode="auto">
            <a:xfrm flipV="1">
              <a:off x="1296" y="3408"/>
              <a:ext cx="576" cy="4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25400">
              <a:solidFill>
                <a:srgbClr val="FF0000"/>
              </a:solidFill>
              <a:round/>
              <a:headEn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84" name="Object 35"/>
            <p:cNvGraphicFramePr>
              <a:graphicFrameLocks noChangeAspect="1"/>
            </p:cNvGraphicFramePr>
            <p:nvPr/>
          </p:nvGraphicFramePr>
          <p:xfrm>
            <a:off x="1872" y="3216"/>
            <a:ext cx="480" cy="274"/>
          </p:xfrm>
          <a:graphic>
            <a:graphicData uri="http://schemas.openxmlformats.org/presentationml/2006/ole">
              <mc:AlternateContent xmlns:mc="http://schemas.openxmlformats.org/markup-compatibility/2006">
                <mc:Choice xmlns:v="urn:schemas-microsoft-com:vml" Requires="v">
                  <p:oleObj spid="_x0000_s104819" name="公式" r:id="rId13" imgW="355320" imgH="203040" progId="Equation.3">
                    <p:embed/>
                  </p:oleObj>
                </mc:Choice>
                <mc:Fallback>
                  <p:oleObj name="公式" r:id="rId13" imgW="355320" imgH="203040" progId="Equation.3">
                    <p:embed/>
                    <p:pic>
                      <p:nvPicPr>
                        <p:cNvPr id="45091" name="Object 3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72" y="3216"/>
                          <a:ext cx="480"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5" name="Group 36"/>
          <p:cNvGrpSpPr>
            <a:grpSpLocks/>
          </p:cNvGrpSpPr>
          <p:nvPr/>
        </p:nvGrpSpPr>
        <p:grpSpPr bwMode="auto">
          <a:xfrm>
            <a:off x="1212776" y="3157364"/>
            <a:ext cx="1546225" cy="1409700"/>
            <a:chOff x="768" y="2952"/>
            <a:chExt cx="974" cy="888"/>
          </a:xfrm>
        </p:grpSpPr>
        <p:sp>
          <p:nvSpPr>
            <p:cNvPr id="86" name="Line 37"/>
            <p:cNvSpPr>
              <a:spLocks noChangeShapeType="1"/>
            </p:cNvSpPr>
            <p:nvPr/>
          </p:nvSpPr>
          <p:spPr bwMode="auto">
            <a:xfrm flipV="1">
              <a:off x="768" y="3216"/>
              <a:ext cx="960" cy="384"/>
            </a:xfrm>
            <a:prstGeom prst="line">
              <a:avLst/>
            </a:prstGeom>
            <a:noFill/>
            <a:ln w="28575">
              <a:solidFill>
                <a:srgbClr val="3333FF"/>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 name="Freeform 38"/>
            <p:cNvSpPr>
              <a:spLocks/>
            </p:cNvSpPr>
            <p:nvPr/>
          </p:nvSpPr>
          <p:spPr bwMode="auto">
            <a:xfrm>
              <a:off x="1074" y="3498"/>
              <a:ext cx="34" cy="102"/>
            </a:xfrm>
            <a:custGeom>
              <a:avLst/>
              <a:gdLst>
                <a:gd name="T0" fmla="*/ 18 w 34"/>
                <a:gd name="T1" fmla="*/ 102 h 102"/>
                <a:gd name="T2" fmla="*/ 0 w 34"/>
                <a:gd name="T3" fmla="*/ 0 h 102"/>
              </a:gdLst>
              <a:ahLst/>
              <a:cxnLst>
                <a:cxn ang="0">
                  <a:pos x="T0" y="T1"/>
                </a:cxn>
                <a:cxn ang="0">
                  <a:pos x="T2" y="T3"/>
                </a:cxn>
              </a:cxnLst>
              <a:rect l="0" t="0" r="r" b="b"/>
              <a:pathLst>
                <a:path w="34" h="102">
                  <a:moveTo>
                    <a:pt x="18" y="102"/>
                  </a:moveTo>
                  <a:cubicBezTo>
                    <a:pt x="34" y="53"/>
                    <a:pt x="4" y="21"/>
                    <a:pt x="0" y="0"/>
                  </a:cubicBezTo>
                </a:path>
              </a:pathLst>
            </a:custGeom>
            <a:noFill/>
            <a:ln w="9525">
              <a:solidFill>
                <a:schemeClr val="tx1"/>
              </a:solidFill>
              <a:round/>
              <a:headEnd type="none" w="sm" len="med"/>
              <a:tailEnd type="triangle" w="sm" len="me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aphicFrame>
          <p:nvGraphicFramePr>
            <p:cNvPr id="88" name="Object 39"/>
            <p:cNvGraphicFramePr>
              <a:graphicFrameLocks noChangeAspect="1"/>
            </p:cNvGraphicFramePr>
            <p:nvPr/>
          </p:nvGraphicFramePr>
          <p:xfrm>
            <a:off x="1104" y="3597"/>
            <a:ext cx="288" cy="243"/>
          </p:xfrm>
          <a:graphic>
            <a:graphicData uri="http://schemas.openxmlformats.org/presentationml/2006/ole">
              <mc:AlternateContent xmlns:mc="http://schemas.openxmlformats.org/markup-compatibility/2006">
                <mc:Choice xmlns:v="urn:schemas-microsoft-com:vml" Requires="v">
                  <p:oleObj spid="_x0000_s104820" name="公式" r:id="rId14" imgW="241200" imgH="203040" progId="Equation.3">
                    <p:embed/>
                  </p:oleObj>
                </mc:Choice>
                <mc:Fallback>
                  <p:oleObj name="公式" r:id="rId14" imgW="241200" imgH="203040" progId="Equation.3">
                    <p:embed/>
                    <p:pic>
                      <p:nvPicPr>
                        <p:cNvPr id="45095" name="Object 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4" y="3597"/>
                          <a:ext cx="288" cy="2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 name="Arc 40"/>
            <p:cNvSpPr>
              <a:spLocks/>
            </p:cNvSpPr>
            <p:nvPr/>
          </p:nvSpPr>
          <p:spPr bwMode="auto">
            <a:xfrm>
              <a:off x="1104" y="3552"/>
              <a:ext cx="144" cy="14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25400">
              <a:solidFill>
                <a:srgbClr val="FF0000"/>
              </a:solidFill>
              <a:round/>
              <a:headEn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90" name="Object 41"/>
            <p:cNvGraphicFramePr>
              <a:graphicFrameLocks noChangeAspect="1"/>
            </p:cNvGraphicFramePr>
            <p:nvPr/>
          </p:nvGraphicFramePr>
          <p:xfrm>
            <a:off x="1488" y="2952"/>
            <a:ext cx="254" cy="288"/>
          </p:xfrm>
          <a:graphic>
            <a:graphicData uri="http://schemas.openxmlformats.org/presentationml/2006/ole">
              <mc:AlternateContent xmlns:mc="http://schemas.openxmlformats.org/markup-compatibility/2006">
                <mc:Choice xmlns:v="urn:schemas-microsoft-com:vml" Requires="v">
                  <p:oleObj spid="_x0000_s104821" name="公式" r:id="rId15" imgW="203040" imgH="228600" progId="Equation.3">
                    <p:embed/>
                  </p:oleObj>
                </mc:Choice>
                <mc:Fallback>
                  <p:oleObj name="公式" r:id="rId15" imgW="203040" imgH="228600" progId="Equation.3">
                    <p:embed/>
                    <p:pic>
                      <p:nvPicPr>
                        <p:cNvPr id="45097" name="Object 4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88" y="2952"/>
                          <a:ext cx="25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1" name="Group 42"/>
          <p:cNvGrpSpPr>
            <a:grpSpLocks/>
          </p:cNvGrpSpPr>
          <p:nvPr/>
        </p:nvGrpSpPr>
        <p:grpSpPr bwMode="auto">
          <a:xfrm>
            <a:off x="1212776" y="2738264"/>
            <a:ext cx="609600" cy="2057400"/>
            <a:chOff x="768" y="2688"/>
            <a:chExt cx="384" cy="1296"/>
          </a:xfrm>
        </p:grpSpPr>
        <p:sp>
          <p:nvSpPr>
            <p:cNvPr id="92" name="Line 43"/>
            <p:cNvSpPr>
              <a:spLocks noChangeShapeType="1"/>
            </p:cNvSpPr>
            <p:nvPr/>
          </p:nvSpPr>
          <p:spPr bwMode="auto">
            <a:xfrm flipV="1">
              <a:off x="768" y="2880"/>
              <a:ext cx="384" cy="720"/>
            </a:xfrm>
            <a:prstGeom prst="line">
              <a:avLst/>
            </a:prstGeom>
            <a:noFill/>
            <a:ln w="28575">
              <a:solidFill>
                <a:srgbClr val="3333FF"/>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 name="Freeform 44"/>
            <p:cNvSpPr>
              <a:spLocks/>
            </p:cNvSpPr>
            <p:nvPr/>
          </p:nvSpPr>
          <p:spPr bwMode="auto">
            <a:xfrm>
              <a:off x="864" y="3408"/>
              <a:ext cx="138" cy="198"/>
            </a:xfrm>
            <a:custGeom>
              <a:avLst/>
              <a:gdLst>
                <a:gd name="T0" fmla="*/ 0 w 138"/>
                <a:gd name="T1" fmla="*/ 0 h 198"/>
                <a:gd name="T2" fmla="*/ 105 w 138"/>
                <a:gd name="T3" fmla="*/ 78 h 198"/>
                <a:gd name="T4" fmla="*/ 138 w 138"/>
                <a:gd name="T5" fmla="*/ 198 h 198"/>
              </a:gdLst>
              <a:ahLst/>
              <a:cxnLst>
                <a:cxn ang="0">
                  <a:pos x="T0" y="T1"/>
                </a:cxn>
                <a:cxn ang="0">
                  <a:pos x="T2" y="T3"/>
                </a:cxn>
                <a:cxn ang="0">
                  <a:pos x="T4" y="T5"/>
                </a:cxn>
              </a:cxnLst>
              <a:rect l="0" t="0" r="r" b="b"/>
              <a:pathLst>
                <a:path w="138" h="198">
                  <a:moveTo>
                    <a:pt x="0" y="0"/>
                  </a:moveTo>
                  <a:cubicBezTo>
                    <a:pt x="18" y="13"/>
                    <a:pt x="82" y="45"/>
                    <a:pt x="105" y="78"/>
                  </a:cubicBezTo>
                  <a:cubicBezTo>
                    <a:pt x="128" y="111"/>
                    <a:pt x="131" y="173"/>
                    <a:pt x="138" y="198"/>
                  </a:cubicBezTo>
                </a:path>
              </a:pathLst>
            </a:custGeom>
            <a:noFill/>
            <a:ln w="9525" cap="flat" cmpd="sng">
              <a:solidFill>
                <a:schemeClr val="tx1"/>
              </a:solidFill>
              <a:prstDash val="solid"/>
              <a:round/>
              <a:headEnd type="triangle" w="sm" len="med"/>
              <a:tailEnd type="non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4" name="Arc 45"/>
            <p:cNvSpPr>
              <a:spLocks/>
            </p:cNvSpPr>
            <p:nvPr/>
          </p:nvSpPr>
          <p:spPr bwMode="auto">
            <a:xfrm flipH="1">
              <a:off x="912" y="3456"/>
              <a:ext cx="48" cy="33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25400">
              <a:solidFill>
                <a:srgbClr val="FF0000"/>
              </a:solidFill>
              <a:round/>
              <a:headEn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95" name="Object 46"/>
            <p:cNvGraphicFramePr>
              <a:graphicFrameLocks noChangeAspect="1"/>
            </p:cNvGraphicFramePr>
            <p:nvPr/>
          </p:nvGraphicFramePr>
          <p:xfrm>
            <a:off x="816" y="3742"/>
            <a:ext cx="288" cy="242"/>
          </p:xfrm>
          <a:graphic>
            <a:graphicData uri="http://schemas.openxmlformats.org/presentationml/2006/ole">
              <mc:AlternateContent xmlns:mc="http://schemas.openxmlformats.org/markup-compatibility/2006">
                <mc:Choice xmlns:v="urn:schemas-microsoft-com:vml" Requires="v">
                  <p:oleObj spid="_x0000_s104822" name="公式" r:id="rId16" imgW="241200" imgH="203040" progId="Equation.3">
                    <p:embed/>
                  </p:oleObj>
                </mc:Choice>
                <mc:Fallback>
                  <p:oleObj name="公式" r:id="rId16" imgW="241200" imgH="203040" progId="Equation.3">
                    <p:embed/>
                    <p:pic>
                      <p:nvPicPr>
                        <p:cNvPr id="45102" name="Object 4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16" y="3742"/>
                          <a:ext cx="288" cy="2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 name="Object 47"/>
            <p:cNvGraphicFramePr>
              <a:graphicFrameLocks noChangeAspect="1"/>
            </p:cNvGraphicFramePr>
            <p:nvPr/>
          </p:nvGraphicFramePr>
          <p:xfrm>
            <a:off x="864" y="2688"/>
            <a:ext cx="254" cy="288"/>
          </p:xfrm>
          <a:graphic>
            <a:graphicData uri="http://schemas.openxmlformats.org/presentationml/2006/ole">
              <mc:AlternateContent xmlns:mc="http://schemas.openxmlformats.org/markup-compatibility/2006">
                <mc:Choice xmlns:v="urn:schemas-microsoft-com:vml" Requires="v">
                  <p:oleObj spid="_x0000_s104823" name="公式" r:id="rId18" imgW="203040" imgH="228600" progId="Equation.3">
                    <p:embed/>
                  </p:oleObj>
                </mc:Choice>
                <mc:Fallback>
                  <p:oleObj name="公式" r:id="rId18" imgW="203040" imgH="228600" progId="Equation.3">
                    <p:embed/>
                    <p:pic>
                      <p:nvPicPr>
                        <p:cNvPr id="45103" name="Object 4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64" y="2688"/>
                          <a:ext cx="25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7" name="Group 48"/>
          <p:cNvGrpSpPr>
            <a:grpSpLocks/>
          </p:cNvGrpSpPr>
          <p:nvPr/>
        </p:nvGrpSpPr>
        <p:grpSpPr bwMode="auto">
          <a:xfrm>
            <a:off x="1212776" y="2281064"/>
            <a:ext cx="2133600" cy="1905000"/>
            <a:chOff x="768" y="2400"/>
            <a:chExt cx="1344" cy="1200"/>
          </a:xfrm>
        </p:grpSpPr>
        <p:sp>
          <p:nvSpPr>
            <p:cNvPr id="98" name="Line 49"/>
            <p:cNvSpPr>
              <a:spLocks noChangeShapeType="1"/>
            </p:cNvSpPr>
            <p:nvPr/>
          </p:nvSpPr>
          <p:spPr bwMode="auto">
            <a:xfrm flipV="1">
              <a:off x="1152" y="2496"/>
              <a:ext cx="960" cy="384"/>
            </a:xfrm>
            <a:prstGeom prst="line">
              <a:avLst/>
            </a:prstGeom>
            <a:noFill/>
            <a:ln w="12700">
              <a:solidFill>
                <a:schemeClr val="tx1"/>
              </a:solidFill>
              <a:prstDash val="dash"/>
              <a:round/>
              <a:headEn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 name="Line 50"/>
            <p:cNvSpPr>
              <a:spLocks noChangeShapeType="1"/>
            </p:cNvSpPr>
            <p:nvPr/>
          </p:nvSpPr>
          <p:spPr bwMode="auto">
            <a:xfrm flipV="1">
              <a:off x="1728" y="2496"/>
              <a:ext cx="384" cy="720"/>
            </a:xfrm>
            <a:prstGeom prst="line">
              <a:avLst/>
            </a:prstGeom>
            <a:noFill/>
            <a:ln w="12700">
              <a:solidFill>
                <a:schemeClr val="tx1"/>
              </a:solidFill>
              <a:prstDash val="dash"/>
              <a:round/>
              <a:headEn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 name="Line 51"/>
            <p:cNvSpPr>
              <a:spLocks noChangeShapeType="1"/>
            </p:cNvSpPr>
            <p:nvPr/>
          </p:nvSpPr>
          <p:spPr bwMode="auto">
            <a:xfrm flipV="1">
              <a:off x="768" y="2496"/>
              <a:ext cx="1344" cy="1104"/>
            </a:xfrm>
            <a:prstGeom prst="line">
              <a:avLst/>
            </a:prstGeom>
            <a:noFill/>
            <a:ln w="28575">
              <a:solidFill>
                <a:schemeClr val="accent1"/>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01" name="Object 52"/>
            <p:cNvGraphicFramePr>
              <a:graphicFrameLocks noChangeAspect="1"/>
            </p:cNvGraphicFramePr>
            <p:nvPr/>
          </p:nvGraphicFramePr>
          <p:xfrm>
            <a:off x="1728" y="2400"/>
            <a:ext cx="195" cy="240"/>
          </p:xfrm>
          <a:graphic>
            <a:graphicData uri="http://schemas.openxmlformats.org/presentationml/2006/ole">
              <mc:AlternateContent xmlns:mc="http://schemas.openxmlformats.org/markup-compatibility/2006">
                <mc:Choice xmlns:v="urn:schemas-microsoft-com:vml" Requires="v">
                  <p:oleObj spid="_x0000_s104824" name="公式" r:id="rId20" imgW="164880" imgH="203040" progId="Equation.3">
                    <p:embed/>
                  </p:oleObj>
                </mc:Choice>
                <mc:Fallback>
                  <p:oleObj name="公式" r:id="rId20" imgW="164880" imgH="203040" progId="Equation.3">
                    <p:embed/>
                    <p:pic>
                      <p:nvPicPr>
                        <p:cNvPr id="45108" name="Object 5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28" y="2400"/>
                          <a:ext cx="195"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02" name="Group 56"/>
          <p:cNvGrpSpPr>
            <a:grpSpLocks/>
          </p:cNvGrpSpPr>
          <p:nvPr/>
        </p:nvGrpSpPr>
        <p:grpSpPr bwMode="auto">
          <a:xfrm>
            <a:off x="6546776" y="2509664"/>
            <a:ext cx="1295400" cy="1143000"/>
            <a:chOff x="4128" y="2544"/>
            <a:chExt cx="816" cy="720"/>
          </a:xfrm>
        </p:grpSpPr>
        <p:sp>
          <p:nvSpPr>
            <p:cNvPr id="103" name="Line 57"/>
            <p:cNvSpPr>
              <a:spLocks noChangeShapeType="1"/>
            </p:cNvSpPr>
            <p:nvPr/>
          </p:nvSpPr>
          <p:spPr bwMode="auto">
            <a:xfrm flipV="1">
              <a:off x="4128" y="2544"/>
              <a:ext cx="384" cy="720"/>
            </a:xfrm>
            <a:prstGeom prst="line">
              <a:avLst/>
            </a:prstGeom>
            <a:noFill/>
            <a:ln w="28575">
              <a:solidFill>
                <a:srgbClr val="3333FF"/>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 name="Freeform 58"/>
            <p:cNvSpPr>
              <a:spLocks/>
            </p:cNvSpPr>
            <p:nvPr/>
          </p:nvSpPr>
          <p:spPr bwMode="auto">
            <a:xfrm>
              <a:off x="4218" y="3054"/>
              <a:ext cx="138" cy="198"/>
            </a:xfrm>
            <a:custGeom>
              <a:avLst/>
              <a:gdLst>
                <a:gd name="T0" fmla="*/ 0 w 138"/>
                <a:gd name="T1" fmla="*/ 0 h 198"/>
                <a:gd name="T2" fmla="*/ 105 w 138"/>
                <a:gd name="T3" fmla="*/ 78 h 198"/>
                <a:gd name="T4" fmla="*/ 138 w 138"/>
                <a:gd name="T5" fmla="*/ 198 h 198"/>
              </a:gdLst>
              <a:ahLst/>
              <a:cxnLst>
                <a:cxn ang="0">
                  <a:pos x="T0" y="T1"/>
                </a:cxn>
                <a:cxn ang="0">
                  <a:pos x="T2" y="T3"/>
                </a:cxn>
                <a:cxn ang="0">
                  <a:pos x="T4" y="T5"/>
                </a:cxn>
              </a:cxnLst>
              <a:rect l="0" t="0" r="r" b="b"/>
              <a:pathLst>
                <a:path w="138" h="198">
                  <a:moveTo>
                    <a:pt x="0" y="0"/>
                  </a:moveTo>
                  <a:cubicBezTo>
                    <a:pt x="18" y="13"/>
                    <a:pt x="82" y="45"/>
                    <a:pt x="105" y="78"/>
                  </a:cubicBezTo>
                  <a:cubicBezTo>
                    <a:pt x="128" y="111"/>
                    <a:pt x="131" y="173"/>
                    <a:pt x="138" y="198"/>
                  </a:cubicBezTo>
                </a:path>
              </a:pathLst>
            </a:custGeom>
            <a:noFill/>
            <a:ln w="9525" cap="flat" cmpd="sng">
              <a:solidFill>
                <a:schemeClr val="tx1"/>
              </a:solidFill>
              <a:prstDash val="solid"/>
              <a:round/>
              <a:headEnd type="triangle" w="sm" len="med"/>
              <a:tailEnd type="non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aphicFrame>
          <p:nvGraphicFramePr>
            <p:cNvPr id="105" name="Object 59"/>
            <p:cNvGraphicFramePr>
              <a:graphicFrameLocks noChangeAspect="1"/>
            </p:cNvGraphicFramePr>
            <p:nvPr/>
          </p:nvGraphicFramePr>
          <p:xfrm>
            <a:off x="4656" y="2976"/>
            <a:ext cx="288" cy="242"/>
          </p:xfrm>
          <a:graphic>
            <a:graphicData uri="http://schemas.openxmlformats.org/presentationml/2006/ole">
              <mc:AlternateContent xmlns:mc="http://schemas.openxmlformats.org/markup-compatibility/2006">
                <mc:Choice xmlns:v="urn:schemas-microsoft-com:vml" Requires="v">
                  <p:oleObj spid="_x0000_s104825" name="公式" r:id="rId21" imgW="241200" imgH="203040" progId="Equation.3">
                    <p:embed/>
                  </p:oleObj>
                </mc:Choice>
                <mc:Fallback>
                  <p:oleObj name="公式" r:id="rId21" imgW="241200" imgH="203040" progId="Equation.3">
                    <p:embed/>
                    <p:pic>
                      <p:nvPicPr>
                        <p:cNvPr id="45115" name="Object 5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656" y="2976"/>
                          <a:ext cx="288" cy="2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 name="Object 60"/>
            <p:cNvGraphicFramePr>
              <a:graphicFrameLocks noChangeAspect="1"/>
            </p:cNvGraphicFramePr>
            <p:nvPr/>
          </p:nvGraphicFramePr>
          <p:xfrm>
            <a:off x="4416" y="2592"/>
            <a:ext cx="254" cy="288"/>
          </p:xfrm>
          <a:graphic>
            <a:graphicData uri="http://schemas.openxmlformats.org/presentationml/2006/ole">
              <mc:AlternateContent xmlns:mc="http://schemas.openxmlformats.org/markup-compatibility/2006">
                <mc:Choice xmlns:v="urn:schemas-microsoft-com:vml" Requires="v">
                  <p:oleObj spid="_x0000_s104826" name="公式" r:id="rId22" imgW="203040" imgH="228600" progId="Equation.3">
                    <p:embed/>
                  </p:oleObj>
                </mc:Choice>
                <mc:Fallback>
                  <p:oleObj name="公式" r:id="rId22" imgW="203040" imgH="228600" progId="Equation.3">
                    <p:embed/>
                    <p:pic>
                      <p:nvPicPr>
                        <p:cNvPr id="45116" name="Object 6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416" y="2592"/>
                          <a:ext cx="25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7" name="Line 61"/>
            <p:cNvSpPr>
              <a:spLocks noChangeShapeType="1"/>
            </p:cNvSpPr>
            <p:nvPr/>
          </p:nvSpPr>
          <p:spPr bwMode="auto">
            <a:xfrm>
              <a:off x="4128" y="3240"/>
              <a:ext cx="480" cy="0"/>
            </a:xfrm>
            <a:prstGeom prst="line">
              <a:avLst/>
            </a:prstGeom>
            <a:noFill/>
            <a:ln w="25400">
              <a:solidFill>
                <a:schemeClr val="tx1"/>
              </a:solidFill>
              <a:prstDash val="dash"/>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08" name="Line 62"/>
            <p:cNvSpPr>
              <a:spLocks noChangeShapeType="1"/>
            </p:cNvSpPr>
            <p:nvPr/>
          </p:nvSpPr>
          <p:spPr bwMode="auto">
            <a:xfrm flipV="1">
              <a:off x="4344" y="3120"/>
              <a:ext cx="288" cy="48"/>
            </a:xfrm>
            <a:prstGeom prst="line">
              <a:avLst/>
            </a:prstGeom>
            <a:noFill/>
            <a:ln w="2540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12869574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1682"/>
                                        </p:tgtEl>
                                        <p:attrNameLst>
                                          <p:attrName>style.visibility</p:attrName>
                                        </p:attrNameLst>
                                      </p:cBhvr>
                                      <p:to>
                                        <p:strVal val="visible"/>
                                      </p:to>
                                    </p:set>
                                    <p:animEffect transition="in" filter="wipe(left)">
                                      <p:cBhvr>
                                        <p:cTn id="7" dur="500"/>
                                        <p:tgtEl>
                                          <p:spTgt spid="716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1740"/>
                                        </p:tgtEl>
                                        <p:attrNameLst>
                                          <p:attrName>style.visibility</p:attrName>
                                        </p:attrNameLst>
                                      </p:cBhvr>
                                      <p:to>
                                        <p:strVal val="visible"/>
                                      </p:to>
                                    </p:set>
                                    <p:animEffect transition="in" filter="blinds(horizontal)">
                                      <p:cBhvr>
                                        <p:cTn id="12" dur="500"/>
                                        <p:tgtEl>
                                          <p:spTgt spid="7174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wipe(left)">
                                      <p:cBhvr>
                                        <p:cTn id="17" dur="500"/>
                                        <p:tgtEl>
                                          <p:spTgt spid="5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76"/>
                                        </p:tgtEl>
                                        <p:attrNameLst>
                                          <p:attrName>style.visibility</p:attrName>
                                        </p:attrNameLst>
                                      </p:cBhvr>
                                      <p:to>
                                        <p:strVal val="visible"/>
                                      </p:to>
                                    </p:set>
                                    <p:animEffect transition="in" filter="dissolve">
                                      <p:cBhvr>
                                        <p:cTn id="22" dur="500"/>
                                        <p:tgtEl>
                                          <p:spTgt spid="7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85"/>
                                        </p:tgtEl>
                                        <p:attrNameLst>
                                          <p:attrName>style.visibility</p:attrName>
                                        </p:attrNameLst>
                                      </p:cBhvr>
                                      <p:to>
                                        <p:strVal val="visible"/>
                                      </p:to>
                                    </p:set>
                                    <p:animEffect transition="in" filter="dissolve">
                                      <p:cBhvr>
                                        <p:cTn id="27" dur="500"/>
                                        <p:tgtEl>
                                          <p:spTgt spid="8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91"/>
                                        </p:tgtEl>
                                        <p:attrNameLst>
                                          <p:attrName>style.visibility</p:attrName>
                                        </p:attrNameLst>
                                      </p:cBhvr>
                                      <p:to>
                                        <p:strVal val="visible"/>
                                      </p:to>
                                    </p:set>
                                    <p:animEffect transition="in" filter="dissolve">
                                      <p:cBhvr>
                                        <p:cTn id="32" dur="500"/>
                                        <p:tgtEl>
                                          <p:spTgt spid="91"/>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97"/>
                                        </p:tgtEl>
                                        <p:attrNameLst>
                                          <p:attrName>style.visibility</p:attrName>
                                        </p:attrNameLst>
                                      </p:cBhvr>
                                      <p:to>
                                        <p:strVal val="visible"/>
                                      </p:to>
                                    </p:set>
                                    <p:animEffect transition="in" filter="dissolve">
                                      <p:cBhvr>
                                        <p:cTn id="37" dur="500"/>
                                        <p:tgtEl>
                                          <p:spTgt spid="97"/>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81"/>
                                        </p:tgtEl>
                                        <p:attrNameLst>
                                          <p:attrName>style.visibility</p:attrName>
                                        </p:attrNameLst>
                                      </p:cBhvr>
                                      <p:to>
                                        <p:strVal val="visible"/>
                                      </p:to>
                                    </p:set>
                                    <p:animEffect transition="in" filter="dissolve">
                                      <p:cBhvr>
                                        <p:cTn id="42" dur="500"/>
                                        <p:tgtEl>
                                          <p:spTgt spid="81"/>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59"/>
                                        </p:tgtEl>
                                        <p:attrNameLst>
                                          <p:attrName>style.visibility</p:attrName>
                                        </p:attrNameLst>
                                      </p:cBhvr>
                                      <p:to>
                                        <p:strVal val="visible"/>
                                      </p:to>
                                    </p:set>
                                    <p:animEffect transition="in" filter="dissolve">
                                      <p:cBhvr>
                                        <p:cTn id="47" dur="500"/>
                                        <p:tgtEl>
                                          <p:spTgt spid="59"/>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64"/>
                                        </p:tgtEl>
                                        <p:attrNameLst>
                                          <p:attrName>style.visibility</p:attrName>
                                        </p:attrNameLst>
                                      </p:cBhvr>
                                      <p:to>
                                        <p:strVal val="visible"/>
                                      </p:to>
                                    </p:set>
                                    <p:animEffect transition="in" filter="dissolve">
                                      <p:cBhvr>
                                        <p:cTn id="52" dur="500"/>
                                        <p:tgtEl>
                                          <p:spTgt spid="64"/>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102"/>
                                        </p:tgtEl>
                                        <p:attrNameLst>
                                          <p:attrName>style.visibility</p:attrName>
                                        </p:attrNameLst>
                                      </p:cBhvr>
                                      <p:to>
                                        <p:strVal val="visible"/>
                                      </p:to>
                                    </p:set>
                                    <p:animEffect transition="in" filter="dissolve">
                                      <p:cBhvr>
                                        <p:cTn id="57" dur="500"/>
                                        <p:tgtEl>
                                          <p:spTgt spid="102"/>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nodeType="clickEffect">
                                  <p:stCondLst>
                                    <p:cond delay="0"/>
                                  </p:stCondLst>
                                  <p:childTnLst>
                                    <p:set>
                                      <p:cBhvr>
                                        <p:cTn id="61" dur="1" fill="hold">
                                          <p:stCondLst>
                                            <p:cond delay="0"/>
                                          </p:stCondLst>
                                        </p:cTn>
                                        <p:tgtEl>
                                          <p:spTgt spid="70"/>
                                        </p:tgtEl>
                                        <p:attrNameLst>
                                          <p:attrName>style.visibility</p:attrName>
                                        </p:attrNameLst>
                                      </p:cBhvr>
                                      <p:to>
                                        <p:strVal val="visible"/>
                                      </p:to>
                                    </p:set>
                                    <p:animEffect transition="in" filter="dissolve">
                                      <p:cBhvr>
                                        <p:cTn id="62"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2" grpId="0" animBg="1" autoUpdateAnimBg="0"/>
      <p:bldP spid="58" grpId="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Oval 2"/>
          <p:cNvSpPr>
            <a:spLocks noChangeArrowheads="1"/>
          </p:cNvSpPr>
          <p:nvPr/>
        </p:nvSpPr>
        <p:spPr bwMode="auto">
          <a:xfrm>
            <a:off x="7452320" y="4728460"/>
            <a:ext cx="725487" cy="739775"/>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7106" name="Oval 2"/>
          <p:cNvSpPr>
            <a:spLocks noChangeArrowheads="1"/>
          </p:cNvSpPr>
          <p:nvPr/>
        </p:nvSpPr>
        <p:spPr bwMode="auto">
          <a:xfrm>
            <a:off x="2987824" y="4941168"/>
            <a:ext cx="725487" cy="739775"/>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7107" name="Text Box 3"/>
          <p:cNvSpPr txBox="1">
            <a:spLocks noChangeArrowheads="1"/>
          </p:cNvSpPr>
          <p:nvPr/>
        </p:nvSpPr>
        <p:spPr bwMode="auto">
          <a:xfrm>
            <a:off x="304800" y="457200"/>
            <a:ext cx="4843463"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a:solidFill>
                  <a:srgbClr val="0000FF"/>
                </a:solidFill>
                <a:latin typeface="Times New Roman" panose="02020603050405020304" pitchFamily="18" charset="0"/>
              </a:rPr>
              <a:t> (2)  </a:t>
            </a:r>
            <a:r>
              <a:rPr kumimoji="1" lang="zh-CN" altLang="en-US" sz="2400" b="1">
                <a:solidFill>
                  <a:srgbClr val="0000FF"/>
                </a:solidFill>
                <a:latin typeface="Times New Roman" panose="02020603050405020304" pitchFamily="18" charset="0"/>
              </a:rPr>
              <a:t>正弦量的微分、积分运算</a:t>
            </a:r>
          </a:p>
        </p:txBody>
      </p:sp>
      <p:graphicFrame>
        <p:nvGraphicFramePr>
          <p:cNvPr id="47108" name="Object 4"/>
          <p:cNvGraphicFramePr>
            <a:graphicFrameLocks noChangeAspect="1"/>
          </p:cNvGraphicFramePr>
          <p:nvPr/>
        </p:nvGraphicFramePr>
        <p:xfrm>
          <a:off x="1474788" y="944563"/>
          <a:ext cx="1155700" cy="523875"/>
        </p:xfrm>
        <a:graphic>
          <a:graphicData uri="http://schemas.openxmlformats.org/presentationml/2006/ole">
            <mc:AlternateContent xmlns:mc="http://schemas.openxmlformats.org/markup-compatibility/2006">
              <mc:Choice xmlns:v="urn:schemas-microsoft-com:vml" Requires="v">
                <p:oleObj spid="_x0000_s106807" name="公式" r:id="rId4" imgW="444240" imgH="203040" progId="Equation.3">
                  <p:embed/>
                </p:oleObj>
              </mc:Choice>
              <mc:Fallback>
                <p:oleObj name="公式" r:id="rId4" imgW="444240" imgH="203040" progId="Equation.3">
                  <p:embed/>
                  <p:pic>
                    <p:nvPicPr>
                      <p:cNvPr id="4710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4788" y="944563"/>
                        <a:ext cx="1155700"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09" name="Object 5"/>
          <p:cNvGraphicFramePr>
            <a:graphicFrameLocks noChangeAspect="1"/>
          </p:cNvGraphicFramePr>
          <p:nvPr>
            <p:extLst>
              <p:ext uri="{D42A27DB-BD31-4B8C-83A1-F6EECF244321}">
                <p14:modId xmlns:p14="http://schemas.microsoft.com/office/powerpoint/2010/main" val="492457660"/>
              </p:ext>
            </p:extLst>
          </p:nvPr>
        </p:nvGraphicFramePr>
        <p:xfrm>
          <a:off x="1127125" y="1625600"/>
          <a:ext cx="2093913" cy="885825"/>
        </p:xfrm>
        <a:graphic>
          <a:graphicData uri="http://schemas.openxmlformats.org/presentationml/2006/ole">
            <mc:AlternateContent xmlns:mc="http://schemas.openxmlformats.org/markup-compatibility/2006">
              <mc:Choice xmlns:v="urn:schemas-microsoft-com:vml" Requires="v">
                <p:oleObj spid="_x0000_s106808" name="Equation" r:id="rId6" imgW="927000" imgH="393480" progId="Equation.DSMT4">
                  <p:embed/>
                </p:oleObj>
              </mc:Choice>
              <mc:Fallback>
                <p:oleObj name="Equation" r:id="rId6" imgW="927000" imgH="393480" progId="Equation.DSMT4">
                  <p:embed/>
                  <p:pic>
                    <p:nvPicPr>
                      <p:cNvPr id="47109" name="Object 5"/>
                      <p:cNvPicPr>
                        <a:picLocks noChangeAspect="1" noChangeArrowheads="1"/>
                      </p:cNvPicPr>
                      <p:nvPr/>
                    </p:nvPicPr>
                    <p:blipFill>
                      <a:blip r:embed="rId7"/>
                      <a:srcRect/>
                      <a:stretch>
                        <a:fillRect/>
                      </a:stretch>
                    </p:blipFill>
                    <p:spPr bwMode="auto">
                      <a:xfrm>
                        <a:off x="1127125" y="1625600"/>
                        <a:ext cx="2093913"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10" name="Object 6"/>
          <p:cNvGraphicFramePr>
            <a:graphicFrameLocks noChangeAspect="1"/>
          </p:cNvGraphicFramePr>
          <p:nvPr>
            <p:extLst>
              <p:ext uri="{D42A27DB-BD31-4B8C-83A1-F6EECF244321}">
                <p14:modId xmlns:p14="http://schemas.microsoft.com/office/powerpoint/2010/main" val="489744929"/>
              </p:ext>
            </p:extLst>
          </p:nvPr>
        </p:nvGraphicFramePr>
        <p:xfrm>
          <a:off x="5796136" y="1700213"/>
          <a:ext cx="2160240" cy="868118"/>
        </p:xfrm>
        <a:graphic>
          <a:graphicData uri="http://schemas.openxmlformats.org/presentationml/2006/ole">
            <mc:AlternateContent xmlns:mc="http://schemas.openxmlformats.org/markup-compatibility/2006">
              <mc:Choice xmlns:v="urn:schemas-microsoft-com:vml" Requires="v">
                <p:oleObj spid="_x0000_s106809" name="Equation" r:id="rId8" imgW="1041120" imgH="419040" progId="Equation.DSMT4">
                  <p:embed/>
                </p:oleObj>
              </mc:Choice>
              <mc:Fallback>
                <p:oleObj name="Equation" r:id="rId8" imgW="1041120" imgH="419040" progId="Equation.DSMT4">
                  <p:embed/>
                  <p:pic>
                    <p:nvPicPr>
                      <p:cNvPr id="47110" name="Object 6"/>
                      <p:cNvPicPr>
                        <a:picLocks noChangeAspect="1" noChangeArrowheads="1"/>
                      </p:cNvPicPr>
                      <p:nvPr/>
                    </p:nvPicPr>
                    <p:blipFill>
                      <a:blip r:embed="rId9"/>
                      <a:srcRect/>
                      <a:stretch>
                        <a:fillRect/>
                      </a:stretch>
                    </p:blipFill>
                    <p:spPr bwMode="auto">
                      <a:xfrm>
                        <a:off x="5796136" y="1700213"/>
                        <a:ext cx="2160240" cy="868118"/>
                      </a:xfrm>
                      <a:prstGeom prst="rect">
                        <a:avLst/>
                      </a:prstGeom>
                      <a:noFill/>
                      <a:ln>
                        <a:noFill/>
                      </a:ln>
                      <a:effectLst/>
                      <a:extLst/>
                    </p:spPr>
                  </p:pic>
                </p:oleObj>
              </mc:Fallback>
            </mc:AlternateContent>
          </a:graphicData>
        </a:graphic>
      </p:graphicFrame>
      <p:graphicFrame>
        <p:nvGraphicFramePr>
          <p:cNvPr id="47111" name="Object 7"/>
          <p:cNvGraphicFramePr>
            <a:graphicFrameLocks noChangeAspect="1"/>
          </p:cNvGraphicFramePr>
          <p:nvPr>
            <p:extLst>
              <p:ext uri="{D42A27DB-BD31-4B8C-83A1-F6EECF244321}">
                <p14:modId xmlns:p14="http://schemas.microsoft.com/office/powerpoint/2010/main" val="1836845284"/>
              </p:ext>
            </p:extLst>
          </p:nvPr>
        </p:nvGraphicFramePr>
        <p:xfrm>
          <a:off x="6010449" y="1071563"/>
          <a:ext cx="1155700" cy="523875"/>
        </p:xfrm>
        <a:graphic>
          <a:graphicData uri="http://schemas.openxmlformats.org/presentationml/2006/ole">
            <mc:AlternateContent xmlns:mc="http://schemas.openxmlformats.org/markup-compatibility/2006">
              <mc:Choice xmlns:v="urn:schemas-microsoft-com:vml" Requires="v">
                <p:oleObj spid="_x0000_s106810" name="公式" r:id="rId10" imgW="444240" imgH="203040" progId="Equation.3">
                  <p:embed/>
                </p:oleObj>
              </mc:Choice>
              <mc:Fallback>
                <p:oleObj name="公式" r:id="rId10" imgW="444240" imgH="203040" progId="Equation.3">
                  <p:embed/>
                  <p:pic>
                    <p:nvPicPr>
                      <p:cNvPr id="47111"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0449" y="1071563"/>
                        <a:ext cx="1155700"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12" name="Object 8"/>
          <p:cNvGraphicFramePr>
            <a:graphicFrameLocks noChangeAspect="1"/>
          </p:cNvGraphicFramePr>
          <p:nvPr>
            <p:extLst>
              <p:ext uri="{D42A27DB-BD31-4B8C-83A1-F6EECF244321}">
                <p14:modId xmlns:p14="http://schemas.microsoft.com/office/powerpoint/2010/main" val="3422763901"/>
              </p:ext>
            </p:extLst>
          </p:nvPr>
        </p:nvGraphicFramePr>
        <p:xfrm>
          <a:off x="107504" y="2636912"/>
          <a:ext cx="4238625" cy="1417638"/>
        </p:xfrm>
        <a:graphic>
          <a:graphicData uri="http://schemas.openxmlformats.org/presentationml/2006/ole">
            <mc:AlternateContent xmlns:mc="http://schemas.openxmlformats.org/markup-compatibility/2006">
              <mc:Choice xmlns:v="urn:schemas-microsoft-com:vml" Requires="v">
                <p:oleObj spid="_x0000_s106811" name="Equation" r:id="rId11" imgW="1892160" imgH="634680" progId="Equation.DSMT4">
                  <p:embed/>
                </p:oleObj>
              </mc:Choice>
              <mc:Fallback>
                <p:oleObj name="Equation" r:id="rId11" imgW="1892160" imgH="634680" progId="Equation.DSMT4">
                  <p:embed/>
                  <p:pic>
                    <p:nvPicPr>
                      <p:cNvPr id="47112" name="Object 8"/>
                      <p:cNvPicPr>
                        <a:picLocks noChangeAspect="1" noChangeArrowheads="1"/>
                      </p:cNvPicPr>
                      <p:nvPr/>
                    </p:nvPicPr>
                    <p:blipFill>
                      <a:blip r:embed="rId12"/>
                      <a:srcRect/>
                      <a:stretch>
                        <a:fillRect/>
                      </a:stretch>
                    </p:blipFill>
                    <p:spPr bwMode="auto">
                      <a:xfrm>
                        <a:off x="107504" y="2636912"/>
                        <a:ext cx="4238625" cy="1417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13" name="Object 9"/>
          <p:cNvGraphicFramePr>
            <a:graphicFrameLocks noChangeAspect="1"/>
          </p:cNvGraphicFramePr>
          <p:nvPr>
            <p:extLst>
              <p:ext uri="{D42A27DB-BD31-4B8C-83A1-F6EECF244321}">
                <p14:modId xmlns:p14="http://schemas.microsoft.com/office/powerpoint/2010/main" val="4290844405"/>
              </p:ext>
            </p:extLst>
          </p:nvPr>
        </p:nvGraphicFramePr>
        <p:xfrm>
          <a:off x="1744663" y="5032375"/>
          <a:ext cx="2747962" cy="576263"/>
        </p:xfrm>
        <a:graphic>
          <a:graphicData uri="http://schemas.openxmlformats.org/presentationml/2006/ole">
            <mc:AlternateContent xmlns:mc="http://schemas.openxmlformats.org/markup-compatibility/2006">
              <mc:Choice xmlns:v="urn:schemas-microsoft-com:vml" Requires="v">
                <p:oleObj spid="_x0000_s106812" name="Equation" r:id="rId13" imgW="1143000" imgH="241200" progId="Equation.DSMT4">
                  <p:embed/>
                </p:oleObj>
              </mc:Choice>
              <mc:Fallback>
                <p:oleObj name="Equation" r:id="rId13" imgW="1143000" imgH="241200" progId="Equation.DSMT4">
                  <p:embed/>
                  <p:pic>
                    <p:nvPicPr>
                      <p:cNvPr id="47113" name="Object 9"/>
                      <p:cNvPicPr>
                        <a:picLocks noChangeAspect="1" noChangeArrowheads="1"/>
                      </p:cNvPicPr>
                      <p:nvPr/>
                    </p:nvPicPr>
                    <p:blipFill>
                      <a:blip r:embed="rId14"/>
                      <a:srcRect/>
                      <a:stretch>
                        <a:fillRect/>
                      </a:stretch>
                    </p:blipFill>
                    <p:spPr bwMode="auto">
                      <a:xfrm>
                        <a:off x="1744663" y="5032375"/>
                        <a:ext cx="2747962"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14" name="Object 10"/>
          <p:cNvGraphicFramePr>
            <a:graphicFrameLocks noChangeAspect="1"/>
          </p:cNvGraphicFramePr>
          <p:nvPr>
            <p:extLst>
              <p:ext uri="{D42A27DB-BD31-4B8C-83A1-F6EECF244321}">
                <p14:modId xmlns:p14="http://schemas.microsoft.com/office/powerpoint/2010/main" val="2034481434"/>
              </p:ext>
            </p:extLst>
          </p:nvPr>
        </p:nvGraphicFramePr>
        <p:xfrm>
          <a:off x="1416050" y="4111625"/>
          <a:ext cx="2668588" cy="850900"/>
        </p:xfrm>
        <a:graphic>
          <a:graphicData uri="http://schemas.openxmlformats.org/presentationml/2006/ole">
            <mc:AlternateContent xmlns:mc="http://schemas.openxmlformats.org/markup-compatibility/2006">
              <mc:Choice xmlns:v="urn:schemas-microsoft-com:vml" Requires="v">
                <p:oleObj spid="_x0000_s106813" name="Equation" r:id="rId15" imgW="1231560" imgH="393480" progId="Equation.DSMT4">
                  <p:embed/>
                </p:oleObj>
              </mc:Choice>
              <mc:Fallback>
                <p:oleObj name="Equation" r:id="rId15" imgW="1231560" imgH="393480" progId="Equation.DSMT4">
                  <p:embed/>
                  <p:pic>
                    <p:nvPicPr>
                      <p:cNvPr id="47114" name="Object 10"/>
                      <p:cNvPicPr>
                        <a:picLocks noChangeAspect="1" noChangeArrowheads="1"/>
                      </p:cNvPicPr>
                      <p:nvPr/>
                    </p:nvPicPr>
                    <p:blipFill>
                      <a:blip r:embed="rId16"/>
                      <a:srcRect/>
                      <a:stretch>
                        <a:fillRect/>
                      </a:stretch>
                    </p:blipFill>
                    <p:spPr bwMode="auto">
                      <a:xfrm>
                        <a:off x="1416050" y="4111625"/>
                        <a:ext cx="2668588"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5"/>
          <p:cNvGraphicFramePr>
            <a:graphicFrameLocks noChangeAspect="1"/>
          </p:cNvGraphicFramePr>
          <p:nvPr>
            <p:extLst>
              <p:ext uri="{D42A27DB-BD31-4B8C-83A1-F6EECF244321}">
                <p14:modId xmlns:p14="http://schemas.microsoft.com/office/powerpoint/2010/main" val="594283005"/>
              </p:ext>
            </p:extLst>
          </p:nvPr>
        </p:nvGraphicFramePr>
        <p:xfrm>
          <a:off x="975866" y="5903913"/>
          <a:ext cx="2468563" cy="885825"/>
        </p:xfrm>
        <a:graphic>
          <a:graphicData uri="http://schemas.openxmlformats.org/presentationml/2006/ole">
            <mc:AlternateContent xmlns:mc="http://schemas.openxmlformats.org/markup-compatibility/2006">
              <mc:Choice xmlns:v="urn:schemas-microsoft-com:vml" Requires="v">
                <p:oleObj spid="_x0000_s106814" name="Equation" r:id="rId17" imgW="1091880" imgH="393480" progId="Equation.DSMT4">
                  <p:embed/>
                </p:oleObj>
              </mc:Choice>
              <mc:Fallback>
                <p:oleObj name="Equation" r:id="rId17" imgW="1091880" imgH="393480" progId="Equation.DSMT4">
                  <p:embed/>
                  <p:pic>
                    <p:nvPicPr>
                      <p:cNvPr id="47109" name="Object 5"/>
                      <p:cNvPicPr>
                        <a:picLocks noChangeAspect="1" noChangeArrowheads="1"/>
                      </p:cNvPicPr>
                      <p:nvPr/>
                    </p:nvPicPr>
                    <p:blipFill>
                      <a:blip r:embed="rId18"/>
                      <a:srcRect/>
                      <a:stretch>
                        <a:fillRect/>
                      </a:stretch>
                    </p:blipFill>
                    <p:spPr bwMode="auto">
                      <a:xfrm>
                        <a:off x="975866" y="5903913"/>
                        <a:ext cx="2468563"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6"/>
          <p:cNvGraphicFramePr>
            <a:graphicFrameLocks noChangeAspect="1"/>
          </p:cNvGraphicFramePr>
          <p:nvPr>
            <p:extLst>
              <p:ext uri="{D42A27DB-BD31-4B8C-83A1-F6EECF244321}">
                <p14:modId xmlns:p14="http://schemas.microsoft.com/office/powerpoint/2010/main" val="3774944719"/>
              </p:ext>
            </p:extLst>
          </p:nvPr>
        </p:nvGraphicFramePr>
        <p:xfrm>
          <a:off x="5210348" y="3284985"/>
          <a:ext cx="3573741" cy="610022"/>
        </p:xfrm>
        <a:graphic>
          <a:graphicData uri="http://schemas.openxmlformats.org/presentationml/2006/ole">
            <mc:AlternateContent xmlns:mc="http://schemas.openxmlformats.org/markup-compatibility/2006">
              <mc:Choice xmlns:v="urn:schemas-microsoft-com:vml" Requires="v">
                <p:oleObj spid="_x0000_s106815" name="Equation" r:id="rId19" imgW="1638000" imgH="279360" progId="Equation.DSMT4">
                  <p:embed/>
                </p:oleObj>
              </mc:Choice>
              <mc:Fallback>
                <p:oleObj name="Equation" r:id="rId19" imgW="1638000" imgH="279360" progId="Equation.DSMT4">
                  <p:embed/>
                  <p:pic>
                    <p:nvPicPr>
                      <p:cNvPr id="47110" name="Object 6"/>
                      <p:cNvPicPr>
                        <a:picLocks noChangeAspect="1" noChangeArrowheads="1"/>
                      </p:cNvPicPr>
                      <p:nvPr/>
                    </p:nvPicPr>
                    <p:blipFill>
                      <a:blip r:embed="rId20"/>
                      <a:srcRect/>
                      <a:stretch>
                        <a:fillRect/>
                      </a:stretch>
                    </p:blipFill>
                    <p:spPr bwMode="auto">
                      <a:xfrm>
                        <a:off x="5210348" y="3284985"/>
                        <a:ext cx="3573741" cy="610022"/>
                      </a:xfrm>
                      <a:prstGeom prst="rect">
                        <a:avLst/>
                      </a:prstGeom>
                      <a:noFill/>
                      <a:ln>
                        <a:noFill/>
                      </a:ln>
                      <a:effectLst/>
                      <a:extLst/>
                    </p:spPr>
                  </p:pic>
                </p:oleObj>
              </mc:Fallback>
            </mc:AlternateContent>
          </a:graphicData>
        </a:graphic>
      </p:graphicFrame>
      <p:graphicFrame>
        <p:nvGraphicFramePr>
          <p:cNvPr id="13" name="Object 6"/>
          <p:cNvGraphicFramePr>
            <a:graphicFrameLocks noChangeAspect="1"/>
          </p:cNvGraphicFramePr>
          <p:nvPr>
            <p:extLst>
              <p:ext uri="{D42A27DB-BD31-4B8C-83A1-F6EECF244321}">
                <p14:modId xmlns:p14="http://schemas.microsoft.com/office/powerpoint/2010/main" val="2909915945"/>
              </p:ext>
            </p:extLst>
          </p:nvPr>
        </p:nvGraphicFramePr>
        <p:xfrm>
          <a:off x="6300192" y="3999761"/>
          <a:ext cx="2564629" cy="634283"/>
        </p:xfrm>
        <a:graphic>
          <a:graphicData uri="http://schemas.openxmlformats.org/presentationml/2006/ole">
            <mc:AlternateContent xmlns:mc="http://schemas.openxmlformats.org/markup-compatibility/2006">
              <mc:Choice xmlns:v="urn:schemas-microsoft-com:vml" Requires="v">
                <p:oleObj spid="_x0000_s106816" name="Equation" r:id="rId21" imgW="1130040" imgH="279360" progId="Equation.DSMT4">
                  <p:embed/>
                </p:oleObj>
              </mc:Choice>
              <mc:Fallback>
                <p:oleObj name="Equation" r:id="rId21" imgW="1130040" imgH="279360" progId="Equation.DSMT4">
                  <p:embed/>
                  <p:pic>
                    <p:nvPicPr>
                      <p:cNvPr id="12" name="Object 6"/>
                      <p:cNvPicPr>
                        <a:picLocks noChangeAspect="1" noChangeArrowheads="1"/>
                      </p:cNvPicPr>
                      <p:nvPr/>
                    </p:nvPicPr>
                    <p:blipFill>
                      <a:blip r:embed="rId22"/>
                      <a:srcRect/>
                      <a:stretch>
                        <a:fillRect/>
                      </a:stretch>
                    </p:blipFill>
                    <p:spPr bwMode="auto">
                      <a:xfrm>
                        <a:off x="6300192" y="3999761"/>
                        <a:ext cx="2564629" cy="634283"/>
                      </a:xfrm>
                      <a:prstGeom prst="rect">
                        <a:avLst/>
                      </a:prstGeom>
                      <a:noFill/>
                      <a:ln>
                        <a:noFill/>
                      </a:ln>
                      <a:effectLst/>
                      <a:extLst/>
                    </p:spPr>
                  </p:pic>
                </p:oleObj>
              </mc:Fallback>
            </mc:AlternateContent>
          </a:graphicData>
        </a:graphic>
      </p:graphicFrame>
      <p:graphicFrame>
        <p:nvGraphicFramePr>
          <p:cNvPr id="14" name="Object 6"/>
          <p:cNvGraphicFramePr>
            <a:graphicFrameLocks noChangeAspect="1"/>
          </p:cNvGraphicFramePr>
          <p:nvPr>
            <p:extLst>
              <p:ext uri="{D42A27DB-BD31-4B8C-83A1-F6EECF244321}">
                <p14:modId xmlns:p14="http://schemas.microsoft.com/office/powerpoint/2010/main" val="1660732972"/>
              </p:ext>
            </p:extLst>
          </p:nvPr>
        </p:nvGraphicFramePr>
        <p:xfrm>
          <a:off x="6280309" y="4550767"/>
          <a:ext cx="2479675" cy="1008063"/>
        </p:xfrm>
        <a:graphic>
          <a:graphicData uri="http://schemas.openxmlformats.org/presentationml/2006/ole">
            <mc:AlternateContent xmlns:mc="http://schemas.openxmlformats.org/markup-compatibility/2006">
              <mc:Choice xmlns:v="urn:schemas-microsoft-com:vml" Requires="v">
                <p:oleObj spid="_x0000_s106817" name="Equation" r:id="rId23" imgW="1091880" imgH="444240" progId="Equation.DSMT4">
                  <p:embed/>
                </p:oleObj>
              </mc:Choice>
              <mc:Fallback>
                <p:oleObj name="Equation" r:id="rId23" imgW="1091880" imgH="444240" progId="Equation.DSMT4">
                  <p:embed/>
                  <p:pic>
                    <p:nvPicPr>
                      <p:cNvPr id="13" name="Object 6"/>
                      <p:cNvPicPr>
                        <a:picLocks noChangeAspect="1" noChangeArrowheads="1"/>
                      </p:cNvPicPr>
                      <p:nvPr/>
                    </p:nvPicPr>
                    <p:blipFill>
                      <a:blip r:embed="rId24"/>
                      <a:srcRect/>
                      <a:stretch>
                        <a:fillRect/>
                      </a:stretch>
                    </p:blipFill>
                    <p:spPr bwMode="auto">
                      <a:xfrm>
                        <a:off x="6280309" y="4550767"/>
                        <a:ext cx="2479675" cy="1008063"/>
                      </a:xfrm>
                      <a:prstGeom prst="rect">
                        <a:avLst/>
                      </a:prstGeom>
                      <a:noFill/>
                      <a:ln>
                        <a:noFill/>
                      </a:ln>
                      <a:effectLst/>
                      <a:extLst/>
                    </p:spPr>
                  </p:pic>
                </p:oleObj>
              </mc:Fallback>
            </mc:AlternateContent>
          </a:graphicData>
        </a:graphic>
      </p:graphicFrame>
      <p:graphicFrame>
        <p:nvGraphicFramePr>
          <p:cNvPr id="15" name="Object 6"/>
          <p:cNvGraphicFramePr>
            <a:graphicFrameLocks noChangeAspect="1"/>
          </p:cNvGraphicFramePr>
          <p:nvPr>
            <p:extLst>
              <p:ext uri="{D42A27DB-BD31-4B8C-83A1-F6EECF244321}">
                <p14:modId xmlns:p14="http://schemas.microsoft.com/office/powerpoint/2010/main" val="3345504416"/>
              </p:ext>
            </p:extLst>
          </p:nvPr>
        </p:nvGraphicFramePr>
        <p:xfrm>
          <a:off x="5210348" y="5868172"/>
          <a:ext cx="2474912" cy="868362"/>
        </p:xfrm>
        <a:graphic>
          <a:graphicData uri="http://schemas.openxmlformats.org/presentationml/2006/ole">
            <mc:AlternateContent xmlns:mc="http://schemas.openxmlformats.org/markup-compatibility/2006">
              <mc:Choice xmlns:v="urn:schemas-microsoft-com:vml" Requires="v">
                <p:oleObj spid="_x0000_s106818" name="Equation" r:id="rId25" imgW="1193760" imgH="419040" progId="Equation.DSMT4">
                  <p:embed/>
                </p:oleObj>
              </mc:Choice>
              <mc:Fallback>
                <p:oleObj name="Equation" r:id="rId25" imgW="1193760" imgH="419040" progId="Equation.DSMT4">
                  <p:embed/>
                  <p:pic>
                    <p:nvPicPr>
                      <p:cNvPr id="47110" name="Object 6"/>
                      <p:cNvPicPr>
                        <a:picLocks noChangeAspect="1" noChangeArrowheads="1"/>
                      </p:cNvPicPr>
                      <p:nvPr/>
                    </p:nvPicPr>
                    <p:blipFill>
                      <a:blip r:embed="rId26"/>
                      <a:srcRect/>
                      <a:stretch>
                        <a:fillRect/>
                      </a:stretch>
                    </p:blipFill>
                    <p:spPr bwMode="auto">
                      <a:xfrm>
                        <a:off x="5210348" y="5868172"/>
                        <a:ext cx="2474912" cy="868362"/>
                      </a:xfrm>
                      <a:prstGeom prst="rect">
                        <a:avLst/>
                      </a:prstGeom>
                      <a:noFill/>
                      <a:ln>
                        <a:noFill/>
                      </a:ln>
                      <a:effectLst/>
                      <a:extLst/>
                    </p:spPr>
                  </p:pic>
                </p:oleObj>
              </mc:Fallback>
            </mc:AlternateContent>
          </a:graphicData>
        </a:graphic>
      </p:graphicFrame>
      <p:cxnSp>
        <p:nvCxnSpPr>
          <p:cNvPr id="3" name="直接连接符 2"/>
          <p:cNvCxnSpPr/>
          <p:nvPr/>
        </p:nvCxnSpPr>
        <p:spPr bwMode="auto">
          <a:xfrm flipH="1">
            <a:off x="4626293" y="1052736"/>
            <a:ext cx="17715" cy="5683798"/>
          </a:xfrm>
          <a:prstGeom prst="line">
            <a:avLst/>
          </a:prstGeom>
          <a:solidFill>
            <a:schemeClr val="accent1"/>
          </a:solidFill>
          <a:ln w="2857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2814801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47107"/>
                                        </p:tgtEl>
                                        <p:attrNameLst>
                                          <p:attrName>style.visibility</p:attrName>
                                        </p:attrNameLst>
                                      </p:cBhvr>
                                      <p:to>
                                        <p:strVal val="visible"/>
                                      </p:to>
                                    </p:set>
                                    <p:anim calcmode="lin" valueType="num">
                                      <p:cBhvr>
                                        <p:cTn id="7" dur="1000" fill="hold"/>
                                        <p:tgtEl>
                                          <p:spTgt spid="47107"/>
                                        </p:tgtEl>
                                        <p:attrNameLst>
                                          <p:attrName>ppt_w</p:attrName>
                                        </p:attrNameLst>
                                      </p:cBhvr>
                                      <p:tavLst>
                                        <p:tav tm="0">
                                          <p:val>
                                            <p:fltVal val="0"/>
                                          </p:val>
                                        </p:tav>
                                        <p:tav tm="100000">
                                          <p:val>
                                            <p:strVal val="#ppt_w"/>
                                          </p:val>
                                        </p:tav>
                                      </p:tavLst>
                                    </p:anim>
                                    <p:anim calcmode="lin" valueType="num">
                                      <p:cBhvr>
                                        <p:cTn id="8" dur="1000" fill="hold"/>
                                        <p:tgtEl>
                                          <p:spTgt spid="47107"/>
                                        </p:tgtEl>
                                        <p:attrNameLst>
                                          <p:attrName>ppt_h</p:attrName>
                                        </p:attrNameLst>
                                      </p:cBhvr>
                                      <p:tavLst>
                                        <p:tav tm="0">
                                          <p:val>
                                            <p:fltVal val="0"/>
                                          </p:val>
                                        </p:tav>
                                        <p:tav tm="100000">
                                          <p:val>
                                            <p:strVal val="#ppt_h"/>
                                          </p:val>
                                        </p:tav>
                                      </p:tavLst>
                                    </p:anim>
                                    <p:anim calcmode="lin" valueType="num">
                                      <p:cBhvr>
                                        <p:cTn id="9" dur="1000" fill="hold"/>
                                        <p:tgtEl>
                                          <p:spTgt spid="47107"/>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4710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32" fill="hold" nodeType="clickEffect">
                                  <p:stCondLst>
                                    <p:cond delay="0"/>
                                  </p:stCondLst>
                                  <p:childTnLst>
                                    <p:set>
                                      <p:cBhvr>
                                        <p:cTn id="14" dur="1" fill="hold">
                                          <p:stCondLst>
                                            <p:cond delay="0"/>
                                          </p:stCondLst>
                                        </p:cTn>
                                        <p:tgtEl>
                                          <p:spTgt spid="47108"/>
                                        </p:tgtEl>
                                        <p:attrNameLst>
                                          <p:attrName>style.visibility</p:attrName>
                                        </p:attrNameLst>
                                      </p:cBhvr>
                                      <p:to>
                                        <p:strVal val="visible"/>
                                      </p:to>
                                    </p:set>
                                    <p:animEffect transition="in" filter="box(out)">
                                      <p:cBhvr>
                                        <p:cTn id="15" dur="500"/>
                                        <p:tgtEl>
                                          <p:spTgt spid="4710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47109"/>
                                        </p:tgtEl>
                                        <p:attrNameLst>
                                          <p:attrName>style.visibility</p:attrName>
                                        </p:attrNameLst>
                                      </p:cBhvr>
                                      <p:to>
                                        <p:strVal val="visible"/>
                                      </p:to>
                                    </p:set>
                                    <p:animEffect transition="in" filter="wipe(left)">
                                      <p:cBhvr>
                                        <p:cTn id="20" dur="500"/>
                                        <p:tgtEl>
                                          <p:spTgt spid="4710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47112"/>
                                        </p:tgtEl>
                                        <p:attrNameLst>
                                          <p:attrName>style.visibility</p:attrName>
                                        </p:attrNameLst>
                                      </p:cBhvr>
                                      <p:to>
                                        <p:strVal val="visible"/>
                                      </p:to>
                                    </p:set>
                                    <p:anim calcmode="lin" valueType="num">
                                      <p:cBhvr additive="base">
                                        <p:cTn id="25" dur="500" fill="hold"/>
                                        <p:tgtEl>
                                          <p:spTgt spid="47112"/>
                                        </p:tgtEl>
                                        <p:attrNameLst>
                                          <p:attrName>ppt_x</p:attrName>
                                        </p:attrNameLst>
                                      </p:cBhvr>
                                      <p:tavLst>
                                        <p:tav tm="0">
                                          <p:val>
                                            <p:strVal val="0-#ppt_w/2"/>
                                          </p:val>
                                        </p:tav>
                                        <p:tav tm="100000">
                                          <p:val>
                                            <p:strVal val="#ppt_x"/>
                                          </p:val>
                                        </p:tav>
                                      </p:tavLst>
                                    </p:anim>
                                    <p:anim calcmode="lin" valueType="num">
                                      <p:cBhvr additive="base">
                                        <p:cTn id="26" dur="500" fill="hold"/>
                                        <p:tgtEl>
                                          <p:spTgt spid="47112"/>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7114"/>
                                        </p:tgtEl>
                                        <p:attrNameLst>
                                          <p:attrName>style.visibility</p:attrName>
                                        </p:attrNameLst>
                                      </p:cBhvr>
                                      <p:to>
                                        <p:strVal val="visible"/>
                                      </p:to>
                                    </p:set>
                                    <p:animEffect transition="in" filter="wipe(left)">
                                      <p:cBhvr>
                                        <p:cTn id="31" dur="500"/>
                                        <p:tgtEl>
                                          <p:spTgt spid="4711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47113"/>
                                        </p:tgtEl>
                                        <p:attrNameLst>
                                          <p:attrName>style.visibility</p:attrName>
                                        </p:attrNameLst>
                                      </p:cBhvr>
                                      <p:to>
                                        <p:strVal val="visible"/>
                                      </p:to>
                                    </p:set>
                                    <p:animEffect transition="in" filter="wipe(left)">
                                      <p:cBhvr>
                                        <p:cTn id="36" dur="500"/>
                                        <p:tgtEl>
                                          <p:spTgt spid="4711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ntr" presetSubtype="0" fill="hold" nodeType="clickEffect">
                                  <p:stCondLst>
                                    <p:cond delay="0"/>
                                  </p:stCondLst>
                                  <p:childTnLst>
                                    <p:set>
                                      <p:cBhvr>
                                        <p:cTn id="40" dur="1" fill="hold">
                                          <p:stCondLst>
                                            <p:cond delay="0"/>
                                          </p:stCondLst>
                                        </p:cTn>
                                        <p:tgtEl>
                                          <p:spTgt spid="47106"/>
                                        </p:tgtEl>
                                        <p:attrNameLst>
                                          <p:attrName>style.visibility</p:attrName>
                                        </p:attrNameLst>
                                      </p:cBhvr>
                                      <p:to>
                                        <p:strVal val="visible"/>
                                      </p:to>
                                    </p:set>
                                    <p:animEffect transition="in" filter="dissolve">
                                      <p:cBhvr>
                                        <p:cTn id="41" dur="500"/>
                                        <p:tgtEl>
                                          <p:spTgt spid="47106"/>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wipe(left)">
                                      <p:cBhvr>
                                        <p:cTn id="46" dur="500"/>
                                        <p:tgtEl>
                                          <p:spTgt spid="1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4" presetClass="entr" presetSubtype="32" fill="hold" nodeType="clickEffect">
                                  <p:stCondLst>
                                    <p:cond delay="0"/>
                                  </p:stCondLst>
                                  <p:childTnLst>
                                    <p:set>
                                      <p:cBhvr>
                                        <p:cTn id="50" dur="1" fill="hold">
                                          <p:stCondLst>
                                            <p:cond delay="0"/>
                                          </p:stCondLst>
                                        </p:cTn>
                                        <p:tgtEl>
                                          <p:spTgt spid="47111"/>
                                        </p:tgtEl>
                                        <p:attrNameLst>
                                          <p:attrName>style.visibility</p:attrName>
                                        </p:attrNameLst>
                                      </p:cBhvr>
                                      <p:to>
                                        <p:strVal val="visible"/>
                                      </p:to>
                                    </p:set>
                                    <p:animEffect transition="in" filter="box(out)">
                                      <p:cBhvr>
                                        <p:cTn id="51" dur="500"/>
                                        <p:tgtEl>
                                          <p:spTgt spid="47111"/>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47110"/>
                                        </p:tgtEl>
                                        <p:attrNameLst>
                                          <p:attrName>style.visibility</p:attrName>
                                        </p:attrNameLst>
                                      </p:cBhvr>
                                      <p:to>
                                        <p:strVal val="visible"/>
                                      </p:to>
                                    </p:set>
                                    <p:animEffect transition="in" filter="wipe(left)">
                                      <p:cBhvr>
                                        <p:cTn id="56" dur="500"/>
                                        <p:tgtEl>
                                          <p:spTgt spid="47110"/>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wipe(left)">
                                      <p:cBhvr>
                                        <p:cTn id="61" dur="500"/>
                                        <p:tgtEl>
                                          <p:spTgt spid="1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wipe(left)">
                                      <p:cBhvr>
                                        <p:cTn id="66" dur="500"/>
                                        <p:tgtEl>
                                          <p:spTgt spid="13"/>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wipe(left)">
                                      <p:cBhvr>
                                        <p:cTn id="71" dur="500"/>
                                        <p:tgtEl>
                                          <p:spTgt spid="14"/>
                                        </p:tgtEl>
                                      </p:cBhvr>
                                    </p:animEffect>
                                  </p:childTnLst>
                                </p:cTn>
                              </p:par>
                            </p:childTnLst>
                          </p:cTn>
                        </p:par>
                      </p:childTnLst>
                    </p:cTn>
                  </p:par>
                  <p:par>
                    <p:cTn id="72" fill="hold">
                      <p:stCondLst>
                        <p:cond delay="indefinite"/>
                      </p:stCondLst>
                      <p:childTnLst>
                        <p:par>
                          <p:cTn id="73" fill="hold">
                            <p:stCondLst>
                              <p:cond delay="0"/>
                            </p:stCondLst>
                            <p:childTnLst>
                              <p:par>
                                <p:cTn id="74" presetID="9" presetClass="entr" presetSubtype="0" fill="hold" nodeType="click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dissolve">
                                      <p:cBhvr>
                                        <p:cTn id="76" dur="500"/>
                                        <p:tgtEl>
                                          <p:spTgt spid="19"/>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15"/>
                                        </p:tgtEl>
                                        <p:attrNameLst>
                                          <p:attrName>style.visibility</p:attrName>
                                        </p:attrNameLst>
                                      </p:cBhvr>
                                      <p:to>
                                        <p:strVal val="visible"/>
                                      </p:to>
                                    </p:set>
                                    <p:animEffect transition="in" filter="wipe(left)">
                                      <p:cBhvr>
                                        <p:cTn id="8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468313" y="558800"/>
            <a:ext cx="545342" cy="523220"/>
          </a:xfrm>
          <a:prstGeom prst="rect">
            <a:avLst/>
          </a:prstGeom>
          <a:noFill/>
          <a:ln>
            <a:noFill/>
          </a:ln>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zh-CN" altLang="en-US" sz="2800">
                <a:latin typeface="Times New Roman" panose="02020603050405020304" pitchFamily="18" charset="0"/>
                <a:ea typeface="宋体" panose="02010600030101010101" pitchFamily="2" charset="-122"/>
              </a:rPr>
              <a:t>例</a:t>
            </a:r>
          </a:p>
        </p:txBody>
      </p:sp>
      <p:graphicFrame>
        <p:nvGraphicFramePr>
          <p:cNvPr id="11293" name="Object 29"/>
          <p:cNvGraphicFramePr>
            <a:graphicFrameLocks noChangeAspect="1"/>
          </p:cNvGraphicFramePr>
          <p:nvPr>
            <p:extLst>
              <p:ext uri="{D42A27DB-BD31-4B8C-83A1-F6EECF244321}">
                <p14:modId xmlns:p14="http://schemas.microsoft.com/office/powerpoint/2010/main" val="1097782892"/>
              </p:ext>
            </p:extLst>
          </p:nvPr>
        </p:nvGraphicFramePr>
        <p:xfrm>
          <a:off x="3959225" y="865188"/>
          <a:ext cx="3616325" cy="587375"/>
        </p:xfrm>
        <a:graphic>
          <a:graphicData uri="http://schemas.openxmlformats.org/presentationml/2006/ole">
            <mc:AlternateContent xmlns:mc="http://schemas.openxmlformats.org/markup-compatibility/2006">
              <mc:Choice xmlns:v="urn:schemas-microsoft-com:vml" Requires="v">
                <p:oleObj spid="_x0000_s107600" name="Equation" r:id="rId3" imgW="1549080" imgH="253800" progId="Equation.DSMT4">
                  <p:embed/>
                </p:oleObj>
              </mc:Choice>
              <mc:Fallback>
                <p:oleObj name="Equation" r:id="rId3" imgW="1549080" imgH="253800" progId="Equation.DSMT4">
                  <p:embed/>
                  <p:pic>
                    <p:nvPicPr>
                      <p:cNvPr id="11293" name="Object 29"/>
                      <p:cNvPicPr>
                        <a:picLocks noChangeAspect="1" noChangeArrowheads="1"/>
                      </p:cNvPicPr>
                      <p:nvPr/>
                    </p:nvPicPr>
                    <p:blipFill>
                      <a:blip r:embed="rId4"/>
                      <a:srcRect/>
                      <a:stretch>
                        <a:fillRect/>
                      </a:stretch>
                    </p:blipFill>
                    <p:spPr bwMode="auto">
                      <a:xfrm>
                        <a:off x="3959225" y="865188"/>
                        <a:ext cx="3616325" cy="58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94" name="Object 30"/>
          <p:cNvGraphicFramePr>
            <a:graphicFrameLocks noChangeAspect="1"/>
          </p:cNvGraphicFramePr>
          <p:nvPr>
            <p:extLst>
              <p:ext uri="{D42A27DB-BD31-4B8C-83A1-F6EECF244321}">
                <p14:modId xmlns:p14="http://schemas.microsoft.com/office/powerpoint/2010/main" val="4294675551"/>
              </p:ext>
            </p:extLst>
          </p:nvPr>
        </p:nvGraphicFramePr>
        <p:xfrm>
          <a:off x="3919538" y="1562100"/>
          <a:ext cx="3895725" cy="976313"/>
        </p:xfrm>
        <a:graphic>
          <a:graphicData uri="http://schemas.openxmlformats.org/presentationml/2006/ole">
            <mc:AlternateContent xmlns:mc="http://schemas.openxmlformats.org/markup-compatibility/2006">
              <mc:Choice xmlns:v="urn:schemas-microsoft-com:vml" Requires="v">
                <p:oleObj spid="_x0000_s107601" name="Equation" r:id="rId5" imgW="1562040" imgH="393480" progId="Equation.DSMT4">
                  <p:embed/>
                </p:oleObj>
              </mc:Choice>
              <mc:Fallback>
                <p:oleObj name="Equation" r:id="rId5" imgW="1562040" imgH="393480" progId="Equation.DSMT4">
                  <p:embed/>
                  <p:pic>
                    <p:nvPicPr>
                      <p:cNvPr id="11294" name="Object 30"/>
                      <p:cNvPicPr>
                        <a:picLocks noChangeAspect="1" noChangeArrowheads="1"/>
                      </p:cNvPicPr>
                      <p:nvPr/>
                    </p:nvPicPr>
                    <p:blipFill>
                      <a:blip r:embed="rId6"/>
                      <a:srcRect/>
                      <a:stretch>
                        <a:fillRect/>
                      </a:stretch>
                    </p:blipFill>
                    <p:spPr bwMode="auto">
                      <a:xfrm>
                        <a:off x="3919538" y="1562100"/>
                        <a:ext cx="3895725" cy="976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97" name="Text Box 33"/>
          <p:cNvSpPr txBox="1">
            <a:spLocks noChangeArrowheads="1"/>
          </p:cNvSpPr>
          <p:nvPr/>
        </p:nvSpPr>
        <p:spPr bwMode="auto">
          <a:xfrm>
            <a:off x="3919538" y="2482784"/>
            <a:ext cx="2520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dirty="0">
                <a:solidFill>
                  <a:srgbClr val="FF0000"/>
                </a:solidFill>
              </a:rPr>
              <a:t>用相量运算：</a:t>
            </a:r>
          </a:p>
        </p:txBody>
      </p:sp>
      <p:graphicFrame>
        <p:nvGraphicFramePr>
          <p:cNvPr id="11298" name="Object 34"/>
          <p:cNvGraphicFramePr>
            <a:graphicFrameLocks noChangeAspect="1"/>
          </p:cNvGraphicFramePr>
          <p:nvPr>
            <p:extLst>
              <p:ext uri="{D42A27DB-BD31-4B8C-83A1-F6EECF244321}">
                <p14:modId xmlns:p14="http://schemas.microsoft.com/office/powerpoint/2010/main" val="2816075333"/>
              </p:ext>
            </p:extLst>
          </p:nvPr>
        </p:nvGraphicFramePr>
        <p:xfrm>
          <a:off x="3959225" y="2874169"/>
          <a:ext cx="3678238" cy="1001712"/>
        </p:xfrm>
        <a:graphic>
          <a:graphicData uri="http://schemas.openxmlformats.org/presentationml/2006/ole">
            <mc:AlternateContent xmlns:mc="http://schemas.openxmlformats.org/markup-compatibility/2006">
              <mc:Choice xmlns:v="urn:schemas-microsoft-com:vml" Requires="v">
                <p:oleObj spid="_x0000_s107602" name="Equation" r:id="rId7" imgW="1498320" imgH="444240" progId="Equation.DSMT4">
                  <p:embed/>
                </p:oleObj>
              </mc:Choice>
              <mc:Fallback>
                <p:oleObj name="Equation" r:id="rId7" imgW="1498320" imgH="444240" progId="Equation.DSMT4">
                  <p:embed/>
                  <p:pic>
                    <p:nvPicPr>
                      <p:cNvPr id="11298" name="Object 34"/>
                      <p:cNvPicPr>
                        <a:picLocks noChangeAspect="1" noChangeArrowheads="1"/>
                      </p:cNvPicPr>
                      <p:nvPr/>
                    </p:nvPicPr>
                    <p:blipFill>
                      <a:blip r:embed="rId8"/>
                      <a:srcRect/>
                      <a:stretch>
                        <a:fillRect/>
                      </a:stretch>
                    </p:blipFill>
                    <p:spPr bwMode="auto">
                      <a:xfrm>
                        <a:off x="3959225" y="2874169"/>
                        <a:ext cx="3678238" cy="1001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00" name="Text Box 36"/>
          <p:cNvSpPr txBox="1">
            <a:spLocks noChangeArrowheads="1"/>
          </p:cNvSpPr>
          <p:nvPr/>
        </p:nvSpPr>
        <p:spPr bwMode="auto">
          <a:xfrm>
            <a:off x="827088" y="4211638"/>
            <a:ext cx="56165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FontTx/>
              <a:buAutoNum type="circleNumDbPlain"/>
            </a:pPr>
            <a:r>
              <a:rPr lang="zh-CN" altLang="en-US" sz="2800">
                <a:latin typeface="楷体_GB2312" pitchFamily="49" charset="-122"/>
                <a:ea typeface="楷体_GB2312" pitchFamily="49" charset="-122"/>
              </a:rPr>
              <a:t>把时域问题变为复数问题；</a:t>
            </a:r>
          </a:p>
        </p:txBody>
      </p:sp>
      <p:sp>
        <p:nvSpPr>
          <p:cNvPr id="11301" name="Text Box 37"/>
          <p:cNvSpPr txBox="1">
            <a:spLocks noChangeArrowheads="1"/>
          </p:cNvSpPr>
          <p:nvPr/>
        </p:nvSpPr>
        <p:spPr bwMode="auto">
          <a:xfrm>
            <a:off x="827088" y="4781550"/>
            <a:ext cx="72723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Tx/>
              <a:buAutoNum type="circleNumDbPlain" startAt="2"/>
            </a:pPr>
            <a:r>
              <a:rPr lang="zh-CN" altLang="en-US" sz="2800">
                <a:latin typeface="楷体_GB2312" pitchFamily="49" charset="-122"/>
                <a:ea typeface="楷体_GB2312" pitchFamily="49" charset="-122"/>
              </a:rPr>
              <a:t>把微积分方程的运算变为复数方程运算；</a:t>
            </a:r>
          </a:p>
        </p:txBody>
      </p:sp>
      <p:sp>
        <p:nvSpPr>
          <p:cNvPr id="11302" name="Text Box 38"/>
          <p:cNvSpPr txBox="1">
            <a:spLocks noChangeArrowheads="1"/>
          </p:cNvSpPr>
          <p:nvPr/>
        </p:nvSpPr>
        <p:spPr bwMode="auto">
          <a:xfrm>
            <a:off x="827088" y="5300663"/>
            <a:ext cx="81375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Tx/>
              <a:buAutoNum type="circleNumDbPlain" startAt="3"/>
            </a:pPr>
            <a:r>
              <a:rPr lang="zh-CN" altLang="en-US" sz="2800">
                <a:latin typeface="楷体_GB2312" pitchFamily="49" charset="-122"/>
                <a:ea typeface="楷体_GB2312" pitchFamily="49" charset="-122"/>
              </a:rPr>
              <a:t>可以把直流电路的分析方法直接用于交流电路。</a:t>
            </a:r>
          </a:p>
        </p:txBody>
      </p:sp>
      <p:grpSp>
        <p:nvGrpSpPr>
          <p:cNvPr id="11316" name="Group 52"/>
          <p:cNvGrpSpPr>
            <a:grpSpLocks/>
          </p:cNvGrpSpPr>
          <p:nvPr/>
        </p:nvGrpSpPr>
        <p:grpSpPr bwMode="auto">
          <a:xfrm>
            <a:off x="1331913" y="682625"/>
            <a:ext cx="2016125" cy="2133600"/>
            <a:chOff x="2744" y="663"/>
            <a:chExt cx="1270" cy="1344"/>
          </a:xfrm>
        </p:grpSpPr>
        <p:sp>
          <p:nvSpPr>
            <p:cNvPr id="11317" name="Freeform 53"/>
            <p:cNvSpPr>
              <a:spLocks/>
            </p:cNvSpPr>
            <p:nvPr/>
          </p:nvSpPr>
          <p:spPr bwMode="auto">
            <a:xfrm>
              <a:off x="3923" y="1026"/>
              <a:ext cx="46" cy="227"/>
            </a:xfrm>
            <a:custGeom>
              <a:avLst/>
              <a:gdLst>
                <a:gd name="T0" fmla="*/ 0 w 1"/>
                <a:gd name="T1" fmla="*/ 123 h 123"/>
                <a:gd name="T2" fmla="*/ 0 w 1"/>
                <a:gd name="T3" fmla="*/ 0 h 123"/>
              </a:gdLst>
              <a:ahLst/>
              <a:cxnLst>
                <a:cxn ang="0">
                  <a:pos x="T0" y="T1"/>
                </a:cxn>
                <a:cxn ang="0">
                  <a:pos x="T2" y="T3"/>
                </a:cxn>
              </a:cxnLst>
              <a:rect l="0" t="0" r="r" b="b"/>
              <a:pathLst>
                <a:path w="1" h="123">
                  <a:moveTo>
                    <a:pt x="0" y="123"/>
                  </a:moveTo>
                  <a:lnTo>
                    <a:pt x="0" y="0"/>
                  </a:lnTo>
                </a:path>
              </a:pathLst>
            </a:custGeom>
            <a:noFill/>
            <a:ln w="28575" cmpd="sng">
              <a:solidFill>
                <a:srgbClr val="FFCC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p>
          </p:txBody>
        </p:sp>
        <p:sp>
          <p:nvSpPr>
            <p:cNvPr id="11318" name="Freeform 54"/>
            <p:cNvSpPr>
              <a:spLocks/>
            </p:cNvSpPr>
            <p:nvPr/>
          </p:nvSpPr>
          <p:spPr bwMode="auto">
            <a:xfrm flipH="1">
              <a:off x="3878" y="1661"/>
              <a:ext cx="45" cy="227"/>
            </a:xfrm>
            <a:custGeom>
              <a:avLst/>
              <a:gdLst>
                <a:gd name="T0" fmla="*/ 0 w 1"/>
                <a:gd name="T1" fmla="*/ 0 h 123"/>
                <a:gd name="T2" fmla="*/ 0 w 1"/>
                <a:gd name="T3" fmla="*/ 123 h 123"/>
              </a:gdLst>
              <a:ahLst/>
              <a:cxnLst>
                <a:cxn ang="0">
                  <a:pos x="T0" y="T1"/>
                </a:cxn>
                <a:cxn ang="0">
                  <a:pos x="T2" y="T3"/>
                </a:cxn>
              </a:cxnLst>
              <a:rect l="0" t="0" r="r" b="b"/>
              <a:pathLst>
                <a:path w="1" h="123">
                  <a:moveTo>
                    <a:pt x="0" y="0"/>
                  </a:moveTo>
                  <a:lnTo>
                    <a:pt x="0" y="123"/>
                  </a:lnTo>
                </a:path>
              </a:pathLst>
            </a:custGeom>
            <a:noFill/>
            <a:ln w="28575" cmpd="sng">
              <a:solidFill>
                <a:srgbClr val="FFCC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p>
          </p:txBody>
        </p:sp>
        <p:sp>
          <p:nvSpPr>
            <p:cNvPr id="11319" name="Line 55"/>
            <p:cNvSpPr>
              <a:spLocks noChangeShapeType="1"/>
            </p:cNvSpPr>
            <p:nvPr/>
          </p:nvSpPr>
          <p:spPr bwMode="auto">
            <a:xfrm>
              <a:off x="2835" y="1026"/>
              <a:ext cx="1088" cy="0"/>
            </a:xfrm>
            <a:prstGeom prst="line">
              <a:avLst/>
            </a:prstGeom>
            <a:noFill/>
            <a:ln w="28575">
              <a:solidFill>
                <a:srgbClr val="FFCC00"/>
              </a:solidFill>
              <a:round/>
              <a:headEnd type="oval" w="med" len="me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1320" name="Text Box 56"/>
            <p:cNvSpPr txBox="1">
              <a:spLocks noChangeArrowheads="1"/>
            </p:cNvSpPr>
            <p:nvPr/>
          </p:nvSpPr>
          <p:spPr bwMode="auto">
            <a:xfrm>
              <a:off x="3243" y="1026"/>
              <a:ext cx="253"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R</a:t>
              </a:r>
            </a:p>
          </p:txBody>
        </p:sp>
        <p:sp>
          <p:nvSpPr>
            <p:cNvPr id="11321" name="Line 57"/>
            <p:cNvSpPr>
              <a:spLocks noChangeShapeType="1"/>
            </p:cNvSpPr>
            <p:nvPr/>
          </p:nvSpPr>
          <p:spPr bwMode="auto">
            <a:xfrm>
              <a:off x="2835" y="1071"/>
              <a:ext cx="288" cy="0"/>
            </a:xfrm>
            <a:prstGeom prst="line">
              <a:avLst/>
            </a:prstGeom>
            <a:noFill/>
            <a:ln w="28575">
              <a:solidFill>
                <a:srgbClr val="66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1322" name="Text Box 58"/>
            <p:cNvSpPr txBox="1">
              <a:spLocks noChangeArrowheads="1"/>
            </p:cNvSpPr>
            <p:nvPr/>
          </p:nvSpPr>
          <p:spPr bwMode="auto">
            <a:xfrm>
              <a:off x="2789" y="663"/>
              <a:ext cx="390"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i</a:t>
              </a:r>
              <a:r>
                <a:rPr kumimoji="1" lang="en-US" altLang="zh-CN" sz="2800" b="0">
                  <a:latin typeface="Times New Roman" panose="02020603050405020304" pitchFamily="18" charset="0"/>
                  <a:ea typeface="宋体" panose="02010600030101010101" pitchFamily="2" charset="-122"/>
                </a:rPr>
                <a:t>(</a:t>
              </a:r>
              <a:r>
                <a:rPr kumimoji="1" lang="en-US" altLang="zh-CN" sz="2800" b="0" i="1">
                  <a:latin typeface="Times New Roman" panose="02020603050405020304" pitchFamily="18" charset="0"/>
                  <a:ea typeface="宋体" panose="02010600030101010101" pitchFamily="2" charset="-122"/>
                </a:rPr>
                <a:t>t</a:t>
              </a:r>
              <a:r>
                <a:rPr kumimoji="1" lang="en-US" altLang="zh-CN" sz="2800" b="0">
                  <a:latin typeface="Times New Roman" panose="02020603050405020304" pitchFamily="18" charset="0"/>
                  <a:ea typeface="宋体" panose="02010600030101010101" pitchFamily="2" charset="-122"/>
                </a:rPr>
                <a:t>)</a:t>
              </a:r>
            </a:p>
          </p:txBody>
        </p:sp>
        <p:sp>
          <p:nvSpPr>
            <p:cNvPr id="11323" name="Text Box 59"/>
            <p:cNvSpPr txBox="1">
              <a:spLocks noChangeArrowheads="1"/>
            </p:cNvSpPr>
            <p:nvPr/>
          </p:nvSpPr>
          <p:spPr bwMode="auto">
            <a:xfrm>
              <a:off x="2744" y="1298"/>
              <a:ext cx="440"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u</a:t>
              </a:r>
              <a:r>
                <a:rPr kumimoji="1" lang="en-US" altLang="zh-CN" sz="2800" b="0">
                  <a:latin typeface="Times New Roman" panose="02020603050405020304" pitchFamily="18" charset="0"/>
                  <a:ea typeface="宋体" panose="02010600030101010101" pitchFamily="2" charset="-122"/>
                </a:rPr>
                <a:t>(</a:t>
              </a:r>
              <a:r>
                <a:rPr kumimoji="1" lang="en-US" altLang="zh-CN" sz="2800" b="0" i="1">
                  <a:latin typeface="Times New Roman" panose="02020603050405020304" pitchFamily="18" charset="0"/>
                  <a:ea typeface="宋体" panose="02010600030101010101" pitchFamily="2" charset="-122"/>
                </a:rPr>
                <a:t>t</a:t>
              </a:r>
              <a:r>
                <a:rPr kumimoji="1" lang="en-US" altLang="zh-CN" sz="2800" b="0">
                  <a:latin typeface="Times New Roman" panose="02020603050405020304" pitchFamily="18" charset="0"/>
                  <a:ea typeface="宋体" panose="02010600030101010101" pitchFamily="2" charset="-122"/>
                </a:rPr>
                <a:t>)</a:t>
              </a:r>
            </a:p>
          </p:txBody>
        </p:sp>
        <p:sp>
          <p:nvSpPr>
            <p:cNvPr id="11324" name="Text Box 60"/>
            <p:cNvSpPr txBox="1">
              <a:spLocks noChangeArrowheads="1"/>
            </p:cNvSpPr>
            <p:nvPr/>
          </p:nvSpPr>
          <p:spPr bwMode="auto">
            <a:xfrm>
              <a:off x="3651" y="1253"/>
              <a:ext cx="241"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L</a:t>
              </a:r>
            </a:p>
          </p:txBody>
        </p:sp>
        <p:sp>
          <p:nvSpPr>
            <p:cNvPr id="11325" name="Text Box 61"/>
            <p:cNvSpPr txBox="1">
              <a:spLocks noChangeArrowheads="1"/>
            </p:cNvSpPr>
            <p:nvPr/>
          </p:nvSpPr>
          <p:spPr bwMode="auto">
            <a:xfrm>
              <a:off x="2744" y="1026"/>
              <a:ext cx="24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a:latin typeface="Times New Roman" panose="02020603050405020304" pitchFamily="18" charset="0"/>
                  <a:ea typeface="宋体" panose="02010600030101010101" pitchFamily="2" charset="-122"/>
                </a:rPr>
                <a:t>+</a:t>
              </a:r>
            </a:p>
          </p:txBody>
        </p:sp>
        <p:sp>
          <p:nvSpPr>
            <p:cNvPr id="11326" name="Text Box 62"/>
            <p:cNvSpPr txBox="1">
              <a:spLocks noChangeArrowheads="1"/>
            </p:cNvSpPr>
            <p:nvPr/>
          </p:nvSpPr>
          <p:spPr bwMode="auto">
            <a:xfrm>
              <a:off x="2744" y="1570"/>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a:latin typeface="宋体" panose="02010600030101010101" pitchFamily="2" charset="-122"/>
                  <a:ea typeface="宋体" panose="02010600030101010101" pitchFamily="2" charset="-122"/>
                </a:rPr>
                <a:t>-</a:t>
              </a:r>
              <a:endParaRPr kumimoji="1" lang="en-US" altLang="zh-CN" sz="2800" b="0">
                <a:ea typeface="宋体" panose="02010600030101010101" pitchFamily="2" charset="-122"/>
              </a:endParaRPr>
            </a:p>
          </p:txBody>
        </p:sp>
        <p:sp>
          <p:nvSpPr>
            <p:cNvPr id="11327" name="Line 63"/>
            <p:cNvSpPr>
              <a:spLocks noChangeShapeType="1"/>
            </p:cNvSpPr>
            <p:nvPr/>
          </p:nvSpPr>
          <p:spPr bwMode="auto">
            <a:xfrm flipH="1">
              <a:off x="2835" y="1888"/>
              <a:ext cx="499" cy="0"/>
            </a:xfrm>
            <a:prstGeom prst="line">
              <a:avLst/>
            </a:prstGeom>
            <a:noFill/>
            <a:ln w="28575">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11328" name="Line 64"/>
            <p:cNvSpPr>
              <a:spLocks noChangeShapeType="1"/>
            </p:cNvSpPr>
            <p:nvPr/>
          </p:nvSpPr>
          <p:spPr bwMode="auto">
            <a:xfrm>
              <a:off x="3424" y="1888"/>
              <a:ext cx="499"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11329" name="Text Box 65"/>
            <p:cNvSpPr txBox="1">
              <a:spLocks noChangeArrowheads="1"/>
            </p:cNvSpPr>
            <p:nvPr/>
          </p:nvSpPr>
          <p:spPr bwMode="auto">
            <a:xfrm>
              <a:off x="3379" y="1570"/>
              <a:ext cx="31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i="1">
                  <a:latin typeface="Times New Roman" panose="02020603050405020304" pitchFamily="18" charset="0"/>
                  <a:ea typeface="仿宋_GB2312" pitchFamily="49" charset="-122"/>
                </a:rPr>
                <a:t>C</a:t>
              </a:r>
            </a:p>
          </p:txBody>
        </p:sp>
        <p:sp>
          <p:nvSpPr>
            <p:cNvPr id="11330" name="Rectangle 66"/>
            <p:cNvSpPr>
              <a:spLocks noChangeArrowheads="1"/>
            </p:cNvSpPr>
            <p:nvPr/>
          </p:nvSpPr>
          <p:spPr bwMode="auto">
            <a:xfrm>
              <a:off x="3198" y="935"/>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11331" name="Group 67"/>
            <p:cNvGrpSpPr>
              <a:grpSpLocks/>
            </p:cNvGrpSpPr>
            <p:nvPr/>
          </p:nvGrpSpPr>
          <p:grpSpPr bwMode="auto">
            <a:xfrm rot="5400000">
              <a:off x="3469" y="1162"/>
              <a:ext cx="499" cy="590"/>
              <a:chOff x="476" y="663"/>
              <a:chExt cx="771" cy="862"/>
            </a:xfrm>
          </p:grpSpPr>
          <p:sp>
            <p:nvSpPr>
              <p:cNvPr id="11332" name="AutoShape 68"/>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1333" name="AutoShape 69"/>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1334" name="AutoShape 70"/>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grpSp>
          <p:nvGrpSpPr>
            <p:cNvPr id="11335" name="Group 71"/>
            <p:cNvGrpSpPr>
              <a:grpSpLocks/>
            </p:cNvGrpSpPr>
            <p:nvPr/>
          </p:nvGrpSpPr>
          <p:grpSpPr bwMode="auto">
            <a:xfrm rot="5400000">
              <a:off x="3243" y="1842"/>
              <a:ext cx="240" cy="90"/>
              <a:chOff x="4604" y="2478"/>
              <a:chExt cx="240" cy="90"/>
            </a:xfrm>
          </p:grpSpPr>
          <p:sp>
            <p:nvSpPr>
              <p:cNvPr id="11336" name="Line 72"/>
              <p:cNvSpPr>
                <a:spLocks noChangeShapeType="1"/>
              </p:cNvSpPr>
              <p:nvPr/>
            </p:nvSpPr>
            <p:spPr bwMode="auto">
              <a:xfrm>
                <a:off x="4604" y="2478"/>
                <a:ext cx="240" cy="0"/>
              </a:xfrm>
              <a:prstGeom prst="line">
                <a:avLst/>
              </a:prstGeom>
              <a:noFill/>
              <a:ln w="5715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1337" name="Line 73"/>
              <p:cNvSpPr>
                <a:spLocks noChangeShapeType="1"/>
              </p:cNvSpPr>
              <p:nvPr/>
            </p:nvSpPr>
            <p:spPr bwMode="auto">
              <a:xfrm>
                <a:off x="4604" y="2568"/>
                <a:ext cx="240" cy="0"/>
              </a:xfrm>
              <a:prstGeom prst="line">
                <a:avLst/>
              </a:prstGeom>
              <a:noFill/>
              <a:ln w="5715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grpSp>
      <p:sp>
        <p:nvSpPr>
          <p:cNvPr id="11340" name="Text Box 76"/>
          <p:cNvSpPr txBox="1">
            <a:spLocks noChangeArrowheads="1"/>
          </p:cNvSpPr>
          <p:nvPr/>
        </p:nvSpPr>
        <p:spPr bwMode="auto">
          <a:xfrm>
            <a:off x="800637" y="3577249"/>
            <a:ext cx="264687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3200" b="0" dirty="0">
                <a:solidFill>
                  <a:srgbClr val="FF0000"/>
                </a:solidFill>
                <a:latin typeface="Times New Roman" panose="02020603050405020304" pitchFamily="18" charset="0"/>
                <a:ea typeface="华文行楷" panose="02010800040101010101" pitchFamily="2" charset="-122"/>
              </a:rPr>
              <a:t>相量法的优点</a:t>
            </a:r>
          </a:p>
        </p:txBody>
      </p:sp>
    </p:spTree>
    <p:extLst>
      <p:ext uri="{BB962C8B-B14F-4D97-AF65-F5344CB8AC3E}">
        <p14:creationId xmlns:p14="http://schemas.microsoft.com/office/powerpoint/2010/main" val="27147559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withEffect">
                                  <p:stCondLst>
                                    <p:cond delay="0"/>
                                  </p:stCondLst>
                                  <p:childTnLst>
                                    <p:set>
                                      <p:cBhvr>
                                        <p:cTn id="6" dur="1" fill="hold">
                                          <p:stCondLst>
                                            <p:cond delay="0"/>
                                          </p:stCondLst>
                                        </p:cTn>
                                        <p:tgtEl>
                                          <p:spTgt spid="11266"/>
                                        </p:tgtEl>
                                        <p:attrNameLst>
                                          <p:attrName>style.visibility</p:attrName>
                                        </p:attrNameLst>
                                      </p:cBhvr>
                                      <p:to>
                                        <p:strVal val="visible"/>
                                      </p:to>
                                    </p:set>
                                    <p:anim calcmode="lin" valueType="num">
                                      <p:cBhvr>
                                        <p:cTn id="7" dur="1000" fill="hold"/>
                                        <p:tgtEl>
                                          <p:spTgt spid="11266"/>
                                        </p:tgtEl>
                                        <p:attrNameLst>
                                          <p:attrName>ppt_w</p:attrName>
                                        </p:attrNameLst>
                                      </p:cBhvr>
                                      <p:tavLst>
                                        <p:tav tm="0">
                                          <p:val>
                                            <p:fltVal val="0"/>
                                          </p:val>
                                        </p:tav>
                                        <p:tav tm="100000">
                                          <p:val>
                                            <p:strVal val="#ppt_w"/>
                                          </p:val>
                                        </p:tav>
                                      </p:tavLst>
                                    </p:anim>
                                    <p:anim calcmode="lin" valueType="num">
                                      <p:cBhvr>
                                        <p:cTn id="8" dur="1000" fill="hold"/>
                                        <p:tgtEl>
                                          <p:spTgt spid="11266"/>
                                        </p:tgtEl>
                                        <p:attrNameLst>
                                          <p:attrName>ppt_h</p:attrName>
                                        </p:attrNameLst>
                                      </p:cBhvr>
                                      <p:tavLst>
                                        <p:tav tm="0">
                                          <p:val>
                                            <p:fltVal val="0"/>
                                          </p:val>
                                        </p:tav>
                                        <p:tav tm="100000">
                                          <p:val>
                                            <p:strVal val="#ppt_h"/>
                                          </p:val>
                                        </p:tav>
                                      </p:tavLst>
                                    </p:anim>
                                    <p:anim calcmode="lin" valueType="num">
                                      <p:cBhvr>
                                        <p:cTn id="9" dur="1000" fill="hold"/>
                                        <p:tgtEl>
                                          <p:spTgt spid="11266"/>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1266"/>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3" presetClass="entr" presetSubtype="10" fill="hold" nodeType="afterEffect">
                                  <p:stCondLst>
                                    <p:cond delay="0"/>
                                  </p:stCondLst>
                                  <p:childTnLst>
                                    <p:set>
                                      <p:cBhvr>
                                        <p:cTn id="13" dur="1" fill="hold">
                                          <p:stCondLst>
                                            <p:cond delay="0"/>
                                          </p:stCondLst>
                                        </p:cTn>
                                        <p:tgtEl>
                                          <p:spTgt spid="11316"/>
                                        </p:tgtEl>
                                        <p:attrNameLst>
                                          <p:attrName>style.visibility</p:attrName>
                                        </p:attrNameLst>
                                      </p:cBhvr>
                                      <p:to>
                                        <p:strVal val="visible"/>
                                      </p:to>
                                    </p:set>
                                    <p:animEffect transition="in" filter="blinds(horizontal)">
                                      <p:cBhvr>
                                        <p:cTn id="14" dur="500"/>
                                        <p:tgtEl>
                                          <p:spTgt spid="11316"/>
                                        </p:tgtEl>
                                      </p:cBhvr>
                                    </p:animEffect>
                                  </p:childTnLst>
                                </p:cTn>
                              </p:par>
                            </p:childTnLst>
                          </p:cTn>
                        </p:par>
                        <p:par>
                          <p:cTn id="15" fill="hold" nodeType="afterGroup">
                            <p:stCondLst>
                              <p:cond delay="1500"/>
                            </p:stCondLst>
                            <p:childTnLst>
                              <p:par>
                                <p:cTn id="16" presetID="4" presetClass="entr" presetSubtype="32" fill="hold" nodeType="afterEffect">
                                  <p:stCondLst>
                                    <p:cond delay="0"/>
                                  </p:stCondLst>
                                  <p:childTnLst>
                                    <p:set>
                                      <p:cBhvr>
                                        <p:cTn id="17" dur="1" fill="hold">
                                          <p:stCondLst>
                                            <p:cond delay="0"/>
                                          </p:stCondLst>
                                        </p:cTn>
                                        <p:tgtEl>
                                          <p:spTgt spid="11293"/>
                                        </p:tgtEl>
                                        <p:attrNameLst>
                                          <p:attrName>style.visibility</p:attrName>
                                        </p:attrNameLst>
                                      </p:cBhvr>
                                      <p:to>
                                        <p:strVal val="visible"/>
                                      </p:to>
                                    </p:set>
                                    <p:animEffect transition="in" filter="box(out)">
                                      <p:cBhvr>
                                        <p:cTn id="18" dur="500"/>
                                        <p:tgtEl>
                                          <p:spTgt spid="1129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11294"/>
                                        </p:tgtEl>
                                        <p:attrNameLst>
                                          <p:attrName>style.visibility</p:attrName>
                                        </p:attrNameLst>
                                      </p:cBhvr>
                                      <p:to>
                                        <p:strVal val="visible"/>
                                      </p:to>
                                    </p:set>
                                    <p:animEffect transition="in" filter="wipe(left)">
                                      <p:cBhvr>
                                        <p:cTn id="23" dur="2000"/>
                                        <p:tgtEl>
                                          <p:spTgt spid="1129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11297"/>
                                        </p:tgtEl>
                                        <p:attrNameLst>
                                          <p:attrName>style.visibility</p:attrName>
                                        </p:attrNameLst>
                                      </p:cBhvr>
                                      <p:to>
                                        <p:strVal val="visible"/>
                                      </p:to>
                                    </p:set>
                                    <p:anim calcmode="lin" valueType="num">
                                      <p:cBhvr additive="base">
                                        <p:cTn id="28" dur="500" fill="hold"/>
                                        <p:tgtEl>
                                          <p:spTgt spid="11297"/>
                                        </p:tgtEl>
                                        <p:attrNameLst>
                                          <p:attrName>ppt_x</p:attrName>
                                        </p:attrNameLst>
                                      </p:cBhvr>
                                      <p:tavLst>
                                        <p:tav tm="0">
                                          <p:val>
                                            <p:strVal val="0-#ppt_w/2"/>
                                          </p:val>
                                        </p:tav>
                                        <p:tav tm="100000">
                                          <p:val>
                                            <p:strVal val="#ppt_x"/>
                                          </p:val>
                                        </p:tav>
                                      </p:tavLst>
                                    </p:anim>
                                    <p:anim calcmode="lin" valueType="num">
                                      <p:cBhvr additive="base">
                                        <p:cTn id="29" dur="500" fill="hold"/>
                                        <p:tgtEl>
                                          <p:spTgt spid="11297"/>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11298"/>
                                        </p:tgtEl>
                                        <p:attrNameLst>
                                          <p:attrName>style.visibility</p:attrName>
                                        </p:attrNameLst>
                                      </p:cBhvr>
                                      <p:to>
                                        <p:strVal val="visible"/>
                                      </p:to>
                                    </p:set>
                                    <p:animEffect transition="in" filter="wipe(left)">
                                      <p:cBhvr>
                                        <p:cTn id="34" dur="2000"/>
                                        <p:tgtEl>
                                          <p:spTgt spid="11298"/>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34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1300"/>
                                        </p:tgtEl>
                                        <p:attrNameLst>
                                          <p:attrName>style.visibility</p:attrName>
                                        </p:attrNameLst>
                                      </p:cBhvr>
                                      <p:to>
                                        <p:strVal val="visible"/>
                                      </p:to>
                                    </p:set>
                                    <p:animEffect transition="in" filter="wipe(left)">
                                      <p:cBhvr>
                                        <p:cTn id="43" dur="2000"/>
                                        <p:tgtEl>
                                          <p:spTgt spid="11300"/>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1301"/>
                                        </p:tgtEl>
                                        <p:attrNameLst>
                                          <p:attrName>style.visibility</p:attrName>
                                        </p:attrNameLst>
                                      </p:cBhvr>
                                      <p:to>
                                        <p:strVal val="visible"/>
                                      </p:to>
                                    </p:set>
                                    <p:animEffect transition="in" filter="wipe(left)">
                                      <p:cBhvr>
                                        <p:cTn id="48" dur="2000"/>
                                        <p:tgtEl>
                                          <p:spTgt spid="11301"/>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1302"/>
                                        </p:tgtEl>
                                        <p:attrNameLst>
                                          <p:attrName>style.visibility</p:attrName>
                                        </p:attrNameLst>
                                      </p:cBhvr>
                                      <p:to>
                                        <p:strVal val="visible"/>
                                      </p:to>
                                    </p:set>
                                    <p:animEffect transition="in" filter="wipe(left)">
                                      <p:cBhvr>
                                        <p:cTn id="53" dur="2000"/>
                                        <p:tgtEl>
                                          <p:spTgt spid="113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p:bldP spid="11297" grpId="0"/>
      <p:bldP spid="11300" grpId="0"/>
      <p:bldP spid="11301" grpId="0"/>
      <p:bldP spid="11302" grpId="0"/>
      <p:bldP spid="1134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p:cNvSpPr txBox="1">
            <a:spLocks noChangeArrowheads="1"/>
          </p:cNvSpPr>
          <p:nvPr/>
        </p:nvSpPr>
        <p:spPr bwMode="auto">
          <a:xfrm>
            <a:off x="184150" y="146050"/>
            <a:ext cx="33083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a:solidFill>
                  <a:srgbClr val="FF0000"/>
                </a:solidFill>
                <a:latin typeface="Times New Roman" panose="02020603050405020304" pitchFamily="18" charset="0"/>
              </a:rPr>
              <a:t>6.  </a:t>
            </a:r>
            <a:r>
              <a:rPr kumimoji="1" lang="zh-CN" altLang="en-US" sz="2400" b="1">
                <a:solidFill>
                  <a:srgbClr val="FF0000"/>
                </a:solidFill>
                <a:latin typeface="Times New Roman" panose="02020603050405020304" pitchFamily="18" charset="0"/>
              </a:rPr>
              <a:t>相量法的应用</a:t>
            </a:r>
          </a:p>
        </p:txBody>
      </p:sp>
      <p:sp>
        <p:nvSpPr>
          <p:cNvPr id="49155" name="Text Box 3"/>
          <p:cNvSpPr txBox="1">
            <a:spLocks noChangeArrowheads="1"/>
          </p:cNvSpPr>
          <p:nvPr/>
        </p:nvSpPr>
        <p:spPr bwMode="auto">
          <a:xfrm>
            <a:off x="468313" y="692150"/>
            <a:ext cx="65595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latin typeface="Times New Roman" panose="02020603050405020304" pitchFamily="18" charset="0"/>
              </a:rPr>
              <a:t>求解正弦电流电路的</a:t>
            </a:r>
            <a:r>
              <a:rPr kumimoji="1" lang="zh-CN" altLang="en-US" sz="2400" b="1">
                <a:solidFill>
                  <a:srgbClr val="FF0000"/>
                </a:solidFill>
                <a:latin typeface="Times New Roman" panose="02020603050405020304" pitchFamily="18" charset="0"/>
              </a:rPr>
              <a:t>稳态解</a:t>
            </a:r>
            <a:r>
              <a:rPr kumimoji="1" lang="en-US" altLang="zh-CN" sz="2400" b="1">
                <a:latin typeface="Times New Roman" panose="02020603050405020304" pitchFamily="18" charset="0"/>
              </a:rPr>
              <a:t>(</a:t>
            </a:r>
            <a:r>
              <a:rPr kumimoji="1" lang="zh-CN" altLang="en-US" sz="2400" b="1">
                <a:latin typeface="Times New Roman" panose="02020603050405020304" pitchFamily="18" charset="0"/>
              </a:rPr>
              <a:t>微分方程的特解</a:t>
            </a:r>
            <a:r>
              <a:rPr kumimoji="1" lang="en-US" altLang="zh-CN" sz="2400" b="1">
                <a:latin typeface="Times New Roman" panose="02020603050405020304" pitchFamily="18" charset="0"/>
              </a:rPr>
              <a:t>)</a:t>
            </a:r>
            <a:r>
              <a:rPr kumimoji="1" lang="zh-CN" altLang="en-US" sz="2400" b="1">
                <a:latin typeface="Times New Roman" panose="02020603050405020304" pitchFamily="18" charset="0"/>
              </a:rPr>
              <a:t>。 </a:t>
            </a:r>
          </a:p>
        </p:txBody>
      </p:sp>
      <p:sp>
        <p:nvSpPr>
          <p:cNvPr id="49156" name="Text Box 4"/>
          <p:cNvSpPr txBox="1">
            <a:spLocks noChangeArrowheads="1"/>
          </p:cNvSpPr>
          <p:nvPr/>
        </p:nvSpPr>
        <p:spPr bwMode="auto">
          <a:xfrm>
            <a:off x="468313" y="1341438"/>
            <a:ext cx="642937"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solidFill>
                  <a:srgbClr val="0000FF"/>
                </a:solidFill>
                <a:latin typeface="Times New Roman" panose="02020603050405020304" pitchFamily="18" charset="0"/>
              </a:rPr>
              <a:t>例</a:t>
            </a:r>
            <a:r>
              <a:rPr kumimoji="1" lang="en-US" altLang="zh-CN" sz="2400" b="1">
                <a:solidFill>
                  <a:srgbClr val="0000FF"/>
                </a:solidFill>
                <a:latin typeface="Times New Roman" panose="02020603050405020304" pitchFamily="18" charset="0"/>
              </a:rPr>
              <a:t>4</a:t>
            </a:r>
          </a:p>
        </p:txBody>
      </p:sp>
      <p:graphicFrame>
        <p:nvGraphicFramePr>
          <p:cNvPr id="49157" name="Object 5"/>
          <p:cNvGraphicFramePr>
            <a:graphicFrameLocks noChangeAspect="1"/>
          </p:cNvGraphicFramePr>
          <p:nvPr/>
        </p:nvGraphicFramePr>
        <p:xfrm>
          <a:off x="3763963" y="1257300"/>
          <a:ext cx="2868612" cy="455613"/>
        </p:xfrm>
        <a:graphic>
          <a:graphicData uri="http://schemas.openxmlformats.org/presentationml/2006/ole">
            <mc:AlternateContent xmlns:mc="http://schemas.openxmlformats.org/markup-compatibility/2006">
              <mc:Choice xmlns:v="urn:schemas-microsoft-com:vml" Requires="v">
                <p:oleObj spid="_x0000_s56478" name="Equation" r:id="rId4" imgW="1434960" imgH="228600" progId="Equation.3">
                  <p:embed/>
                </p:oleObj>
              </mc:Choice>
              <mc:Fallback>
                <p:oleObj name="Equation" r:id="rId4" imgW="1434960" imgH="228600" progId="Equation.3">
                  <p:embed/>
                  <p:pic>
                    <p:nvPicPr>
                      <p:cNvPr id="4915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63963" y="1257300"/>
                        <a:ext cx="2868612" cy="455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158" name="Text Box 6"/>
          <p:cNvSpPr txBox="1">
            <a:spLocks noChangeArrowheads="1"/>
          </p:cNvSpPr>
          <p:nvPr/>
        </p:nvSpPr>
        <p:spPr bwMode="auto">
          <a:xfrm>
            <a:off x="6735763" y="1714500"/>
            <a:ext cx="2012950" cy="822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latin typeface="Times New Roman" panose="02020603050405020304" pitchFamily="18" charset="0"/>
              </a:rPr>
              <a:t>一阶常系数</a:t>
            </a:r>
          </a:p>
          <a:p>
            <a:pPr algn="l">
              <a:spcBef>
                <a:spcPct val="0"/>
              </a:spcBef>
            </a:pPr>
            <a:r>
              <a:rPr kumimoji="1" lang="zh-CN" altLang="en-US" sz="2400" b="1">
                <a:latin typeface="Times New Roman" panose="02020603050405020304" pitchFamily="18" charset="0"/>
              </a:rPr>
              <a:t>线性微分方程</a:t>
            </a:r>
          </a:p>
        </p:txBody>
      </p:sp>
      <p:sp>
        <p:nvSpPr>
          <p:cNvPr id="49159" name="Text Box 7"/>
          <p:cNvSpPr txBox="1">
            <a:spLocks noChangeArrowheads="1"/>
          </p:cNvSpPr>
          <p:nvPr/>
        </p:nvSpPr>
        <p:spPr bwMode="auto">
          <a:xfrm>
            <a:off x="3924300" y="2781300"/>
            <a:ext cx="4849813"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latin typeface="Times New Roman" panose="02020603050405020304" pitchFamily="18" charset="0"/>
              </a:rPr>
              <a:t>自由分量</a:t>
            </a:r>
            <a:r>
              <a:rPr kumimoji="1" lang="en-US" altLang="zh-CN" sz="2400" b="1">
                <a:latin typeface="Times New Roman" panose="02020603050405020304" pitchFamily="18" charset="0"/>
              </a:rPr>
              <a:t>(</a:t>
            </a:r>
            <a:r>
              <a:rPr kumimoji="1" lang="zh-CN" altLang="en-US" sz="2400" b="1">
                <a:latin typeface="Times New Roman" panose="02020603050405020304" pitchFamily="18" charset="0"/>
              </a:rPr>
              <a:t>齐次方程通解</a:t>
            </a:r>
            <a:r>
              <a:rPr kumimoji="1" lang="en-US" altLang="zh-CN" sz="2400" b="1">
                <a:latin typeface="Times New Roman" panose="02020603050405020304" pitchFamily="18" charset="0"/>
              </a:rPr>
              <a:t>)</a:t>
            </a:r>
            <a:r>
              <a:rPr kumimoji="1" lang="zh-CN" altLang="en-US" sz="2400" b="1">
                <a:latin typeface="Times New Roman" panose="02020603050405020304" pitchFamily="18" charset="0"/>
              </a:rPr>
              <a:t>： </a:t>
            </a:r>
            <a:r>
              <a:rPr kumimoji="1" lang="en-US" altLang="zh-CN" sz="2400" b="1" i="1">
                <a:latin typeface="Times New Roman" panose="02020603050405020304" pitchFamily="18" charset="0"/>
              </a:rPr>
              <a:t>A</a:t>
            </a:r>
            <a:r>
              <a:rPr kumimoji="1" lang="en-US" altLang="zh-CN" sz="2400" b="1">
                <a:latin typeface="Times New Roman" panose="02020603050405020304" pitchFamily="18" charset="0"/>
              </a:rPr>
              <a:t>e</a:t>
            </a:r>
            <a:r>
              <a:rPr kumimoji="1" lang="en-US" altLang="zh-CN" sz="2400" b="1" i="1" baseline="30000">
                <a:latin typeface="宋体" panose="02010600030101010101" pitchFamily="2" charset="-122"/>
              </a:rPr>
              <a:t>-(</a:t>
            </a:r>
            <a:r>
              <a:rPr kumimoji="1" lang="en-US" altLang="zh-CN" sz="2400" b="1" i="1" baseline="30000">
                <a:latin typeface="Times New Roman" panose="02020603050405020304" pitchFamily="18" charset="0"/>
              </a:rPr>
              <a:t>R/L) t</a:t>
            </a:r>
            <a:endParaRPr kumimoji="1" lang="en-US" altLang="zh-CN" sz="2400" b="1" baseline="30000">
              <a:latin typeface="Times New Roman" panose="02020603050405020304" pitchFamily="18" charset="0"/>
            </a:endParaRPr>
          </a:p>
        </p:txBody>
      </p:sp>
      <p:sp>
        <p:nvSpPr>
          <p:cNvPr id="49160" name="Rectangle 8"/>
          <p:cNvSpPr>
            <a:spLocks noChangeArrowheads="1"/>
          </p:cNvSpPr>
          <p:nvPr/>
        </p:nvSpPr>
        <p:spPr bwMode="auto">
          <a:xfrm>
            <a:off x="3941763" y="3348038"/>
            <a:ext cx="420687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latin typeface="Times New Roman" panose="02020603050405020304" pitchFamily="18" charset="0"/>
              </a:rPr>
              <a:t>强制分量</a:t>
            </a:r>
            <a:r>
              <a:rPr kumimoji="1" lang="en-US" altLang="zh-CN" sz="2400" b="1">
                <a:latin typeface="Times New Roman" panose="02020603050405020304" pitchFamily="18" charset="0"/>
              </a:rPr>
              <a:t>(</a:t>
            </a:r>
            <a:r>
              <a:rPr kumimoji="1" lang="zh-CN" altLang="en-US" sz="2400" b="1">
                <a:latin typeface="Times New Roman" panose="02020603050405020304" pitchFamily="18" charset="0"/>
              </a:rPr>
              <a:t>特解</a:t>
            </a:r>
            <a:r>
              <a:rPr kumimoji="1" lang="en-US" altLang="zh-CN" sz="2400" b="1">
                <a:latin typeface="Times New Roman" panose="02020603050405020304" pitchFamily="18" charset="0"/>
              </a:rPr>
              <a:t>)</a:t>
            </a:r>
            <a:r>
              <a:rPr kumimoji="1" lang="zh-CN" altLang="en-US" sz="2400" b="1">
                <a:latin typeface="Times New Roman" panose="02020603050405020304" pitchFamily="18" charset="0"/>
              </a:rPr>
              <a:t>：</a:t>
            </a:r>
            <a:r>
              <a:rPr kumimoji="1" lang="en-US" altLang="zh-CN" sz="2400" b="1" i="1">
                <a:latin typeface="Times New Roman" panose="02020603050405020304" pitchFamily="18" charset="0"/>
              </a:rPr>
              <a:t>I</a:t>
            </a:r>
            <a:r>
              <a:rPr kumimoji="1" lang="en-US" altLang="zh-CN" sz="2400" b="1" baseline="-25000">
                <a:latin typeface="Times New Roman" panose="02020603050405020304" pitchFamily="18" charset="0"/>
              </a:rPr>
              <a:t>m</a:t>
            </a:r>
            <a:r>
              <a:rPr kumimoji="1" lang="en-US" altLang="zh-CN" sz="2400" b="1">
                <a:latin typeface="Times New Roman" panose="02020603050405020304" pitchFamily="18" charset="0"/>
              </a:rPr>
              <a:t>sin(</a:t>
            </a: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r>
              <a:rPr kumimoji="1" lang="en-US" altLang="zh-CN" sz="2400" b="1" i="1">
                <a:latin typeface="Symbol" panose="05050102010706020507" pitchFamily="18" charset="2"/>
              </a:rPr>
              <a:t>y</a:t>
            </a:r>
            <a:r>
              <a:rPr kumimoji="1" lang="en-US" altLang="zh-CN" sz="2400" b="1" i="1" baseline="-25000">
                <a:latin typeface="Times New Roman" panose="02020603050405020304" pitchFamily="18" charset="0"/>
              </a:rPr>
              <a:t>i</a:t>
            </a:r>
            <a:r>
              <a:rPr kumimoji="1" lang="en-US" altLang="zh-CN" sz="2400" b="1">
                <a:latin typeface="Times New Roman" panose="02020603050405020304" pitchFamily="18" charset="0"/>
              </a:rPr>
              <a:t>)</a:t>
            </a:r>
          </a:p>
        </p:txBody>
      </p:sp>
      <p:graphicFrame>
        <p:nvGraphicFramePr>
          <p:cNvPr id="49161" name="Object 9"/>
          <p:cNvGraphicFramePr>
            <a:graphicFrameLocks noChangeAspect="1"/>
          </p:cNvGraphicFramePr>
          <p:nvPr/>
        </p:nvGraphicFramePr>
        <p:xfrm>
          <a:off x="955675" y="4216400"/>
          <a:ext cx="7215188" cy="1047750"/>
        </p:xfrm>
        <a:graphic>
          <a:graphicData uri="http://schemas.openxmlformats.org/presentationml/2006/ole">
            <mc:AlternateContent xmlns:mc="http://schemas.openxmlformats.org/markup-compatibility/2006">
              <mc:Choice xmlns:v="urn:schemas-microsoft-com:vml" Requires="v">
                <p:oleObj spid="_x0000_s56479" name="公式" r:id="rId6" imgW="3581280" imgH="520560" progId="Equation.3">
                  <p:embed/>
                </p:oleObj>
              </mc:Choice>
              <mc:Fallback>
                <p:oleObj name="公式" r:id="rId6" imgW="3581280" imgH="520560" progId="Equation.3">
                  <p:embed/>
                  <p:pic>
                    <p:nvPicPr>
                      <p:cNvPr id="49161"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5675" y="4216400"/>
                        <a:ext cx="7215188" cy="1047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9162" name="Group 10"/>
          <p:cNvGrpSpPr>
            <a:grpSpLocks/>
          </p:cNvGrpSpPr>
          <p:nvPr/>
        </p:nvGrpSpPr>
        <p:grpSpPr bwMode="auto">
          <a:xfrm>
            <a:off x="1020763" y="1181100"/>
            <a:ext cx="2163762" cy="1676400"/>
            <a:chOff x="807" y="720"/>
            <a:chExt cx="1363" cy="1056"/>
          </a:xfrm>
        </p:grpSpPr>
        <p:sp>
          <p:nvSpPr>
            <p:cNvPr id="49163" name="Freeform 11"/>
            <p:cNvSpPr>
              <a:spLocks/>
            </p:cNvSpPr>
            <p:nvPr/>
          </p:nvSpPr>
          <p:spPr bwMode="auto">
            <a:xfrm>
              <a:off x="1869" y="1125"/>
              <a:ext cx="1" cy="123"/>
            </a:xfrm>
            <a:custGeom>
              <a:avLst/>
              <a:gdLst>
                <a:gd name="T0" fmla="*/ 0 w 1"/>
                <a:gd name="T1" fmla="*/ 123 h 123"/>
                <a:gd name="T2" fmla="*/ 0 w 1"/>
                <a:gd name="T3" fmla="*/ 0 h 123"/>
              </a:gdLst>
              <a:ahLst/>
              <a:cxnLst>
                <a:cxn ang="0">
                  <a:pos x="T0" y="T1"/>
                </a:cxn>
                <a:cxn ang="0">
                  <a:pos x="T2" y="T3"/>
                </a:cxn>
              </a:cxnLst>
              <a:rect l="0" t="0" r="r" b="b"/>
              <a:pathLst>
                <a:path w="1" h="123">
                  <a:moveTo>
                    <a:pt x="0" y="123"/>
                  </a:moveTo>
                  <a:lnTo>
                    <a:pt x="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164" name="Freeform 12"/>
            <p:cNvSpPr>
              <a:spLocks/>
            </p:cNvSpPr>
            <p:nvPr/>
          </p:nvSpPr>
          <p:spPr bwMode="auto">
            <a:xfrm>
              <a:off x="1872" y="1632"/>
              <a:ext cx="1" cy="123"/>
            </a:xfrm>
            <a:custGeom>
              <a:avLst/>
              <a:gdLst>
                <a:gd name="T0" fmla="*/ 0 w 1"/>
                <a:gd name="T1" fmla="*/ 0 h 123"/>
                <a:gd name="T2" fmla="*/ 0 w 1"/>
                <a:gd name="T3" fmla="*/ 123 h 123"/>
              </a:gdLst>
              <a:ahLst/>
              <a:cxnLst>
                <a:cxn ang="0">
                  <a:pos x="T0" y="T1"/>
                </a:cxn>
                <a:cxn ang="0">
                  <a:pos x="T2" y="T3"/>
                </a:cxn>
              </a:cxnLst>
              <a:rect l="0" t="0" r="r" b="b"/>
              <a:pathLst>
                <a:path w="1" h="123">
                  <a:moveTo>
                    <a:pt x="0" y="0"/>
                  </a:moveTo>
                  <a:lnTo>
                    <a:pt x="0" y="123"/>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9165" name="Line 13"/>
            <p:cNvSpPr>
              <a:spLocks noChangeShapeType="1"/>
            </p:cNvSpPr>
            <p:nvPr/>
          </p:nvSpPr>
          <p:spPr bwMode="auto">
            <a:xfrm>
              <a:off x="960" y="1128"/>
              <a:ext cx="91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66" name="Line 14"/>
            <p:cNvSpPr>
              <a:spLocks noChangeShapeType="1"/>
            </p:cNvSpPr>
            <p:nvPr/>
          </p:nvSpPr>
          <p:spPr bwMode="auto">
            <a:xfrm>
              <a:off x="960" y="1752"/>
              <a:ext cx="91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67" name="Rectangle 15"/>
            <p:cNvSpPr>
              <a:spLocks noChangeArrowheads="1"/>
            </p:cNvSpPr>
            <p:nvPr/>
          </p:nvSpPr>
          <p:spPr bwMode="auto">
            <a:xfrm rot="-5400000">
              <a:off x="1433" y="967"/>
              <a:ext cx="120" cy="29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9168" name="Text Box 16"/>
            <p:cNvSpPr txBox="1">
              <a:spLocks noChangeArrowheads="1"/>
            </p:cNvSpPr>
            <p:nvPr/>
          </p:nvSpPr>
          <p:spPr bwMode="auto">
            <a:xfrm>
              <a:off x="1361" y="816"/>
              <a:ext cx="24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R</a:t>
              </a:r>
            </a:p>
          </p:txBody>
        </p:sp>
        <p:sp>
          <p:nvSpPr>
            <p:cNvPr id="49169" name="Line 17"/>
            <p:cNvSpPr>
              <a:spLocks noChangeShapeType="1"/>
            </p:cNvSpPr>
            <p:nvPr/>
          </p:nvSpPr>
          <p:spPr bwMode="auto">
            <a:xfrm>
              <a:off x="960" y="1008"/>
              <a:ext cx="288" cy="0"/>
            </a:xfrm>
            <a:prstGeom prst="line">
              <a:avLst/>
            </a:prstGeom>
            <a:noFill/>
            <a:ln w="952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70" name="Text Box 18"/>
            <p:cNvSpPr txBox="1">
              <a:spLocks noChangeArrowheads="1"/>
            </p:cNvSpPr>
            <p:nvPr/>
          </p:nvSpPr>
          <p:spPr bwMode="auto">
            <a:xfrm>
              <a:off x="912" y="720"/>
              <a:ext cx="35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i</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p>
          </p:txBody>
        </p:sp>
        <p:sp>
          <p:nvSpPr>
            <p:cNvPr id="49171" name="Text Box 19"/>
            <p:cNvSpPr txBox="1">
              <a:spLocks noChangeArrowheads="1"/>
            </p:cNvSpPr>
            <p:nvPr/>
          </p:nvSpPr>
          <p:spPr bwMode="auto">
            <a:xfrm>
              <a:off x="807" y="1296"/>
              <a:ext cx="40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u</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p>
          </p:txBody>
        </p:sp>
        <p:sp>
          <p:nvSpPr>
            <p:cNvPr id="49172" name="Text Box 20"/>
            <p:cNvSpPr txBox="1">
              <a:spLocks noChangeArrowheads="1"/>
            </p:cNvSpPr>
            <p:nvPr/>
          </p:nvSpPr>
          <p:spPr bwMode="auto">
            <a:xfrm>
              <a:off x="1937" y="1296"/>
              <a:ext cx="23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L</a:t>
              </a:r>
            </a:p>
          </p:txBody>
        </p:sp>
        <p:grpSp>
          <p:nvGrpSpPr>
            <p:cNvPr id="49173" name="Group 21"/>
            <p:cNvGrpSpPr>
              <a:grpSpLocks/>
            </p:cNvGrpSpPr>
            <p:nvPr/>
          </p:nvGrpSpPr>
          <p:grpSpPr bwMode="auto">
            <a:xfrm rot="5400000">
              <a:off x="1704" y="1416"/>
              <a:ext cx="384" cy="48"/>
              <a:chOff x="666" y="1872"/>
              <a:chExt cx="489" cy="60"/>
            </a:xfrm>
          </p:grpSpPr>
          <p:sp>
            <p:nvSpPr>
              <p:cNvPr id="49174" name="Freeform 22"/>
              <p:cNvSpPr>
                <a:spLocks/>
              </p:cNvSpPr>
              <p:nvPr/>
            </p:nvSpPr>
            <p:spPr bwMode="auto">
              <a:xfrm>
                <a:off x="666" y="1872"/>
                <a:ext cx="125" cy="60"/>
              </a:xfrm>
              <a:custGeom>
                <a:avLst/>
                <a:gdLst>
                  <a:gd name="T0" fmla="*/ 0 w 125"/>
                  <a:gd name="T1" fmla="*/ 60 h 60"/>
                  <a:gd name="T2" fmla="*/ 23 w 125"/>
                  <a:gd name="T3" fmla="*/ 15 h 60"/>
                  <a:gd name="T4" fmla="*/ 65 w 125"/>
                  <a:gd name="T5" fmla="*/ 0 h 60"/>
                  <a:gd name="T6" fmla="*/ 102 w 125"/>
                  <a:gd name="T7" fmla="*/ 15 h 60"/>
                  <a:gd name="T8" fmla="*/ 125 w 125"/>
                  <a:gd name="T9" fmla="*/ 51 h 60"/>
                </a:gdLst>
                <a:ahLst/>
                <a:cxnLst>
                  <a:cxn ang="0">
                    <a:pos x="T0" y="T1"/>
                  </a:cxn>
                  <a:cxn ang="0">
                    <a:pos x="T2" y="T3"/>
                  </a:cxn>
                  <a:cxn ang="0">
                    <a:pos x="T4" y="T5"/>
                  </a:cxn>
                  <a:cxn ang="0">
                    <a:pos x="T6" y="T7"/>
                  </a:cxn>
                  <a:cxn ang="0">
                    <a:pos x="T8" y="T9"/>
                  </a:cxn>
                </a:cxnLst>
                <a:rect l="0" t="0" r="r" b="b"/>
                <a:pathLst>
                  <a:path w="125" h="60">
                    <a:moveTo>
                      <a:pt x="0" y="60"/>
                    </a:moveTo>
                    <a:cubicBezTo>
                      <a:pt x="4" y="53"/>
                      <a:pt x="12" y="25"/>
                      <a:pt x="23" y="15"/>
                    </a:cubicBezTo>
                    <a:cubicBezTo>
                      <a:pt x="34" y="5"/>
                      <a:pt x="52" y="0"/>
                      <a:pt x="65" y="0"/>
                    </a:cubicBezTo>
                    <a:cubicBezTo>
                      <a:pt x="78" y="0"/>
                      <a:pt x="92" y="7"/>
                      <a:pt x="102" y="15"/>
                    </a:cubicBezTo>
                    <a:cubicBezTo>
                      <a:pt x="112" y="23"/>
                      <a:pt x="120" y="44"/>
                      <a:pt x="125"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9175" name="Freeform 23"/>
              <p:cNvSpPr>
                <a:spLocks/>
              </p:cNvSpPr>
              <p:nvPr/>
            </p:nvSpPr>
            <p:spPr bwMode="auto">
              <a:xfrm>
                <a:off x="791" y="1872"/>
                <a:ext cx="121" cy="54"/>
              </a:xfrm>
              <a:custGeom>
                <a:avLst/>
                <a:gdLst>
                  <a:gd name="T0" fmla="*/ 0 w 121"/>
                  <a:gd name="T1" fmla="*/ 54 h 54"/>
                  <a:gd name="T2" fmla="*/ 24 w 121"/>
                  <a:gd name="T3" fmla="*/ 15 h 54"/>
                  <a:gd name="T4" fmla="*/ 66 w 121"/>
                  <a:gd name="T5" fmla="*/ 0 h 54"/>
                  <a:gd name="T6" fmla="*/ 103 w 121"/>
                  <a:gd name="T7" fmla="*/ 15 h 54"/>
                  <a:gd name="T8" fmla="*/ 121 w 121"/>
                  <a:gd name="T9" fmla="*/ 51 h 54"/>
                </a:gdLst>
                <a:ahLst/>
                <a:cxnLst>
                  <a:cxn ang="0">
                    <a:pos x="T0" y="T1"/>
                  </a:cxn>
                  <a:cxn ang="0">
                    <a:pos x="T2" y="T3"/>
                  </a:cxn>
                  <a:cxn ang="0">
                    <a:pos x="T4" y="T5"/>
                  </a:cxn>
                  <a:cxn ang="0">
                    <a:pos x="T6" y="T7"/>
                  </a:cxn>
                  <a:cxn ang="0">
                    <a:pos x="T8" y="T9"/>
                  </a:cxn>
                </a:cxnLst>
                <a:rect l="0" t="0" r="r" b="b"/>
                <a:pathLst>
                  <a:path w="121" h="54">
                    <a:moveTo>
                      <a:pt x="0" y="54"/>
                    </a:moveTo>
                    <a:cubicBezTo>
                      <a:pt x="4" y="47"/>
                      <a:pt x="13" y="24"/>
                      <a:pt x="24" y="15"/>
                    </a:cubicBezTo>
                    <a:cubicBezTo>
                      <a:pt x="35" y="6"/>
                      <a:pt x="53" y="0"/>
                      <a:pt x="66" y="0"/>
                    </a:cubicBezTo>
                    <a:cubicBezTo>
                      <a:pt x="79" y="0"/>
                      <a:pt x="94" y="7"/>
                      <a:pt x="103" y="15"/>
                    </a:cubicBezTo>
                    <a:cubicBezTo>
                      <a:pt x="112" y="23"/>
                      <a:pt x="117" y="44"/>
                      <a:pt x="121"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9176" name="Freeform 24"/>
              <p:cNvSpPr>
                <a:spLocks/>
              </p:cNvSpPr>
              <p:nvPr/>
            </p:nvSpPr>
            <p:spPr bwMode="auto">
              <a:xfrm>
                <a:off x="912" y="1872"/>
                <a:ext cx="119" cy="51"/>
              </a:xfrm>
              <a:custGeom>
                <a:avLst/>
                <a:gdLst>
                  <a:gd name="T0" fmla="*/ 0 w 119"/>
                  <a:gd name="T1" fmla="*/ 51 h 51"/>
                  <a:gd name="T2" fmla="*/ 17 w 119"/>
                  <a:gd name="T3" fmla="*/ 15 h 51"/>
                  <a:gd name="T4" fmla="*/ 59 w 119"/>
                  <a:gd name="T5" fmla="*/ 0 h 51"/>
                  <a:gd name="T6" fmla="*/ 96 w 119"/>
                  <a:gd name="T7" fmla="*/ 15 h 51"/>
                  <a:gd name="T8" fmla="*/ 119 w 119"/>
                  <a:gd name="T9" fmla="*/ 51 h 51"/>
                </a:gdLst>
                <a:ahLst/>
                <a:cxnLst>
                  <a:cxn ang="0">
                    <a:pos x="T0" y="T1"/>
                  </a:cxn>
                  <a:cxn ang="0">
                    <a:pos x="T2" y="T3"/>
                  </a:cxn>
                  <a:cxn ang="0">
                    <a:pos x="T4" y="T5"/>
                  </a:cxn>
                  <a:cxn ang="0">
                    <a:pos x="T6" y="T7"/>
                  </a:cxn>
                  <a:cxn ang="0">
                    <a:pos x="T8" y="T9"/>
                  </a:cxn>
                </a:cxnLst>
                <a:rect l="0" t="0" r="r" b="b"/>
                <a:pathLst>
                  <a:path w="119" h="51">
                    <a:moveTo>
                      <a:pt x="0" y="51"/>
                    </a:moveTo>
                    <a:cubicBezTo>
                      <a:pt x="3" y="45"/>
                      <a:pt x="7" y="24"/>
                      <a:pt x="17" y="15"/>
                    </a:cubicBezTo>
                    <a:cubicBezTo>
                      <a:pt x="27" y="6"/>
                      <a:pt x="46" y="0"/>
                      <a:pt x="59" y="0"/>
                    </a:cubicBezTo>
                    <a:cubicBezTo>
                      <a:pt x="72" y="0"/>
                      <a:pt x="86" y="7"/>
                      <a:pt x="96" y="15"/>
                    </a:cubicBezTo>
                    <a:cubicBezTo>
                      <a:pt x="106" y="23"/>
                      <a:pt x="114" y="44"/>
                      <a:pt x="119"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9177" name="Freeform 25"/>
              <p:cNvSpPr>
                <a:spLocks/>
              </p:cNvSpPr>
              <p:nvPr/>
            </p:nvSpPr>
            <p:spPr bwMode="auto">
              <a:xfrm>
                <a:off x="1032" y="1872"/>
                <a:ext cx="123" cy="57"/>
              </a:xfrm>
              <a:custGeom>
                <a:avLst/>
                <a:gdLst>
                  <a:gd name="T0" fmla="*/ 0 w 123"/>
                  <a:gd name="T1" fmla="*/ 51 h 57"/>
                  <a:gd name="T2" fmla="*/ 23 w 123"/>
                  <a:gd name="T3" fmla="*/ 15 h 57"/>
                  <a:gd name="T4" fmla="*/ 65 w 123"/>
                  <a:gd name="T5" fmla="*/ 0 h 57"/>
                  <a:gd name="T6" fmla="*/ 102 w 123"/>
                  <a:gd name="T7" fmla="*/ 15 h 57"/>
                  <a:gd name="T8" fmla="*/ 123 w 123"/>
                  <a:gd name="T9" fmla="*/ 57 h 57"/>
                </a:gdLst>
                <a:ahLst/>
                <a:cxnLst>
                  <a:cxn ang="0">
                    <a:pos x="T0" y="T1"/>
                  </a:cxn>
                  <a:cxn ang="0">
                    <a:pos x="T2" y="T3"/>
                  </a:cxn>
                  <a:cxn ang="0">
                    <a:pos x="T4" y="T5"/>
                  </a:cxn>
                  <a:cxn ang="0">
                    <a:pos x="T6" y="T7"/>
                  </a:cxn>
                  <a:cxn ang="0">
                    <a:pos x="T8" y="T9"/>
                  </a:cxn>
                </a:cxnLst>
                <a:rect l="0" t="0" r="r" b="b"/>
                <a:pathLst>
                  <a:path w="123" h="57">
                    <a:moveTo>
                      <a:pt x="0" y="51"/>
                    </a:moveTo>
                    <a:cubicBezTo>
                      <a:pt x="3" y="45"/>
                      <a:pt x="12" y="24"/>
                      <a:pt x="23" y="15"/>
                    </a:cubicBezTo>
                    <a:cubicBezTo>
                      <a:pt x="34" y="6"/>
                      <a:pt x="52" y="0"/>
                      <a:pt x="65" y="0"/>
                    </a:cubicBezTo>
                    <a:cubicBezTo>
                      <a:pt x="78" y="0"/>
                      <a:pt x="92" y="6"/>
                      <a:pt x="102" y="15"/>
                    </a:cubicBezTo>
                    <a:cubicBezTo>
                      <a:pt x="112" y="24"/>
                      <a:pt x="119" y="48"/>
                      <a:pt x="123" y="57"/>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sp>
          <p:nvSpPr>
            <p:cNvPr id="49178" name="Oval 26"/>
            <p:cNvSpPr>
              <a:spLocks noChangeArrowheads="1"/>
            </p:cNvSpPr>
            <p:nvPr/>
          </p:nvSpPr>
          <p:spPr bwMode="auto">
            <a:xfrm>
              <a:off x="912" y="1728"/>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9179" name="Oval 27"/>
            <p:cNvSpPr>
              <a:spLocks noChangeArrowheads="1"/>
            </p:cNvSpPr>
            <p:nvPr/>
          </p:nvSpPr>
          <p:spPr bwMode="auto">
            <a:xfrm>
              <a:off x="912" y="1104"/>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9180" name="Text Box 28"/>
            <p:cNvSpPr txBox="1">
              <a:spLocks noChangeArrowheads="1"/>
            </p:cNvSpPr>
            <p:nvPr/>
          </p:nvSpPr>
          <p:spPr bwMode="auto">
            <a:xfrm>
              <a:off x="816" y="1104"/>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a:t>
              </a:r>
            </a:p>
          </p:txBody>
        </p:sp>
        <p:sp>
          <p:nvSpPr>
            <p:cNvPr id="49181" name="Text Box 29"/>
            <p:cNvSpPr txBox="1">
              <a:spLocks noChangeArrowheads="1"/>
            </p:cNvSpPr>
            <p:nvPr/>
          </p:nvSpPr>
          <p:spPr bwMode="auto">
            <a:xfrm>
              <a:off x="844" y="148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黑体" panose="02010609060101010101" pitchFamily="49" charset="-122"/>
                  <a:ea typeface="黑体" panose="02010609060101010101" pitchFamily="49" charset="-122"/>
                </a:rPr>
                <a:t>-</a:t>
              </a:r>
              <a:endParaRPr kumimoji="1" lang="en-US" altLang="zh-CN" sz="2400" b="1">
                <a:latin typeface="Times New Roman" panose="02020603050405020304" pitchFamily="18" charset="0"/>
              </a:endParaRPr>
            </a:p>
          </p:txBody>
        </p:sp>
      </p:grpSp>
      <p:sp>
        <p:nvSpPr>
          <p:cNvPr id="49182" name="AutoShape 30"/>
          <p:cNvSpPr>
            <a:spLocks/>
          </p:cNvSpPr>
          <p:nvPr/>
        </p:nvSpPr>
        <p:spPr bwMode="auto">
          <a:xfrm>
            <a:off x="3695700" y="2933700"/>
            <a:ext cx="228600" cy="762000"/>
          </a:xfrm>
          <a:prstGeom prst="leftBrace">
            <a:avLst>
              <a:gd name="adj1" fmla="val 27778"/>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aphicFrame>
        <p:nvGraphicFramePr>
          <p:cNvPr id="49183" name="Object 31"/>
          <p:cNvGraphicFramePr>
            <a:graphicFrameLocks noChangeAspect="1"/>
          </p:cNvGraphicFramePr>
          <p:nvPr/>
        </p:nvGraphicFramePr>
        <p:xfrm>
          <a:off x="996950" y="5600700"/>
          <a:ext cx="6238875" cy="874713"/>
        </p:xfrm>
        <a:graphic>
          <a:graphicData uri="http://schemas.openxmlformats.org/presentationml/2006/ole">
            <mc:AlternateContent xmlns:mc="http://schemas.openxmlformats.org/markup-compatibility/2006">
              <mc:Choice xmlns:v="urn:schemas-microsoft-com:vml" Requires="v">
                <p:oleObj spid="_x0000_s56480" name="公式" r:id="rId8" imgW="3263760" imgH="457200" progId="Equation.3">
                  <p:embed/>
                </p:oleObj>
              </mc:Choice>
              <mc:Fallback>
                <p:oleObj name="公式" r:id="rId8" imgW="3263760" imgH="457200" progId="Equation.3">
                  <p:embed/>
                  <p:pic>
                    <p:nvPicPr>
                      <p:cNvPr id="49183" name="Object 3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96950" y="5600700"/>
                        <a:ext cx="6238875" cy="874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84" name="Object 32"/>
          <p:cNvGraphicFramePr>
            <a:graphicFrameLocks noChangeAspect="1"/>
          </p:cNvGraphicFramePr>
          <p:nvPr/>
        </p:nvGraphicFramePr>
        <p:xfrm>
          <a:off x="3763963" y="1714500"/>
          <a:ext cx="2716212" cy="681038"/>
        </p:xfrm>
        <a:graphic>
          <a:graphicData uri="http://schemas.openxmlformats.org/presentationml/2006/ole">
            <mc:AlternateContent xmlns:mc="http://schemas.openxmlformats.org/markup-compatibility/2006">
              <mc:Choice xmlns:v="urn:schemas-microsoft-com:vml" Requires="v">
                <p:oleObj spid="_x0000_s56481" name="Equation" r:id="rId10" imgW="1358640" imgH="342720" progId="Equation.3">
                  <p:embed/>
                </p:oleObj>
              </mc:Choice>
              <mc:Fallback>
                <p:oleObj name="Equation" r:id="rId10" imgW="1358640" imgH="342720" progId="Equation.3">
                  <p:embed/>
                  <p:pic>
                    <p:nvPicPr>
                      <p:cNvPr id="49184" name="Object 3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63963" y="1714500"/>
                        <a:ext cx="2716212" cy="681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185" name="Text Box 33"/>
          <p:cNvSpPr txBox="1">
            <a:spLocks noChangeArrowheads="1"/>
          </p:cNvSpPr>
          <p:nvPr/>
        </p:nvSpPr>
        <p:spPr bwMode="auto">
          <a:xfrm>
            <a:off x="3214688" y="1866900"/>
            <a:ext cx="5905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solidFill>
                  <a:srgbClr val="0000FF"/>
                </a:solidFill>
                <a:latin typeface="Times New Roman" panose="02020603050405020304" pitchFamily="18" charset="0"/>
              </a:rPr>
              <a:t>解</a:t>
            </a:r>
            <a:r>
              <a:rPr kumimoji="1" lang="en-US" altLang="zh-CN" sz="2400" b="1">
                <a:solidFill>
                  <a:srgbClr val="0000FF"/>
                </a:solidFill>
                <a:latin typeface="Times New Roman" panose="02020603050405020304" pitchFamily="18" charset="0"/>
              </a:rPr>
              <a:t>:</a:t>
            </a:r>
          </a:p>
        </p:txBody>
      </p:sp>
    </p:spTree>
    <p:extLst>
      <p:ext uri="{BB962C8B-B14F-4D97-AF65-F5344CB8AC3E}">
        <p14:creationId xmlns:p14="http://schemas.microsoft.com/office/powerpoint/2010/main" val="13656543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49155"/>
                                        </p:tgtEl>
                                        <p:attrNameLst>
                                          <p:attrName>style.visibility</p:attrName>
                                        </p:attrNameLst>
                                      </p:cBhvr>
                                      <p:to>
                                        <p:strVal val="visible"/>
                                      </p:to>
                                    </p:set>
                                    <p:anim calcmode="lin" valueType="num">
                                      <p:cBhvr>
                                        <p:cTn id="7" dur="1000" fill="hold"/>
                                        <p:tgtEl>
                                          <p:spTgt spid="49155"/>
                                        </p:tgtEl>
                                        <p:attrNameLst>
                                          <p:attrName>ppt_w</p:attrName>
                                        </p:attrNameLst>
                                      </p:cBhvr>
                                      <p:tavLst>
                                        <p:tav tm="0">
                                          <p:val>
                                            <p:fltVal val="0"/>
                                          </p:val>
                                        </p:tav>
                                        <p:tav tm="100000">
                                          <p:val>
                                            <p:strVal val="#ppt_w"/>
                                          </p:val>
                                        </p:tav>
                                      </p:tavLst>
                                    </p:anim>
                                    <p:anim calcmode="lin" valueType="num">
                                      <p:cBhvr>
                                        <p:cTn id="8" dur="1000" fill="hold"/>
                                        <p:tgtEl>
                                          <p:spTgt spid="49155"/>
                                        </p:tgtEl>
                                        <p:attrNameLst>
                                          <p:attrName>ppt_h</p:attrName>
                                        </p:attrNameLst>
                                      </p:cBhvr>
                                      <p:tavLst>
                                        <p:tav tm="0">
                                          <p:val>
                                            <p:fltVal val="0"/>
                                          </p:val>
                                        </p:tav>
                                        <p:tav tm="100000">
                                          <p:val>
                                            <p:strVal val="#ppt_h"/>
                                          </p:val>
                                        </p:tav>
                                      </p:tavLst>
                                    </p:anim>
                                    <p:anim calcmode="lin" valueType="num">
                                      <p:cBhvr>
                                        <p:cTn id="9" dur="1000" fill="hold"/>
                                        <p:tgtEl>
                                          <p:spTgt spid="49155"/>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4915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49156"/>
                                        </p:tgtEl>
                                        <p:attrNameLst>
                                          <p:attrName>style.visibility</p:attrName>
                                        </p:attrNameLst>
                                      </p:cBhvr>
                                      <p:to>
                                        <p:strVal val="visible"/>
                                      </p:to>
                                    </p:set>
                                    <p:anim calcmode="lin" valueType="num">
                                      <p:cBhvr>
                                        <p:cTn id="15" dur="1000" fill="hold"/>
                                        <p:tgtEl>
                                          <p:spTgt spid="49156"/>
                                        </p:tgtEl>
                                        <p:attrNameLst>
                                          <p:attrName>ppt_w</p:attrName>
                                        </p:attrNameLst>
                                      </p:cBhvr>
                                      <p:tavLst>
                                        <p:tav tm="0">
                                          <p:val>
                                            <p:fltVal val="0"/>
                                          </p:val>
                                        </p:tav>
                                        <p:tav tm="100000">
                                          <p:val>
                                            <p:strVal val="#ppt_w"/>
                                          </p:val>
                                        </p:tav>
                                      </p:tavLst>
                                    </p:anim>
                                    <p:anim calcmode="lin" valueType="num">
                                      <p:cBhvr>
                                        <p:cTn id="16" dur="1000" fill="hold"/>
                                        <p:tgtEl>
                                          <p:spTgt spid="49156"/>
                                        </p:tgtEl>
                                        <p:attrNameLst>
                                          <p:attrName>ppt_h</p:attrName>
                                        </p:attrNameLst>
                                      </p:cBhvr>
                                      <p:tavLst>
                                        <p:tav tm="0">
                                          <p:val>
                                            <p:fltVal val="0"/>
                                          </p:val>
                                        </p:tav>
                                        <p:tav tm="100000">
                                          <p:val>
                                            <p:strVal val="#ppt_h"/>
                                          </p:val>
                                        </p:tav>
                                      </p:tavLst>
                                    </p:anim>
                                    <p:anim calcmode="lin" valueType="num">
                                      <p:cBhvr>
                                        <p:cTn id="17" dur="1000" fill="hold"/>
                                        <p:tgtEl>
                                          <p:spTgt spid="49156"/>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49156"/>
                                        </p:tgtEl>
                                        <p:attrNameLst>
                                          <p:attrName>ppt_y</p:attrName>
                                        </p:attrNameLst>
                                      </p:cBhvr>
                                      <p:tavLst>
                                        <p:tav tm="0" fmla="#ppt_y+(sin(-2*pi*(1-$))*-#ppt_x+cos(-2*pi*(1-$))*(1-#ppt_y))*(1-$)">
                                          <p:val>
                                            <p:fltVal val="0"/>
                                          </p:val>
                                        </p:tav>
                                        <p:tav tm="100000">
                                          <p:val>
                                            <p:fltVal val="1"/>
                                          </p:val>
                                        </p:tav>
                                      </p:tavLst>
                                    </p:anim>
                                  </p:childTnLst>
                                </p:cTn>
                              </p:par>
                            </p:childTnLst>
                          </p:cTn>
                        </p:par>
                        <p:par>
                          <p:cTn id="19" fill="hold" nodeType="afterGroup">
                            <p:stCondLst>
                              <p:cond delay="1000"/>
                            </p:stCondLst>
                            <p:childTnLst>
                              <p:par>
                                <p:cTn id="20" presetID="1" presetClass="entr" presetSubtype="0" fill="hold" nodeType="afterEffect">
                                  <p:stCondLst>
                                    <p:cond delay="0"/>
                                  </p:stCondLst>
                                  <p:childTnLst>
                                    <p:set>
                                      <p:cBhvr>
                                        <p:cTn id="21" dur="1" fill="hold">
                                          <p:stCondLst>
                                            <p:cond delay="499"/>
                                          </p:stCondLst>
                                        </p:cTn>
                                        <p:tgtEl>
                                          <p:spTgt spid="49162"/>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9157"/>
                                        </p:tgtEl>
                                        <p:attrNameLst>
                                          <p:attrName>style.visibility</p:attrName>
                                        </p:attrNameLst>
                                      </p:cBhvr>
                                      <p:to>
                                        <p:strVal val="visible"/>
                                      </p:to>
                                    </p:set>
                                    <p:animEffect transition="in" filter="wipe(left)">
                                      <p:cBhvr>
                                        <p:cTn id="26" dur="500"/>
                                        <p:tgtEl>
                                          <p:spTgt spid="4915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49185"/>
                                        </p:tgtEl>
                                        <p:attrNameLst>
                                          <p:attrName>style.visibility</p:attrName>
                                        </p:attrNameLst>
                                      </p:cBhvr>
                                      <p:to>
                                        <p:strVal val="visible"/>
                                      </p:to>
                                    </p:set>
                                    <p:animEffect transition="in" filter="dissolve">
                                      <p:cBhvr>
                                        <p:cTn id="31" dur="500"/>
                                        <p:tgtEl>
                                          <p:spTgt spid="4918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49184"/>
                                        </p:tgtEl>
                                        <p:attrNameLst>
                                          <p:attrName>style.visibility</p:attrName>
                                        </p:attrNameLst>
                                      </p:cBhvr>
                                      <p:to>
                                        <p:strVal val="visible"/>
                                      </p:to>
                                    </p:set>
                                    <p:animEffect transition="in" filter="wipe(left)">
                                      <p:cBhvr>
                                        <p:cTn id="36" dur="500"/>
                                        <p:tgtEl>
                                          <p:spTgt spid="4918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4" presetClass="entr" presetSubtype="16" fill="hold" grpId="0" nodeType="clickEffect">
                                  <p:stCondLst>
                                    <p:cond delay="0"/>
                                  </p:stCondLst>
                                  <p:childTnLst>
                                    <p:set>
                                      <p:cBhvr>
                                        <p:cTn id="40" dur="1" fill="hold">
                                          <p:stCondLst>
                                            <p:cond delay="0"/>
                                          </p:stCondLst>
                                        </p:cTn>
                                        <p:tgtEl>
                                          <p:spTgt spid="49158"/>
                                        </p:tgtEl>
                                        <p:attrNameLst>
                                          <p:attrName>style.visibility</p:attrName>
                                        </p:attrNameLst>
                                      </p:cBhvr>
                                      <p:to>
                                        <p:strVal val="visible"/>
                                      </p:to>
                                    </p:set>
                                    <p:animEffect transition="in" filter="box(in)">
                                      <p:cBhvr>
                                        <p:cTn id="41" dur="500"/>
                                        <p:tgtEl>
                                          <p:spTgt spid="49158"/>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2" fill="hold" grpId="0" nodeType="clickEffect">
                                  <p:stCondLst>
                                    <p:cond delay="0"/>
                                  </p:stCondLst>
                                  <p:childTnLst>
                                    <p:set>
                                      <p:cBhvr>
                                        <p:cTn id="45" dur="1" fill="hold">
                                          <p:stCondLst>
                                            <p:cond delay="0"/>
                                          </p:stCondLst>
                                        </p:cTn>
                                        <p:tgtEl>
                                          <p:spTgt spid="49159"/>
                                        </p:tgtEl>
                                        <p:attrNameLst>
                                          <p:attrName>style.visibility</p:attrName>
                                        </p:attrNameLst>
                                      </p:cBhvr>
                                      <p:to>
                                        <p:strVal val="visible"/>
                                      </p:to>
                                    </p:set>
                                    <p:anim calcmode="lin" valueType="num">
                                      <p:cBhvr additive="base">
                                        <p:cTn id="46" dur="500" fill="hold"/>
                                        <p:tgtEl>
                                          <p:spTgt spid="49159"/>
                                        </p:tgtEl>
                                        <p:attrNameLst>
                                          <p:attrName>ppt_x</p:attrName>
                                        </p:attrNameLst>
                                      </p:cBhvr>
                                      <p:tavLst>
                                        <p:tav tm="0">
                                          <p:val>
                                            <p:strVal val="1+#ppt_w/2"/>
                                          </p:val>
                                        </p:tav>
                                        <p:tav tm="100000">
                                          <p:val>
                                            <p:strVal val="#ppt_x"/>
                                          </p:val>
                                        </p:tav>
                                      </p:tavLst>
                                    </p:anim>
                                    <p:anim calcmode="lin" valueType="num">
                                      <p:cBhvr additive="base">
                                        <p:cTn id="47" dur="500" fill="hold"/>
                                        <p:tgtEl>
                                          <p:spTgt spid="49159"/>
                                        </p:tgtEl>
                                        <p:attrNameLst>
                                          <p:attrName>ppt_y</p:attrName>
                                        </p:attrNameLst>
                                      </p:cBhvr>
                                      <p:tavLst>
                                        <p:tav tm="0">
                                          <p:val>
                                            <p:strVal val="#ppt_y"/>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 presetClass="entr" presetSubtype="2" fill="hold" grpId="0" nodeType="clickEffect">
                                  <p:stCondLst>
                                    <p:cond delay="0"/>
                                  </p:stCondLst>
                                  <p:childTnLst>
                                    <p:set>
                                      <p:cBhvr>
                                        <p:cTn id="51" dur="1" fill="hold">
                                          <p:stCondLst>
                                            <p:cond delay="0"/>
                                          </p:stCondLst>
                                        </p:cTn>
                                        <p:tgtEl>
                                          <p:spTgt spid="49160"/>
                                        </p:tgtEl>
                                        <p:attrNameLst>
                                          <p:attrName>style.visibility</p:attrName>
                                        </p:attrNameLst>
                                      </p:cBhvr>
                                      <p:to>
                                        <p:strVal val="visible"/>
                                      </p:to>
                                    </p:set>
                                    <p:anim calcmode="lin" valueType="num">
                                      <p:cBhvr additive="base">
                                        <p:cTn id="52" dur="500" fill="hold"/>
                                        <p:tgtEl>
                                          <p:spTgt spid="49160"/>
                                        </p:tgtEl>
                                        <p:attrNameLst>
                                          <p:attrName>ppt_x</p:attrName>
                                        </p:attrNameLst>
                                      </p:cBhvr>
                                      <p:tavLst>
                                        <p:tav tm="0">
                                          <p:val>
                                            <p:strVal val="1+#ppt_w/2"/>
                                          </p:val>
                                        </p:tav>
                                        <p:tav tm="100000">
                                          <p:val>
                                            <p:strVal val="#ppt_x"/>
                                          </p:val>
                                        </p:tav>
                                      </p:tavLst>
                                    </p:anim>
                                    <p:anim calcmode="lin" valueType="num">
                                      <p:cBhvr additive="base">
                                        <p:cTn id="53" dur="500" fill="hold"/>
                                        <p:tgtEl>
                                          <p:spTgt spid="49160"/>
                                        </p:tgtEl>
                                        <p:attrNameLst>
                                          <p:attrName>ppt_y</p:attrName>
                                        </p:attrNameLst>
                                      </p:cBhvr>
                                      <p:tavLst>
                                        <p:tav tm="0">
                                          <p:val>
                                            <p:strVal val="#ppt_y"/>
                                          </p:val>
                                        </p:tav>
                                        <p:tav tm="100000">
                                          <p:val>
                                            <p:strVal val="#ppt_y"/>
                                          </p:val>
                                        </p:tav>
                                      </p:tavLst>
                                    </p:anim>
                                  </p:childTnLst>
                                </p:cTn>
                              </p:par>
                            </p:childTnLst>
                          </p:cTn>
                        </p:par>
                        <p:par>
                          <p:cTn id="54" fill="hold" nodeType="afterGroup">
                            <p:stCondLst>
                              <p:cond delay="500"/>
                            </p:stCondLst>
                            <p:childTnLst>
                              <p:par>
                                <p:cTn id="55" presetID="16" presetClass="entr" presetSubtype="37" fill="hold" nodeType="afterEffect">
                                  <p:stCondLst>
                                    <p:cond delay="0"/>
                                  </p:stCondLst>
                                  <p:childTnLst>
                                    <p:set>
                                      <p:cBhvr>
                                        <p:cTn id="56" dur="1" fill="hold">
                                          <p:stCondLst>
                                            <p:cond delay="0"/>
                                          </p:stCondLst>
                                        </p:cTn>
                                        <p:tgtEl>
                                          <p:spTgt spid="49182"/>
                                        </p:tgtEl>
                                        <p:attrNameLst>
                                          <p:attrName>style.visibility</p:attrName>
                                        </p:attrNameLst>
                                      </p:cBhvr>
                                      <p:to>
                                        <p:strVal val="visible"/>
                                      </p:to>
                                    </p:set>
                                    <p:animEffect transition="in" filter="barn(outVertical)">
                                      <p:cBhvr>
                                        <p:cTn id="57" dur="500"/>
                                        <p:tgtEl>
                                          <p:spTgt spid="4918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 presetClass="entr" presetSubtype="4" fill="hold" nodeType="clickEffect">
                                  <p:stCondLst>
                                    <p:cond delay="0"/>
                                  </p:stCondLst>
                                  <p:childTnLst>
                                    <p:set>
                                      <p:cBhvr>
                                        <p:cTn id="61" dur="1" fill="hold">
                                          <p:stCondLst>
                                            <p:cond delay="0"/>
                                          </p:stCondLst>
                                        </p:cTn>
                                        <p:tgtEl>
                                          <p:spTgt spid="49161"/>
                                        </p:tgtEl>
                                        <p:attrNameLst>
                                          <p:attrName>style.visibility</p:attrName>
                                        </p:attrNameLst>
                                      </p:cBhvr>
                                      <p:to>
                                        <p:strVal val="visible"/>
                                      </p:to>
                                    </p:set>
                                    <p:anim calcmode="lin" valueType="num">
                                      <p:cBhvr additive="base">
                                        <p:cTn id="62" dur="500" fill="hold"/>
                                        <p:tgtEl>
                                          <p:spTgt spid="49161"/>
                                        </p:tgtEl>
                                        <p:attrNameLst>
                                          <p:attrName>ppt_x</p:attrName>
                                        </p:attrNameLst>
                                      </p:cBhvr>
                                      <p:tavLst>
                                        <p:tav tm="0">
                                          <p:val>
                                            <p:strVal val="#ppt_x"/>
                                          </p:val>
                                        </p:tav>
                                        <p:tav tm="100000">
                                          <p:val>
                                            <p:strVal val="#ppt_x"/>
                                          </p:val>
                                        </p:tav>
                                      </p:tavLst>
                                    </p:anim>
                                    <p:anim calcmode="lin" valueType="num">
                                      <p:cBhvr additive="base">
                                        <p:cTn id="63" dur="500" fill="hold"/>
                                        <p:tgtEl>
                                          <p:spTgt spid="49161"/>
                                        </p:tgtEl>
                                        <p:attrNameLst>
                                          <p:attrName>ppt_y</p:attrName>
                                        </p:attrNameLst>
                                      </p:cBhvr>
                                      <p:tavLst>
                                        <p:tav tm="0">
                                          <p:val>
                                            <p:strVal val="1+#ppt_h/2"/>
                                          </p:val>
                                        </p:tav>
                                        <p:tav tm="100000">
                                          <p:val>
                                            <p:strVal val="#ppt_y"/>
                                          </p:val>
                                        </p:tav>
                                      </p:tavLst>
                                    </p:anim>
                                  </p:childTnLst>
                                </p:cTn>
                              </p:par>
                            </p:childTnLst>
                          </p:cTn>
                        </p:par>
                      </p:childTnLst>
                    </p:cTn>
                  </p:par>
                  <p:par>
                    <p:cTn id="64" fill="hold" nodeType="clickPar">
                      <p:stCondLst>
                        <p:cond delay="indefinite"/>
                      </p:stCondLst>
                      <p:childTnLst>
                        <p:par>
                          <p:cTn id="65" fill="hold" nodeType="withGroup">
                            <p:stCondLst>
                              <p:cond delay="0"/>
                            </p:stCondLst>
                            <p:childTnLst>
                              <p:par>
                                <p:cTn id="66" presetID="18" presetClass="entr" presetSubtype="6" fill="hold" nodeType="clickEffect">
                                  <p:stCondLst>
                                    <p:cond delay="0"/>
                                  </p:stCondLst>
                                  <p:childTnLst>
                                    <p:set>
                                      <p:cBhvr>
                                        <p:cTn id="67" dur="1" fill="hold">
                                          <p:stCondLst>
                                            <p:cond delay="0"/>
                                          </p:stCondLst>
                                        </p:cTn>
                                        <p:tgtEl>
                                          <p:spTgt spid="49183"/>
                                        </p:tgtEl>
                                        <p:attrNameLst>
                                          <p:attrName>style.visibility</p:attrName>
                                        </p:attrNameLst>
                                      </p:cBhvr>
                                      <p:to>
                                        <p:strVal val="visible"/>
                                      </p:to>
                                    </p:set>
                                    <p:animEffect transition="in" filter="strips(downRight)">
                                      <p:cBhvr>
                                        <p:cTn id="68" dur="500"/>
                                        <p:tgtEl>
                                          <p:spTgt spid="49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autoUpdateAnimBg="0"/>
      <p:bldP spid="49156" grpId="0" autoUpdateAnimBg="0"/>
      <p:bldP spid="49158" grpId="0" autoUpdateAnimBg="0"/>
      <p:bldP spid="49159" grpId="0" autoUpdateAnimBg="0"/>
      <p:bldP spid="49160" grpId="0" autoUpdateAnimBg="0"/>
      <p:bldP spid="49185"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a:spLocks noChangeArrowheads="1"/>
          </p:cNvSpPr>
          <p:nvPr/>
        </p:nvSpPr>
        <p:spPr bwMode="auto">
          <a:xfrm>
            <a:off x="669925" y="2687638"/>
            <a:ext cx="20193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solidFill>
                  <a:srgbClr val="2520F2"/>
                </a:solidFill>
                <a:latin typeface="Times New Roman" panose="02020603050405020304" pitchFamily="18" charset="0"/>
              </a:rPr>
              <a:t>用相量法求：</a:t>
            </a:r>
            <a:endParaRPr kumimoji="1" lang="zh-CN" altLang="en-US" sz="2400" b="1">
              <a:latin typeface="Times New Roman" panose="02020603050405020304" pitchFamily="18" charset="0"/>
            </a:endParaRPr>
          </a:p>
        </p:txBody>
      </p:sp>
      <p:graphicFrame>
        <p:nvGraphicFramePr>
          <p:cNvPr id="51203" name="Object 3"/>
          <p:cNvGraphicFramePr>
            <a:graphicFrameLocks noChangeAspect="1"/>
          </p:cNvGraphicFramePr>
          <p:nvPr/>
        </p:nvGraphicFramePr>
        <p:xfrm>
          <a:off x="1460500" y="1670050"/>
          <a:ext cx="5251450" cy="939800"/>
        </p:xfrm>
        <a:graphic>
          <a:graphicData uri="http://schemas.openxmlformats.org/presentationml/2006/ole">
            <mc:AlternateContent xmlns:mc="http://schemas.openxmlformats.org/markup-compatibility/2006">
              <mc:Choice xmlns:v="urn:schemas-microsoft-com:vml" Requires="v">
                <p:oleObj spid="_x0000_s57666" name="Equation" r:id="rId4" imgW="2616120" imgH="469800" progId="Equation.DSMT4">
                  <p:embed/>
                </p:oleObj>
              </mc:Choice>
              <mc:Fallback>
                <p:oleObj name="Equation" r:id="rId4" imgW="2616120" imgH="469800" progId="Equation.DSMT4">
                  <p:embed/>
                  <p:pic>
                    <p:nvPicPr>
                      <p:cNvPr id="51203"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60500" y="1670050"/>
                        <a:ext cx="5251450"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04" name="Object 4"/>
          <p:cNvGraphicFramePr>
            <a:graphicFrameLocks noChangeAspect="1"/>
          </p:cNvGraphicFramePr>
          <p:nvPr/>
        </p:nvGraphicFramePr>
        <p:xfrm>
          <a:off x="1600200" y="3028950"/>
          <a:ext cx="2760663" cy="815975"/>
        </p:xfrm>
        <a:graphic>
          <a:graphicData uri="http://schemas.openxmlformats.org/presentationml/2006/ole">
            <mc:AlternateContent xmlns:mc="http://schemas.openxmlformats.org/markup-compatibility/2006">
              <mc:Choice xmlns:v="urn:schemas-microsoft-com:vml" Requires="v">
                <p:oleObj spid="_x0000_s57667" name="公式" r:id="rId6" imgW="1371600" imgH="406080" progId="Equation.3">
                  <p:embed/>
                </p:oleObj>
              </mc:Choice>
              <mc:Fallback>
                <p:oleObj name="公式" r:id="rId6" imgW="1371600" imgH="406080" progId="Equation.3">
                  <p:embed/>
                  <p:pic>
                    <p:nvPicPr>
                      <p:cNvPr id="51204"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00200" y="3028950"/>
                        <a:ext cx="2760663" cy="815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05" name="Object 5"/>
          <p:cNvGraphicFramePr>
            <a:graphicFrameLocks noChangeAspect="1"/>
          </p:cNvGraphicFramePr>
          <p:nvPr/>
        </p:nvGraphicFramePr>
        <p:xfrm>
          <a:off x="1690688" y="3733800"/>
          <a:ext cx="2066925" cy="625475"/>
        </p:xfrm>
        <a:graphic>
          <a:graphicData uri="http://schemas.openxmlformats.org/presentationml/2006/ole">
            <mc:AlternateContent xmlns:mc="http://schemas.openxmlformats.org/markup-compatibility/2006">
              <mc:Choice xmlns:v="urn:schemas-microsoft-com:vml" Requires="v">
                <p:oleObj spid="_x0000_s57668" name="公式" r:id="rId8" imgW="1002960" imgH="304560" progId="Equation.3">
                  <p:embed/>
                </p:oleObj>
              </mc:Choice>
              <mc:Fallback>
                <p:oleObj name="公式" r:id="rId8" imgW="1002960" imgH="304560" progId="Equation.3">
                  <p:embed/>
                  <p:pic>
                    <p:nvPicPr>
                      <p:cNvPr id="51205"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90688" y="3733800"/>
                        <a:ext cx="2066925" cy="625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06" name="Object 6"/>
          <p:cNvGraphicFramePr>
            <a:graphicFrameLocks noChangeAspect="1"/>
          </p:cNvGraphicFramePr>
          <p:nvPr/>
        </p:nvGraphicFramePr>
        <p:xfrm>
          <a:off x="1168400" y="5411788"/>
          <a:ext cx="5227638" cy="935037"/>
        </p:xfrm>
        <a:graphic>
          <a:graphicData uri="http://schemas.openxmlformats.org/presentationml/2006/ole">
            <mc:AlternateContent xmlns:mc="http://schemas.openxmlformats.org/markup-compatibility/2006">
              <mc:Choice xmlns:v="urn:schemas-microsoft-com:vml" Requires="v">
                <p:oleObj spid="_x0000_s57669" name="Equation" r:id="rId10" imgW="2616120" imgH="469800" progId="Equation.DSMT4">
                  <p:embed/>
                </p:oleObj>
              </mc:Choice>
              <mc:Fallback>
                <p:oleObj name="Equation" r:id="rId10" imgW="2616120" imgH="469800" progId="Equation.DSMT4">
                  <p:embed/>
                  <p:pic>
                    <p:nvPicPr>
                      <p:cNvPr id="51206"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68400" y="5411788"/>
                        <a:ext cx="5227638" cy="935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1207" name="Group 7"/>
          <p:cNvGrpSpPr>
            <a:grpSpLocks/>
          </p:cNvGrpSpPr>
          <p:nvPr/>
        </p:nvGrpSpPr>
        <p:grpSpPr bwMode="auto">
          <a:xfrm>
            <a:off x="5207000" y="292100"/>
            <a:ext cx="2860675" cy="1447800"/>
            <a:chOff x="3288" y="192"/>
            <a:chExt cx="1802" cy="912"/>
          </a:xfrm>
        </p:grpSpPr>
        <p:sp>
          <p:nvSpPr>
            <p:cNvPr id="51208" name="Line 8"/>
            <p:cNvSpPr>
              <a:spLocks noChangeShapeType="1"/>
            </p:cNvSpPr>
            <p:nvPr/>
          </p:nvSpPr>
          <p:spPr bwMode="auto">
            <a:xfrm>
              <a:off x="3697" y="869"/>
              <a:ext cx="9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09" name="Freeform 9"/>
            <p:cNvSpPr>
              <a:spLocks/>
            </p:cNvSpPr>
            <p:nvPr/>
          </p:nvSpPr>
          <p:spPr bwMode="auto">
            <a:xfrm>
              <a:off x="4635" y="193"/>
              <a:ext cx="1" cy="680"/>
            </a:xfrm>
            <a:custGeom>
              <a:avLst/>
              <a:gdLst>
                <a:gd name="T0" fmla="*/ 0 w 1"/>
                <a:gd name="T1" fmla="*/ 680 h 680"/>
                <a:gd name="T2" fmla="*/ 0 w 1"/>
                <a:gd name="T3" fmla="*/ 0 h 680"/>
              </a:gdLst>
              <a:ahLst/>
              <a:cxnLst>
                <a:cxn ang="0">
                  <a:pos x="T0" y="T1"/>
                </a:cxn>
                <a:cxn ang="0">
                  <a:pos x="T2" y="T3"/>
                </a:cxn>
              </a:cxnLst>
              <a:rect l="0" t="0" r="r" b="b"/>
              <a:pathLst>
                <a:path w="1" h="680">
                  <a:moveTo>
                    <a:pt x="0" y="680"/>
                  </a:moveTo>
                  <a:lnTo>
                    <a:pt x="0" y="0"/>
                  </a:lnTo>
                </a:path>
              </a:pathLst>
            </a:custGeom>
            <a:noFill/>
            <a:ln w="285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210" name="Line 10"/>
            <p:cNvSpPr>
              <a:spLocks noChangeShapeType="1"/>
            </p:cNvSpPr>
            <p:nvPr/>
          </p:nvSpPr>
          <p:spPr bwMode="auto">
            <a:xfrm flipH="1">
              <a:off x="3697" y="192"/>
              <a:ext cx="937" cy="67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11" name="Text Box 11"/>
            <p:cNvSpPr txBox="1">
              <a:spLocks noChangeArrowheads="1"/>
            </p:cNvSpPr>
            <p:nvPr/>
          </p:nvSpPr>
          <p:spPr bwMode="auto">
            <a:xfrm>
              <a:off x="3888" y="624"/>
              <a:ext cx="23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Symbol" panose="05050102010706020507" pitchFamily="18" charset="2"/>
                  <a:sym typeface="Symbol" panose="05050102010706020507" pitchFamily="18" charset="2"/>
                </a:rPr>
                <a:t></a:t>
              </a:r>
              <a:endParaRPr kumimoji="1" lang="en-US" altLang="zh-CN" sz="2400" b="1">
                <a:latin typeface="Times New Roman" panose="02020603050405020304" pitchFamily="18" charset="0"/>
              </a:endParaRPr>
            </a:p>
          </p:txBody>
        </p:sp>
        <p:graphicFrame>
          <p:nvGraphicFramePr>
            <p:cNvPr id="51212" name="Object 12"/>
            <p:cNvGraphicFramePr>
              <a:graphicFrameLocks noChangeAspect="1"/>
            </p:cNvGraphicFramePr>
            <p:nvPr/>
          </p:nvGraphicFramePr>
          <p:xfrm>
            <a:off x="3288" y="198"/>
            <a:ext cx="1081" cy="351"/>
          </p:xfrm>
          <a:graphic>
            <a:graphicData uri="http://schemas.openxmlformats.org/presentationml/2006/ole">
              <mc:AlternateContent xmlns:mc="http://schemas.openxmlformats.org/markup-compatibility/2006">
                <mc:Choice xmlns:v="urn:schemas-microsoft-com:vml" Requires="v">
                  <p:oleObj spid="_x0000_s57670" name="公式" r:id="rId12" imgW="876240" imgH="279360" progId="Equation.3">
                    <p:embed/>
                  </p:oleObj>
                </mc:Choice>
                <mc:Fallback>
                  <p:oleObj name="公式" r:id="rId12" imgW="876240" imgH="279360" progId="Equation.3">
                    <p:embed/>
                    <p:pic>
                      <p:nvPicPr>
                        <p:cNvPr id="51212"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288" y="198"/>
                          <a:ext cx="1081" cy="3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13" name="Text Box 13"/>
            <p:cNvSpPr txBox="1">
              <a:spLocks noChangeArrowheads="1"/>
            </p:cNvSpPr>
            <p:nvPr/>
          </p:nvSpPr>
          <p:spPr bwMode="auto">
            <a:xfrm>
              <a:off x="4138" y="816"/>
              <a:ext cx="24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R</a:t>
              </a:r>
            </a:p>
          </p:txBody>
        </p:sp>
        <p:sp>
          <p:nvSpPr>
            <p:cNvPr id="51214" name="Text Box 14"/>
            <p:cNvSpPr txBox="1">
              <a:spLocks noChangeArrowheads="1"/>
            </p:cNvSpPr>
            <p:nvPr/>
          </p:nvSpPr>
          <p:spPr bwMode="auto">
            <a:xfrm>
              <a:off x="4677" y="388"/>
              <a:ext cx="41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sym typeface="Symbol" panose="05050102010706020507" pitchFamily="18" charset="2"/>
                </a:rPr>
                <a:t> L</a:t>
              </a:r>
              <a:endParaRPr kumimoji="1" lang="en-US" altLang="zh-CN" sz="2400" b="1" i="1">
                <a:latin typeface="Times New Roman" panose="02020603050405020304" pitchFamily="18" charset="0"/>
              </a:endParaRPr>
            </a:p>
          </p:txBody>
        </p:sp>
        <p:sp>
          <p:nvSpPr>
            <p:cNvPr id="51215" name="Freeform 15"/>
            <p:cNvSpPr>
              <a:spLocks/>
            </p:cNvSpPr>
            <p:nvPr/>
          </p:nvSpPr>
          <p:spPr bwMode="auto">
            <a:xfrm>
              <a:off x="3837" y="768"/>
              <a:ext cx="51" cy="105"/>
            </a:xfrm>
            <a:custGeom>
              <a:avLst/>
              <a:gdLst>
                <a:gd name="T0" fmla="*/ 0 w 51"/>
                <a:gd name="T1" fmla="*/ 0 h 105"/>
                <a:gd name="T2" fmla="*/ 39 w 51"/>
                <a:gd name="T3" fmla="*/ 45 h 105"/>
                <a:gd name="T4" fmla="*/ 51 w 51"/>
                <a:gd name="T5" fmla="*/ 105 h 105"/>
              </a:gdLst>
              <a:ahLst/>
              <a:cxnLst>
                <a:cxn ang="0">
                  <a:pos x="T0" y="T1"/>
                </a:cxn>
                <a:cxn ang="0">
                  <a:pos x="T2" y="T3"/>
                </a:cxn>
                <a:cxn ang="0">
                  <a:pos x="T4" y="T5"/>
                </a:cxn>
              </a:cxnLst>
              <a:rect l="0" t="0" r="r" b="b"/>
              <a:pathLst>
                <a:path w="51" h="105">
                  <a:moveTo>
                    <a:pt x="0" y="0"/>
                  </a:moveTo>
                  <a:cubicBezTo>
                    <a:pt x="6" y="7"/>
                    <a:pt x="31" y="28"/>
                    <a:pt x="39" y="45"/>
                  </a:cubicBezTo>
                  <a:cubicBezTo>
                    <a:pt x="47" y="62"/>
                    <a:pt x="49" y="93"/>
                    <a:pt x="51" y="105"/>
                  </a:cubicBezTo>
                </a:path>
              </a:pathLst>
            </a:custGeom>
            <a:noFill/>
            <a:ln w="952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1216" name="Freeform 16"/>
            <p:cNvSpPr>
              <a:spLocks/>
            </p:cNvSpPr>
            <p:nvPr/>
          </p:nvSpPr>
          <p:spPr bwMode="auto">
            <a:xfrm>
              <a:off x="4560" y="768"/>
              <a:ext cx="72" cy="96"/>
            </a:xfrm>
            <a:custGeom>
              <a:avLst/>
              <a:gdLst>
                <a:gd name="T0" fmla="*/ 120 w 120"/>
                <a:gd name="T1" fmla="*/ 3 h 96"/>
                <a:gd name="T2" fmla="*/ 0 w 120"/>
                <a:gd name="T3" fmla="*/ 0 h 96"/>
                <a:gd name="T4" fmla="*/ 0 w 120"/>
                <a:gd name="T5" fmla="*/ 96 h 96"/>
              </a:gdLst>
              <a:ahLst/>
              <a:cxnLst>
                <a:cxn ang="0">
                  <a:pos x="T0" y="T1"/>
                </a:cxn>
                <a:cxn ang="0">
                  <a:pos x="T2" y="T3"/>
                </a:cxn>
                <a:cxn ang="0">
                  <a:pos x="T4" y="T5"/>
                </a:cxn>
              </a:cxnLst>
              <a:rect l="0" t="0" r="r" b="b"/>
              <a:pathLst>
                <a:path w="120" h="96">
                  <a:moveTo>
                    <a:pt x="120" y="3"/>
                  </a:moveTo>
                  <a:lnTo>
                    <a:pt x="0" y="0"/>
                  </a:lnTo>
                  <a:lnTo>
                    <a:pt x="0" y="96"/>
                  </a:lnTo>
                </a:path>
              </a:pathLst>
            </a:custGeom>
            <a:noFill/>
            <a:ln w="952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grpSp>
        <p:nvGrpSpPr>
          <p:cNvPr id="51217" name="Group 17"/>
          <p:cNvGrpSpPr>
            <a:grpSpLocks/>
          </p:cNvGrpSpPr>
          <p:nvPr/>
        </p:nvGrpSpPr>
        <p:grpSpPr bwMode="auto">
          <a:xfrm>
            <a:off x="6288088" y="2687638"/>
            <a:ext cx="2163762" cy="1676400"/>
            <a:chOff x="807" y="720"/>
            <a:chExt cx="1363" cy="1056"/>
          </a:xfrm>
        </p:grpSpPr>
        <p:sp>
          <p:nvSpPr>
            <p:cNvPr id="51218" name="Freeform 18"/>
            <p:cNvSpPr>
              <a:spLocks/>
            </p:cNvSpPr>
            <p:nvPr/>
          </p:nvSpPr>
          <p:spPr bwMode="auto">
            <a:xfrm>
              <a:off x="1869" y="1125"/>
              <a:ext cx="1" cy="123"/>
            </a:xfrm>
            <a:custGeom>
              <a:avLst/>
              <a:gdLst>
                <a:gd name="T0" fmla="*/ 0 w 1"/>
                <a:gd name="T1" fmla="*/ 123 h 123"/>
                <a:gd name="T2" fmla="*/ 0 w 1"/>
                <a:gd name="T3" fmla="*/ 0 h 123"/>
              </a:gdLst>
              <a:ahLst/>
              <a:cxnLst>
                <a:cxn ang="0">
                  <a:pos x="T0" y="T1"/>
                </a:cxn>
                <a:cxn ang="0">
                  <a:pos x="T2" y="T3"/>
                </a:cxn>
              </a:cxnLst>
              <a:rect l="0" t="0" r="r" b="b"/>
              <a:pathLst>
                <a:path w="1" h="123">
                  <a:moveTo>
                    <a:pt x="0" y="123"/>
                  </a:moveTo>
                  <a:lnTo>
                    <a:pt x="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219" name="Freeform 19"/>
            <p:cNvSpPr>
              <a:spLocks/>
            </p:cNvSpPr>
            <p:nvPr/>
          </p:nvSpPr>
          <p:spPr bwMode="auto">
            <a:xfrm>
              <a:off x="1872" y="1632"/>
              <a:ext cx="1" cy="123"/>
            </a:xfrm>
            <a:custGeom>
              <a:avLst/>
              <a:gdLst>
                <a:gd name="T0" fmla="*/ 0 w 1"/>
                <a:gd name="T1" fmla="*/ 0 h 123"/>
                <a:gd name="T2" fmla="*/ 0 w 1"/>
                <a:gd name="T3" fmla="*/ 123 h 123"/>
              </a:gdLst>
              <a:ahLst/>
              <a:cxnLst>
                <a:cxn ang="0">
                  <a:pos x="T0" y="T1"/>
                </a:cxn>
                <a:cxn ang="0">
                  <a:pos x="T2" y="T3"/>
                </a:cxn>
              </a:cxnLst>
              <a:rect l="0" t="0" r="r" b="b"/>
              <a:pathLst>
                <a:path w="1" h="123">
                  <a:moveTo>
                    <a:pt x="0" y="0"/>
                  </a:moveTo>
                  <a:lnTo>
                    <a:pt x="0" y="123"/>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1220" name="Line 20"/>
            <p:cNvSpPr>
              <a:spLocks noChangeShapeType="1"/>
            </p:cNvSpPr>
            <p:nvPr/>
          </p:nvSpPr>
          <p:spPr bwMode="auto">
            <a:xfrm>
              <a:off x="960" y="1128"/>
              <a:ext cx="91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21" name="Line 21"/>
            <p:cNvSpPr>
              <a:spLocks noChangeShapeType="1"/>
            </p:cNvSpPr>
            <p:nvPr/>
          </p:nvSpPr>
          <p:spPr bwMode="auto">
            <a:xfrm>
              <a:off x="960" y="1752"/>
              <a:ext cx="91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22" name="Rectangle 22"/>
            <p:cNvSpPr>
              <a:spLocks noChangeArrowheads="1"/>
            </p:cNvSpPr>
            <p:nvPr/>
          </p:nvSpPr>
          <p:spPr bwMode="auto">
            <a:xfrm rot="-5400000">
              <a:off x="1433" y="967"/>
              <a:ext cx="120" cy="29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1223" name="Text Box 23"/>
            <p:cNvSpPr txBox="1">
              <a:spLocks noChangeArrowheads="1"/>
            </p:cNvSpPr>
            <p:nvPr/>
          </p:nvSpPr>
          <p:spPr bwMode="auto">
            <a:xfrm>
              <a:off x="1361" y="816"/>
              <a:ext cx="24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R</a:t>
              </a:r>
            </a:p>
          </p:txBody>
        </p:sp>
        <p:sp>
          <p:nvSpPr>
            <p:cNvPr id="51224" name="Line 24"/>
            <p:cNvSpPr>
              <a:spLocks noChangeShapeType="1"/>
            </p:cNvSpPr>
            <p:nvPr/>
          </p:nvSpPr>
          <p:spPr bwMode="auto">
            <a:xfrm>
              <a:off x="960" y="1008"/>
              <a:ext cx="288" cy="0"/>
            </a:xfrm>
            <a:prstGeom prst="line">
              <a:avLst/>
            </a:prstGeom>
            <a:noFill/>
            <a:ln w="952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225" name="Text Box 25"/>
            <p:cNvSpPr txBox="1">
              <a:spLocks noChangeArrowheads="1"/>
            </p:cNvSpPr>
            <p:nvPr/>
          </p:nvSpPr>
          <p:spPr bwMode="auto">
            <a:xfrm>
              <a:off x="912" y="720"/>
              <a:ext cx="350"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i</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p>
          </p:txBody>
        </p:sp>
        <p:sp>
          <p:nvSpPr>
            <p:cNvPr id="51226" name="Text Box 26"/>
            <p:cNvSpPr txBox="1">
              <a:spLocks noChangeArrowheads="1"/>
            </p:cNvSpPr>
            <p:nvPr/>
          </p:nvSpPr>
          <p:spPr bwMode="auto">
            <a:xfrm>
              <a:off x="807" y="1296"/>
              <a:ext cx="40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u</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p>
          </p:txBody>
        </p:sp>
        <p:sp>
          <p:nvSpPr>
            <p:cNvPr id="51227" name="Text Box 27"/>
            <p:cNvSpPr txBox="1">
              <a:spLocks noChangeArrowheads="1"/>
            </p:cNvSpPr>
            <p:nvPr/>
          </p:nvSpPr>
          <p:spPr bwMode="auto">
            <a:xfrm>
              <a:off x="1937" y="1296"/>
              <a:ext cx="23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L</a:t>
              </a:r>
            </a:p>
          </p:txBody>
        </p:sp>
        <p:grpSp>
          <p:nvGrpSpPr>
            <p:cNvPr id="51228" name="Group 28"/>
            <p:cNvGrpSpPr>
              <a:grpSpLocks/>
            </p:cNvGrpSpPr>
            <p:nvPr/>
          </p:nvGrpSpPr>
          <p:grpSpPr bwMode="auto">
            <a:xfrm rot="5400000">
              <a:off x="1704" y="1416"/>
              <a:ext cx="384" cy="48"/>
              <a:chOff x="666" y="1872"/>
              <a:chExt cx="489" cy="60"/>
            </a:xfrm>
          </p:grpSpPr>
          <p:sp>
            <p:nvSpPr>
              <p:cNvPr id="51229" name="Freeform 29"/>
              <p:cNvSpPr>
                <a:spLocks/>
              </p:cNvSpPr>
              <p:nvPr/>
            </p:nvSpPr>
            <p:spPr bwMode="auto">
              <a:xfrm>
                <a:off x="666" y="1872"/>
                <a:ext cx="125" cy="60"/>
              </a:xfrm>
              <a:custGeom>
                <a:avLst/>
                <a:gdLst>
                  <a:gd name="T0" fmla="*/ 0 w 125"/>
                  <a:gd name="T1" fmla="*/ 60 h 60"/>
                  <a:gd name="T2" fmla="*/ 23 w 125"/>
                  <a:gd name="T3" fmla="*/ 15 h 60"/>
                  <a:gd name="T4" fmla="*/ 65 w 125"/>
                  <a:gd name="T5" fmla="*/ 0 h 60"/>
                  <a:gd name="T6" fmla="*/ 102 w 125"/>
                  <a:gd name="T7" fmla="*/ 15 h 60"/>
                  <a:gd name="T8" fmla="*/ 125 w 125"/>
                  <a:gd name="T9" fmla="*/ 51 h 60"/>
                </a:gdLst>
                <a:ahLst/>
                <a:cxnLst>
                  <a:cxn ang="0">
                    <a:pos x="T0" y="T1"/>
                  </a:cxn>
                  <a:cxn ang="0">
                    <a:pos x="T2" y="T3"/>
                  </a:cxn>
                  <a:cxn ang="0">
                    <a:pos x="T4" y="T5"/>
                  </a:cxn>
                  <a:cxn ang="0">
                    <a:pos x="T6" y="T7"/>
                  </a:cxn>
                  <a:cxn ang="0">
                    <a:pos x="T8" y="T9"/>
                  </a:cxn>
                </a:cxnLst>
                <a:rect l="0" t="0" r="r" b="b"/>
                <a:pathLst>
                  <a:path w="125" h="60">
                    <a:moveTo>
                      <a:pt x="0" y="60"/>
                    </a:moveTo>
                    <a:cubicBezTo>
                      <a:pt x="4" y="53"/>
                      <a:pt x="12" y="25"/>
                      <a:pt x="23" y="15"/>
                    </a:cubicBezTo>
                    <a:cubicBezTo>
                      <a:pt x="34" y="5"/>
                      <a:pt x="52" y="0"/>
                      <a:pt x="65" y="0"/>
                    </a:cubicBezTo>
                    <a:cubicBezTo>
                      <a:pt x="78" y="0"/>
                      <a:pt x="92" y="7"/>
                      <a:pt x="102" y="15"/>
                    </a:cubicBezTo>
                    <a:cubicBezTo>
                      <a:pt x="112" y="23"/>
                      <a:pt x="120" y="44"/>
                      <a:pt x="125"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1230" name="Freeform 30"/>
              <p:cNvSpPr>
                <a:spLocks/>
              </p:cNvSpPr>
              <p:nvPr/>
            </p:nvSpPr>
            <p:spPr bwMode="auto">
              <a:xfrm>
                <a:off x="791" y="1872"/>
                <a:ext cx="121" cy="54"/>
              </a:xfrm>
              <a:custGeom>
                <a:avLst/>
                <a:gdLst>
                  <a:gd name="T0" fmla="*/ 0 w 121"/>
                  <a:gd name="T1" fmla="*/ 54 h 54"/>
                  <a:gd name="T2" fmla="*/ 24 w 121"/>
                  <a:gd name="T3" fmla="*/ 15 h 54"/>
                  <a:gd name="T4" fmla="*/ 66 w 121"/>
                  <a:gd name="T5" fmla="*/ 0 h 54"/>
                  <a:gd name="T6" fmla="*/ 103 w 121"/>
                  <a:gd name="T7" fmla="*/ 15 h 54"/>
                  <a:gd name="T8" fmla="*/ 121 w 121"/>
                  <a:gd name="T9" fmla="*/ 51 h 54"/>
                </a:gdLst>
                <a:ahLst/>
                <a:cxnLst>
                  <a:cxn ang="0">
                    <a:pos x="T0" y="T1"/>
                  </a:cxn>
                  <a:cxn ang="0">
                    <a:pos x="T2" y="T3"/>
                  </a:cxn>
                  <a:cxn ang="0">
                    <a:pos x="T4" y="T5"/>
                  </a:cxn>
                  <a:cxn ang="0">
                    <a:pos x="T6" y="T7"/>
                  </a:cxn>
                  <a:cxn ang="0">
                    <a:pos x="T8" y="T9"/>
                  </a:cxn>
                </a:cxnLst>
                <a:rect l="0" t="0" r="r" b="b"/>
                <a:pathLst>
                  <a:path w="121" h="54">
                    <a:moveTo>
                      <a:pt x="0" y="54"/>
                    </a:moveTo>
                    <a:cubicBezTo>
                      <a:pt x="4" y="47"/>
                      <a:pt x="13" y="24"/>
                      <a:pt x="24" y="15"/>
                    </a:cubicBezTo>
                    <a:cubicBezTo>
                      <a:pt x="35" y="6"/>
                      <a:pt x="53" y="0"/>
                      <a:pt x="66" y="0"/>
                    </a:cubicBezTo>
                    <a:cubicBezTo>
                      <a:pt x="79" y="0"/>
                      <a:pt x="94" y="7"/>
                      <a:pt x="103" y="15"/>
                    </a:cubicBezTo>
                    <a:cubicBezTo>
                      <a:pt x="112" y="23"/>
                      <a:pt x="117" y="44"/>
                      <a:pt x="121"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1231" name="Freeform 31"/>
              <p:cNvSpPr>
                <a:spLocks/>
              </p:cNvSpPr>
              <p:nvPr/>
            </p:nvSpPr>
            <p:spPr bwMode="auto">
              <a:xfrm>
                <a:off x="912" y="1872"/>
                <a:ext cx="119" cy="51"/>
              </a:xfrm>
              <a:custGeom>
                <a:avLst/>
                <a:gdLst>
                  <a:gd name="T0" fmla="*/ 0 w 119"/>
                  <a:gd name="T1" fmla="*/ 51 h 51"/>
                  <a:gd name="T2" fmla="*/ 17 w 119"/>
                  <a:gd name="T3" fmla="*/ 15 h 51"/>
                  <a:gd name="T4" fmla="*/ 59 w 119"/>
                  <a:gd name="T5" fmla="*/ 0 h 51"/>
                  <a:gd name="T6" fmla="*/ 96 w 119"/>
                  <a:gd name="T7" fmla="*/ 15 h 51"/>
                  <a:gd name="T8" fmla="*/ 119 w 119"/>
                  <a:gd name="T9" fmla="*/ 51 h 51"/>
                </a:gdLst>
                <a:ahLst/>
                <a:cxnLst>
                  <a:cxn ang="0">
                    <a:pos x="T0" y="T1"/>
                  </a:cxn>
                  <a:cxn ang="0">
                    <a:pos x="T2" y="T3"/>
                  </a:cxn>
                  <a:cxn ang="0">
                    <a:pos x="T4" y="T5"/>
                  </a:cxn>
                  <a:cxn ang="0">
                    <a:pos x="T6" y="T7"/>
                  </a:cxn>
                  <a:cxn ang="0">
                    <a:pos x="T8" y="T9"/>
                  </a:cxn>
                </a:cxnLst>
                <a:rect l="0" t="0" r="r" b="b"/>
                <a:pathLst>
                  <a:path w="119" h="51">
                    <a:moveTo>
                      <a:pt x="0" y="51"/>
                    </a:moveTo>
                    <a:cubicBezTo>
                      <a:pt x="3" y="45"/>
                      <a:pt x="7" y="24"/>
                      <a:pt x="17" y="15"/>
                    </a:cubicBezTo>
                    <a:cubicBezTo>
                      <a:pt x="27" y="6"/>
                      <a:pt x="46" y="0"/>
                      <a:pt x="59" y="0"/>
                    </a:cubicBezTo>
                    <a:cubicBezTo>
                      <a:pt x="72" y="0"/>
                      <a:pt x="86" y="7"/>
                      <a:pt x="96" y="15"/>
                    </a:cubicBezTo>
                    <a:cubicBezTo>
                      <a:pt x="106" y="23"/>
                      <a:pt x="114" y="44"/>
                      <a:pt x="119"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1232" name="Freeform 32"/>
              <p:cNvSpPr>
                <a:spLocks/>
              </p:cNvSpPr>
              <p:nvPr/>
            </p:nvSpPr>
            <p:spPr bwMode="auto">
              <a:xfrm>
                <a:off x="1032" y="1872"/>
                <a:ext cx="123" cy="57"/>
              </a:xfrm>
              <a:custGeom>
                <a:avLst/>
                <a:gdLst>
                  <a:gd name="T0" fmla="*/ 0 w 123"/>
                  <a:gd name="T1" fmla="*/ 51 h 57"/>
                  <a:gd name="T2" fmla="*/ 23 w 123"/>
                  <a:gd name="T3" fmla="*/ 15 h 57"/>
                  <a:gd name="T4" fmla="*/ 65 w 123"/>
                  <a:gd name="T5" fmla="*/ 0 h 57"/>
                  <a:gd name="T6" fmla="*/ 102 w 123"/>
                  <a:gd name="T7" fmla="*/ 15 h 57"/>
                  <a:gd name="T8" fmla="*/ 123 w 123"/>
                  <a:gd name="T9" fmla="*/ 57 h 57"/>
                </a:gdLst>
                <a:ahLst/>
                <a:cxnLst>
                  <a:cxn ang="0">
                    <a:pos x="T0" y="T1"/>
                  </a:cxn>
                  <a:cxn ang="0">
                    <a:pos x="T2" y="T3"/>
                  </a:cxn>
                  <a:cxn ang="0">
                    <a:pos x="T4" y="T5"/>
                  </a:cxn>
                  <a:cxn ang="0">
                    <a:pos x="T6" y="T7"/>
                  </a:cxn>
                  <a:cxn ang="0">
                    <a:pos x="T8" y="T9"/>
                  </a:cxn>
                </a:cxnLst>
                <a:rect l="0" t="0" r="r" b="b"/>
                <a:pathLst>
                  <a:path w="123" h="57">
                    <a:moveTo>
                      <a:pt x="0" y="51"/>
                    </a:moveTo>
                    <a:cubicBezTo>
                      <a:pt x="3" y="45"/>
                      <a:pt x="12" y="24"/>
                      <a:pt x="23" y="15"/>
                    </a:cubicBezTo>
                    <a:cubicBezTo>
                      <a:pt x="34" y="6"/>
                      <a:pt x="52" y="0"/>
                      <a:pt x="65" y="0"/>
                    </a:cubicBezTo>
                    <a:cubicBezTo>
                      <a:pt x="78" y="0"/>
                      <a:pt x="92" y="6"/>
                      <a:pt x="102" y="15"/>
                    </a:cubicBezTo>
                    <a:cubicBezTo>
                      <a:pt x="112" y="24"/>
                      <a:pt x="119" y="48"/>
                      <a:pt x="123" y="57"/>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sp>
          <p:nvSpPr>
            <p:cNvPr id="51233" name="Oval 33"/>
            <p:cNvSpPr>
              <a:spLocks noChangeArrowheads="1"/>
            </p:cNvSpPr>
            <p:nvPr/>
          </p:nvSpPr>
          <p:spPr bwMode="auto">
            <a:xfrm>
              <a:off x="912" y="1728"/>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1234" name="Oval 34"/>
            <p:cNvSpPr>
              <a:spLocks noChangeArrowheads="1"/>
            </p:cNvSpPr>
            <p:nvPr/>
          </p:nvSpPr>
          <p:spPr bwMode="auto">
            <a:xfrm>
              <a:off x="912" y="1104"/>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1235" name="Text Box 35"/>
            <p:cNvSpPr txBox="1">
              <a:spLocks noChangeArrowheads="1"/>
            </p:cNvSpPr>
            <p:nvPr/>
          </p:nvSpPr>
          <p:spPr bwMode="auto">
            <a:xfrm>
              <a:off x="816" y="1104"/>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a:t>
              </a:r>
            </a:p>
          </p:txBody>
        </p:sp>
        <p:sp>
          <p:nvSpPr>
            <p:cNvPr id="51236" name="Text Box 36"/>
            <p:cNvSpPr txBox="1">
              <a:spLocks noChangeArrowheads="1"/>
            </p:cNvSpPr>
            <p:nvPr/>
          </p:nvSpPr>
          <p:spPr bwMode="auto">
            <a:xfrm>
              <a:off x="844" y="148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宋体" panose="02010600030101010101" pitchFamily="2" charset="-122"/>
                </a:rPr>
                <a:t>-</a:t>
              </a:r>
              <a:endParaRPr kumimoji="1" lang="en-US" altLang="zh-CN" sz="2400" b="1">
                <a:latin typeface="Times New Roman" panose="02020603050405020304" pitchFamily="18" charset="0"/>
              </a:endParaRPr>
            </a:p>
          </p:txBody>
        </p:sp>
      </p:grpSp>
      <p:sp>
        <p:nvSpPr>
          <p:cNvPr id="51237" name="Text Box 37"/>
          <p:cNvSpPr txBox="1">
            <a:spLocks noChangeArrowheads="1"/>
          </p:cNvSpPr>
          <p:nvPr/>
        </p:nvSpPr>
        <p:spPr bwMode="auto">
          <a:xfrm>
            <a:off x="365125" y="3886200"/>
            <a:ext cx="10953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solidFill>
                  <a:srgbClr val="FF0000"/>
                </a:solidFill>
                <a:latin typeface="Times New Roman" panose="02020603050405020304" pitchFamily="18" charset="0"/>
              </a:rPr>
              <a:t>取相量</a:t>
            </a:r>
            <a:endParaRPr kumimoji="1" lang="zh-CN" altLang="en-US" sz="2400" b="1">
              <a:latin typeface="Times New Roman" panose="02020603050405020304" pitchFamily="18" charset="0"/>
            </a:endParaRPr>
          </a:p>
        </p:txBody>
      </p:sp>
      <p:graphicFrame>
        <p:nvGraphicFramePr>
          <p:cNvPr id="51238" name="Object 38"/>
          <p:cNvGraphicFramePr>
            <a:graphicFrameLocks noChangeAspect="1"/>
          </p:cNvGraphicFramePr>
          <p:nvPr>
            <p:extLst>
              <p:ext uri="{D42A27DB-BD31-4B8C-83A1-F6EECF244321}">
                <p14:modId xmlns:p14="http://schemas.microsoft.com/office/powerpoint/2010/main" val="621683954"/>
              </p:ext>
            </p:extLst>
          </p:nvPr>
        </p:nvGraphicFramePr>
        <p:xfrm>
          <a:off x="899592" y="4333850"/>
          <a:ext cx="1393825" cy="895350"/>
        </p:xfrm>
        <a:graphic>
          <a:graphicData uri="http://schemas.openxmlformats.org/presentationml/2006/ole">
            <mc:AlternateContent xmlns:mc="http://schemas.openxmlformats.org/markup-compatibility/2006">
              <mc:Choice xmlns:v="urn:schemas-microsoft-com:vml" Requires="v">
                <p:oleObj spid="_x0000_s57671" name="公式" r:id="rId14" imgW="812520" imgH="520560" progId="Equation.3">
                  <p:embed/>
                </p:oleObj>
              </mc:Choice>
              <mc:Fallback>
                <p:oleObj name="公式" r:id="rId14" imgW="812520" imgH="520560" progId="Equation.3">
                  <p:embed/>
                  <p:pic>
                    <p:nvPicPr>
                      <p:cNvPr id="51238" name="Object 3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99592" y="4333850"/>
                        <a:ext cx="1393825" cy="895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39" name="Object 39"/>
          <p:cNvGraphicFramePr>
            <a:graphicFrameLocks noChangeAspect="1"/>
          </p:cNvGraphicFramePr>
          <p:nvPr>
            <p:extLst>
              <p:ext uri="{D42A27DB-BD31-4B8C-83A1-F6EECF244321}">
                <p14:modId xmlns:p14="http://schemas.microsoft.com/office/powerpoint/2010/main" val="458488075"/>
              </p:ext>
            </p:extLst>
          </p:nvPr>
        </p:nvGraphicFramePr>
        <p:xfrm>
          <a:off x="2331913" y="4468813"/>
          <a:ext cx="6632575" cy="1027112"/>
        </p:xfrm>
        <a:graphic>
          <a:graphicData uri="http://schemas.openxmlformats.org/presentationml/2006/ole">
            <mc:AlternateContent xmlns:mc="http://schemas.openxmlformats.org/markup-compatibility/2006">
              <mc:Choice xmlns:v="urn:schemas-microsoft-com:vml" Requires="v">
                <p:oleObj spid="_x0000_s57672" name="Equation" r:id="rId16" imgW="3860640" imgH="596880" progId="Equation.DSMT4">
                  <p:embed/>
                </p:oleObj>
              </mc:Choice>
              <mc:Fallback>
                <p:oleObj name="Equation" r:id="rId16" imgW="3860640" imgH="596880" progId="Equation.DSMT4">
                  <p:embed/>
                  <p:pic>
                    <p:nvPicPr>
                      <p:cNvPr id="51239" name="Object 39"/>
                      <p:cNvPicPr>
                        <a:picLocks noChangeAspect="1" noChangeArrowheads="1"/>
                      </p:cNvPicPr>
                      <p:nvPr/>
                    </p:nvPicPr>
                    <p:blipFill>
                      <a:blip r:embed="rId17"/>
                      <a:srcRect/>
                      <a:stretch>
                        <a:fillRect/>
                      </a:stretch>
                    </p:blipFill>
                    <p:spPr bwMode="auto">
                      <a:xfrm>
                        <a:off x="2331913" y="4468813"/>
                        <a:ext cx="6632575" cy="1027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40" name="Object 40"/>
          <p:cNvGraphicFramePr>
            <a:graphicFrameLocks noChangeAspect="1"/>
          </p:cNvGraphicFramePr>
          <p:nvPr/>
        </p:nvGraphicFramePr>
        <p:xfrm>
          <a:off x="1479550" y="266700"/>
          <a:ext cx="2073275" cy="1362075"/>
        </p:xfrm>
        <a:graphic>
          <a:graphicData uri="http://schemas.openxmlformats.org/presentationml/2006/ole">
            <mc:AlternateContent xmlns:mc="http://schemas.openxmlformats.org/markup-compatibility/2006">
              <mc:Choice xmlns:v="urn:schemas-microsoft-com:vml" Requires="v">
                <p:oleObj spid="_x0000_s57673" name="Equation" r:id="rId18" imgW="965160" imgH="634680" progId="Equation.DSMT4">
                  <p:embed/>
                </p:oleObj>
              </mc:Choice>
              <mc:Fallback>
                <p:oleObj name="Equation" r:id="rId18" imgW="965160" imgH="634680" progId="Equation.DSMT4">
                  <p:embed/>
                  <p:pic>
                    <p:nvPicPr>
                      <p:cNvPr id="51240" name="Object 4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479550" y="266700"/>
                        <a:ext cx="2073275" cy="1362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4452810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51240"/>
                                        </p:tgtEl>
                                        <p:attrNameLst>
                                          <p:attrName>style.visibility</p:attrName>
                                        </p:attrNameLst>
                                      </p:cBhvr>
                                      <p:to>
                                        <p:strVal val="visible"/>
                                      </p:to>
                                    </p:set>
                                    <p:animEffect transition="in" filter="dissolve">
                                      <p:cBhvr>
                                        <p:cTn id="7" dur="500"/>
                                        <p:tgtEl>
                                          <p:spTgt spid="512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1207"/>
                                        </p:tgtEl>
                                        <p:attrNameLst>
                                          <p:attrName>style.visibility</p:attrName>
                                        </p:attrNameLst>
                                      </p:cBhvr>
                                      <p:to>
                                        <p:strVal val="visible"/>
                                      </p:to>
                                    </p:set>
                                    <p:animEffect transition="in" filter="dissolve">
                                      <p:cBhvr>
                                        <p:cTn id="12" dur="500"/>
                                        <p:tgtEl>
                                          <p:spTgt spid="512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1203"/>
                                        </p:tgtEl>
                                        <p:attrNameLst>
                                          <p:attrName>style.visibility</p:attrName>
                                        </p:attrNameLst>
                                      </p:cBhvr>
                                      <p:to>
                                        <p:strVal val="visible"/>
                                      </p:to>
                                    </p:set>
                                    <p:animEffect transition="in" filter="wipe(left)">
                                      <p:cBhvr>
                                        <p:cTn id="17" dur="500"/>
                                        <p:tgtEl>
                                          <p:spTgt spid="5120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3" presetClass="entr" presetSubtype="272" fill="hold" grpId="0" nodeType="clickEffect">
                                  <p:stCondLst>
                                    <p:cond delay="0"/>
                                  </p:stCondLst>
                                  <p:childTnLst>
                                    <p:set>
                                      <p:cBhvr>
                                        <p:cTn id="21" dur="1" fill="hold">
                                          <p:stCondLst>
                                            <p:cond delay="0"/>
                                          </p:stCondLst>
                                        </p:cTn>
                                        <p:tgtEl>
                                          <p:spTgt spid="51202"/>
                                        </p:tgtEl>
                                        <p:attrNameLst>
                                          <p:attrName>style.visibility</p:attrName>
                                        </p:attrNameLst>
                                      </p:cBhvr>
                                      <p:to>
                                        <p:strVal val="visible"/>
                                      </p:to>
                                    </p:set>
                                    <p:anim calcmode="lin" valueType="num">
                                      <p:cBhvr>
                                        <p:cTn id="22" dur="500" fill="hold"/>
                                        <p:tgtEl>
                                          <p:spTgt spid="51202"/>
                                        </p:tgtEl>
                                        <p:attrNameLst>
                                          <p:attrName>ppt_w</p:attrName>
                                        </p:attrNameLst>
                                      </p:cBhvr>
                                      <p:tavLst>
                                        <p:tav tm="0">
                                          <p:val>
                                            <p:strVal val="2/3*#ppt_w"/>
                                          </p:val>
                                        </p:tav>
                                        <p:tav tm="100000">
                                          <p:val>
                                            <p:strVal val="#ppt_w"/>
                                          </p:val>
                                        </p:tav>
                                      </p:tavLst>
                                    </p:anim>
                                    <p:anim calcmode="lin" valueType="num">
                                      <p:cBhvr>
                                        <p:cTn id="23" dur="500" fill="hold"/>
                                        <p:tgtEl>
                                          <p:spTgt spid="51202"/>
                                        </p:tgtEl>
                                        <p:attrNameLst>
                                          <p:attrName>ppt_h</p:attrName>
                                        </p:attrNameLst>
                                      </p:cBhvr>
                                      <p:tavLst>
                                        <p:tav tm="0">
                                          <p:val>
                                            <p:strVal val="2/3*#ppt_h"/>
                                          </p:val>
                                        </p:tav>
                                        <p:tav tm="100000">
                                          <p:val>
                                            <p:strVal val="#ppt_h"/>
                                          </p:val>
                                        </p:tav>
                                      </p:tavLst>
                                    </p:anim>
                                  </p:childTnLst>
                                </p:cTn>
                              </p:par>
                            </p:childTnLst>
                          </p:cTn>
                        </p:par>
                        <p:par>
                          <p:cTn id="24" fill="hold" nodeType="afterGroup">
                            <p:stCondLst>
                              <p:cond delay="500"/>
                            </p:stCondLst>
                            <p:childTnLst>
                              <p:par>
                                <p:cTn id="25" presetID="22" presetClass="entr" presetSubtype="8" fill="hold" nodeType="afterEffect">
                                  <p:stCondLst>
                                    <p:cond delay="0"/>
                                  </p:stCondLst>
                                  <p:childTnLst>
                                    <p:set>
                                      <p:cBhvr>
                                        <p:cTn id="26" dur="1" fill="hold">
                                          <p:stCondLst>
                                            <p:cond delay="0"/>
                                          </p:stCondLst>
                                        </p:cTn>
                                        <p:tgtEl>
                                          <p:spTgt spid="51217"/>
                                        </p:tgtEl>
                                        <p:attrNameLst>
                                          <p:attrName>style.visibility</p:attrName>
                                        </p:attrNameLst>
                                      </p:cBhvr>
                                      <p:to>
                                        <p:strVal val="visible"/>
                                      </p:to>
                                    </p:set>
                                    <p:animEffect transition="in" filter="wipe(left)">
                                      <p:cBhvr>
                                        <p:cTn id="27" dur="500"/>
                                        <p:tgtEl>
                                          <p:spTgt spid="5121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8" fill="hold" nodeType="clickEffect">
                                  <p:stCondLst>
                                    <p:cond delay="0"/>
                                  </p:stCondLst>
                                  <p:childTnLst>
                                    <p:set>
                                      <p:cBhvr>
                                        <p:cTn id="31" dur="1" fill="hold">
                                          <p:stCondLst>
                                            <p:cond delay="0"/>
                                          </p:stCondLst>
                                        </p:cTn>
                                        <p:tgtEl>
                                          <p:spTgt spid="51204"/>
                                        </p:tgtEl>
                                        <p:attrNameLst>
                                          <p:attrName>style.visibility</p:attrName>
                                        </p:attrNameLst>
                                      </p:cBhvr>
                                      <p:to>
                                        <p:strVal val="visible"/>
                                      </p:to>
                                    </p:set>
                                    <p:anim calcmode="lin" valueType="num">
                                      <p:cBhvr additive="base">
                                        <p:cTn id="32" dur="500" fill="hold"/>
                                        <p:tgtEl>
                                          <p:spTgt spid="51204"/>
                                        </p:tgtEl>
                                        <p:attrNameLst>
                                          <p:attrName>ppt_x</p:attrName>
                                        </p:attrNameLst>
                                      </p:cBhvr>
                                      <p:tavLst>
                                        <p:tav tm="0">
                                          <p:val>
                                            <p:strVal val="0-#ppt_w/2"/>
                                          </p:val>
                                        </p:tav>
                                        <p:tav tm="100000">
                                          <p:val>
                                            <p:strVal val="#ppt_x"/>
                                          </p:val>
                                        </p:tav>
                                      </p:tavLst>
                                    </p:anim>
                                    <p:anim calcmode="lin" valueType="num">
                                      <p:cBhvr additive="base">
                                        <p:cTn id="33" dur="500" fill="hold"/>
                                        <p:tgtEl>
                                          <p:spTgt spid="51204"/>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51237"/>
                                        </p:tgtEl>
                                        <p:attrNameLst>
                                          <p:attrName>style.visibility</p:attrName>
                                        </p:attrNameLst>
                                      </p:cBhvr>
                                      <p:to>
                                        <p:strVal val="visible"/>
                                      </p:to>
                                    </p:set>
                                    <p:anim calcmode="lin" valueType="num">
                                      <p:cBhvr additive="base">
                                        <p:cTn id="38" dur="500" fill="hold"/>
                                        <p:tgtEl>
                                          <p:spTgt spid="51237"/>
                                        </p:tgtEl>
                                        <p:attrNameLst>
                                          <p:attrName>ppt_x</p:attrName>
                                        </p:attrNameLst>
                                      </p:cBhvr>
                                      <p:tavLst>
                                        <p:tav tm="0">
                                          <p:val>
                                            <p:strVal val="0-#ppt_w/2"/>
                                          </p:val>
                                        </p:tav>
                                        <p:tav tm="100000">
                                          <p:val>
                                            <p:strVal val="#ppt_x"/>
                                          </p:val>
                                        </p:tav>
                                      </p:tavLst>
                                    </p:anim>
                                    <p:anim calcmode="lin" valueType="num">
                                      <p:cBhvr additive="base">
                                        <p:cTn id="39" dur="500" fill="hold"/>
                                        <p:tgtEl>
                                          <p:spTgt spid="51237"/>
                                        </p:tgtEl>
                                        <p:attrNameLst>
                                          <p:attrName>ppt_y</p:attrName>
                                        </p:attrNameLst>
                                      </p:cBhvr>
                                      <p:tavLst>
                                        <p:tav tm="0">
                                          <p:val>
                                            <p:strVal val="#ppt_y"/>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51205"/>
                                        </p:tgtEl>
                                        <p:attrNameLst>
                                          <p:attrName>style.visibility</p:attrName>
                                        </p:attrNameLst>
                                      </p:cBhvr>
                                      <p:to>
                                        <p:strVal val="visible"/>
                                      </p:to>
                                    </p:set>
                                    <p:animEffect transition="in" filter="wipe(left)">
                                      <p:cBhvr>
                                        <p:cTn id="44" dur="500"/>
                                        <p:tgtEl>
                                          <p:spTgt spid="51205"/>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51238"/>
                                        </p:tgtEl>
                                        <p:attrNameLst>
                                          <p:attrName>style.visibility</p:attrName>
                                        </p:attrNameLst>
                                      </p:cBhvr>
                                      <p:to>
                                        <p:strVal val="visible"/>
                                      </p:to>
                                    </p:set>
                                    <p:animEffect transition="in" filter="wipe(left)">
                                      <p:cBhvr>
                                        <p:cTn id="49" dur="500"/>
                                        <p:tgtEl>
                                          <p:spTgt spid="51238"/>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51239"/>
                                        </p:tgtEl>
                                        <p:attrNameLst>
                                          <p:attrName>style.visibility</p:attrName>
                                        </p:attrNameLst>
                                      </p:cBhvr>
                                      <p:to>
                                        <p:strVal val="visible"/>
                                      </p:to>
                                    </p:set>
                                    <p:animEffect transition="in" filter="wipe(left)">
                                      <p:cBhvr>
                                        <p:cTn id="54" dur="500"/>
                                        <p:tgtEl>
                                          <p:spTgt spid="51239"/>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51206"/>
                                        </p:tgtEl>
                                        <p:attrNameLst>
                                          <p:attrName>style.visibility</p:attrName>
                                        </p:attrNameLst>
                                      </p:cBhvr>
                                      <p:to>
                                        <p:strVal val="visible"/>
                                      </p:to>
                                    </p:set>
                                    <p:animEffect transition="in" filter="wipe(left)">
                                      <p:cBhvr>
                                        <p:cTn id="59" dur="500"/>
                                        <p:tgtEl>
                                          <p:spTgt spid="51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autoUpdateAnimBg="0"/>
      <p:bldP spid="51237"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descr="花束"/>
          <p:cNvSpPr txBox="1">
            <a:spLocks noChangeArrowheads="1"/>
          </p:cNvSpPr>
          <p:nvPr/>
        </p:nvSpPr>
        <p:spPr bwMode="auto">
          <a:xfrm>
            <a:off x="762000" y="361950"/>
            <a:ext cx="895350" cy="519113"/>
          </a:xfrm>
          <a:prstGeom prst="rect">
            <a:avLst/>
          </a:prstGeom>
          <a:blipFill dpi="0" rotWithShape="0">
            <a:blip r:embed="rId3"/>
            <a:srcRect/>
            <a:tile tx="0" ty="0" sx="100000" sy="100000" flip="none" algn="tl"/>
          </a:blipFill>
          <a:ln>
            <a:noFill/>
          </a:ln>
          <a:effectLst>
            <a:outerShdw dist="107763" dir="18900000" algn="ctr" rotWithShape="0">
              <a:srgbClr val="808080"/>
            </a:outerShdw>
          </a:effectLst>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800" b="1">
                <a:latin typeface="Times New Roman" panose="02020603050405020304" pitchFamily="18" charset="0"/>
                <a:ea typeface="华文行楷" panose="02010800040101010101" pitchFamily="2" charset="-122"/>
              </a:rPr>
              <a:t>小结</a:t>
            </a:r>
          </a:p>
        </p:txBody>
      </p:sp>
      <p:grpSp>
        <p:nvGrpSpPr>
          <p:cNvPr id="55299" name="Group 3"/>
          <p:cNvGrpSpPr>
            <a:grpSpLocks/>
          </p:cNvGrpSpPr>
          <p:nvPr/>
        </p:nvGrpSpPr>
        <p:grpSpPr bwMode="auto">
          <a:xfrm>
            <a:off x="179512" y="914400"/>
            <a:ext cx="4624390" cy="1077914"/>
            <a:chOff x="988" y="576"/>
            <a:chExt cx="2913" cy="679"/>
          </a:xfrm>
        </p:grpSpPr>
        <p:sp>
          <p:nvSpPr>
            <p:cNvPr id="55300" name="Text Box 4"/>
            <p:cNvSpPr txBox="1">
              <a:spLocks noChangeArrowheads="1"/>
            </p:cNvSpPr>
            <p:nvPr/>
          </p:nvSpPr>
          <p:spPr bwMode="auto">
            <a:xfrm>
              <a:off x="988" y="576"/>
              <a:ext cx="1308" cy="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800" b="1">
                  <a:latin typeface="Times New Roman" panose="02020603050405020304" pitchFamily="18" charset="0"/>
                </a:rPr>
                <a:t>①     </a:t>
              </a:r>
              <a:r>
                <a:rPr kumimoji="1" lang="zh-CN" altLang="en-US" sz="2800" b="1">
                  <a:latin typeface="Times New Roman" panose="02020603050405020304" pitchFamily="18" charset="0"/>
                </a:rPr>
                <a:t>正弦量</a:t>
              </a:r>
            </a:p>
          </p:txBody>
        </p:sp>
        <p:sp>
          <p:nvSpPr>
            <p:cNvPr id="55301" name="Rectangle 5"/>
            <p:cNvSpPr>
              <a:spLocks noChangeArrowheads="1"/>
            </p:cNvSpPr>
            <p:nvPr/>
          </p:nvSpPr>
          <p:spPr bwMode="auto">
            <a:xfrm>
              <a:off x="3168" y="576"/>
              <a:ext cx="571" cy="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800" b="1">
                  <a:latin typeface="Times New Roman" panose="02020603050405020304" pitchFamily="18" charset="0"/>
                </a:rPr>
                <a:t>相量</a:t>
              </a:r>
            </a:p>
          </p:txBody>
        </p:sp>
        <p:grpSp>
          <p:nvGrpSpPr>
            <p:cNvPr id="55302" name="Group 6"/>
            <p:cNvGrpSpPr>
              <a:grpSpLocks/>
            </p:cNvGrpSpPr>
            <p:nvPr/>
          </p:nvGrpSpPr>
          <p:grpSpPr bwMode="auto">
            <a:xfrm>
              <a:off x="2352" y="672"/>
              <a:ext cx="492" cy="72"/>
              <a:chOff x="2580" y="768"/>
              <a:chExt cx="492" cy="72"/>
            </a:xfrm>
          </p:grpSpPr>
          <p:sp>
            <p:nvSpPr>
              <p:cNvPr id="55303" name="Line 7"/>
              <p:cNvSpPr>
                <a:spLocks noChangeShapeType="1"/>
              </p:cNvSpPr>
              <p:nvPr/>
            </p:nvSpPr>
            <p:spPr bwMode="auto">
              <a:xfrm>
                <a:off x="2592" y="768"/>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5304" name="Line 8"/>
              <p:cNvSpPr>
                <a:spLocks noChangeShapeType="1"/>
              </p:cNvSpPr>
              <p:nvPr/>
            </p:nvSpPr>
            <p:spPr bwMode="auto">
              <a:xfrm flipH="1">
                <a:off x="2580" y="840"/>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pSp>
        <p:sp>
          <p:nvSpPr>
            <p:cNvPr id="55305" name="Text Box 9"/>
            <p:cNvSpPr txBox="1">
              <a:spLocks noChangeArrowheads="1"/>
            </p:cNvSpPr>
            <p:nvPr/>
          </p:nvSpPr>
          <p:spPr bwMode="auto">
            <a:xfrm>
              <a:off x="1584" y="912"/>
              <a:ext cx="580" cy="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l">
                <a:spcBef>
                  <a:spcPct val="0"/>
                </a:spcBef>
              </a:pPr>
              <a:r>
                <a:rPr kumimoji="1" lang="zh-CN" altLang="en-US" sz="2800" b="1" dirty="0">
                  <a:latin typeface="Times New Roman" panose="02020603050405020304" pitchFamily="18" charset="0"/>
                </a:rPr>
                <a:t>时域 </a:t>
              </a:r>
            </a:p>
          </p:txBody>
        </p:sp>
        <p:sp>
          <p:nvSpPr>
            <p:cNvPr id="55306" name="Rectangle 10"/>
            <p:cNvSpPr>
              <a:spLocks noChangeArrowheads="1"/>
            </p:cNvSpPr>
            <p:nvPr/>
          </p:nvSpPr>
          <p:spPr bwMode="auto">
            <a:xfrm>
              <a:off x="3103" y="925"/>
              <a:ext cx="798" cy="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800" b="1" dirty="0">
                  <a:latin typeface="Times New Roman" panose="02020603050405020304" pitchFamily="18" charset="0"/>
                </a:rPr>
                <a:t>相量域</a:t>
              </a:r>
            </a:p>
          </p:txBody>
        </p:sp>
      </p:grpSp>
      <p:sp>
        <p:nvSpPr>
          <p:cNvPr id="55307" name="Rectangle 11"/>
          <p:cNvSpPr>
            <a:spLocks noChangeArrowheads="1"/>
          </p:cNvSpPr>
          <p:nvPr/>
        </p:nvSpPr>
        <p:spPr bwMode="auto">
          <a:xfrm>
            <a:off x="179512" y="2819400"/>
            <a:ext cx="9291326"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800" b="1" dirty="0">
                <a:latin typeface="Times New Roman" panose="02020603050405020304" pitchFamily="18" charset="0"/>
              </a:rPr>
              <a:t>② </a:t>
            </a:r>
            <a:r>
              <a:rPr kumimoji="1" lang="zh-CN" altLang="en-US" sz="2800" b="1" dirty="0">
                <a:latin typeface="Times New Roman" panose="02020603050405020304" pitchFamily="18" charset="0"/>
              </a:rPr>
              <a:t>相量法只适用于激励为</a:t>
            </a:r>
            <a:r>
              <a:rPr kumimoji="1" lang="zh-CN" altLang="en-US" sz="2800" b="1" dirty="0">
                <a:solidFill>
                  <a:srgbClr val="FF0000"/>
                </a:solidFill>
                <a:latin typeface="Times New Roman" panose="02020603050405020304" pitchFamily="18" charset="0"/>
              </a:rPr>
              <a:t>同频正弦量</a:t>
            </a:r>
            <a:r>
              <a:rPr kumimoji="1" lang="zh-CN" altLang="en-US" sz="2800" b="1" dirty="0">
                <a:latin typeface="Times New Roman" panose="02020603050405020304" pitchFamily="18" charset="0"/>
              </a:rPr>
              <a:t>的</a:t>
            </a:r>
            <a:r>
              <a:rPr kumimoji="1" lang="zh-CN" altLang="en-US" sz="2800" b="1" dirty="0">
                <a:solidFill>
                  <a:srgbClr val="6600FF"/>
                </a:solidFill>
                <a:latin typeface="Times New Roman" panose="02020603050405020304" pitchFamily="18" charset="0"/>
              </a:rPr>
              <a:t>线性时不变</a:t>
            </a:r>
            <a:r>
              <a:rPr kumimoji="1" lang="zh-CN" altLang="en-US" sz="2800" b="1" dirty="0">
                <a:latin typeface="Times New Roman" panose="02020603050405020304" pitchFamily="18" charset="0"/>
              </a:rPr>
              <a:t>电路。</a:t>
            </a:r>
          </a:p>
        </p:txBody>
      </p:sp>
      <p:sp>
        <p:nvSpPr>
          <p:cNvPr id="55308" name="Rectangle 12"/>
          <p:cNvSpPr>
            <a:spLocks noChangeArrowheads="1"/>
          </p:cNvSpPr>
          <p:nvPr/>
        </p:nvSpPr>
        <p:spPr bwMode="auto">
          <a:xfrm>
            <a:off x="179512" y="5330825"/>
            <a:ext cx="7696200" cy="6093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marL="381000" indent="-381000" algn="l">
              <a:spcBef>
                <a:spcPct val="0"/>
              </a:spcBef>
              <a:defRPr>
                <a:solidFill>
                  <a:schemeClr val="tx1"/>
                </a:solidFill>
                <a:latin typeface="Arial" panose="020B0604020202020204" pitchFamily="34" charset="0"/>
                <a:ea typeface="宋体" panose="02010600030101010101" pitchFamily="2" charset="-122"/>
              </a:defRPr>
            </a:lvl1pPr>
            <a:lvl2pPr marL="857250" algn="l">
              <a:spcBef>
                <a:spcPct val="0"/>
              </a:spcBef>
              <a:defRPr>
                <a:solidFill>
                  <a:schemeClr val="tx1"/>
                </a:solidFill>
                <a:latin typeface="Arial" panose="020B0604020202020204" pitchFamily="34" charset="0"/>
                <a:ea typeface="宋体" panose="02010600030101010101" pitchFamily="2" charset="-122"/>
              </a:defRPr>
            </a:lvl2pPr>
            <a:lvl3pPr marL="1047750"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20000"/>
              </a:lnSpc>
            </a:pPr>
            <a:r>
              <a:rPr kumimoji="1" lang="en-US" altLang="zh-CN" sz="2800" b="1" dirty="0">
                <a:latin typeface="Times New Roman" panose="02020603050405020304" pitchFamily="18" charset="0"/>
              </a:rPr>
              <a:t>③ </a:t>
            </a:r>
            <a:r>
              <a:rPr lang="zh-CN" altLang="en-US" sz="2800" dirty="0">
                <a:latin typeface="Times New Roman" panose="02020603050405020304" pitchFamily="18" charset="0"/>
                <a:ea typeface="隶书" panose="02010509060101010101" pitchFamily="49" charset="-122"/>
              </a:rPr>
              <a:t>相量法可以用来分析</a:t>
            </a:r>
            <a:r>
              <a:rPr lang="zh-CN" altLang="en-US" sz="2800" dirty="0">
                <a:solidFill>
                  <a:srgbClr val="FF0000"/>
                </a:solidFill>
                <a:latin typeface="Times New Roman" panose="02020603050405020304" pitchFamily="18" charset="0"/>
                <a:ea typeface="隶书" panose="02010509060101010101" pitchFamily="49" charset="-122"/>
              </a:rPr>
              <a:t>正弦稳态电路</a:t>
            </a:r>
            <a:r>
              <a:rPr lang="zh-CN" altLang="en-US" sz="2800" dirty="0">
                <a:latin typeface="Times New Roman" panose="02020603050405020304" pitchFamily="18" charset="0"/>
                <a:ea typeface="隶书" panose="02010509060101010101" pitchFamily="49" charset="-122"/>
              </a:rPr>
              <a:t>。</a:t>
            </a:r>
          </a:p>
        </p:txBody>
      </p:sp>
      <p:grpSp>
        <p:nvGrpSpPr>
          <p:cNvPr id="55309" name="Group 13"/>
          <p:cNvGrpSpPr>
            <a:grpSpLocks/>
          </p:cNvGrpSpPr>
          <p:nvPr/>
        </p:nvGrpSpPr>
        <p:grpSpPr bwMode="auto">
          <a:xfrm>
            <a:off x="1406624" y="3276600"/>
            <a:ext cx="5181600" cy="1971675"/>
            <a:chOff x="1248" y="2064"/>
            <a:chExt cx="3264" cy="1242"/>
          </a:xfrm>
        </p:grpSpPr>
        <p:grpSp>
          <p:nvGrpSpPr>
            <p:cNvPr id="55310" name="Group 14"/>
            <p:cNvGrpSpPr>
              <a:grpSpLocks/>
            </p:cNvGrpSpPr>
            <p:nvPr/>
          </p:nvGrpSpPr>
          <p:grpSpPr bwMode="auto">
            <a:xfrm>
              <a:off x="1248" y="2160"/>
              <a:ext cx="864" cy="624"/>
              <a:chOff x="1248" y="2400"/>
              <a:chExt cx="864" cy="624"/>
            </a:xfrm>
          </p:grpSpPr>
          <p:sp>
            <p:nvSpPr>
              <p:cNvPr id="55311" name="Rectangle 15"/>
              <p:cNvSpPr>
                <a:spLocks noChangeArrowheads="1"/>
              </p:cNvSpPr>
              <p:nvPr/>
            </p:nvSpPr>
            <p:spPr bwMode="auto">
              <a:xfrm>
                <a:off x="1728" y="2400"/>
                <a:ext cx="384" cy="624"/>
              </a:xfrm>
              <a:prstGeom prst="rect">
                <a:avLst/>
              </a:prstGeom>
              <a:solidFill>
                <a:schemeClr val="accent1"/>
              </a:solidFill>
              <a:ln w="9525">
                <a:solidFill>
                  <a:schemeClr val="tx1"/>
                </a:solidFill>
                <a:miter lim="800000"/>
                <a:headEnd/>
                <a:tailEnd/>
              </a:ln>
            </p:spPr>
            <p:txBody>
              <a:bodyPr wrap="none" anchor="ctr"/>
              <a:lstStyle/>
              <a:p>
                <a:pPr>
                  <a:spcBef>
                    <a:spcPct val="0"/>
                  </a:spcBef>
                </a:pPr>
                <a:r>
                  <a:rPr kumimoji="1" lang="zh-CN" altLang="en-US" sz="2800" b="1" dirty="0">
                    <a:latin typeface="Times New Roman" panose="02020603050405020304" pitchFamily="18" charset="0"/>
                  </a:rPr>
                  <a:t>线</a:t>
                </a:r>
                <a:endParaRPr kumimoji="1" lang="en-US" altLang="zh-CN" sz="2800" b="1" dirty="0">
                  <a:latin typeface="Times New Roman" panose="02020603050405020304" pitchFamily="18" charset="0"/>
                </a:endParaRPr>
              </a:p>
              <a:p>
                <a:pPr>
                  <a:spcBef>
                    <a:spcPct val="0"/>
                  </a:spcBef>
                </a:pPr>
                <a:r>
                  <a:rPr kumimoji="1" lang="zh-CN" altLang="en-US" sz="2800" b="1" dirty="0">
                    <a:latin typeface="Times New Roman" panose="02020603050405020304" pitchFamily="18" charset="0"/>
                  </a:rPr>
                  <a:t>性</a:t>
                </a:r>
              </a:p>
            </p:txBody>
          </p:sp>
          <p:sp>
            <p:nvSpPr>
              <p:cNvPr id="55312" name="Line 16"/>
              <p:cNvSpPr>
                <a:spLocks noChangeShapeType="1"/>
              </p:cNvSpPr>
              <p:nvPr/>
            </p:nvSpPr>
            <p:spPr bwMode="auto">
              <a:xfrm>
                <a:off x="1344" y="2736"/>
                <a:ext cx="38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pSp>
            <p:nvGrpSpPr>
              <p:cNvPr id="55313" name="Group 17"/>
              <p:cNvGrpSpPr>
                <a:grpSpLocks/>
              </p:cNvGrpSpPr>
              <p:nvPr/>
            </p:nvGrpSpPr>
            <p:grpSpPr bwMode="auto">
              <a:xfrm>
                <a:off x="1248" y="2544"/>
                <a:ext cx="384" cy="108"/>
                <a:chOff x="2352" y="2400"/>
                <a:chExt cx="1152" cy="480"/>
              </a:xfrm>
            </p:grpSpPr>
            <p:sp>
              <p:nvSpPr>
                <p:cNvPr id="55314" name="Line 18"/>
                <p:cNvSpPr>
                  <a:spLocks noChangeShapeType="1"/>
                </p:cNvSpPr>
                <p:nvPr/>
              </p:nvSpPr>
              <p:spPr bwMode="auto">
                <a:xfrm>
                  <a:off x="2352" y="2400"/>
                  <a:ext cx="288"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5315" name="Line 19"/>
                <p:cNvSpPr>
                  <a:spLocks noChangeShapeType="1"/>
                </p:cNvSpPr>
                <p:nvPr/>
              </p:nvSpPr>
              <p:spPr bwMode="auto">
                <a:xfrm>
                  <a:off x="2640" y="2400"/>
                  <a:ext cx="0" cy="48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5316" name="Line 20"/>
                <p:cNvSpPr>
                  <a:spLocks noChangeShapeType="1"/>
                </p:cNvSpPr>
                <p:nvPr/>
              </p:nvSpPr>
              <p:spPr bwMode="auto">
                <a:xfrm>
                  <a:off x="2640" y="2880"/>
                  <a:ext cx="288"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5317" name="Line 21"/>
                <p:cNvSpPr>
                  <a:spLocks noChangeShapeType="1"/>
                </p:cNvSpPr>
                <p:nvPr/>
              </p:nvSpPr>
              <p:spPr bwMode="auto">
                <a:xfrm>
                  <a:off x="2928" y="2400"/>
                  <a:ext cx="0" cy="48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5318" name="Line 22"/>
                <p:cNvSpPr>
                  <a:spLocks noChangeShapeType="1"/>
                </p:cNvSpPr>
                <p:nvPr/>
              </p:nvSpPr>
              <p:spPr bwMode="auto">
                <a:xfrm>
                  <a:off x="2928" y="2400"/>
                  <a:ext cx="288"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5319" name="Line 23"/>
                <p:cNvSpPr>
                  <a:spLocks noChangeShapeType="1"/>
                </p:cNvSpPr>
                <p:nvPr/>
              </p:nvSpPr>
              <p:spPr bwMode="auto">
                <a:xfrm>
                  <a:off x="3216" y="2400"/>
                  <a:ext cx="0" cy="48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5320" name="Line 24"/>
                <p:cNvSpPr>
                  <a:spLocks noChangeShapeType="1"/>
                </p:cNvSpPr>
                <p:nvPr/>
              </p:nvSpPr>
              <p:spPr bwMode="auto">
                <a:xfrm>
                  <a:off x="3216" y="2880"/>
                  <a:ext cx="288"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5321" name="Line 25"/>
                <p:cNvSpPr>
                  <a:spLocks noChangeShapeType="1"/>
                </p:cNvSpPr>
                <p:nvPr/>
              </p:nvSpPr>
              <p:spPr bwMode="auto">
                <a:xfrm>
                  <a:off x="3504" y="2400"/>
                  <a:ext cx="0" cy="48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grpSp>
        </p:grpSp>
        <p:grpSp>
          <p:nvGrpSpPr>
            <p:cNvPr id="55322" name="Group 26"/>
            <p:cNvGrpSpPr>
              <a:grpSpLocks/>
            </p:cNvGrpSpPr>
            <p:nvPr/>
          </p:nvGrpSpPr>
          <p:grpSpPr bwMode="auto">
            <a:xfrm>
              <a:off x="2496" y="2064"/>
              <a:ext cx="816" cy="720"/>
              <a:chOff x="2496" y="2304"/>
              <a:chExt cx="816" cy="720"/>
            </a:xfrm>
          </p:grpSpPr>
          <p:sp>
            <p:nvSpPr>
              <p:cNvPr id="55323" name="Rectangle 27"/>
              <p:cNvSpPr>
                <a:spLocks noChangeArrowheads="1"/>
              </p:cNvSpPr>
              <p:nvPr/>
            </p:nvSpPr>
            <p:spPr bwMode="auto">
              <a:xfrm>
                <a:off x="2928" y="2400"/>
                <a:ext cx="384" cy="624"/>
              </a:xfrm>
              <a:prstGeom prst="rect">
                <a:avLst/>
              </a:prstGeom>
              <a:solidFill>
                <a:schemeClr val="accent1"/>
              </a:solidFill>
              <a:ln w="9525">
                <a:solidFill>
                  <a:schemeClr val="tx1"/>
                </a:solidFill>
                <a:miter lim="800000"/>
                <a:headEnd/>
                <a:tailEnd/>
              </a:ln>
            </p:spPr>
            <p:txBody>
              <a:bodyPr wrap="none" anchor="ctr"/>
              <a:lstStyle/>
              <a:p>
                <a:pPr>
                  <a:spcBef>
                    <a:spcPct val="0"/>
                  </a:spcBef>
                </a:pPr>
                <a:r>
                  <a:rPr kumimoji="1" lang="zh-CN" altLang="en-US" sz="2800" b="1" dirty="0">
                    <a:latin typeface="Times New Roman" panose="02020603050405020304" pitchFamily="18" charset="0"/>
                  </a:rPr>
                  <a:t>线</a:t>
                </a:r>
                <a:endParaRPr kumimoji="1" lang="en-US" altLang="zh-CN" sz="2800" b="1" dirty="0">
                  <a:latin typeface="Times New Roman" panose="02020603050405020304" pitchFamily="18" charset="0"/>
                </a:endParaRPr>
              </a:p>
              <a:p>
                <a:pPr>
                  <a:spcBef>
                    <a:spcPct val="0"/>
                  </a:spcBef>
                </a:pPr>
                <a:r>
                  <a:rPr kumimoji="1" lang="zh-CN" altLang="en-US" sz="2800" b="1" dirty="0">
                    <a:latin typeface="Times New Roman" panose="02020603050405020304" pitchFamily="18" charset="0"/>
                  </a:rPr>
                  <a:t>性</a:t>
                </a:r>
              </a:p>
            </p:txBody>
          </p:sp>
          <p:sp>
            <p:nvSpPr>
              <p:cNvPr id="55324" name="Line 28"/>
              <p:cNvSpPr>
                <a:spLocks noChangeShapeType="1"/>
              </p:cNvSpPr>
              <p:nvPr/>
            </p:nvSpPr>
            <p:spPr bwMode="auto">
              <a:xfrm>
                <a:off x="2496" y="2592"/>
                <a:ext cx="43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5325" name="Line 29"/>
              <p:cNvSpPr>
                <a:spLocks noChangeShapeType="1"/>
              </p:cNvSpPr>
              <p:nvPr/>
            </p:nvSpPr>
            <p:spPr bwMode="auto">
              <a:xfrm>
                <a:off x="2496" y="2880"/>
                <a:ext cx="43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5326" name="Text Box 30"/>
              <p:cNvSpPr txBox="1">
                <a:spLocks noChangeArrowheads="1"/>
              </p:cNvSpPr>
              <p:nvPr/>
            </p:nvSpPr>
            <p:spPr bwMode="auto">
              <a:xfrm>
                <a:off x="2544" y="2304"/>
                <a:ext cx="348" cy="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800" b="1" i="1">
                    <a:latin typeface="Symbol" panose="05050102010706020507" pitchFamily="18" charset="2"/>
                  </a:rPr>
                  <a:t>w</a:t>
                </a:r>
                <a:r>
                  <a:rPr kumimoji="1" lang="en-US" altLang="zh-CN" sz="2800" b="1" baseline="-25000"/>
                  <a:t>1</a:t>
                </a:r>
                <a:endParaRPr kumimoji="1" lang="en-US" altLang="zh-CN" sz="2800" b="1"/>
              </a:p>
            </p:txBody>
          </p:sp>
          <p:sp>
            <p:nvSpPr>
              <p:cNvPr id="55327" name="Text Box 31"/>
              <p:cNvSpPr txBox="1">
                <a:spLocks noChangeArrowheads="1"/>
              </p:cNvSpPr>
              <p:nvPr/>
            </p:nvSpPr>
            <p:spPr bwMode="auto">
              <a:xfrm>
                <a:off x="2496" y="2592"/>
                <a:ext cx="348" cy="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800" b="1" i="1">
                    <a:latin typeface="Symbol" panose="05050102010706020507" pitchFamily="18" charset="2"/>
                  </a:rPr>
                  <a:t>w</a:t>
                </a:r>
                <a:r>
                  <a:rPr kumimoji="1" lang="en-US" altLang="zh-CN" sz="2800" b="1" baseline="-25000"/>
                  <a:t>2</a:t>
                </a:r>
                <a:endParaRPr kumimoji="1" lang="en-US" altLang="zh-CN" sz="2800" b="1"/>
              </a:p>
            </p:txBody>
          </p:sp>
        </p:grpSp>
        <p:grpSp>
          <p:nvGrpSpPr>
            <p:cNvPr id="55328" name="Group 32"/>
            <p:cNvGrpSpPr>
              <a:grpSpLocks/>
            </p:cNvGrpSpPr>
            <p:nvPr/>
          </p:nvGrpSpPr>
          <p:grpSpPr bwMode="auto">
            <a:xfrm>
              <a:off x="3696" y="2160"/>
              <a:ext cx="816" cy="624"/>
              <a:chOff x="3888" y="2400"/>
              <a:chExt cx="816" cy="624"/>
            </a:xfrm>
          </p:grpSpPr>
          <p:sp>
            <p:nvSpPr>
              <p:cNvPr id="55329" name="Rectangle 33"/>
              <p:cNvSpPr>
                <a:spLocks noChangeArrowheads="1"/>
              </p:cNvSpPr>
              <p:nvPr/>
            </p:nvSpPr>
            <p:spPr bwMode="auto">
              <a:xfrm>
                <a:off x="4320" y="2400"/>
                <a:ext cx="384" cy="624"/>
              </a:xfrm>
              <a:prstGeom prst="rect">
                <a:avLst/>
              </a:prstGeom>
              <a:solidFill>
                <a:schemeClr val="accent1"/>
              </a:solidFill>
              <a:ln w="9525">
                <a:solidFill>
                  <a:schemeClr val="tx1"/>
                </a:solidFill>
                <a:miter lim="800000"/>
                <a:headEnd/>
                <a:tailEnd/>
              </a:ln>
            </p:spPr>
            <p:txBody>
              <a:bodyPr wrap="none" anchor="ctr"/>
              <a:lstStyle/>
              <a:p>
                <a:pPr>
                  <a:spcBef>
                    <a:spcPct val="0"/>
                  </a:spcBef>
                </a:pPr>
                <a:r>
                  <a:rPr kumimoji="1" lang="zh-CN" altLang="en-US" sz="2400" b="1" dirty="0">
                    <a:latin typeface="Times New Roman" panose="02020603050405020304" pitchFamily="18" charset="0"/>
                  </a:rPr>
                  <a:t>非</a:t>
                </a:r>
                <a:endParaRPr kumimoji="1" lang="en-US" altLang="en-US" sz="2400" b="1" dirty="0">
                  <a:latin typeface="Times New Roman" panose="02020603050405020304" pitchFamily="18" charset="0"/>
                </a:endParaRPr>
              </a:p>
              <a:p>
                <a:pPr>
                  <a:spcBef>
                    <a:spcPct val="0"/>
                  </a:spcBef>
                </a:pPr>
                <a:r>
                  <a:rPr kumimoji="1" lang="zh-CN" altLang="en-US" sz="2400" b="1" dirty="0">
                    <a:latin typeface="Times New Roman" panose="02020603050405020304" pitchFamily="18" charset="0"/>
                  </a:rPr>
                  <a:t>线</a:t>
                </a:r>
                <a:endParaRPr kumimoji="1" lang="en-US" altLang="zh-CN" sz="2400" b="1" dirty="0">
                  <a:latin typeface="Times New Roman" panose="02020603050405020304" pitchFamily="18" charset="0"/>
                </a:endParaRPr>
              </a:p>
              <a:p>
                <a:pPr>
                  <a:spcBef>
                    <a:spcPct val="0"/>
                  </a:spcBef>
                </a:pPr>
                <a:r>
                  <a:rPr kumimoji="1" lang="zh-CN" altLang="en-US" sz="2400" b="1" dirty="0">
                    <a:latin typeface="Times New Roman" panose="02020603050405020304" pitchFamily="18" charset="0"/>
                  </a:rPr>
                  <a:t>性</a:t>
                </a:r>
              </a:p>
            </p:txBody>
          </p:sp>
          <p:sp>
            <p:nvSpPr>
              <p:cNvPr id="55330" name="Line 34"/>
              <p:cNvSpPr>
                <a:spLocks noChangeShapeType="1"/>
              </p:cNvSpPr>
              <p:nvPr/>
            </p:nvSpPr>
            <p:spPr bwMode="auto">
              <a:xfrm>
                <a:off x="3888" y="2736"/>
                <a:ext cx="43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5331" name="Text Box 35"/>
              <p:cNvSpPr txBox="1">
                <a:spLocks noChangeArrowheads="1"/>
              </p:cNvSpPr>
              <p:nvPr/>
            </p:nvSpPr>
            <p:spPr bwMode="auto">
              <a:xfrm>
                <a:off x="3888" y="2448"/>
                <a:ext cx="272" cy="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800" b="1" i="1">
                    <a:latin typeface="Symbol" panose="05050102010706020507" pitchFamily="18" charset="2"/>
                  </a:rPr>
                  <a:t>w</a:t>
                </a:r>
                <a:endParaRPr kumimoji="1" lang="en-US" altLang="zh-CN" sz="2800" b="1"/>
              </a:p>
            </p:txBody>
          </p:sp>
        </p:grpSp>
        <p:sp>
          <p:nvSpPr>
            <p:cNvPr id="55332" name="AutoShape 36"/>
            <p:cNvSpPr>
              <a:spLocks/>
            </p:cNvSpPr>
            <p:nvPr/>
          </p:nvSpPr>
          <p:spPr bwMode="auto">
            <a:xfrm rot="-5400000">
              <a:off x="3168" y="1872"/>
              <a:ext cx="96" cy="2112"/>
            </a:xfrm>
            <a:prstGeom prst="leftBrace">
              <a:avLst>
                <a:gd name="adj1" fmla="val 183333"/>
                <a:gd name="adj2" fmla="val 49949"/>
              </a:avLst>
            </a:prstGeom>
            <a:noFill/>
            <a:ln w="9525">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sz="2800"/>
            </a:p>
          </p:txBody>
        </p:sp>
        <p:sp>
          <p:nvSpPr>
            <p:cNvPr id="55333" name="Text Box 37"/>
            <p:cNvSpPr txBox="1">
              <a:spLocks noChangeArrowheads="1"/>
            </p:cNvSpPr>
            <p:nvPr/>
          </p:nvSpPr>
          <p:spPr bwMode="auto">
            <a:xfrm>
              <a:off x="2880" y="2976"/>
              <a:ext cx="798" cy="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800" b="1">
                  <a:latin typeface="Times New Roman" panose="02020603050405020304" pitchFamily="18" charset="0"/>
                </a:rPr>
                <a:t>不适用</a:t>
              </a:r>
            </a:p>
          </p:txBody>
        </p:sp>
      </p:grpSp>
      <p:grpSp>
        <p:nvGrpSpPr>
          <p:cNvPr id="55334" name="Group 38"/>
          <p:cNvGrpSpPr>
            <a:grpSpLocks/>
          </p:cNvGrpSpPr>
          <p:nvPr/>
        </p:nvGrpSpPr>
        <p:grpSpPr bwMode="auto">
          <a:xfrm>
            <a:off x="408112" y="2057400"/>
            <a:ext cx="4238625" cy="600075"/>
            <a:chOff x="1200" y="1296"/>
            <a:chExt cx="2670" cy="378"/>
          </a:xfrm>
        </p:grpSpPr>
        <p:sp>
          <p:nvSpPr>
            <p:cNvPr id="55335" name="Text Box 39"/>
            <p:cNvSpPr txBox="1">
              <a:spLocks noChangeArrowheads="1"/>
            </p:cNvSpPr>
            <p:nvPr/>
          </p:nvSpPr>
          <p:spPr bwMode="auto">
            <a:xfrm>
              <a:off x="1200" y="1296"/>
              <a:ext cx="1252" cy="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800" b="1">
                  <a:latin typeface="Times New Roman" panose="02020603050405020304" pitchFamily="18" charset="0"/>
                </a:rPr>
                <a:t>正弦波形图</a:t>
              </a:r>
            </a:p>
          </p:txBody>
        </p:sp>
        <p:sp>
          <p:nvSpPr>
            <p:cNvPr id="55336" name="Rectangle 40"/>
            <p:cNvSpPr>
              <a:spLocks noChangeArrowheads="1"/>
            </p:cNvSpPr>
            <p:nvPr/>
          </p:nvSpPr>
          <p:spPr bwMode="auto">
            <a:xfrm>
              <a:off x="3072" y="1344"/>
              <a:ext cx="798" cy="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800" b="1">
                  <a:latin typeface="Times New Roman" panose="02020603050405020304" pitchFamily="18" charset="0"/>
                </a:rPr>
                <a:t>相量图</a:t>
              </a:r>
            </a:p>
          </p:txBody>
        </p:sp>
        <p:grpSp>
          <p:nvGrpSpPr>
            <p:cNvPr id="55337" name="Group 41"/>
            <p:cNvGrpSpPr>
              <a:grpSpLocks/>
            </p:cNvGrpSpPr>
            <p:nvPr/>
          </p:nvGrpSpPr>
          <p:grpSpPr bwMode="auto">
            <a:xfrm>
              <a:off x="2400" y="1440"/>
              <a:ext cx="492" cy="72"/>
              <a:chOff x="2580" y="768"/>
              <a:chExt cx="492" cy="72"/>
            </a:xfrm>
          </p:grpSpPr>
          <p:sp>
            <p:nvSpPr>
              <p:cNvPr id="55338" name="Line 42"/>
              <p:cNvSpPr>
                <a:spLocks noChangeShapeType="1"/>
              </p:cNvSpPr>
              <p:nvPr/>
            </p:nvSpPr>
            <p:spPr bwMode="auto">
              <a:xfrm>
                <a:off x="2592" y="768"/>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5339" name="Line 43"/>
              <p:cNvSpPr>
                <a:spLocks noChangeShapeType="1"/>
              </p:cNvSpPr>
              <p:nvPr/>
            </p:nvSpPr>
            <p:spPr bwMode="auto">
              <a:xfrm flipH="1">
                <a:off x="2580" y="840"/>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pSp>
      </p:grpSp>
    </p:spTree>
    <p:extLst>
      <p:ext uri="{BB962C8B-B14F-4D97-AF65-F5344CB8AC3E}">
        <p14:creationId xmlns:p14="http://schemas.microsoft.com/office/powerpoint/2010/main" val="2089536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grpId="0" nodeType="afterEffect">
                                  <p:stCondLst>
                                    <p:cond delay="0"/>
                                  </p:stCondLst>
                                  <p:childTnLst>
                                    <p:set>
                                      <p:cBhvr>
                                        <p:cTn id="6" dur="1" fill="hold">
                                          <p:stCondLst>
                                            <p:cond delay="0"/>
                                          </p:stCondLst>
                                        </p:cTn>
                                        <p:tgtEl>
                                          <p:spTgt spid="55298"/>
                                        </p:tgtEl>
                                        <p:attrNameLst>
                                          <p:attrName>style.visibility</p:attrName>
                                        </p:attrNameLst>
                                      </p:cBhvr>
                                      <p:to>
                                        <p:strVal val="visible"/>
                                      </p:to>
                                    </p:set>
                                    <p:anim calcmode="lin" valueType="num">
                                      <p:cBhvr>
                                        <p:cTn id="7" dur="500" fill="hold"/>
                                        <p:tgtEl>
                                          <p:spTgt spid="55298"/>
                                        </p:tgtEl>
                                        <p:attrNameLst>
                                          <p:attrName>ppt_w</p:attrName>
                                        </p:attrNameLst>
                                      </p:cBhvr>
                                      <p:tavLst>
                                        <p:tav tm="0">
                                          <p:val>
                                            <p:strVal val="2/3*#ppt_w"/>
                                          </p:val>
                                        </p:tav>
                                        <p:tav tm="100000">
                                          <p:val>
                                            <p:strVal val="#ppt_w"/>
                                          </p:val>
                                        </p:tav>
                                      </p:tavLst>
                                    </p:anim>
                                    <p:anim calcmode="lin" valueType="num">
                                      <p:cBhvr>
                                        <p:cTn id="8" dur="500" fill="hold"/>
                                        <p:tgtEl>
                                          <p:spTgt spid="55298"/>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55299"/>
                                        </p:tgtEl>
                                        <p:attrNameLst>
                                          <p:attrName>style.visibility</p:attrName>
                                        </p:attrNameLst>
                                      </p:cBhvr>
                                      <p:to>
                                        <p:strVal val="visible"/>
                                      </p:to>
                                    </p:set>
                                    <p:animEffect transition="in" filter="wipe(left)">
                                      <p:cBhvr>
                                        <p:cTn id="13" dur="500"/>
                                        <p:tgtEl>
                                          <p:spTgt spid="5529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55334"/>
                                        </p:tgtEl>
                                        <p:attrNameLst>
                                          <p:attrName>style.visibility</p:attrName>
                                        </p:attrNameLst>
                                      </p:cBhvr>
                                      <p:to>
                                        <p:strVal val="visible"/>
                                      </p:to>
                                    </p:set>
                                    <p:animEffect transition="in" filter="wipe(left)">
                                      <p:cBhvr>
                                        <p:cTn id="18" dur="500"/>
                                        <p:tgtEl>
                                          <p:spTgt spid="5533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10" fill="hold" grpId="0" nodeType="clickEffect">
                                  <p:stCondLst>
                                    <p:cond delay="0"/>
                                  </p:stCondLst>
                                  <p:iterate type="lt">
                                    <p:tmPct val="100000"/>
                                  </p:iterate>
                                  <p:childTnLst>
                                    <p:set>
                                      <p:cBhvr>
                                        <p:cTn id="22" dur="1" fill="hold">
                                          <p:stCondLst>
                                            <p:cond delay="0"/>
                                          </p:stCondLst>
                                        </p:cTn>
                                        <p:tgtEl>
                                          <p:spTgt spid="55307"/>
                                        </p:tgtEl>
                                        <p:attrNameLst>
                                          <p:attrName>style.visibility</p:attrName>
                                        </p:attrNameLst>
                                      </p:cBhvr>
                                      <p:to>
                                        <p:strVal val="visible"/>
                                      </p:to>
                                    </p:set>
                                    <p:anim calcmode="lin" valueType="num">
                                      <p:cBhvr>
                                        <p:cTn id="23" dur="75" fill="hold"/>
                                        <p:tgtEl>
                                          <p:spTgt spid="55307"/>
                                        </p:tgtEl>
                                        <p:attrNameLst>
                                          <p:attrName>ppt_w</p:attrName>
                                        </p:attrNameLst>
                                      </p:cBhvr>
                                      <p:tavLst>
                                        <p:tav tm="0">
                                          <p:val>
                                            <p:fltVal val="0"/>
                                          </p:val>
                                        </p:tav>
                                        <p:tav tm="100000">
                                          <p:val>
                                            <p:strVal val="#ppt_w"/>
                                          </p:val>
                                        </p:tav>
                                      </p:tavLst>
                                    </p:anim>
                                    <p:anim calcmode="lin" valueType="num">
                                      <p:cBhvr>
                                        <p:cTn id="24" dur="75" fill="hold"/>
                                        <p:tgtEl>
                                          <p:spTgt spid="55307"/>
                                        </p:tgtEl>
                                        <p:attrNameLst>
                                          <p:attrName>ppt_h</p:attrName>
                                        </p:attrNameLst>
                                      </p:cBhvr>
                                      <p:tavLst>
                                        <p:tav tm="0">
                                          <p:val>
                                            <p:strVal val="#ppt_h"/>
                                          </p:val>
                                        </p:tav>
                                        <p:tav tm="100000">
                                          <p:val>
                                            <p:strVal val="#ppt_h"/>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55309"/>
                                        </p:tgtEl>
                                        <p:attrNameLst>
                                          <p:attrName>style.visibility</p:attrName>
                                        </p:attrNameLst>
                                      </p:cBhvr>
                                      <p:to>
                                        <p:strVal val="visible"/>
                                      </p:to>
                                    </p:set>
                                    <p:animEffect transition="in" filter="wipe(up)">
                                      <p:cBhvr>
                                        <p:cTn id="29" dur="500"/>
                                        <p:tgtEl>
                                          <p:spTgt spid="5530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55308"/>
                                        </p:tgtEl>
                                        <p:attrNameLst>
                                          <p:attrName>style.visibility</p:attrName>
                                        </p:attrNameLst>
                                      </p:cBhvr>
                                      <p:to>
                                        <p:strVal val="visible"/>
                                      </p:to>
                                    </p:set>
                                    <p:anim calcmode="lin" valueType="num">
                                      <p:cBhvr additive="base">
                                        <p:cTn id="34" dur="500" fill="hold"/>
                                        <p:tgtEl>
                                          <p:spTgt spid="55308"/>
                                        </p:tgtEl>
                                        <p:attrNameLst>
                                          <p:attrName>ppt_x</p:attrName>
                                        </p:attrNameLst>
                                      </p:cBhvr>
                                      <p:tavLst>
                                        <p:tav tm="0">
                                          <p:val>
                                            <p:strVal val="#ppt_x"/>
                                          </p:val>
                                        </p:tav>
                                        <p:tav tm="100000">
                                          <p:val>
                                            <p:strVal val="#ppt_x"/>
                                          </p:val>
                                        </p:tav>
                                      </p:tavLst>
                                    </p:anim>
                                    <p:anim calcmode="lin" valueType="num">
                                      <p:cBhvr additive="base">
                                        <p:cTn id="35" dur="500" fill="hold"/>
                                        <p:tgtEl>
                                          <p:spTgt spid="553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animBg="1" autoUpdateAnimBg="0"/>
      <p:bldP spid="55307" grpId="0" autoUpdateAnimBg="0"/>
      <p:bldP spid="55308"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395" name="Group 3"/>
          <p:cNvGrpSpPr>
            <a:grpSpLocks/>
          </p:cNvGrpSpPr>
          <p:nvPr/>
        </p:nvGrpSpPr>
        <p:grpSpPr bwMode="auto">
          <a:xfrm>
            <a:off x="228600" y="1495425"/>
            <a:ext cx="7872413" cy="2362200"/>
            <a:chOff x="144" y="816"/>
            <a:chExt cx="4722" cy="1488"/>
          </a:xfrm>
        </p:grpSpPr>
        <p:sp>
          <p:nvSpPr>
            <p:cNvPr id="59396" name="Text Box 4"/>
            <p:cNvSpPr txBox="1">
              <a:spLocks noChangeArrowheads="1"/>
            </p:cNvSpPr>
            <p:nvPr/>
          </p:nvSpPr>
          <p:spPr bwMode="auto">
            <a:xfrm>
              <a:off x="144" y="816"/>
              <a:ext cx="661"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a:solidFill>
                    <a:srgbClr val="FF0000"/>
                  </a:solidFill>
                  <a:latin typeface="Times New Roman" panose="02020603050405020304" pitchFamily="18" charset="0"/>
                </a:rPr>
                <a:t>1. </a:t>
              </a:r>
              <a:r>
                <a:rPr kumimoji="1" lang="zh-CN" altLang="en-US" sz="2400" b="1">
                  <a:solidFill>
                    <a:srgbClr val="FF0000"/>
                  </a:solidFill>
                  <a:latin typeface="Times New Roman" panose="02020603050405020304" pitchFamily="18" charset="0"/>
                </a:rPr>
                <a:t>电阻</a:t>
              </a:r>
            </a:p>
          </p:txBody>
        </p:sp>
        <p:graphicFrame>
          <p:nvGraphicFramePr>
            <p:cNvPr id="59397" name="Object 5"/>
            <p:cNvGraphicFramePr>
              <a:graphicFrameLocks noChangeAspect="1"/>
            </p:cNvGraphicFramePr>
            <p:nvPr/>
          </p:nvGraphicFramePr>
          <p:xfrm>
            <a:off x="1656" y="924"/>
            <a:ext cx="2352" cy="306"/>
          </p:xfrm>
          <a:graphic>
            <a:graphicData uri="http://schemas.openxmlformats.org/presentationml/2006/ole">
              <mc:AlternateContent xmlns:mc="http://schemas.openxmlformats.org/markup-compatibility/2006">
                <mc:Choice xmlns:v="urn:schemas-microsoft-com:vml" Requires="v">
                  <p:oleObj spid="_x0000_s58674" name="公式" r:id="rId4" imgW="1841400" imgH="241200" progId="Equation.3">
                    <p:embed/>
                  </p:oleObj>
                </mc:Choice>
                <mc:Fallback>
                  <p:oleObj name="公式" r:id="rId4" imgW="1841400" imgH="241200" progId="Equation.3">
                    <p:embed/>
                    <p:pic>
                      <p:nvPicPr>
                        <p:cNvPr id="5939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56" y="924"/>
                          <a:ext cx="2352" cy="3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398" name="Object 6"/>
            <p:cNvGraphicFramePr>
              <a:graphicFrameLocks noChangeAspect="1"/>
            </p:cNvGraphicFramePr>
            <p:nvPr/>
          </p:nvGraphicFramePr>
          <p:xfrm>
            <a:off x="1624" y="1222"/>
            <a:ext cx="3242" cy="306"/>
          </p:xfrm>
          <a:graphic>
            <a:graphicData uri="http://schemas.openxmlformats.org/presentationml/2006/ole">
              <mc:AlternateContent xmlns:mc="http://schemas.openxmlformats.org/markup-compatibility/2006">
                <mc:Choice xmlns:v="urn:schemas-microsoft-com:vml" Requires="v">
                  <p:oleObj spid="_x0000_s58675" name="公式" r:id="rId6" imgW="2539800" imgH="241200" progId="Equation.3">
                    <p:embed/>
                  </p:oleObj>
                </mc:Choice>
                <mc:Fallback>
                  <p:oleObj name="公式" r:id="rId6" imgW="2539800" imgH="241200" progId="Equation.3">
                    <p:embed/>
                    <p:pic>
                      <p:nvPicPr>
                        <p:cNvPr id="59398"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24" y="1222"/>
                          <a:ext cx="3242" cy="3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9399" name="Group 7"/>
            <p:cNvGrpSpPr>
              <a:grpSpLocks/>
            </p:cNvGrpSpPr>
            <p:nvPr/>
          </p:nvGrpSpPr>
          <p:grpSpPr bwMode="auto">
            <a:xfrm>
              <a:off x="528" y="1200"/>
              <a:ext cx="1016" cy="1104"/>
              <a:chOff x="567" y="864"/>
              <a:chExt cx="1016" cy="1104"/>
            </a:xfrm>
          </p:grpSpPr>
          <p:sp>
            <p:nvSpPr>
              <p:cNvPr id="59400" name="Line 8"/>
              <p:cNvSpPr>
                <a:spLocks noChangeShapeType="1"/>
              </p:cNvSpPr>
              <p:nvPr/>
            </p:nvSpPr>
            <p:spPr bwMode="auto">
              <a:xfrm>
                <a:off x="1284" y="1212"/>
                <a:ext cx="0" cy="72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1" name="Rectangle 9"/>
              <p:cNvSpPr>
                <a:spLocks noChangeArrowheads="1"/>
              </p:cNvSpPr>
              <p:nvPr/>
            </p:nvSpPr>
            <p:spPr bwMode="auto">
              <a:xfrm>
                <a:off x="1224" y="1404"/>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9402" name="Line 10"/>
              <p:cNvSpPr>
                <a:spLocks noChangeShapeType="1"/>
              </p:cNvSpPr>
              <p:nvPr/>
            </p:nvSpPr>
            <p:spPr bwMode="auto">
              <a:xfrm>
                <a:off x="708" y="1212"/>
                <a:ext cx="57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3" name="Line 11"/>
              <p:cNvSpPr>
                <a:spLocks noChangeShapeType="1"/>
              </p:cNvSpPr>
              <p:nvPr/>
            </p:nvSpPr>
            <p:spPr bwMode="auto">
              <a:xfrm>
                <a:off x="708" y="1932"/>
                <a:ext cx="57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4" name="Text Box 12"/>
              <p:cNvSpPr txBox="1">
                <a:spLocks noChangeArrowheads="1"/>
              </p:cNvSpPr>
              <p:nvPr/>
            </p:nvSpPr>
            <p:spPr bwMode="auto">
              <a:xfrm>
                <a:off x="567" y="1440"/>
                <a:ext cx="466"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u</a:t>
                </a:r>
                <a:r>
                  <a:rPr kumimoji="1" lang="en-US" altLang="zh-CN" sz="2400" b="1" i="1" baseline="-25000">
                    <a:latin typeface="Times New Roman" panose="02020603050405020304" pitchFamily="18" charset="0"/>
                  </a:rPr>
                  <a:t>R</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p>
            </p:txBody>
          </p:sp>
          <p:sp>
            <p:nvSpPr>
              <p:cNvPr id="59405" name="Line 13"/>
              <p:cNvSpPr>
                <a:spLocks noChangeShapeType="1"/>
              </p:cNvSpPr>
              <p:nvPr/>
            </p:nvSpPr>
            <p:spPr bwMode="auto">
              <a:xfrm>
                <a:off x="732" y="1152"/>
                <a:ext cx="288" cy="0"/>
              </a:xfrm>
              <a:prstGeom prst="line">
                <a:avLst/>
              </a:prstGeom>
              <a:noFill/>
              <a:ln w="9525">
                <a:solidFill>
                  <a:schemeClr val="tx1"/>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6" name="Text Box 14"/>
              <p:cNvSpPr txBox="1">
                <a:spLocks noChangeArrowheads="1"/>
              </p:cNvSpPr>
              <p:nvPr/>
            </p:nvSpPr>
            <p:spPr bwMode="auto">
              <a:xfrm>
                <a:off x="696" y="864"/>
                <a:ext cx="33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i</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p>
            </p:txBody>
          </p:sp>
          <p:sp>
            <p:nvSpPr>
              <p:cNvPr id="59407" name="Text Box 15"/>
              <p:cNvSpPr txBox="1">
                <a:spLocks noChangeArrowheads="1"/>
              </p:cNvSpPr>
              <p:nvPr/>
            </p:nvSpPr>
            <p:spPr bwMode="auto">
              <a:xfrm>
                <a:off x="1351" y="1404"/>
                <a:ext cx="23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R</a:t>
                </a:r>
              </a:p>
            </p:txBody>
          </p:sp>
          <p:sp>
            <p:nvSpPr>
              <p:cNvPr id="59408" name="Oval 16"/>
              <p:cNvSpPr>
                <a:spLocks noChangeArrowheads="1"/>
              </p:cNvSpPr>
              <p:nvPr/>
            </p:nvSpPr>
            <p:spPr bwMode="auto">
              <a:xfrm>
                <a:off x="672" y="1920"/>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9409" name="Oval 17"/>
              <p:cNvSpPr>
                <a:spLocks noChangeArrowheads="1"/>
              </p:cNvSpPr>
              <p:nvPr/>
            </p:nvSpPr>
            <p:spPr bwMode="auto">
              <a:xfrm>
                <a:off x="672" y="1200"/>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9410" name="Text Box 18"/>
              <p:cNvSpPr txBox="1">
                <a:spLocks noChangeArrowheads="1"/>
              </p:cNvSpPr>
              <p:nvPr/>
            </p:nvSpPr>
            <p:spPr bwMode="auto">
              <a:xfrm>
                <a:off x="592" y="1200"/>
                <a:ext cx="21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a:t>
                </a:r>
              </a:p>
            </p:txBody>
          </p:sp>
          <p:sp>
            <p:nvSpPr>
              <p:cNvPr id="59411" name="Text Box 19"/>
              <p:cNvSpPr txBox="1">
                <a:spLocks noChangeArrowheads="1"/>
              </p:cNvSpPr>
              <p:nvPr/>
            </p:nvSpPr>
            <p:spPr bwMode="auto">
              <a:xfrm>
                <a:off x="604" y="1680"/>
                <a:ext cx="20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宋体" panose="02010600030101010101" pitchFamily="2" charset="-122"/>
                  </a:rPr>
                  <a:t>-</a:t>
                </a:r>
                <a:endParaRPr kumimoji="1" lang="en-US" altLang="zh-CN" sz="2400" b="1">
                  <a:latin typeface="Times New Roman" panose="02020603050405020304" pitchFamily="18" charset="0"/>
                </a:endParaRPr>
              </a:p>
            </p:txBody>
          </p:sp>
        </p:grpSp>
      </p:grpSp>
      <p:grpSp>
        <p:nvGrpSpPr>
          <p:cNvPr id="59412" name="Group 20"/>
          <p:cNvGrpSpPr>
            <a:grpSpLocks/>
          </p:cNvGrpSpPr>
          <p:nvPr/>
        </p:nvGrpSpPr>
        <p:grpSpPr bwMode="auto">
          <a:xfrm>
            <a:off x="2755900" y="2816225"/>
            <a:ext cx="5581650" cy="1512888"/>
            <a:chOff x="1736" y="1648"/>
            <a:chExt cx="3516" cy="953"/>
          </a:xfrm>
        </p:grpSpPr>
        <p:sp>
          <p:nvSpPr>
            <p:cNvPr id="59413" name="Text Box 21"/>
            <p:cNvSpPr txBox="1">
              <a:spLocks noChangeArrowheads="1"/>
            </p:cNvSpPr>
            <p:nvPr/>
          </p:nvSpPr>
          <p:spPr bwMode="auto">
            <a:xfrm>
              <a:off x="1752" y="1648"/>
              <a:ext cx="1081"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latin typeface="Times New Roman" panose="02020603050405020304" pitchFamily="18" charset="0"/>
                </a:rPr>
                <a:t>相量形式：</a:t>
              </a:r>
            </a:p>
          </p:txBody>
        </p:sp>
        <p:graphicFrame>
          <p:nvGraphicFramePr>
            <p:cNvPr id="59414" name="Object 22"/>
            <p:cNvGraphicFramePr>
              <a:graphicFrameLocks noChangeAspect="1"/>
            </p:cNvGraphicFramePr>
            <p:nvPr/>
          </p:nvGraphicFramePr>
          <p:xfrm>
            <a:off x="1736" y="1937"/>
            <a:ext cx="1159" cy="664"/>
          </p:xfrm>
          <a:graphic>
            <a:graphicData uri="http://schemas.openxmlformats.org/presentationml/2006/ole">
              <mc:AlternateContent xmlns:mc="http://schemas.openxmlformats.org/markup-compatibility/2006">
                <mc:Choice xmlns:v="urn:schemas-microsoft-com:vml" Requires="v">
                  <p:oleObj spid="_x0000_s58676" name="公式" r:id="rId8" imgW="838080" imgH="482400" progId="Equation.3">
                    <p:embed/>
                  </p:oleObj>
                </mc:Choice>
                <mc:Fallback>
                  <p:oleObj name="公式" r:id="rId8" imgW="838080" imgH="482400" progId="Equation.3">
                    <p:embed/>
                    <p:pic>
                      <p:nvPicPr>
                        <p:cNvPr id="59414" name="Object 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36" y="1937"/>
                          <a:ext cx="1159" cy="6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415" name="Text Box 23"/>
            <p:cNvSpPr txBox="1">
              <a:spLocks noChangeArrowheads="1"/>
            </p:cNvSpPr>
            <p:nvPr/>
          </p:nvSpPr>
          <p:spPr bwMode="auto">
            <a:xfrm>
              <a:off x="3240" y="1936"/>
              <a:ext cx="19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zh-CN" altLang="en-US" sz="2400" b="1">
                  <a:latin typeface="Times New Roman" panose="02020603050405020304" pitchFamily="18" charset="0"/>
                </a:rPr>
                <a:t>有效值关系：</a:t>
              </a:r>
              <a:r>
                <a:rPr kumimoji="1" lang="en-US" altLang="zh-CN" sz="2400" b="1" i="1">
                  <a:latin typeface="Times New Roman" panose="02020603050405020304" pitchFamily="18" charset="0"/>
                </a:rPr>
                <a:t>U</a:t>
              </a:r>
              <a:r>
                <a:rPr kumimoji="1" lang="en-US" altLang="zh-CN" sz="2400" b="1" i="1" baseline="-25000">
                  <a:latin typeface="Times New Roman" panose="02020603050405020304" pitchFamily="18" charset="0"/>
                </a:rPr>
                <a:t>R </a:t>
              </a:r>
              <a:r>
                <a:rPr kumimoji="1" lang="en-US" altLang="zh-CN" sz="2400" b="1">
                  <a:latin typeface="Times New Roman" panose="02020603050405020304" pitchFamily="18" charset="0"/>
                </a:rPr>
                <a:t>= </a:t>
              </a:r>
              <a:r>
                <a:rPr kumimoji="1" lang="en-US" altLang="zh-CN" sz="2400" b="1" i="1">
                  <a:latin typeface="Times New Roman" panose="02020603050405020304" pitchFamily="18" charset="0"/>
                </a:rPr>
                <a:t>RI</a:t>
              </a:r>
              <a:endParaRPr kumimoji="1" lang="en-US" altLang="zh-CN" sz="2400" b="1">
                <a:latin typeface="Times New Roman" panose="02020603050405020304" pitchFamily="18" charset="0"/>
              </a:endParaRPr>
            </a:p>
          </p:txBody>
        </p:sp>
        <p:sp>
          <p:nvSpPr>
            <p:cNvPr id="59416" name="Text Box 24"/>
            <p:cNvSpPr txBox="1">
              <a:spLocks noChangeArrowheads="1"/>
            </p:cNvSpPr>
            <p:nvPr/>
          </p:nvSpPr>
          <p:spPr bwMode="auto">
            <a:xfrm>
              <a:off x="3240" y="2298"/>
              <a:ext cx="20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zh-CN" altLang="en-US" sz="2400" b="1">
                  <a:latin typeface="Times New Roman" panose="02020603050405020304" pitchFamily="18" charset="0"/>
                </a:rPr>
                <a:t>相位关系：</a:t>
              </a:r>
              <a:r>
                <a:rPr kumimoji="1" lang="en-US" altLang="zh-CN" sz="2400" b="1" i="1">
                  <a:latin typeface="Times New Roman" panose="02020603050405020304" pitchFamily="18" charset="0"/>
                  <a:sym typeface="Symbol" panose="05050102010706020507" pitchFamily="18" charset="2"/>
                </a:rPr>
                <a:t>u </a:t>
              </a:r>
              <a:r>
                <a:rPr kumimoji="1" lang="en-US" altLang="zh-CN" sz="2400" b="1">
                  <a:latin typeface="Times New Roman" panose="02020603050405020304" pitchFamily="18" charset="0"/>
                  <a:sym typeface="Symbol" panose="05050102010706020507" pitchFamily="18" charset="2"/>
                </a:rPr>
                <a:t>, </a:t>
              </a:r>
              <a:r>
                <a:rPr kumimoji="1" lang="en-US" altLang="zh-CN" sz="2400" b="1" i="1">
                  <a:latin typeface="Times New Roman" panose="02020603050405020304" pitchFamily="18" charset="0"/>
                  <a:sym typeface="Symbol" panose="05050102010706020507" pitchFamily="18" charset="2"/>
                </a:rPr>
                <a:t>i </a:t>
              </a:r>
              <a:r>
                <a:rPr kumimoji="1" lang="zh-CN" altLang="zh-CN" sz="2400" b="1">
                  <a:latin typeface="Times New Roman" panose="02020603050405020304" pitchFamily="18" charset="0"/>
                  <a:sym typeface="Symbol" panose="05050102010706020507" pitchFamily="18" charset="2"/>
                </a:rPr>
                <a:t>同相</a:t>
              </a:r>
              <a:endParaRPr kumimoji="1" lang="zh-CN" altLang="en-US" sz="2400" b="1">
                <a:latin typeface="Times New Roman" panose="02020603050405020304" pitchFamily="18" charset="0"/>
              </a:endParaRPr>
            </a:p>
          </p:txBody>
        </p:sp>
      </p:grpSp>
      <p:grpSp>
        <p:nvGrpSpPr>
          <p:cNvPr id="59417" name="Group 25"/>
          <p:cNvGrpSpPr>
            <a:grpSpLocks/>
          </p:cNvGrpSpPr>
          <p:nvPr/>
        </p:nvGrpSpPr>
        <p:grpSpPr bwMode="auto">
          <a:xfrm>
            <a:off x="1619250" y="4292600"/>
            <a:ext cx="5995988" cy="2371725"/>
            <a:chOff x="1272" y="2499"/>
            <a:chExt cx="3513" cy="1494"/>
          </a:xfrm>
        </p:grpSpPr>
        <p:grpSp>
          <p:nvGrpSpPr>
            <p:cNvPr id="59418" name="Group 26"/>
            <p:cNvGrpSpPr>
              <a:grpSpLocks/>
            </p:cNvGrpSpPr>
            <p:nvPr/>
          </p:nvGrpSpPr>
          <p:grpSpPr bwMode="auto">
            <a:xfrm>
              <a:off x="2717" y="2499"/>
              <a:ext cx="1030" cy="1494"/>
              <a:chOff x="485" y="2427"/>
              <a:chExt cx="1030" cy="1494"/>
            </a:xfrm>
          </p:grpSpPr>
          <p:sp>
            <p:nvSpPr>
              <p:cNvPr id="59419" name="Text Box 27"/>
              <p:cNvSpPr txBox="1">
                <a:spLocks noChangeArrowheads="1"/>
              </p:cNvSpPr>
              <p:nvPr/>
            </p:nvSpPr>
            <p:spPr bwMode="auto">
              <a:xfrm>
                <a:off x="504" y="3633"/>
                <a:ext cx="826"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latin typeface="Times New Roman" panose="02020603050405020304" pitchFamily="18" charset="0"/>
                  </a:rPr>
                  <a:t>相量模型</a:t>
                </a:r>
              </a:p>
            </p:txBody>
          </p:sp>
          <p:sp>
            <p:nvSpPr>
              <p:cNvPr id="59420" name="Line 28"/>
              <p:cNvSpPr>
                <a:spLocks noChangeShapeType="1"/>
              </p:cNvSpPr>
              <p:nvPr/>
            </p:nvSpPr>
            <p:spPr bwMode="auto">
              <a:xfrm>
                <a:off x="1221" y="2781"/>
                <a:ext cx="0" cy="72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21" name="Rectangle 29"/>
              <p:cNvSpPr>
                <a:spLocks noChangeArrowheads="1"/>
              </p:cNvSpPr>
              <p:nvPr/>
            </p:nvSpPr>
            <p:spPr bwMode="auto">
              <a:xfrm>
                <a:off x="1161" y="2973"/>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9422" name="Line 30"/>
              <p:cNvSpPr>
                <a:spLocks noChangeShapeType="1"/>
              </p:cNvSpPr>
              <p:nvPr/>
            </p:nvSpPr>
            <p:spPr bwMode="auto">
              <a:xfrm>
                <a:off x="645" y="2781"/>
                <a:ext cx="57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23" name="Line 31"/>
              <p:cNvSpPr>
                <a:spLocks noChangeShapeType="1"/>
              </p:cNvSpPr>
              <p:nvPr/>
            </p:nvSpPr>
            <p:spPr bwMode="auto">
              <a:xfrm>
                <a:off x="645" y="3501"/>
                <a:ext cx="57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24" name="Line 32"/>
              <p:cNvSpPr>
                <a:spLocks noChangeShapeType="1"/>
              </p:cNvSpPr>
              <p:nvPr/>
            </p:nvSpPr>
            <p:spPr bwMode="auto">
              <a:xfrm>
                <a:off x="669" y="2721"/>
                <a:ext cx="288" cy="0"/>
              </a:xfrm>
              <a:prstGeom prst="line">
                <a:avLst/>
              </a:prstGeom>
              <a:noFill/>
              <a:ln w="9525">
                <a:solidFill>
                  <a:schemeClr val="tx1"/>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25" name="Text Box 33"/>
              <p:cNvSpPr txBox="1">
                <a:spLocks noChangeArrowheads="1"/>
              </p:cNvSpPr>
              <p:nvPr/>
            </p:nvSpPr>
            <p:spPr bwMode="auto">
              <a:xfrm>
                <a:off x="1288" y="2973"/>
                <a:ext cx="22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R</a:t>
                </a:r>
              </a:p>
            </p:txBody>
          </p:sp>
          <p:sp>
            <p:nvSpPr>
              <p:cNvPr id="59426" name="Oval 34"/>
              <p:cNvSpPr>
                <a:spLocks noChangeArrowheads="1"/>
              </p:cNvSpPr>
              <p:nvPr/>
            </p:nvSpPr>
            <p:spPr bwMode="auto">
              <a:xfrm>
                <a:off x="609" y="3489"/>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9427" name="Oval 35"/>
              <p:cNvSpPr>
                <a:spLocks noChangeArrowheads="1"/>
              </p:cNvSpPr>
              <p:nvPr/>
            </p:nvSpPr>
            <p:spPr bwMode="auto">
              <a:xfrm>
                <a:off x="609" y="2769"/>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9428" name="Text Box 36"/>
              <p:cNvSpPr txBox="1">
                <a:spLocks noChangeArrowheads="1"/>
              </p:cNvSpPr>
              <p:nvPr/>
            </p:nvSpPr>
            <p:spPr bwMode="auto">
              <a:xfrm>
                <a:off x="529" y="2769"/>
                <a:ext cx="2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a:t>
                </a:r>
              </a:p>
            </p:txBody>
          </p:sp>
          <p:sp>
            <p:nvSpPr>
              <p:cNvPr id="59429" name="Text Box 37"/>
              <p:cNvSpPr txBox="1">
                <a:spLocks noChangeArrowheads="1"/>
              </p:cNvSpPr>
              <p:nvPr/>
            </p:nvSpPr>
            <p:spPr bwMode="auto">
              <a:xfrm>
                <a:off x="541" y="3249"/>
                <a:ext cx="19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宋体" panose="02010600030101010101" pitchFamily="2" charset="-122"/>
                  </a:rPr>
                  <a:t>-</a:t>
                </a:r>
                <a:endParaRPr kumimoji="1" lang="en-US" altLang="zh-CN" sz="2400" b="1">
                  <a:latin typeface="Times New Roman" panose="02020603050405020304" pitchFamily="18" charset="0"/>
                </a:endParaRPr>
              </a:p>
            </p:txBody>
          </p:sp>
          <p:graphicFrame>
            <p:nvGraphicFramePr>
              <p:cNvPr id="59430" name="Object 38"/>
              <p:cNvGraphicFramePr>
                <a:graphicFrameLocks noChangeAspect="1"/>
              </p:cNvGraphicFramePr>
              <p:nvPr/>
            </p:nvGraphicFramePr>
            <p:xfrm>
              <a:off x="485" y="3016"/>
              <a:ext cx="323" cy="323"/>
            </p:xfrm>
            <a:graphic>
              <a:graphicData uri="http://schemas.openxmlformats.org/presentationml/2006/ole">
                <mc:AlternateContent xmlns:mc="http://schemas.openxmlformats.org/markup-compatibility/2006">
                  <mc:Choice xmlns:v="urn:schemas-microsoft-com:vml" Requires="v">
                    <p:oleObj spid="_x0000_s58677" name="公式" r:id="rId10" imgW="228600" imgH="228600" progId="Equation.3">
                      <p:embed/>
                    </p:oleObj>
                  </mc:Choice>
                  <mc:Fallback>
                    <p:oleObj name="公式" r:id="rId10" imgW="228600" imgH="228600" progId="Equation.3">
                      <p:embed/>
                      <p:pic>
                        <p:nvPicPr>
                          <p:cNvPr id="59430" name="Object 3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5" y="3016"/>
                            <a:ext cx="323" cy="3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31" name="Object 39"/>
              <p:cNvGraphicFramePr>
                <a:graphicFrameLocks noChangeAspect="1"/>
              </p:cNvGraphicFramePr>
              <p:nvPr/>
            </p:nvGraphicFramePr>
            <p:xfrm>
              <a:off x="703" y="2427"/>
              <a:ext cx="168" cy="257"/>
            </p:xfrm>
            <a:graphic>
              <a:graphicData uri="http://schemas.openxmlformats.org/presentationml/2006/ole">
                <mc:AlternateContent xmlns:mc="http://schemas.openxmlformats.org/markup-compatibility/2006">
                  <mc:Choice xmlns:v="urn:schemas-microsoft-com:vml" Requires="v">
                    <p:oleObj spid="_x0000_s58678" name="公式" r:id="rId12" imgW="126720" imgH="190440" progId="Equation.3">
                      <p:embed/>
                    </p:oleObj>
                  </mc:Choice>
                  <mc:Fallback>
                    <p:oleObj name="公式" r:id="rId12" imgW="126720" imgH="190440" progId="Equation.3">
                      <p:embed/>
                      <p:pic>
                        <p:nvPicPr>
                          <p:cNvPr id="59431" name="Object 3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03" y="2427"/>
                            <a:ext cx="168"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9432" name="Group 40"/>
            <p:cNvGrpSpPr>
              <a:grpSpLocks/>
            </p:cNvGrpSpPr>
            <p:nvPr/>
          </p:nvGrpSpPr>
          <p:grpSpPr bwMode="auto">
            <a:xfrm>
              <a:off x="1272" y="2894"/>
              <a:ext cx="980" cy="714"/>
              <a:chOff x="720" y="2762"/>
              <a:chExt cx="980" cy="714"/>
            </a:xfrm>
          </p:grpSpPr>
          <p:sp>
            <p:nvSpPr>
              <p:cNvPr id="59433" name="Text Box 41"/>
              <p:cNvSpPr txBox="1">
                <a:spLocks noChangeArrowheads="1"/>
              </p:cNvSpPr>
              <p:nvPr/>
            </p:nvSpPr>
            <p:spPr bwMode="auto">
              <a:xfrm>
                <a:off x="720" y="2762"/>
                <a:ext cx="82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solidFill>
                      <a:srgbClr val="FF0000"/>
                    </a:solidFill>
                    <a:latin typeface="Times New Roman" panose="02020603050405020304" pitchFamily="18" charset="0"/>
                  </a:rPr>
                  <a:t>相量关系</a:t>
                </a:r>
                <a:endParaRPr kumimoji="1" lang="zh-CN" altLang="en-US" sz="2400" b="1">
                  <a:latin typeface="Times New Roman" panose="02020603050405020304" pitchFamily="18" charset="0"/>
                </a:endParaRPr>
              </a:p>
            </p:txBody>
          </p:sp>
          <p:graphicFrame>
            <p:nvGraphicFramePr>
              <p:cNvPr id="59434" name="Object 42"/>
              <p:cNvGraphicFramePr>
                <a:graphicFrameLocks noChangeAspect="1"/>
              </p:cNvGraphicFramePr>
              <p:nvPr/>
            </p:nvGraphicFramePr>
            <p:xfrm>
              <a:off x="828" y="3205"/>
              <a:ext cx="872" cy="271"/>
            </p:xfrm>
            <a:graphic>
              <a:graphicData uri="http://schemas.openxmlformats.org/presentationml/2006/ole">
                <mc:AlternateContent xmlns:mc="http://schemas.openxmlformats.org/markup-compatibility/2006">
                  <mc:Choice xmlns:v="urn:schemas-microsoft-com:vml" Requires="v">
                    <p:oleObj spid="_x0000_s58679" name="公式" r:id="rId14" imgW="1384200" imgH="431640" progId="Equation.3">
                      <p:embed/>
                    </p:oleObj>
                  </mc:Choice>
                  <mc:Fallback>
                    <p:oleObj name="公式" r:id="rId14" imgW="1384200" imgH="431640" progId="Equation.3">
                      <p:embed/>
                      <p:pic>
                        <p:nvPicPr>
                          <p:cNvPr id="59434" name="Object 4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28" y="3205"/>
                            <a:ext cx="872" cy="2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9435" name="Group 43"/>
            <p:cNvGrpSpPr>
              <a:grpSpLocks/>
            </p:cNvGrpSpPr>
            <p:nvPr/>
          </p:nvGrpSpPr>
          <p:grpSpPr bwMode="auto">
            <a:xfrm>
              <a:off x="3912" y="2716"/>
              <a:ext cx="873" cy="1017"/>
              <a:chOff x="4644" y="2764"/>
              <a:chExt cx="873" cy="1017"/>
            </a:xfrm>
          </p:grpSpPr>
          <p:grpSp>
            <p:nvGrpSpPr>
              <p:cNvPr id="59436" name="Group 44"/>
              <p:cNvGrpSpPr>
                <a:grpSpLocks/>
              </p:cNvGrpSpPr>
              <p:nvPr/>
            </p:nvGrpSpPr>
            <p:grpSpPr bwMode="auto">
              <a:xfrm>
                <a:off x="4656" y="2764"/>
                <a:ext cx="861" cy="764"/>
                <a:chOff x="3180" y="2740"/>
                <a:chExt cx="861" cy="764"/>
              </a:xfrm>
            </p:grpSpPr>
            <p:sp>
              <p:nvSpPr>
                <p:cNvPr id="59437" name="Line 45"/>
                <p:cNvSpPr>
                  <a:spLocks noChangeShapeType="1"/>
                </p:cNvSpPr>
                <p:nvPr/>
              </p:nvSpPr>
              <p:spPr bwMode="auto">
                <a:xfrm flipV="1">
                  <a:off x="3180" y="2784"/>
                  <a:ext cx="660" cy="720"/>
                </a:xfrm>
                <a:prstGeom prst="line">
                  <a:avLst/>
                </a:prstGeom>
                <a:noFill/>
                <a:ln w="28575">
                  <a:solidFill>
                    <a:srgbClr val="66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59438" name="Object 46"/>
                <p:cNvGraphicFramePr>
                  <a:graphicFrameLocks noChangeAspect="1"/>
                </p:cNvGraphicFramePr>
                <p:nvPr/>
              </p:nvGraphicFramePr>
              <p:xfrm>
                <a:off x="3852" y="2740"/>
                <a:ext cx="189" cy="296"/>
              </p:xfrm>
              <a:graphic>
                <a:graphicData uri="http://schemas.openxmlformats.org/presentationml/2006/ole">
                  <mc:AlternateContent xmlns:mc="http://schemas.openxmlformats.org/markup-compatibility/2006">
                    <mc:Choice xmlns:v="urn:schemas-microsoft-com:vml" Requires="v">
                      <p:oleObj spid="_x0000_s58680" name="公式" r:id="rId16" imgW="126720" imgH="190440" progId="Equation.3">
                        <p:embed/>
                      </p:oleObj>
                    </mc:Choice>
                    <mc:Fallback>
                      <p:oleObj name="公式" r:id="rId16" imgW="126720" imgH="190440" progId="Equation.3">
                        <p:embed/>
                        <p:pic>
                          <p:nvPicPr>
                            <p:cNvPr id="59438" name="Object 4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852" y="2740"/>
                              <a:ext cx="189" cy="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9439" name="Line 47"/>
              <p:cNvSpPr>
                <a:spLocks noChangeShapeType="1"/>
              </p:cNvSpPr>
              <p:nvPr/>
            </p:nvSpPr>
            <p:spPr bwMode="auto">
              <a:xfrm flipV="1">
                <a:off x="4644" y="3060"/>
                <a:ext cx="444" cy="468"/>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59440" name="Object 48"/>
              <p:cNvGraphicFramePr>
                <a:graphicFrameLocks noChangeAspect="1"/>
              </p:cNvGraphicFramePr>
              <p:nvPr/>
            </p:nvGraphicFramePr>
            <p:xfrm>
              <a:off x="5040" y="3133"/>
              <a:ext cx="235" cy="290"/>
            </p:xfrm>
            <a:graphic>
              <a:graphicData uri="http://schemas.openxmlformats.org/presentationml/2006/ole">
                <mc:AlternateContent xmlns:mc="http://schemas.openxmlformats.org/markup-compatibility/2006">
                  <mc:Choice xmlns:v="urn:schemas-microsoft-com:vml" Requires="v">
                    <p:oleObj spid="_x0000_s58681" name="公式" r:id="rId18" imgW="164880" imgH="203040" progId="Equation.3">
                      <p:embed/>
                    </p:oleObj>
                  </mc:Choice>
                  <mc:Fallback>
                    <p:oleObj name="公式" r:id="rId18" imgW="164880" imgH="203040" progId="Equation.3">
                      <p:embed/>
                      <p:pic>
                        <p:nvPicPr>
                          <p:cNvPr id="59440" name="Object 4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040" y="3133"/>
                            <a:ext cx="235"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441" name="Text Box 49"/>
              <p:cNvSpPr txBox="1">
                <a:spLocks noChangeArrowheads="1"/>
              </p:cNvSpPr>
              <p:nvPr/>
            </p:nvSpPr>
            <p:spPr bwMode="auto">
              <a:xfrm>
                <a:off x="4814" y="3493"/>
                <a:ext cx="64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rPr>
                  <a:t>相量图</a:t>
                </a:r>
              </a:p>
            </p:txBody>
          </p:sp>
        </p:grpSp>
      </p:grpSp>
      <p:sp>
        <p:nvSpPr>
          <p:cNvPr id="59442" name="Text Box 50"/>
          <p:cNvSpPr txBox="1">
            <a:spLocks noChangeArrowheads="1"/>
          </p:cNvSpPr>
          <p:nvPr/>
        </p:nvSpPr>
        <p:spPr bwMode="auto">
          <a:xfrm>
            <a:off x="179388" y="908050"/>
            <a:ext cx="4464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b="1"/>
              <a:t>一、元件特性的相量形式</a:t>
            </a:r>
          </a:p>
        </p:txBody>
      </p:sp>
      <p:sp>
        <p:nvSpPr>
          <p:cNvPr id="59443" name="Rectangle 51"/>
          <p:cNvSpPr>
            <a:spLocks noGrp="1" noChangeArrowheads="1"/>
          </p:cNvSpPr>
          <p:nvPr>
            <p:ph type="title"/>
          </p:nvPr>
        </p:nvSpPr>
        <p:spPr>
          <a:xfrm>
            <a:off x="467544" y="188913"/>
            <a:ext cx="7417569" cy="584775"/>
          </a:xfrm>
          <a:solidFill>
            <a:srgbClr val="E7FFFF"/>
          </a:solidFill>
          <a:ln/>
          <a:effectLst>
            <a:prstShdw prst="shdw17" dist="17961" dir="2700000">
              <a:srgbClr val="E7FFFF">
                <a:gamma/>
                <a:shade val="60000"/>
                <a:invGamma/>
              </a:srgbClr>
            </a:prstShdw>
          </a:effectLst>
          <a:extLst>
            <a:ext uri="{91240B29-F687-4F45-9708-019B960494DF}">
              <a14:hiddenLine xmlns:a14="http://schemas.microsoft.com/office/drawing/2010/main" w="9525" cap="flat" cmpd="sng" algn="ctr">
                <a:solidFill>
                  <a:schemeClr val="folHlink"/>
                </a:solidFill>
                <a:prstDash val="solid"/>
                <a:miter lim="800000"/>
                <a:headEnd/>
                <a:tailEnd/>
              </a14:hiddenLine>
            </a:ext>
          </a:extLst>
        </p:spPr>
        <p:txBody>
          <a:bodyPr wrap="square" anchor="t">
            <a:spAutoFit/>
          </a:bodyPr>
          <a:lstStyle/>
          <a:p>
            <a:pPr>
              <a:spcBef>
                <a:spcPct val="50000"/>
              </a:spcBef>
            </a:pPr>
            <a:r>
              <a:rPr lang="en-US" altLang="zh-CN" sz="3200" b="1" dirty="0">
                <a:solidFill>
                  <a:srgbClr val="0000FF"/>
                </a:solidFill>
                <a:latin typeface="楷体_GB2312" pitchFamily="49" charset="-122"/>
                <a:ea typeface="楷体_GB2312" pitchFamily="49" charset="-122"/>
              </a:rPr>
              <a:t>10.3.3  </a:t>
            </a:r>
            <a:r>
              <a:rPr lang="zh-CN" altLang="en-US" sz="3200" b="1" dirty="0">
                <a:solidFill>
                  <a:srgbClr val="0000FF"/>
                </a:solidFill>
                <a:latin typeface="楷体_GB2312" pitchFamily="49" charset="-122"/>
                <a:ea typeface="楷体_GB2312" pitchFamily="49" charset="-122"/>
              </a:rPr>
              <a:t>电路的相量模型</a:t>
            </a:r>
          </a:p>
        </p:txBody>
      </p:sp>
    </p:spTree>
    <p:extLst>
      <p:ext uri="{BB962C8B-B14F-4D97-AF65-F5344CB8AC3E}">
        <p14:creationId xmlns:p14="http://schemas.microsoft.com/office/powerpoint/2010/main" val="12458467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9395"/>
                                        </p:tgtEl>
                                        <p:attrNameLst>
                                          <p:attrName>style.visibility</p:attrName>
                                        </p:attrNameLst>
                                      </p:cBhvr>
                                      <p:to>
                                        <p:strVal val="visible"/>
                                      </p:to>
                                    </p:set>
                                    <p:animEffect transition="in" filter="wipe(left)">
                                      <p:cBhvr>
                                        <p:cTn id="7" dur="500"/>
                                        <p:tgtEl>
                                          <p:spTgt spid="593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9412"/>
                                        </p:tgtEl>
                                        <p:attrNameLst>
                                          <p:attrName>style.visibility</p:attrName>
                                        </p:attrNameLst>
                                      </p:cBhvr>
                                      <p:to>
                                        <p:strVal val="visible"/>
                                      </p:to>
                                    </p:set>
                                    <p:animEffect transition="in" filter="wipe(left)">
                                      <p:cBhvr>
                                        <p:cTn id="12" dur="500"/>
                                        <p:tgtEl>
                                          <p:spTgt spid="594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9417"/>
                                        </p:tgtEl>
                                        <p:attrNameLst>
                                          <p:attrName>style.visibility</p:attrName>
                                        </p:attrNameLst>
                                      </p:cBhvr>
                                      <p:to>
                                        <p:strVal val="visible"/>
                                      </p:to>
                                    </p:set>
                                    <p:animEffect transition="in" filter="wipe(left)">
                                      <p:cBhvr>
                                        <p:cTn id="17" dur="500"/>
                                        <p:tgtEl>
                                          <p:spTgt spid="594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42" name="Group 2"/>
          <p:cNvGrpSpPr>
            <a:grpSpLocks/>
          </p:cNvGrpSpPr>
          <p:nvPr/>
        </p:nvGrpSpPr>
        <p:grpSpPr bwMode="auto">
          <a:xfrm>
            <a:off x="5333999" y="698500"/>
            <a:ext cx="2089150" cy="3859213"/>
            <a:chOff x="3388" y="440"/>
            <a:chExt cx="1296" cy="2431"/>
          </a:xfrm>
        </p:grpSpPr>
        <p:sp>
          <p:nvSpPr>
            <p:cNvPr id="61443" name="Text Box 3"/>
            <p:cNvSpPr txBox="1">
              <a:spLocks noChangeArrowheads="1"/>
            </p:cNvSpPr>
            <p:nvPr/>
          </p:nvSpPr>
          <p:spPr bwMode="auto">
            <a:xfrm>
              <a:off x="3541" y="440"/>
              <a:ext cx="690" cy="291"/>
            </a:xfrm>
            <a:prstGeom prst="rect">
              <a:avLst/>
            </a:prstGeom>
            <a:solidFill>
              <a:srgbClr val="FFFFCC"/>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dirty="0">
                  <a:latin typeface="Times New Roman" panose="02020603050405020304" pitchFamily="18" charset="0"/>
                </a:rPr>
                <a:t>相量域</a:t>
              </a:r>
            </a:p>
          </p:txBody>
        </p:sp>
        <p:sp>
          <p:nvSpPr>
            <p:cNvPr id="61444" name="Text Box 4"/>
            <p:cNvSpPr txBox="1">
              <a:spLocks noChangeArrowheads="1"/>
            </p:cNvSpPr>
            <p:nvPr/>
          </p:nvSpPr>
          <p:spPr bwMode="auto">
            <a:xfrm>
              <a:off x="3388" y="1691"/>
              <a:ext cx="1296" cy="5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zh-CN" altLang="en-US" sz="2400" b="1">
                  <a:latin typeface="Times New Roman" panose="02020603050405020304" pitchFamily="18" charset="0"/>
                </a:rPr>
                <a:t>有效值关系</a:t>
              </a:r>
            </a:p>
            <a:p>
              <a:pPr algn="l">
                <a:lnSpc>
                  <a:spcPct val="120000"/>
                </a:lnSpc>
                <a:spcBef>
                  <a:spcPct val="5000"/>
                </a:spcBef>
              </a:pPr>
              <a:r>
                <a:rPr kumimoji="1" lang="zh-CN" altLang="en-US" sz="2400" b="1">
                  <a:solidFill>
                    <a:srgbClr val="FF0000"/>
                  </a:solidFill>
                  <a:latin typeface="Times New Roman" panose="02020603050405020304" pitchFamily="18" charset="0"/>
                </a:rPr>
                <a:t> </a:t>
              </a:r>
              <a:r>
                <a:rPr kumimoji="1" lang="en-US" altLang="zh-CN" sz="2400" b="1" i="1">
                  <a:solidFill>
                    <a:srgbClr val="FF0000"/>
                  </a:solidFill>
                  <a:latin typeface="Times New Roman" panose="02020603050405020304" pitchFamily="18" charset="0"/>
                </a:rPr>
                <a:t>U</a:t>
              </a:r>
              <a:r>
                <a:rPr kumimoji="1" lang="en-US" altLang="zh-CN" sz="2400" b="1">
                  <a:solidFill>
                    <a:srgbClr val="FF0000"/>
                  </a:solidFill>
                  <a:latin typeface="Times New Roman" panose="02020603050405020304" pitchFamily="18" charset="0"/>
                </a:rPr>
                <a:t>=</a:t>
              </a:r>
              <a:r>
                <a:rPr kumimoji="1" lang="en-US" altLang="zh-CN" sz="2400" b="1" i="1">
                  <a:solidFill>
                    <a:srgbClr val="FF0000"/>
                  </a:solidFill>
                  <a:latin typeface="Symbol" panose="05050102010706020507" pitchFamily="18" charset="2"/>
                </a:rPr>
                <a:t>w </a:t>
              </a:r>
              <a:r>
                <a:rPr kumimoji="1" lang="en-US" altLang="zh-CN" sz="2400" b="1" i="1">
                  <a:solidFill>
                    <a:srgbClr val="FF0000"/>
                  </a:solidFill>
                  <a:latin typeface="Times New Roman" panose="02020603050405020304" pitchFamily="18" charset="0"/>
                </a:rPr>
                <a:t>L I</a:t>
              </a:r>
            </a:p>
          </p:txBody>
        </p:sp>
        <p:sp>
          <p:nvSpPr>
            <p:cNvPr id="61445" name="Text Box 5"/>
            <p:cNvSpPr txBox="1">
              <a:spLocks noChangeArrowheads="1"/>
            </p:cNvSpPr>
            <p:nvPr/>
          </p:nvSpPr>
          <p:spPr bwMode="auto">
            <a:xfrm>
              <a:off x="3438" y="2318"/>
              <a:ext cx="1173" cy="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rPr>
                <a:t>相位关系</a:t>
              </a:r>
            </a:p>
            <a:p>
              <a:pPr algn="l">
                <a:lnSpc>
                  <a:spcPct val="65000"/>
                </a:lnSpc>
              </a:pPr>
              <a:r>
                <a:rPr kumimoji="1" lang="en-US" altLang="zh-CN" sz="2400" b="1" i="1">
                  <a:solidFill>
                    <a:srgbClr val="FF0000"/>
                  </a:solidFill>
                  <a:latin typeface="Times New Roman" panose="02020603050405020304" pitchFamily="18" charset="0"/>
                  <a:sym typeface="Symbol" panose="05050102010706020507" pitchFamily="18" charset="2"/>
                </a:rPr>
                <a:t>u </a:t>
              </a:r>
              <a:r>
                <a:rPr kumimoji="1" lang="zh-CN" altLang="en-US" sz="2400" b="1">
                  <a:solidFill>
                    <a:srgbClr val="FF0000"/>
                  </a:solidFill>
                  <a:latin typeface="Times New Roman" panose="02020603050405020304" pitchFamily="18" charset="0"/>
                  <a:sym typeface="Symbol" panose="05050102010706020507" pitchFamily="18" charset="2"/>
                </a:rPr>
                <a:t>超前</a:t>
              </a:r>
              <a:r>
                <a:rPr kumimoji="1" lang="zh-CN" altLang="en-US" sz="2400" b="1" i="1">
                  <a:solidFill>
                    <a:srgbClr val="FF0000"/>
                  </a:solidFill>
                  <a:latin typeface="Times New Roman" panose="02020603050405020304" pitchFamily="18" charset="0"/>
                  <a:sym typeface="Symbol" panose="05050102010706020507" pitchFamily="18" charset="2"/>
                </a:rPr>
                <a:t> </a:t>
              </a:r>
              <a:r>
                <a:rPr kumimoji="1" lang="en-US" altLang="zh-CN" sz="2400" b="1" i="1">
                  <a:solidFill>
                    <a:srgbClr val="FF0000"/>
                  </a:solidFill>
                  <a:latin typeface="Times New Roman" panose="02020603050405020304" pitchFamily="18" charset="0"/>
                  <a:sym typeface="Symbol" panose="05050102010706020507" pitchFamily="18" charset="2"/>
                </a:rPr>
                <a:t>i</a:t>
              </a:r>
              <a:r>
                <a:rPr kumimoji="1" lang="en-US" altLang="zh-CN" sz="2400" b="1">
                  <a:solidFill>
                    <a:srgbClr val="FF0000"/>
                  </a:solidFill>
                  <a:latin typeface="Times New Roman" panose="02020603050405020304" pitchFamily="18" charset="0"/>
                  <a:sym typeface="Symbol" panose="05050102010706020507" pitchFamily="18" charset="2"/>
                </a:rPr>
                <a:t> 90°</a:t>
              </a:r>
              <a:endParaRPr kumimoji="1" lang="en-US" altLang="zh-CN" sz="2400" b="1">
                <a:solidFill>
                  <a:srgbClr val="FF0000"/>
                </a:solidFill>
                <a:latin typeface="Times New Roman" panose="02020603050405020304" pitchFamily="18" charset="0"/>
              </a:endParaRPr>
            </a:p>
          </p:txBody>
        </p:sp>
        <p:graphicFrame>
          <p:nvGraphicFramePr>
            <p:cNvPr id="61446" name="Object 6"/>
            <p:cNvGraphicFramePr>
              <a:graphicFrameLocks noChangeAspect="1"/>
            </p:cNvGraphicFramePr>
            <p:nvPr/>
          </p:nvGraphicFramePr>
          <p:xfrm>
            <a:off x="3528" y="1260"/>
            <a:ext cx="853" cy="287"/>
          </p:xfrm>
          <a:graphic>
            <a:graphicData uri="http://schemas.openxmlformats.org/presentationml/2006/ole">
              <mc:AlternateContent xmlns:mc="http://schemas.openxmlformats.org/markup-compatibility/2006">
                <mc:Choice xmlns:v="urn:schemas-microsoft-com:vml" Requires="v">
                  <p:oleObj spid="_x0000_s59706" name="公式" r:id="rId4" imgW="672840" imgH="228600" progId="Equation.3">
                    <p:embed/>
                  </p:oleObj>
                </mc:Choice>
                <mc:Fallback>
                  <p:oleObj name="公式" r:id="rId4" imgW="672840" imgH="228600" progId="Equation.3">
                    <p:embed/>
                    <p:pic>
                      <p:nvPicPr>
                        <p:cNvPr id="61446"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28" y="1260"/>
                          <a:ext cx="853"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47" name="Object 7"/>
            <p:cNvGraphicFramePr>
              <a:graphicFrameLocks noChangeAspect="1"/>
            </p:cNvGraphicFramePr>
            <p:nvPr/>
          </p:nvGraphicFramePr>
          <p:xfrm>
            <a:off x="3464" y="869"/>
            <a:ext cx="758" cy="253"/>
          </p:xfrm>
          <a:graphic>
            <a:graphicData uri="http://schemas.openxmlformats.org/presentationml/2006/ole">
              <mc:AlternateContent xmlns:mc="http://schemas.openxmlformats.org/markup-compatibility/2006">
                <mc:Choice xmlns:v="urn:schemas-microsoft-com:vml" Requires="v">
                  <p:oleObj spid="_x0000_s59707" name="公式" r:id="rId6" imgW="596880" imgH="203040" progId="Equation.3">
                    <p:embed/>
                  </p:oleObj>
                </mc:Choice>
                <mc:Fallback>
                  <p:oleObj name="公式" r:id="rId6" imgW="596880" imgH="203040" progId="Equation.3">
                    <p:embed/>
                    <p:pic>
                      <p:nvPicPr>
                        <p:cNvPr id="61447"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64" y="869"/>
                          <a:ext cx="758" cy="2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1448" name="Group 8"/>
          <p:cNvGrpSpPr>
            <a:grpSpLocks/>
          </p:cNvGrpSpPr>
          <p:nvPr/>
        </p:nvGrpSpPr>
        <p:grpSpPr bwMode="auto">
          <a:xfrm>
            <a:off x="7146925" y="1377950"/>
            <a:ext cx="1844675" cy="4692650"/>
            <a:chOff x="4502" y="868"/>
            <a:chExt cx="1102" cy="2956"/>
          </a:xfrm>
        </p:grpSpPr>
        <p:grpSp>
          <p:nvGrpSpPr>
            <p:cNvPr id="61449" name="Group 9"/>
            <p:cNvGrpSpPr>
              <a:grpSpLocks/>
            </p:cNvGrpSpPr>
            <p:nvPr/>
          </p:nvGrpSpPr>
          <p:grpSpPr bwMode="auto">
            <a:xfrm>
              <a:off x="4676" y="868"/>
              <a:ext cx="922" cy="1468"/>
              <a:chOff x="4696" y="628"/>
              <a:chExt cx="922" cy="1468"/>
            </a:xfrm>
          </p:grpSpPr>
          <p:sp>
            <p:nvSpPr>
              <p:cNvPr id="61450" name="Text Box 10"/>
              <p:cNvSpPr txBox="1">
                <a:spLocks noChangeArrowheads="1"/>
              </p:cNvSpPr>
              <p:nvPr/>
            </p:nvSpPr>
            <p:spPr bwMode="auto">
              <a:xfrm>
                <a:off x="4995" y="1204"/>
                <a:ext cx="62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a:latin typeface="Times New Roman" panose="02020603050405020304" pitchFamily="18" charset="0"/>
                  </a:rPr>
                  <a:t>j</a:t>
                </a:r>
                <a:r>
                  <a:rPr kumimoji="1" lang="en-US" altLang="zh-CN" sz="2400" b="1" i="1">
                    <a:latin typeface="Times New Roman" panose="02020603050405020304" pitchFamily="18" charset="0"/>
                    <a:sym typeface="Symbol" panose="05050102010706020507" pitchFamily="18" charset="2"/>
                  </a:rPr>
                  <a:t> </a:t>
                </a:r>
                <a:r>
                  <a:rPr kumimoji="1" lang="en-US" altLang="zh-CN" sz="2400" b="1" i="1">
                    <a:latin typeface="Times New Roman" panose="02020603050405020304" pitchFamily="18" charset="0"/>
                  </a:rPr>
                  <a:t>L</a:t>
                </a:r>
              </a:p>
            </p:txBody>
          </p:sp>
          <p:grpSp>
            <p:nvGrpSpPr>
              <p:cNvPr id="61451" name="Group 11"/>
              <p:cNvGrpSpPr>
                <a:grpSpLocks/>
              </p:cNvGrpSpPr>
              <p:nvPr/>
            </p:nvGrpSpPr>
            <p:grpSpPr bwMode="auto">
              <a:xfrm>
                <a:off x="4696" y="628"/>
                <a:ext cx="858" cy="1468"/>
                <a:chOff x="4016" y="2628"/>
                <a:chExt cx="858" cy="1468"/>
              </a:xfrm>
            </p:grpSpPr>
            <p:sp>
              <p:nvSpPr>
                <p:cNvPr id="61452" name="Text Box 12"/>
                <p:cNvSpPr txBox="1">
                  <a:spLocks noChangeArrowheads="1"/>
                </p:cNvSpPr>
                <p:nvPr/>
              </p:nvSpPr>
              <p:spPr bwMode="auto">
                <a:xfrm>
                  <a:off x="4032" y="3808"/>
                  <a:ext cx="84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latin typeface="Times New Roman" panose="02020603050405020304" pitchFamily="18" charset="0"/>
                    </a:rPr>
                    <a:t>相量模型</a:t>
                  </a:r>
                </a:p>
              </p:txBody>
            </p:sp>
            <p:sp>
              <p:nvSpPr>
                <p:cNvPr id="61453" name="Freeform 13"/>
                <p:cNvSpPr>
                  <a:spLocks/>
                </p:cNvSpPr>
                <p:nvPr/>
              </p:nvSpPr>
              <p:spPr bwMode="auto">
                <a:xfrm>
                  <a:off x="4727" y="2984"/>
                  <a:ext cx="1" cy="168"/>
                </a:xfrm>
                <a:custGeom>
                  <a:avLst/>
                  <a:gdLst>
                    <a:gd name="T0" fmla="*/ 0 w 1"/>
                    <a:gd name="T1" fmla="*/ 168 h 168"/>
                    <a:gd name="T2" fmla="*/ 0 w 1"/>
                    <a:gd name="T3" fmla="*/ 0 h 168"/>
                  </a:gdLst>
                  <a:ahLst/>
                  <a:cxnLst>
                    <a:cxn ang="0">
                      <a:pos x="T0" y="T1"/>
                    </a:cxn>
                    <a:cxn ang="0">
                      <a:pos x="T2" y="T3"/>
                    </a:cxn>
                  </a:cxnLst>
                  <a:rect l="0" t="0" r="r" b="b"/>
                  <a:pathLst>
                    <a:path w="1" h="168">
                      <a:moveTo>
                        <a:pt x="0" y="168"/>
                      </a:moveTo>
                      <a:lnTo>
                        <a:pt x="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454" name="Freeform 14"/>
                <p:cNvSpPr>
                  <a:spLocks/>
                </p:cNvSpPr>
                <p:nvPr/>
              </p:nvSpPr>
              <p:spPr bwMode="auto">
                <a:xfrm>
                  <a:off x="4721" y="3536"/>
                  <a:ext cx="1" cy="174"/>
                </a:xfrm>
                <a:custGeom>
                  <a:avLst/>
                  <a:gdLst>
                    <a:gd name="T0" fmla="*/ 0 w 1"/>
                    <a:gd name="T1" fmla="*/ 0 h 174"/>
                    <a:gd name="T2" fmla="*/ 0 w 1"/>
                    <a:gd name="T3" fmla="*/ 174 h 174"/>
                  </a:gdLst>
                  <a:ahLst/>
                  <a:cxnLst>
                    <a:cxn ang="0">
                      <a:pos x="T0" y="T1"/>
                    </a:cxn>
                    <a:cxn ang="0">
                      <a:pos x="T2" y="T3"/>
                    </a:cxn>
                  </a:cxnLst>
                  <a:rect l="0" t="0" r="r" b="b"/>
                  <a:pathLst>
                    <a:path w="1" h="174">
                      <a:moveTo>
                        <a:pt x="0" y="0"/>
                      </a:moveTo>
                      <a:lnTo>
                        <a:pt x="0" y="174"/>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455" name="Freeform 15"/>
                <p:cNvSpPr>
                  <a:spLocks/>
                </p:cNvSpPr>
                <p:nvPr/>
              </p:nvSpPr>
              <p:spPr bwMode="auto">
                <a:xfrm>
                  <a:off x="4151" y="2984"/>
                  <a:ext cx="576" cy="6"/>
                </a:xfrm>
                <a:custGeom>
                  <a:avLst/>
                  <a:gdLst>
                    <a:gd name="T0" fmla="*/ 0 w 576"/>
                    <a:gd name="T1" fmla="*/ 6 h 6"/>
                    <a:gd name="T2" fmla="*/ 576 w 576"/>
                    <a:gd name="T3" fmla="*/ 0 h 6"/>
                  </a:gdLst>
                  <a:ahLst/>
                  <a:cxnLst>
                    <a:cxn ang="0">
                      <a:pos x="T0" y="T1"/>
                    </a:cxn>
                    <a:cxn ang="0">
                      <a:pos x="T2" y="T3"/>
                    </a:cxn>
                  </a:cxnLst>
                  <a:rect l="0" t="0" r="r" b="b"/>
                  <a:pathLst>
                    <a:path w="576" h="6">
                      <a:moveTo>
                        <a:pt x="0" y="6"/>
                      </a:moveTo>
                      <a:lnTo>
                        <a:pt x="576"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456" name="Freeform 16"/>
                <p:cNvSpPr>
                  <a:spLocks/>
                </p:cNvSpPr>
                <p:nvPr/>
              </p:nvSpPr>
              <p:spPr bwMode="auto">
                <a:xfrm>
                  <a:off x="4148" y="3704"/>
                  <a:ext cx="570" cy="3"/>
                </a:xfrm>
                <a:custGeom>
                  <a:avLst/>
                  <a:gdLst>
                    <a:gd name="T0" fmla="*/ 0 w 570"/>
                    <a:gd name="T1" fmla="*/ 3 h 3"/>
                    <a:gd name="T2" fmla="*/ 570 w 570"/>
                    <a:gd name="T3" fmla="*/ 0 h 3"/>
                  </a:gdLst>
                  <a:ahLst/>
                  <a:cxnLst>
                    <a:cxn ang="0">
                      <a:pos x="T0" y="T1"/>
                    </a:cxn>
                    <a:cxn ang="0">
                      <a:pos x="T2" y="T3"/>
                    </a:cxn>
                  </a:cxnLst>
                  <a:rect l="0" t="0" r="r" b="b"/>
                  <a:pathLst>
                    <a:path w="570" h="3">
                      <a:moveTo>
                        <a:pt x="0" y="3"/>
                      </a:moveTo>
                      <a:lnTo>
                        <a:pt x="57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457" name="Line 17"/>
                <p:cNvSpPr>
                  <a:spLocks noChangeShapeType="1"/>
                </p:cNvSpPr>
                <p:nvPr/>
              </p:nvSpPr>
              <p:spPr bwMode="auto">
                <a:xfrm>
                  <a:off x="4131" y="2912"/>
                  <a:ext cx="288" cy="0"/>
                </a:xfrm>
                <a:prstGeom prst="line">
                  <a:avLst/>
                </a:prstGeom>
                <a:noFill/>
                <a:ln w="952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61458" name="Group 18"/>
                <p:cNvGrpSpPr>
                  <a:grpSpLocks/>
                </p:cNvGrpSpPr>
                <p:nvPr/>
              </p:nvGrpSpPr>
              <p:grpSpPr bwMode="auto">
                <a:xfrm rot="5400000">
                  <a:off x="4558" y="3315"/>
                  <a:ext cx="384" cy="57"/>
                  <a:chOff x="666" y="1872"/>
                  <a:chExt cx="489" cy="60"/>
                </a:xfrm>
              </p:grpSpPr>
              <p:sp>
                <p:nvSpPr>
                  <p:cNvPr id="61459" name="Freeform 19"/>
                  <p:cNvSpPr>
                    <a:spLocks/>
                  </p:cNvSpPr>
                  <p:nvPr/>
                </p:nvSpPr>
                <p:spPr bwMode="auto">
                  <a:xfrm>
                    <a:off x="666" y="1872"/>
                    <a:ext cx="125" cy="60"/>
                  </a:xfrm>
                  <a:custGeom>
                    <a:avLst/>
                    <a:gdLst>
                      <a:gd name="T0" fmla="*/ 0 w 125"/>
                      <a:gd name="T1" fmla="*/ 60 h 60"/>
                      <a:gd name="T2" fmla="*/ 23 w 125"/>
                      <a:gd name="T3" fmla="*/ 15 h 60"/>
                      <a:gd name="T4" fmla="*/ 65 w 125"/>
                      <a:gd name="T5" fmla="*/ 0 h 60"/>
                      <a:gd name="T6" fmla="*/ 102 w 125"/>
                      <a:gd name="T7" fmla="*/ 15 h 60"/>
                      <a:gd name="T8" fmla="*/ 125 w 125"/>
                      <a:gd name="T9" fmla="*/ 51 h 60"/>
                    </a:gdLst>
                    <a:ahLst/>
                    <a:cxnLst>
                      <a:cxn ang="0">
                        <a:pos x="T0" y="T1"/>
                      </a:cxn>
                      <a:cxn ang="0">
                        <a:pos x="T2" y="T3"/>
                      </a:cxn>
                      <a:cxn ang="0">
                        <a:pos x="T4" y="T5"/>
                      </a:cxn>
                      <a:cxn ang="0">
                        <a:pos x="T6" y="T7"/>
                      </a:cxn>
                      <a:cxn ang="0">
                        <a:pos x="T8" y="T9"/>
                      </a:cxn>
                    </a:cxnLst>
                    <a:rect l="0" t="0" r="r" b="b"/>
                    <a:pathLst>
                      <a:path w="125" h="60">
                        <a:moveTo>
                          <a:pt x="0" y="60"/>
                        </a:moveTo>
                        <a:cubicBezTo>
                          <a:pt x="4" y="53"/>
                          <a:pt x="12" y="25"/>
                          <a:pt x="23" y="15"/>
                        </a:cubicBezTo>
                        <a:cubicBezTo>
                          <a:pt x="34" y="5"/>
                          <a:pt x="52" y="0"/>
                          <a:pt x="65" y="0"/>
                        </a:cubicBezTo>
                        <a:cubicBezTo>
                          <a:pt x="78" y="0"/>
                          <a:pt x="92" y="7"/>
                          <a:pt x="102" y="15"/>
                        </a:cubicBezTo>
                        <a:cubicBezTo>
                          <a:pt x="112" y="23"/>
                          <a:pt x="120" y="44"/>
                          <a:pt x="125"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1460" name="Freeform 20"/>
                  <p:cNvSpPr>
                    <a:spLocks/>
                  </p:cNvSpPr>
                  <p:nvPr/>
                </p:nvSpPr>
                <p:spPr bwMode="auto">
                  <a:xfrm>
                    <a:off x="791" y="1872"/>
                    <a:ext cx="121" cy="54"/>
                  </a:xfrm>
                  <a:custGeom>
                    <a:avLst/>
                    <a:gdLst>
                      <a:gd name="T0" fmla="*/ 0 w 121"/>
                      <a:gd name="T1" fmla="*/ 54 h 54"/>
                      <a:gd name="T2" fmla="*/ 24 w 121"/>
                      <a:gd name="T3" fmla="*/ 15 h 54"/>
                      <a:gd name="T4" fmla="*/ 66 w 121"/>
                      <a:gd name="T5" fmla="*/ 0 h 54"/>
                      <a:gd name="T6" fmla="*/ 103 w 121"/>
                      <a:gd name="T7" fmla="*/ 15 h 54"/>
                      <a:gd name="T8" fmla="*/ 121 w 121"/>
                      <a:gd name="T9" fmla="*/ 51 h 54"/>
                    </a:gdLst>
                    <a:ahLst/>
                    <a:cxnLst>
                      <a:cxn ang="0">
                        <a:pos x="T0" y="T1"/>
                      </a:cxn>
                      <a:cxn ang="0">
                        <a:pos x="T2" y="T3"/>
                      </a:cxn>
                      <a:cxn ang="0">
                        <a:pos x="T4" y="T5"/>
                      </a:cxn>
                      <a:cxn ang="0">
                        <a:pos x="T6" y="T7"/>
                      </a:cxn>
                      <a:cxn ang="0">
                        <a:pos x="T8" y="T9"/>
                      </a:cxn>
                    </a:cxnLst>
                    <a:rect l="0" t="0" r="r" b="b"/>
                    <a:pathLst>
                      <a:path w="121" h="54">
                        <a:moveTo>
                          <a:pt x="0" y="54"/>
                        </a:moveTo>
                        <a:cubicBezTo>
                          <a:pt x="4" y="47"/>
                          <a:pt x="13" y="24"/>
                          <a:pt x="24" y="15"/>
                        </a:cubicBezTo>
                        <a:cubicBezTo>
                          <a:pt x="35" y="6"/>
                          <a:pt x="53" y="0"/>
                          <a:pt x="66" y="0"/>
                        </a:cubicBezTo>
                        <a:cubicBezTo>
                          <a:pt x="79" y="0"/>
                          <a:pt x="94" y="7"/>
                          <a:pt x="103" y="15"/>
                        </a:cubicBezTo>
                        <a:cubicBezTo>
                          <a:pt x="112" y="23"/>
                          <a:pt x="117" y="44"/>
                          <a:pt x="121"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1461" name="Freeform 21"/>
                  <p:cNvSpPr>
                    <a:spLocks/>
                  </p:cNvSpPr>
                  <p:nvPr/>
                </p:nvSpPr>
                <p:spPr bwMode="auto">
                  <a:xfrm>
                    <a:off x="912" y="1872"/>
                    <a:ext cx="119" cy="51"/>
                  </a:xfrm>
                  <a:custGeom>
                    <a:avLst/>
                    <a:gdLst>
                      <a:gd name="T0" fmla="*/ 0 w 119"/>
                      <a:gd name="T1" fmla="*/ 51 h 51"/>
                      <a:gd name="T2" fmla="*/ 17 w 119"/>
                      <a:gd name="T3" fmla="*/ 15 h 51"/>
                      <a:gd name="T4" fmla="*/ 59 w 119"/>
                      <a:gd name="T5" fmla="*/ 0 h 51"/>
                      <a:gd name="T6" fmla="*/ 96 w 119"/>
                      <a:gd name="T7" fmla="*/ 15 h 51"/>
                      <a:gd name="T8" fmla="*/ 119 w 119"/>
                      <a:gd name="T9" fmla="*/ 51 h 51"/>
                    </a:gdLst>
                    <a:ahLst/>
                    <a:cxnLst>
                      <a:cxn ang="0">
                        <a:pos x="T0" y="T1"/>
                      </a:cxn>
                      <a:cxn ang="0">
                        <a:pos x="T2" y="T3"/>
                      </a:cxn>
                      <a:cxn ang="0">
                        <a:pos x="T4" y="T5"/>
                      </a:cxn>
                      <a:cxn ang="0">
                        <a:pos x="T6" y="T7"/>
                      </a:cxn>
                      <a:cxn ang="0">
                        <a:pos x="T8" y="T9"/>
                      </a:cxn>
                    </a:cxnLst>
                    <a:rect l="0" t="0" r="r" b="b"/>
                    <a:pathLst>
                      <a:path w="119" h="51">
                        <a:moveTo>
                          <a:pt x="0" y="51"/>
                        </a:moveTo>
                        <a:cubicBezTo>
                          <a:pt x="3" y="45"/>
                          <a:pt x="7" y="24"/>
                          <a:pt x="17" y="15"/>
                        </a:cubicBezTo>
                        <a:cubicBezTo>
                          <a:pt x="27" y="6"/>
                          <a:pt x="46" y="0"/>
                          <a:pt x="59" y="0"/>
                        </a:cubicBezTo>
                        <a:cubicBezTo>
                          <a:pt x="72" y="0"/>
                          <a:pt x="86" y="7"/>
                          <a:pt x="96" y="15"/>
                        </a:cubicBezTo>
                        <a:cubicBezTo>
                          <a:pt x="106" y="23"/>
                          <a:pt x="114" y="44"/>
                          <a:pt x="119"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1462" name="Freeform 22"/>
                  <p:cNvSpPr>
                    <a:spLocks/>
                  </p:cNvSpPr>
                  <p:nvPr/>
                </p:nvSpPr>
                <p:spPr bwMode="auto">
                  <a:xfrm>
                    <a:off x="1032" y="1872"/>
                    <a:ext cx="123" cy="57"/>
                  </a:xfrm>
                  <a:custGeom>
                    <a:avLst/>
                    <a:gdLst>
                      <a:gd name="T0" fmla="*/ 0 w 123"/>
                      <a:gd name="T1" fmla="*/ 51 h 57"/>
                      <a:gd name="T2" fmla="*/ 23 w 123"/>
                      <a:gd name="T3" fmla="*/ 15 h 57"/>
                      <a:gd name="T4" fmla="*/ 65 w 123"/>
                      <a:gd name="T5" fmla="*/ 0 h 57"/>
                      <a:gd name="T6" fmla="*/ 102 w 123"/>
                      <a:gd name="T7" fmla="*/ 15 h 57"/>
                      <a:gd name="T8" fmla="*/ 123 w 123"/>
                      <a:gd name="T9" fmla="*/ 57 h 57"/>
                    </a:gdLst>
                    <a:ahLst/>
                    <a:cxnLst>
                      <a:cxn ang="0">
                        <a:pos x="T0" y="T1"/>
                      </a:cxn>
                      <a:cxn ang="0">
                        <a:pos x="T2" y="T3"/>
                      </a:cxn>
                      <a:cxn ang="0">
                        <a:pos x="T4" y="T5"/>
                      </a:cxn>
                      <a:cxn ang="0">
                        <a:pos x="T6" y="T7"/>
                      </a:cxn>
                      <a:cxn ang="0">
                        <a:pos x="T8" y="T9"/>
                      </a:cxn>
                    </a:cxnLst>
                    <a:rect l="0" t="0" r="r" b="b"/>
                    <a:pathLst>
                      <a:path w="123" h="57">
                        <a:moveTo>
                          <a:pt x="0" y="51"/>
                        </a:moveTo>
                        <a:cubicBezTo>
                          <a:pt x="3" y="45"/>
                          <a:pt x="12" y="24"/>
                          <a:pt x="23" y="15"/>
                        </a:cubicBezTo>
                        <a:cubicBezTo>
                          <a:pt x="34" y="6"/>
                          <a:pt x="52" y="0"/>
                          <a:pt x="65" y="0"/>
                        </a:cubicBezTo>
                        <a:cubicBezTo>
                          <a:pt x="78" y="0"/>
                          <a:pt x="92" y="6"/>
                          <a:pt x="102" y="15"/>
                        </a:cubicBezTo>
                        <a:cubicBezTo>
                          <a:pt x="112" y="24"/>
                          <a:pt x="119" y="48"/>
                          <a:pt x="123" y="57"/>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sp>
              <p:nvSpPr>
                <p:cNvPr id="61463" name="Oval 23"/>
                <p:cNvSpPr>
                  <a:spLocks noChangeArrowheads="1"/>
                </p:cNvSpPr>
                <p:nvPr/>
              </p:nvSpPr>
              <p:spPr bwMode="auto">
                <a:xfrm>
                  <a:off x="4097" y="3680"/>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1464" name="Oval 24"/>
                <p:cNvSpPr>
                  <a:spLocks noChangeArrowheads="1"/>
                </p:cNvSpPr>
                <p:nvPr/>
              </p:nvSpPr>
              <p:spPr bwMode="auto">
                <a:xfrm>
                  <a:off x="4097" y="2960"/>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1465" name="Text Box 25"/>
                <p:cNvSpPr txBox="1">
                  <a:spLocks noChangeArrowheads="1"/>
                </p:cNvSpPr>
                <p:nvPr/>
              </p:nvSpPr>
              <p:spPr bwMode="auto">
                <a:xfrm>
                  <a:off x="4016" y="3008"/>
                  <a:ext cx="21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a:t>
                  </a:r>
                </a:p>
              </p:txBody>
            </p:sp>
            <p:sp>
              <p:nvSpPr>
                <p:cNvPr id="61466" name="Text Box 26"/>
                <p:cNvSpPr txBox="1">
                  <a:spLocks noChangeArrowheads="1"/>
                </p:cNvSpPr>
                <p:nvPr/>
              </p:nvSpPr>
              <p:spPr bwMode="auto">
                <a:xfrm>
                  <a:off x="4029" y="3440"/>
                  <a:ext cx="20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黑体" panose="02010609060101010101" pitchFamily="49" charset="-122"/>
                      <a:ea typeface="黑体" panose="02010609060101010101" pitchFamily="49" charset="-122"/>
                    </a:rPr>
                    <a:t>-</a:t>
                  </a:r>
                  <a:endParaRPr kumimoji="1" lang="en-US" altLang="zh-CN" sz="2400" b="1">
                    <a:latin typeface="Times New Roman" panose="02020603050405020304" pitchFamily="18" charset="0"/>
                  </a:endParaRPr>
                </a:p>
              </p:txBody>
            </p:sp>
            <p:graphicFrame>
              <p:nvGraphicFramePr>
                <p:cNvPr id="61467" name="Object 27"/>
                <p:cNvGraphicFramePr>
                  <a:graphicFrameLocks noChangeAspect="1"/>
                </p:cNvGraphicFramePr>
                <p:nvPr/>
              </p:nvGraphicFramePr>
              <p:xfrm>
                <a:off x="4026" y="3253"/>
                <a:ext cx="192" cy="237"/>
              </p:xfrm>
              <a:graphic>
                <a:graphicData uri="http://schemas.openxmlformats.org/presentationml/2006/ole">
                  <mc:AlternateContent xmlns:mc="http://schemas.openxmlformats.org/markup-compatibility/2006">
                    <mc:Choice xmlns:v="urn:schemas-microsoft-com:vml" Requires="v">
                      <p:oleObj spid="_x0000_s59708" name="公式" r:id="rId8" imgW="164880" imgH="203040" progId="Equation.3">
                        <p:embed/>
                      </p:oleObj>
                    </mc:Choice>
                    <mc:Fallback>
                      <p:oleObj name="公式" r:id="rId8" imgW="164880" imgH="203040" progId="Equation.3">
                        <p:embed/>
                        <p:pic>
                          <p:nvPicPr>
                            <p:cNvPr id="61467" name="Object 2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26" y="3253"/>
                              <a:ext cx="192" cy="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68" name="Object 28"/>
                <p:cNvGraphicFramePr>
                  <a:graphicFrameLocks noChangeAspect="1"/>
                </p:cNvGraphicFramePr>
                <p:nvPr/>
              </p:nvGraphicFramePr>
              <p:xfrm>
                <a:off x="4192" y="2628"/>
                <a:ext cx="147" cy="224"/>
              </p:xfrm>
              <a:graphic>
                <a:graphicData uri="http://schemas.openxmlformats.org/presentationml/2006/ole">
                  <mc:AlternateContent xmlns:mc="http://schemas.openxmlformats.org/markup-compatibility/2006">
                    <mc:Choice xmlns:v="urn:schemas-microsoft-com:vml" Requires="v">
                      <p:oleObj spid="_x0000_s59709" name="公式" r:id="rId10" imgW="126720" imgH="190440" progId="Equation.3">
                        <p:embed/>
                      </p:oleObj>
                    </mc:Choice>
                    <mc:Fallback>
                      <p:oleObj name="公式" r:id="rId10" imgW="126720" imgH="190440" progId="Equation.3">
                        <p:embed/>
                        <p:pic>
                          <p:nvPicPr>
                            <p:cNvPr id="61468" name="Object 2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92" y="2628"/>
                              <a:ext cx="147" cy="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61469" name="Group 29"/>
            <p:cNvGrpSpPr>
              <a:grpSpLocks/>
            </p:cNvGrpSpPr>
            <p:nvPr/>
          </p:nvGrpSpPr>
          <p:grpSpPr bwMode="auto">
            <a:xfrm>
              <a:off x="4502" y="2691"/>
              <a:ext cx="1102" cy="1133"/>
              <a:chOff x="4088" y="1720"/>
              <a:chExt cx="1102" cy="1133"/>
            </a:xfrm>
          </p:grpSpPr>
          <p:graphicFrame>
            <p:nvGraphicFramePr>
              <p:cNvPr id="61470" name="Object 30"/>
              <p:cNvGraphicFramePr>
                <a:graphicFrameLocks noChangeAspect="1"/>
              </p:cNvGraphicFramePr>
              <p:nvPr/>
            </p:nvGraphicFramePr>
            <p:xfrm>
              <a:off x="4088" y="1720"/>
              <a:ext cx="201" cy="248"/>
            </p:xfrm>
            <a:graphic>
              <a:graphicData uri="http://schemas.openxmlformats.org/presentationml/2006/ole">
                <mc:AlternateContent xmlns:mc="http://schemas.openxmlformats.org/markup-compatibility/2006">
                  <mc:Choice xmlns:v="urn:schemas-microsoft-com:vml" Requires="v">
                    <p:oleObj spid="_x0000_s59710" name="公式" r:id="rId12" imgW="164880" imgH="203040" progId="Equation.3">
                      <p:embed/>
                    </p:oleObj>
                  </mc:Choice>
                  <mc:Fallback>
                    <p:oleObj name="公式" r:id="rId12" imgW="164880" imgH="203040" progId="Equation.3">
                      <p:embed/>
                      <p:pic>
                        <p:nvPicPr>
                          <p:cNvPr id="61470" name="Object 30"/>
                          <p:cNvPicPr preferRelativeResize="0">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88" y="1720"/>
                            <a:ext cx="201"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71" name="Object 31"/>
              <p:cNvGraphicFramePr>
                <a:graphicFrameLocks noChangeAspect="1"/>
              </p:cNvGraphicFramePr>
              <p:nvPr/>
            </p:nvGraphicFramePr>
            <p:xfrm>
              <a:off x="5024" y="2301"/>
              <a:ext cx="166" cy="252"/>
            </p:xfrm>
            <a:graphic>
              <a:graphicData uri="http://schemas.openxmlformats.org/presentationml/2006/ole">
                <mc:AlternateContent xmlns:mc="http://schemas.openxmlformats.org/markup-compatibility/2006">
                  <mc:Choice xmlns:v="urn:schemas-microsoft-com:vml" Requires="v">
                    <p:oleObj spid="_x0000_s59711" name="公式" r:id="rId13" imgW="126720" imgH="190440" progId="Equation.3">
                      <p:embed/>
                    </p:oleObj>
                  </mc:Choice>
                  <mc:Fallback>
                    <p:oleObj name="公式" r:id="rId13" imgW="126720" imgH="190440" progId="Equation.3">
                      <p:embed/>
                      <p:pic>
                        <p:nvPicPr>
                          <p:cNvPr id="61471" name="Object 31"/>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24" y="2301"/>
                            <a:ext cx="16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72" name="Line 32"/>
              <p:cNvSpPr>
                <a:spLocks noChangeShapeType="1"/>
              </p:cNvSpPr>
              <p:nvPr/>
            </p:nvSpPr>
            <p:spPr bwMode="auto">
              <a:xfrm>
                <a:off x="4400" y="2448"/>
                <a:ext cx="568" cy="0"/>
              </a:xfrm>
              <a:prstGeom prst="line">
                <a:avLst/>
              </a:prstGeom>
              <a:noFill/>
              <a:ln w="25400">
                <a:solidFill>
                  <a:srgbClr val="66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1473" name="Line 33"/>
              <p:cNvSpPr>
                <a:spLocks noChangeShapeType="1"/>
              </p:cNvSpPr>
              <p:nvPr/>
            </p:nvSpPr>
            <p:spPr bwMode="auto">
              <a:xfrm flipV="1">
                <a:off x="4400" y="1784"/>
                <a:ext cx="0" cy="664"/>
              </a:xfrm>
              <a:prstGeom prst="line">
                <a:avLst/>
              </a:prstGeom>
              <a:noFill/>
              <a:ln w="254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1474" name="Text Box 34"/>
              <p:cNvSpPr txBox="1">
                <a:spLocks noChangeArrowheads="1"/>
              </p:cNvSpPr>
              <p:nvPr/>
            </p:nvSpPr>
            <p:spPr bwMode="auto">
              <a:xfrm>
                <a:off x="4342" y="2565"/>
                <a:ext cx="65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rPr>
                  <a:t>相量图</a:t>
                </a:r>
              </a:p>
            </p:txBody>
          </p:sp>
        </p:grpSp>
      </p:grpSp>
      <p:grpSp>
        <p:nvGrpSpPr>
          <p:cNvPr id="61475" name="Group 35"/>
          <p:cNvGrpSpPr>
            <a:grpSpLocks/>
          </p:cNvGrpSpPr>
          <p:nvPr/>
        </p:nvGrpSpPr>
        <p:grpSpPr bwMode="auto">
          <a:xfrm>
            <a:off x="177800" y="269875"/>
            <a:ext cx="1838325" cy="3306763"/>
            <a:chOff x="112" y="170"/>
            <a:chExt cx="1023" cy="2083"/>
          </a:xfrm>
        </p:grpSpPr>
        <p:sp>
          <p:nvSpPr>
            <p:cNvPr id="61476" name="Text Box 36"/>
            <p:cNvSpPr txBox="1">
              <a:spLocks noChangeArrowheads="1"/>
            </p:cNvSpPr>
            <p:nvPr/>
          </p:nvSpPr>
          <p:spPr bwMode="auto">
            <a:xfrm>
              <a:off x="144" y="170"/>
              <a:ext cx="716"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a:solidFill>
                    <a:srgbClr val="FF0000"/>
                  </a:solidFill>
                  <a:latin typeface="Times New Roman" panose="02020603050405020304" pitchFamily="18" charset="0"/>
                </a:rPr>
                <a:t>2 . </a:t>
              </a:r>
              <a:r>
                <a:rPr kumimoji="1" lang="zh-CN" altLang="en-US" sz="2400" b="1">
                  <a:solidFill>
                    <a:srgbClr val="FF0000"/>
                  </a:solidFill>
                  <a:latin typeface="Times New Roman" panose="02020603050405020304" pitchFamily="18" charset="0"/>
                </a:rPr>
                <a:t>电感</a:t>
              </a:r>
            </a:p>
          </p:txBody>
        </p:sp>
        <p:grpSp>
          <p:nvGrpSpPr>
            <p:cNvPr id="61477" name="Group 37"/>
            <p:cNvGrpSpPr>
              <a:grpSpLocks/>
            </p:cNvGrpSpPr>
            <p:nvPr/>
          </p:nvGrpSpPr>
          <p:grpSpPr bwMode="auto">
            <a:xfrm>
              <a:off x="112" y="812"/>
              <a:ext cx="1023" cy="1441"/>
              <a:chOff x="112" y="812"/>
              <a:chExt cx="1023" cy="1441"/>
            </a:xfrm>
          </p:grpSpPr>
          <p:grpSp>
            <p:nvGrpSpPr>
              <p:cNvPr id="61478" name="Group 38"/>
              <p:cNvGrpSpPr>
                <a:grpSpLocks/>
              </p:cNvGrpSpPr>
              <p:nvPr/>
            </p:nvGrpSpPr>
            <p:grpSpPr bwMode="auto">
              <a:xfrm>
                <a:off x="112" y="812"/>
                <a:ext cx="1023" cy="1104"/>
                <a:chOff x="745" y="576"/>
                <a:chExt cx="1023" cy="1104"/>
              </a:xfrm>
            </p:grpSpPr>
            <p:sp>
              <p:nvSpPr>
                <p:cNvPr id="61479" name="Freeform 39"/>
                <p:cNvSpPr>
                  <a:spLocks/>
                </p:cNvSpPr>
                <p:nvPr/>
              </p:nvSpPr>
              <p:spPr bwMode="auto">
                <a:xfrm>
                  <a:off x="1494" y="936"/>
                  <a:ext cx="1" cy="168"/>
                </a:xfrm>
                <a:custGeom>
                  <a:avLst/>
                  <a:gdLst>
                    <a:gd name="T0" fmla="*/ 0 w 1"/>
                    <a:gd name="T1" fmla="*/ 168 h 168"/>
                    <a:gd name="T2" fmla="*/ 0 w 1"/>
                    <a:gd name="T3" fmla="*/ 0 h 168"/>
                  </a:gdLst>
                  <a:ahLst/>
                  <a:cxnLst>
                    <a:cxn ang="0">
                      <a:pos x="T0" y="T1"/>
                    </a:cxn>
                    <a:cxn ang="0">
                      <a:pos x="T2" y="T3"/>
                    </a:cxn>
                  </a:cxnLst>
                  <a:rect l="0" t="0" r="r" b="b"/>
                  <a:pathLst>
                    <a:path w="1" h="168">
                      <a:moveTo>
                        <a:pt x="0" y="168"/>
                      </a:moveTo>
                      <a:lnTo>
                        <a:pt x="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480" name="Freeform 40"/>
                <p:cNvSpPr>
                  <a:spLocks/>
                </p:cNvSpPr>
                <p:nvPr/>
              </p:nvSpPr>
              <p:spPr bwMode="auto">
                <a:xfrm>
                  <a:off x="1488" y="1488"/>
                  <a:ext cx="1" cy="174"/>
                </a:xfrm>
                <a:custGeom>
                  <a:avLst/>
                  <a:gdLst>
                    <a:gd name="T0" fmla="*/ 0 w 1"/>
                    <a:gd name="T1" fmla="*/ 0 h 174"/>
                    <a:gd name="T2" fmla="*/ 0 w 1"/>
                    <a:gd name="T3" fmla="*/ 174 h 174"/>
                  </a:gdLst>
                  <a:ahLst/>
                  <a:cxnLst>
                    <a:cxn ang="0">
                      <a:pos x="T0" y="T1"/>
                    </a:cxn>
                    <a:cxn ang="0">
                      <a:pos x="T2" y="T3"/>
                    </a:cxn>
                  </a:cxnLst>
                  <a:rect l="0" t="0" r="r" b="b"/>
                  <a:pathLst>
                    <a:path w="1" h="174">
                      <a:moveTo>
                        <a:pt x="0" y="0"/>
                      </a:moveTo>
                      <a:lnTo>
                        <a:pt x="0" y="174"/>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481" name="Freeform 41"/>
                <p:cNvSpPr>
                  <a:spLocks/>
                </p:cNvSpPr>
                <p:nvPr/>
              </p:nvSpPr>
              <p:spPr bwMode="auto">
                <a:xfrm>
                  <a:off x="918" y="936"/>
                  <a:ext cx="576" cy="6"/>
                </a:xfrm>
                <a:custGeom>
                  <a:avLst/>
                  <a:gdLst>
                    <a:gd name="T0" fmla="*/ 0 w 576"/>
                    <a:gd name="T1" fmla="*/ 6 h 6"/>
                    <a:gd name="T2" fmla="*/ 576 w 576"/>
                    <a:gd name="T3" fmla="*/ 0 h 6"/>
                  </a:gdLst>
                  <a:ahLst/>
                  <a:cxnLst>
                    <a:cxn ang="0">
                      <a:pos x="T0" y="T1"/>
                    </a:cxn>
                    <a:cxn ang="0">
                      <a:pos x="T2" y="T3"/>
                    </a:cxn>
                  </a:cxnLst>
                  <a:rect l="0" t="0" r="r" b="b"/>
                  <a:pathLst>
                    <a:path w="576" h="6">
                      <a:moveTo>
                        <a:pt x="0" y="6"/>
                      </a:moveTo>
                      <a:lnTo>
                        <a:pt x="576"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482" name="Freeform 42"/>
                <p:cNvSpPr>
                  <a:spLocks/>
                </p:cNvSpPr>
                <p:nvPr/>
              </p:nvSpPr>
              <p:spPr bwMode="auto">
                <a:xfrm>
                  <a:off x="915" y="1656"/>
                  <a:ext cx="570" cy="3"/>
                </a:xfrm>
                <a:custGeom>
                  <a:avLst/>
                  <a:gdLst>
                    <a:gd name="T0" fmla="*/ 0 w 570"/>
                    <a:gd name="T1" fmla="*/ 3 h 3"/>
                    <a:gd name="T2" fmla="*/ 570 w 570"/>
                    <a:gd name="T3" fmla="*/ 0 h 3"/>
                  </a:gdLst>
                  <a:ahLst/>
                  <a:cxnLst>
                    <a:cxn ang="0">
                      <a:pos x="T0" y="T1"/>
                    </a:cxn>
                    <a:cxn ang="0">
                      <a:pos x="T2" y="T3"/>
                    </a:cxn>
                  </a:cxnLst>
                  <a:rect l="0" t="0" r="r" b="b"/>
                  <a:pathLst>
                    <a:path w="570" h="3">
                      <a:moveTo>
                        <a:pt x="0" y="3"/>
                      </a:moveTo>
                      <a:lnTo>
                        <a:pt x="57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483" name="Line 43"/>
                <p:cNvSpPr>
                  <a:spLocks noChangeShapeType="1"/>
                </p:cNvSpPr>
                <p:nvPr/>
              </p:nvSpPr>
              <p:spPr bwMode="auto">
                <a:xfrm>
                  <a:off x="898" y="864"/>
                  <a:ext cx="288" cy="0"/>
                </a:xfrm>
                <a:prstGeom prst="line">
                  <a:avLst/>
                </a:prstGeom>
                <a:noFill/>
                <a:ln w="952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84" name="Text Box 44"/>
                <p:cNvSpPr txBox="1">
                  <a:spLocks noChangeArrowheads="1"/>
                </p:cNvSpPr>
                <p:nvPr/>
              </p:nvSpPr>
              <p:spPr bwMode="auto">
                <a:xfrm>
                  <a:off x="850" y="576"/>
                  <a:ext cx="309"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i</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p>
              </p:txBody>
            </p:sp>
            <p:sp>
              <p:nvSpPr>
                <p:cNvPr id="61485" name="Text Box 45"/>
                <p:cNvSpPr txBox="1">
                  <a:spLocks noChangeArrowheads="1"/>
                </p:cNvSpPr>
                <p:nvPr/>
              </p:nvSpPr>
              <p:spPr bwMode="auto">
                <a:xfrm>
                  <a:off x="745" y="1152"/>
                  <a:ext cx="48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i="1">
                      <a:latin typeface="Times New Roman" panose="02020603050405020304" pitchFamily="18" charset="0"/>
                    </a:rPr>
                    <a:t>u</a:t>
                  </a:r>
                  <a:r>
                    <a:rPr kumimoji="1" lang="en-US" altLang="zh-CN" sz="2400" b="1" i="1" baseline="-25000">
                      <a:latin typeface="Times New Roman" panose="02020603050405020304" pitchFamily="18" charset="0"/>
                    </a:rPr>
                    <a:t> </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p>
              </p:txBody>
            </p:sp>
            <p:sp>
              <p:nvSpPr>
                <p:cNvPr id="61486" name="Text Box 46"/>
                <p:cNvSpPr txBox="1">
                  <a:spLocks noChangeArrowheads="1"/>
                </p:cNvSpPr>
                <p:nvPr/>
              </p:nvSpPr>
              <p:spPr bwMode="auto">
                <a:xfrm>
                  <a:off x="1562" y="1152"/>
                  <a:ext cx="206"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L</a:t>
                  </a:r>
                </a:p>
              </p:txBody>
            </p:sp>
            <p:grpSp>
              <p:nvGrpSpPr>
                <p:cNvPr id="61487" name="Group 47"/>
                <p:cNvGrpSpPr>
                  <a:grpSpLocks/>
                </p:cNvGrpSpPr>
                <p:nvPr/>
              </p:nvGrpSpPr>
              <p:grpSpPr bwMode="auto">
                <a:xfrm rot="5400000">
                  <a:off x="1325" y="1267"/>
                  <a:ext cx="384" cy="57"/>
                  <a:chOff x="666" y="1872"/>
                  <a:chExt cx="489" cy="60"/>
                </a:xfrm>
              </p:grpSpPr>
              <p:sp>
                <p:nvSpPr>
                  <p:cNvPr id="61488" name="Freeform 48"/>
                  <p:cNvSpPr>
                    <a:spLocks/>
                  </p:cNvSpPr>
                  <p:nvPr/>
                </p:nvSpPr>
                <p:spPr bwMode="auto">
                  <a:xfrm>
                    <a:off x="666" y="1872"/>
                    <a:ext cx="125" cy="60"/>
                  </a:xfrm>
                  <a:custGeom>
                    <a:avLst/>
                    <a:gdLst>
                      <a:gd name="T0" fmla="*/ 0 w 125"/>
                      <a:gd name="T1" fmla="*/ 60 h 60"/>
                      <a:gd name="T2" fmla="*/ 23 w 125"/>
                      <a:gd name="T3" fmla="*/ 15 h 60"/>
                      <a:gd name="T4" fmla="*/ 65 w 125"/>
                      <a:gd name="T5" fmla="*/ 0 h 60"/>
                      <a:gd name="T6" fmla="*/ 102 w 125"/>
                      <a:gd name="T7" fmla="*/ 15 h 60"/>
                      <a:gd name="T8" fmla="*/ 125 w 125"/>
                      <a:gd name="T9" fmla="*/ 51 h 60"/>
                    </a:gdLst>
                    <a:ahLst/>
                    <a:cxnLst>
                      <a:cxn ang="0">
                        <a:pos x="T0" y="T1"/>
                      </a:cxn>
                      <a:cxn ang="0">
                        <a:pos x="T2" y="T3"/>
                      </a:cxn>
                      <a:cxn ang="0">
                        <a:pos x="T4" y="T5"/>
                      </a:cxn>
                      <a:cxn ang="0">
                        <a:pos x="T6" y="T7"/>
                      </a:cxn>
                      <a:cxn ang="0">
                        <a:pos x="T8" y="T9"/>
                      </a:cxn>
                    </a:cxnLst>
                    <a:rect l="0" t="0" r="r" b="b"/>
                    <a:pathLst>
                      <a:path w="125" h="60">
                        <a:moveTo>
                          <a:pt x="0" y="60"/>
                        </a:moveTo>
                        <a:cubicBezTo>
                          <a:pt x="4" y="53"/>
                          <a:pt x="12" y="25"/>
                          <a:pt x="23" y="15"/>
                        </a:cubicBezTo>
                        <a:cubicBezTo>
                          <a:pt x="34" y="5"/>
                          <a:pt x="52" y="0"/>
                          <a:pt x="65" y="0"/>
                        </a:cubicBezTo>
                        <a:cubicBezTo>
                          <a:pt x="78" y="0"/>
                          <a:pt x="92" y="7"/>
                          <a:pt x="102" y="15"/>
                        </a:cubicBezTo>
                        <a:cubicBezTo>
                          <a:pt x="112" y="23"/>
                          <a:pt x="120" y="44"/>
                          <a:pt x="125"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1489" name="Freeform 49"/>
                  <p:cNvSpPr>
                    <a:spLocks/>
                  </p:cNvSpPr>
                  <p:nvPr/>
                </p:nvSpPr>
                <p:spPr bwMode="auto">
                  <a:xfrm>
                    <a:off x="791" y="1872"/>
                    <a:ext cx="121" cy="54"/>
                  </a:xfrm>
                  <a:custGeom>
                    <a:avLst/>
                    <a:gdLst>
                      <a:gd name="T0" fmla="*/ 0 w 121"/>
                      <a:gd name="T1" fmla="*/ 54 h 54"/>
                      <a:gd name="T2" fmla="*/ 24 w 121"/>
                      <a:gd name="T3" fmla="*/ 15 h 54"/>
                      <a:gd name="T4" fmla="*/ 66 w 121"/>
                      <a:gd name="T5" fmla="*/ 0 h 54"/>
                      <a:gd name="T6" fmla="*/ 103 w 121"/>
                      <a:gd name="T7" fmla="*/ 15 h 54"/>
                      <a:gd name="T8" fmla="*/ 121 w 121"/>
                      <a:gd name="T9" fmla="*/ 51 h 54"/>
                    </a:gdLst>
                    <a:ahLst/>
                    <a:cxnLst>
                      <a:cxn ang="0">
                        <a:pos x="T0" y="T1"/>
                      </a:cxn>
                      <a:cxn ang="0">
                        <a:pos x="T2" y="T3"/>
                      </a:cxn>
                      <a:cxn ang="0">
                        <a:pos x="T4" y="T5"/>
                      </a:cxn>
                      <a:cxn ang="0">
                        <a:pos x="T6" y="T7"/>
                      </a:cxn>
                      <a:cxn ang="0">
                        <a:pos x="T8" y="T9"/>
                      </a:cxn>
                    </a:cxnLst>
                    <a:rect l="0" t="0" r="r" b="b"/>
                    <a:pathLst>
                      <a:path w="121" h="54">
                        <a:moveTo>
                          <a:pt x="0" y="54"/>
                        </a:moveTo>
                        <a:cubicBezTo>
                          <a:pt x="4" y="47"/>
                          <a:pt x="13" y="24"/>
                          <a:pt x="24" y="15"/>
                        </a:cubicBezTo>
                        <a:cubicBezTo>
                          <a:pt x="35" y="6"/>
                          <a:pt x="53" y="0"/>
                          <a:pt x="66" y="0"/>
                        </a:cubicBezTo>
                        <a:cubicBezTo>
                          <a:pt x="79" y="0"/>
                          <a:pt x="94" y="7"/>
                          <a:pt x="103" y="15"/>
                        </a:cubicBezTo>
                        <a:cubicBezTo>
                          <a:pt x="112" y="23"/>
                          <a:pt x="117" y="44"/>
                          <a:pt x="121"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1490" name="Freeform 50"/>
                  <p:cNvSpPr>
                    <a:spLocks/>
                  </p:cNvSpPr>
                  <p:nvPr/>
                </p:nvSpPr>
                <p:spPr bwMode="auto">
                  <a:xfrm>
                    <a:off x="912" y="1872"/>
                    <a:ext cx="119" cy="51"/>
                  </a:xfrm>
                  <a:custGeom>
                    <a:avLst/>
                    <a:gdLst>
                      <a:gd name="T0" fmla="*/ 0 w 119"/>
                      <a:gd name="T1" fmla="*/ 51 h 51"/>
                      <a:gd name="T2" fmla="*/ 17 w 119"/>
                      <a:gd name="T3" fmla="*/ 15 h 51"/>
                      <a:gd name="T4" fmla="*/ 59 w 119"/>
                      <a:gd name="T5" fmla="*/ 0 h 51"/>
                      <a:gd name="T6" fmla="*/ 96 w 119"/>
                      <a:gd name="T7" fmla="*/ 15 h 51"/>
                      <a:gd name="T8" fmla="*/ 119 w 119"/>
                      <a:gd name="T9" fmla="*/ 51 h 51"/>
                    </a:gdLst>
                    <a:ahLst/>
                    <a:cxnLst>
                      <a:cxn ang="0">
                        <a:pos x="T0" y="T1"/>
                      </a:cxn>
                      <a:cxn ang="0">
                        <a:pos x="T2" y="T3"/>
                      </a:cxn>
                      <a:cxn ang="0">
                        <a:pos x="T4" y="T5"/>
                      </a:cxn>
                      <a:cxn ang="0">
                        <a:pos x="T6" y="T7"/>
                      </a:cxn>
                      <a:cxn ang="0">
                        <a:pos x="T8" y="T9"/>
                      </a:cxn>
                    </a:cxnLst>
                    <a:rect l="0" t="0" r="r" b="b"/>
                    <a:pathLst>
                      <a:path w="119" h="51">
                        <a:moveTo>
                          <a:pt x="0" y="51"/>
                        </a:moveTo>
                        <a:cubicBezTo>
                          <a:pt x="3" y="45"/>
                          <a:pt x="7" y="24"/>
                          <a:pt x="17" y="15"/>
                        </a:cubicBezTo>
                        <a:cubicBezTo>
                          <a:pt x="27" y="6"/>
                          <a:pt x="46" y="0"/>
                          <a:pt x="59" y="0"/>
                        </a:cubicBezTo>
                        <a:cubicBezTo>
                          <a:pt x="72" y="0"/>
                          <a:pt x="86" y="7"/>
                          <a:pt x="96" y="15"/>
                        </a:cubicBezTo>
                        <a:cubicBezTo>
                          <a:pt x="106" y="23"/>
                          <a:pt x="114" y="44"/>
                          <a:pt x="119"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1491" name="Freeform 51"/>
                  <p:cNvSpPr>
                    <a:spLocks/>
                  </p:cNvSpPr>
                  <p:nvPr/>
                </p:nvSpPr>
                <p:spPr bwMode="auto">
                  <a:xfrm>
                    <a:off x="1032" y="1872"/>
                    <a:ext cx="123" cy="57"/>
                  </a:xfrm>
                  <a:custGeom>
                    <a:avLst/>
                    <a:gdLst>
                      <a:gd name="T0" fmla="*/ 0 w 123"/>
                      <a:gd name="T1" fmla="*/ 51 h 57"/>
                      <a:gd name="T2" fmla="*/ 23 w 123"/>
                      <a:gd name="T3" fmla="*/ 15 h 57"/>
                      <a:gd name="T4" fmla="*/ 65 w 123"/>
                      <a:gd name="T5" fmla="*/ 0 h 57"/>
                      <a:gd name="T6" fmla="*/ 102 w 123"/>
                      <a:gd name="T7" fmla="*/ 15 h 57"/>
                      <a:gd name="T8" fmla="*/ 123 w 123"/>
                      <a:gd name="T9" fmla="*/ 57 h 57"/>
                    </a:gdLst>
                    <a:ahLst/>
                    <a:cxnLst>
                      <a:cxn ang="0">
                        <a:pos x="T0" y="T1"/>
                      </a:cxn>
                      <a:cxn ang="0">
                        <a:pos x="T2" y="T3"/>
                      </a:cxn>
                      <a:cxn ang="0">
                        <a:pos x="T4" y="T5"/>
                      </a:cxn>
                      <a:cxn ang="0">
                        <a:pos x="T6" y="T7"/>
                      </a:cxn>
                      <a:cxn ang="0">
                        <a:pos x="T8" y="T9"/>
                      </a:cxn>
                    </a:cxnLst>
                    <a:rect l="0" t="0" r="r" b="b"/>
                    <a:pathLst>
                      <a:path w="123" h="57">
                        <a:moveTo>
                          <a:pt x="0" y="51"/>
                        </a:moveTo>
                        <a:cubicBezTo>
                          <a:pt x="3" y="45"/>
                          <a:pt x="12" y="24"/>
                          <a:pt x="23" y="15"/>
                        </a:cubicBezTo>
                        <a:cubicBezTo>
                          <a:pt x="34" y="6"/>
                          <a:pt x="52" y="0"/>
                          <a:pt x="65" y="0"/>
                        </a:cubicBezTo>
                        <a:cubicBezTo>
                          <a:pt x="78" y="0"/>
                          <a:pt x="92" y="6"/>
                          <a:pt x="102" y="15"/>
                        </a:cubicBezTo>
                        <a:cubicBezTo>
                          <a:pt x="112" y="24"/>
                          <a:pt x="119" y="48"/>
                          <a:pt x="123" y="57"/>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sp>
              <p:nvSpPr>
                <p:cNvPr id="61492" name="Oval 52"/>
                <p:cNvSpPr>
                  <a:spLocks noChangeArrowheads="1"/>
                </p:cNvSpPr>
                <p:nvPr/>
              </p:nvSpPr>
              <p:spPr bwMode="auto">
                <a:xfrm>
                  <a:off x="864" y="1632"/>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1493" name="Oval 53"/>
                <p:cNvSpPr>
                  <a:spLocks noChangeArrowheads="1"/>
                </p:cNvSpPr>
                <p:nvPr/>
              </p:nvSpPr>
              <p:spPr bwMode="auto">
                <a:xfrm>
                  <a:off x="864" y="912"/>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1494" name="Text Box 54"/>
                <p:cNvSpPr txBox="1">
                  <a:spLocks noChangeArrowheads="1"/>
                </p:cNvSpPr>
                <p:nvPr/>
              </p:nvSpPr>
              <p:spPr bwMode="auto">
                <a:xfrm>
                  <a:off x="783" y="960"/>
                  <a:ext cx="1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a:t>
                  </a:r>
                </a:p>
              </p:txBody>
            </p:sp>
            <p:sp>
              <p:nvSpPr>
                <p:cNvPr id="61495" name="Text Box 55"/>
                <p:cNvSpPr txBox="1">
                  <a:spLocks noChangeArrowheads="1"/>
                </p:cNvSpPr>
                <p:nvPr/>
              </p:nvSpPr>
              <p:spPr bwMode="auto">
                <a:xfrm>
                  <a:off x="796" y="1392"/>
                  <a:ext cx="1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宋体" panose="02010600030101010101" pitchFamily="2" charset="-122"/>
                    </a:rPr>
                    <a:t>-</a:t>
                  </a:r>
                  <a:endParaRPr kumimoji="1" lang="en-US" altLang="zh-CN" sz="2400" b="1">
                    <a:latin typeface="Times New Roman" panose="02020603050405020304" pitchFamily="18" charset="0"/>
                  </a:endParaRPr>
                </a:p>
              </p:txBody>
            </p:sp>
          </p:grpSp>
          <p:sp>
            <p:nvSpPr>
              <p:cNvPr id="61496" name="Text Box 56"/>
              <p:cNvSpPr txBox="1">
                <a:spLocks noChangeArrowheads="1"/>
              </p:cNvSpPr>
              <p:nvPr/>
            </p:nvSpPr>
            <p:spPr bwMode="auto">
              <a:xfrm>
                <a:off x="158" y="1965"/>
                <a:ext cx="78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rPr>
                  <a:t>时域模型</a:t>
                </a:r>
              </a:p>
            </p:txBody>
          </p:sp>
        </p:grpSp>
      </p:grpSp>
      <p:grpSp>
        <p:nvGrpSpPr>
          <p:cNvPr id="61497" name="Group 57"/>
          <p:cNvGrpSpPr>
            <a:grpSpLocks/>
          </p:cNvGrpSpPr>
          <p:nvPr/>
        </p:nvGrpSpPr>
        <p:grpSpPr bwMode="auto">
          <a:xfrm>
            <a:off x="2133600" y="685800"/>
            <a:ext cx="3087688" cy="5748338"/>
            <a:chOff x="1300" y="432"/>
            <a:chExt cx="1945" cy="3621"/>
          </a:xfrm>
        </p:grpSpPr>
        <p:sp>
          <p:nvSpPr>
            <p:cNvPr id="61498" name="Text Box 58"/>
            <p:cNvSpPr txBox="1">
              <a:spLocks noChangeArrowheads="1"/>
            </p:cNvSpPr>
            <p:nvPr/>
          </p:nvSpPr>
          <p:spPr bwMode="auto">
            <a:xfrm>
              <a:off x="1952" y="432"/>
              <a:ext cx="502" cy="288"/>
            </a:xfrm>
            <a:prstGeom prst="rect">
              <a:avLst/>
            </a:prstGeom>
            <a:solidFill>
              <a:srgbClr val="FFFFCC"/>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latin typeface="Times New Roman" panose="02020603050405020304" pitchFamily="18" charset="0"/>
                </a:rPr>
                <a:t>时域</a:t>
              </a:r>
            </a:p>
          </p:txBody>
        </p:sp>
        <p:graphicFrame>
          <p:nvGraphicFramePr>
            <p:cNvPr id="61499" name="Object 59"/>
            <p:cNvGraphicFramePr>
              <a:graphicFrameLocks noChangeAspect="1"/>
            </p:cNvGraphicFramePr>
            <p:nvPr/>
          </p:nvGraphicFramePr>
          <p:xfrm>
            <a:off x="1387" y="864"/>
            <a:ext cx="1335" cy="304"/>
          </p:xfrm>
          <a:graphic>
            <a:graphicData uri="http://schemas.openxmlformats.org/presentationml/2006/ole">
              <mc:AlternateContent xmlns:mc="http://schemas.openxmlformats.org/markup-compatibility/2006">
                <mc:Choice xmlns:v="urn:schemas-microsoft-com:vml" Requires="v">
                  <p:oleObj spid="_x0000_s59712" name="公式" r:id="rId15" imgW="1054080" imgH="241200" progId="Equation.3">
                    <p:embed/>
                  </p:oleObj>
                </mc:Choice>
                <mc:Fallback>
                  <p:oleObj name="公式" r:id="rId15" imgW="1054080" imgH="241200" progId="Equation.3">
                    <p:embed/>
                    <p:pic>
                      <p:nvPicPr>
                        <p:cNvPr id="61499" name="Object 59"/>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87" y="864"/>
                          <a:ext cx="1335"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500" name="Object 60"/>
            <p:cNvGraphicFramePr>
              <a:graphicFrameLocks noChangeAspect="1"/>
            </p:cNvGraphicFramePr>
            <p:nvPr/>
          </p:nvGraphicFramePr>
          <p:xfrm>
            <a:off x="1395" y="1198"/>
            <a:ext cx="1850" cy="1184"/>
          </p:xfrm>
          <a:graphic>
            <a:graphicData uri="http://schemas.openxmlformats.org/presentationml/2006/ole">
              <mc:AlternateContent xmlns:mc="http://schemas.openxmlformats.org/markup-compatibility/2006">
                <mc:Choice xmlns:v="urn:schemas-microsoft-com:vml" Requires="v">
                  <p:oleObj spid="_x0000_s59713" name="公式" r:id="rId17" imgW="1447560" imgH="927000" progId="Equation.3">
                    <p:embed/>
                  </p:oleObj>
                </mc:Choice>
                <mc:Fallback>
                  <p:oleObj name="公式" r:id="rId17" imgW="1447560" imgH="927000" progId="Equation.3">
                    <p:embed/>
                    <p:pic>
                      <p:nvPicPr>
                        <p:cNvPr id="61500" name="Object 6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395" y="1198"/>
                          <a:ext cx="1850" cy="1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1501" name="Group 61"/>
            <p:cNvGrpSpPr>
              <a:grpSpLocks/>
            </p:cNvGrpSpPr>
            <p:nvPr/>
          </p:nvGrpSpPr>
          <p:grpSpPr bwMode="auto">
            <a:xfrm>
              <a:off x="1300" y="2656"/>
              <a:ext cx="1913" cy="1397"/>
              <a:chOff x="1300" y="2656"/>
              <a:chExt cx="1913" cy="1397"/>
            </a:xfrm>
          </p:grpSpPr>
          <p:grpSp>
            <p:nvGrpSpPr>
              <p:cNvPr id="61502" name="Group 62"/>
              <p:cNvGrpSpPr>
                <a:grpSpLocks/>
              </p:cNvGrpSpPr>
              <p:nvPr/>
            </p:nvGrpSpPr>
            <p:grpSpPr bwMode="auto">
              <a:xfrm>
                <a:off x="1300" y="2656"/>
                <a:ext cx="1913" cy="1104"/>
                <a:chOff x="1300" y="2656"/>
                <a:chExt cx="1913" cy="1104"/>
              </a:xfrm>
            </p:grpSpPr>
            <p:sp>
              <p:nvSpPr>
                <p:cNvPr id="61503" name="Line 63"/>
                <p:cNvSpPr>
                  <a:spLocks noChangeShapeType="1"/>
                </p:cNvSpPr>
                <p:nvPr/>
              </p:nvSpPr>
              <p:spPr bwMode="auto">
                <a:xfrm flipV="1">
                  <a:off x="1685" y="2707"/>
                  <a:ext cx="0" cy="1053"/>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04" name="Line 64"/>
                <p:cNvSpPr>
                  <a:spLocks noChangeShapeType="1"/>
                </p:cNvSpPr>
                <p:nvPr/>
              </p:nvSpPr>
              <p:spPr bwMode="auto">
                <a:xfrm flipV="1">
                  <a:off x="1371" y="3320"/>
                  <a:ext cx="1736" cy="5"/>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05" name="Text Box 65"/>
                <p:cNvSpPr txBox="1">
                  <a:spLocks noChangeArrowheads="1"/>
                </p:cNvSpPr>
                <p:nvPr/>
              </p:nvSpPr>
              <p:spPr bwMode="auto">
                <a:xfrm>
                  <a:off x="2864" y="3283"/>
                  <a:ext cx="3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spcBef>
                      <a:spcPct val="0"/>
                    </a:spcBef>
                  </a:pPr>
                  <a:r>
                    <a:rPr kumimoji="1" lang="en-US" altLang="zh-CN" sz="2400" b="1" i="1">
                      <a:latin typeface="Times New Roman" panose="02020603050405020304" pitchFamily="18" charset="0"/>
                      <a:sym typeface="Symbol" panose="05050102010706020507" pitchFamily="18" charset="2"/>
                    </a:rPr>
                    <a:t> </a:t>
                  </a:r>
                  <a:r>
                    <a:rPr kumimoji="1" lang="en-US" altLang="zh-CN" sz="2400" b="1" i="1">
                      <a:latin typeface="Times New Roman" panose="02020603050405020304" pitchFamily="18" charset="0"/>
                    </a:rPr>
                    <a:t>t</a:t>
                  </a:r>
                </a:p>
              </p:txBody>
            </p:sp>
            <p:sp>
              <p:nvSpPr>
                <p:cNvPr id="61506" name="Freeform 66"/>
                <p:cNvSpPr>
                  <a:spLocks/>
                </p:cNvSpPr>
                <p:nvPr/>
              </p:nvSpPr>
              <p:spPr bwMode="auto">
                <a:xfrm>
                  <a:off x="1300" y="2983"/>
                  <a:ext cx="1514" cy="680"/>
                </a:xfrm>
                <a:custGeom>
                  <a:avLst/>
                  <a:gdLst>
                    <a:gd name="T0" fmla="*/ 0 w 2118"/>
                    <a:gd name="T1" fmla="*/ 734 h 868"/>
                    <a:gd name="T2" fmla="*/ 260 w 2118"/>
                    <a:gd name="T3" fmla="*/ 286 h 868"/>
                    <a:gd name="T4" fmla="*/ 335 w 2118"/>
                    <a:gd name="T5" fmla="*/ 162 h 868"/>
                    <a:gd name="T6" fmla="*/ 430 w 2118"/>
                    <a:gd name="T7" fmla="*/ 53 h 868"/>
                    <a:gd name="T8" fmla="*/ 538 w 2118"/>
                    <a:gd name="T9" fmla="*/ 2 h 868"/>
                    <a:gd name="T10" fmla="*/ 672 w 2118"/>
                    <a:gd name="T11" fmla="*/ 64 h 868"/>
                    <a:gd name="T12" fmla="*/ 806 w 2118"/>
                    <a:gd name="T13" fmla="*/ 246 h 868"/>
                    <a:gd name="T14" fmla="*/ 906 w 2118"/>
                    <a:gd name="T15" fmla="*/ 430 h 868"/>
                    <a:gd name="T16" fmla="*/ 1019 w 2118"/>
                    <a:gd name="T17" fmla="*/ 628 h 868"/>
                    <a:gd name="T18" fmla="*/ 1130 w 2118"/>
                    <a:gd name="T19" fmla="*/ 788 h 868"/>
                    <a:gd name="T20" fmla="*/ 1284 w 2118"/>
                    <a:gd name="T21" fmla="*/ 862 h 868"/>
                    <a:gd name="T22" fmla="*/ 1449 w 2118"/>
                    <a:gd name="T23" fmla="*/ 747 h 868"/>
                    <a:gd name="T24" fmla="*/ 1637 w 2118"/>
                    <a:gd name="T25" fmla="*/ 442 h 868"/>
                    <a:gd name="T26" fmla="*/ 1724 w 2118"/>
                    <a:gd name="T27" fmla="*/ 277 h 868"/>
                    <a:gd name="T28" fmla="*/ 1876 w 2118"/>
                    <a:gd name="T29" fmla="*/ 67 h 868"/>
                    <a:gd name="T30" fmla="*/ 2002 w 2118"/>
                    <a:gd name="T31" fmla="*/ 5 h 868"/>
                    <a:gd name="T32" fmla="*/ 2118 w 2118"/>
                    <a:gd name="T33" fmla="*/ 53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18" h="868">
                      <a:moveTo>
                        <a:pt x="0" y="734"/>
                      </a:moveTo>
                      <a:cubicBezTo>
                        <a:pt x="43" y="660"/>
                        <a:pt x="204" y="381"/>
                        <a:pt x="260" y="286"/>
                      </a:cubicBezTo>
                      <a:cubicBezTo>
                        <a:pt x="316" y="191"/>
                        <a:pt x="307" y="201"/>
                        <a:pt x="335" y="162"/>
                      </a:cubicBezTo>
                      <a:cubicBezTo>
                        <a:pt x="363" y="123"/>
                        <a:pt x="397" y="79"/>
                        <a:pt x="430" y="53"/>
                      </a:cubicBezTo>
                      <a:cubicBezTo>
                        <a:pt x="464" y="26"/>
                        <a:pt x="498" y="0"/>
                        <a:pt x="538" y="2"/>
                      </a:cubicBezTo>
                      <a:cubicBezTo>
                        <a:pt x="579" y="5"/>
                        <a:pt x="627" y="24"/>
                        <a:pt x="672" y="64"/>
                      </a:cubicBezTo>
                      <a:cubicBezTo>
                        <a:pt x="717" y="105"/>
                        <a:pt x="767" y="185"/>
                        <a:pt x="806" y="246"/>
                      </a:cubicBezTo>
                      <a:cubicBezTo>
                        <a:pt x="844" y="306"/>
                        <a:pt x="870" y="366"/>
                        <a:pt x="906" y="430"/>
                      </a:cubicBezTo>
                      <a:cubicBezTo>
                        <a:pt x="942" y="493"/>
                        <a:pt x="982" y="568"/>
                        <a:pt x="1019" y="628"/>
                      </a:cubicBezTo>
                      <a:cubicBezTo>
                        <a:pt x="1057" y="687"/>
                        <a:pt x="1086" y="749"/>
                        <a:pt x="1130" y="788"/>
                      </a:cubicBezTo>
                      <a:cubicBezTo>
                        <a:pt x="1174" y="827"/>
                        <a:pt x="1231" y="868"/>
                        <a:pt x="1284" y="862"/>
                      </a:cubicBezTo>
                      <a:cubicBezTo>
                        <a:pt x="1338" y="855"/>
                        <a:pt x="1390" y="817"/>
                        <a:pt x="1449" y="747"/>
                      </a:cubicBezTo>
                      <a:cubicBezTo>
                        <a:pt x="1508" y="677"/>
                        <a:pt x="1591" y="520"/>
                        <a:pt x="1637" y="442"/>
                      </a:cubicBezTo>
                      <a:cubicBezTo>
                        <a:pt x="1682" y="364"/>
                        <a:pt x="1685" y="339"/>
                        <a:pt x="1724" y="277"/>
                      </a:cubicBezTo>
                      <a:cubicBezTo>
                        <a:pt x="1764" y="215"/>
                        <a:pt x="1830" y="112"/>
                        <a:pt x="1876" y="67"/>
                      </a:cubicBezTo>
                      <a:cubicBezTo>
                        <a:pt x="1922" y="21"/>
                        <a:pt x="1962" y="7"/>
                        <a:pt x="2002" y="5"/>
                      </a:cubicBezTo>
                      <a:cubicBezTo>
                        <a:pt x="2043" y="2"/>
                        <a:pt x="2094" y="43"/>
                        <a:pt x="2118" y="53"/>
                      </a:cubicBezTo>
                    </a:path>
                  </a:pathLst>
                </a:custGeom>
                <a:noFill/>
                <a:ln w="28575"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1507" name="Freeform 67"/>
                <p:cNvSpPr>
                  <a:spLocks/>
                </p:cNvSpPr>
                <p:nvPr/>
              </p:nvSpPr>
              <p:spPr bwMode="auto">
                <a:xfrm>
                  <a:off x="1439" y="3161"/>
                  <a:ext cx="1649" cy="339"/>
                </a:xfrm>
                <a:custGeom>
                  <a:avLst/>
                  <a:gdLst>
                    <a:gd name="T0" fmla="*/ 0 w 2307"/>
                    <a:gd name="T1" fmla="*/ 430 h 432"/>
                    <a:gd name="T2" fmla="*/ 160 w 2307"/>
                    <a:gd name="T3" fmla="*/ 385 h 432"/>
                    <a:gd name="T4" fmla="*/ 363 w 2307"/>
                    <a:gd name="T5" fmla="*/ 215 h 432"/>
                    <a:gd name="T6" fmla="*/ 561 w 2307"/>
                    <a:gd name="T7" fmla="*/ 53 h 432"/>
                    <a:gd name="T8" fmla="*/ 741 w 2307"/>
                    <a:gd name="T9" fmla="*/ 2 h 432"/>
                    <a:gd name="T10" fmla="*/ 916 w 2307"/>
                    <a:gd name="T11" fmla="*/ 67 h 432"/>
                    <a:gd name="T12" fmla="*/ 1094 w 2307"/>
                    <a:gd name="T13" fmla="*/ 217 h 432"/>
                    <a:gd name="T14" fmla="*/ 1311 w 2307"/>
                    <a:gd name="T15" fmla="*/ 385 h 432"/>
                    <a:gd name="T16" fmla="*/ 1446 w 2307"/>
                    <a:gd name="T17" fmla="*/ 430 h 432"/>
                    <a:gd name="T18" fmla="*/ 1588 w 2307"/>
                    <a:gd name="T19" fmla="*/ 397 h 432"/>
                    <a:gd name="T20" fmla="*/ 1731 w 2307"/>
                    <a:gd name="T21" fmla="*/ 286 h 432"/>
                    <a:gd name="T22" fmla="*/ 1830 w 2307"/>
                    <a:gd name="T23" fmla="*/ 205 h 432"/>
                    <a:gd name="T24" fmla="*/ 1968 w 2307"/>
                    <a:gd name="T25" fmla="*/ 82 h 432"/>
                    <a:gd name="T26" fmla="*/ 2139 w 2307"/>
                    <a:gd name="T27" fmla="*/ 13 h 432"/>
                    <a:gd name="T28" fmla="*/ 2256 w 2307"/>
                    <a:gd name="T29" fmla="*/ 28 h 432"/>
                    <a:gd name="T30" fmla="*/ 2307 w 2307"/>
                    <a:gd name="T31" fmla="*/ 5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307" h="432">
                      <a:moveTo>
                        <a:pt x="0" y="430"/>
                      </a:moveTo>
                      <a:cubicBezTo>
                        <a:pt x="27" y="423"/>
                        <a:pt x="99" y="421"/>
                        <a:pt x="160" y="385"/>
                      </a:cubicBezTo>
                      <a:cubicBezTo>
                        <a:pt x="220" y="349"/>
                        <a:pt x="296" y="270"/>
                        <a:pt x="363" y="215"/>
                      </a:cubicBezTo>
                      <a:cubicBezTo>
                        <a:pt x="430" y="160"/>
                        <a:pt x="498" y="88"/>
                        <a:pt x="561" y="53"/>
                      </a:cubicBezTo>
                      <a:cubicBezTo>
                        <a:pt x="624" y="18"/>
                        <a:pt x="682" y="0"/>
                        <a:pt x="741" y="2"/>
                      </a:cubicBezTo>
                      <a:cubicBezTo>
                        <a:pt x="800" y="5"/>
                        <a:pt x="858" y="31"/>
                        <a:pt x="916" y="67"/>
                      </a:cubicBezTo>
                      <a:cubicBezTo>
                        <a:pt x="974" y="103"/>
                        <a:pt x="1028" y="164"/>
                        <a:pt x="1094" y="217"/>
                      </a:cubicBezTo>
                      <a:cubicBezTo>
                        <a:pt x="1160" y="270"/>
                        <a:pt x="1252" y="349"/>
                        <a:pt x="1311" y="385"/>
                      </a:cubicBezTo>
                      <a:cubicBezTo>
                        <a:pt x="1370" y="421"/>
                        <a:pt x="1400" y="428"/>
                        <a:pt x="1446" y="430"/>
                      </a:cubicBezTo>
                      <a:cubicBezTo>
                        <a:pt x="1492" y="432"/>
                        <a:pt x="1540" y="421"/>
                        <a:pt x="1588" y="397"/>
                      </a:cubicBezTo>
                      <a:cubicBezTo>
                        <a:pt x="1636" y="373"/>
                        <a:pt x="1691" y="318"/>
                        <a:pt x="1731" y="286"/>
                      </a:cubicBezTo>
                      <a:cubicBezTo>
                        <a:pt x="1771" y="254"/>
                        <a:pt x="1791" y="239"/>
                        <a:pt x="1830" y="205"/>
                      </a:cubicBezTo>
                      <a:cubicBezTo>
                        <a:pt x="1869" y="171"/>
                        <a:pt x="1917" y="114"/>
                        <a:pt x="1968" y="82"/>
                      </a:cubicBezTo>
                      <a:cubicBezTo>
                        <a:pt x="2019" y="50"/>
                        <a:pt x="2091" y="22"/>
                        <a:pt x="2139" y="13"/>
                      </a:cubicBezTo>
                      <a:cubicBezTo>
                        <a:pt x="2187" y="4"/>
                        <a:pt x="2228" y="21"/>
                        <a:pt x="2256" y="28"/>
                      </a:cubicBezTo>
                      <a:cubicBezTo>
                        <a:pt x="2284" y="35"/>
                        <a:pt x="2297" y="47"/>
                        <a:pt x="2307" y="52"/>
                      </a:cubicBezTo>
                    </a:path>
                  </a:pathLst>
                </a:custGeom>
                <a:noFill/>
                <a:ln w="28575" cap="flat" cmpd="sng">
                  <a:solidFill>
                    <a:srgbClr val="3333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1508" name="Text Box 68"/>
                <p:cNvSpPr txBox="1">
                  <a:spLocks noChangeArrowheads="1"/>
                </p:cNvSpPr>
                <p:nvPr/>
              </p:nvSpPr>
              <p:spPr bwMode="auto">
                <a:xfrm>
                  <a:off x="1377" y="2656"/>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latin typeface="Times New Roman" panose="02020603050405020304" pitchFamily="18" charset="0"/>
                    </a:rPr>
                    <a:t>u</a:t>
                  </a:r>
                  <a:r>
                    <a:rPr kumimoji="1" lang="en-US" altLang="zh-CN" sz="2400" b="1">
                      <a:latin typeface="Times New Roman" panose="02020603050405020304" pitchFamily="18" charset="0"/>
                    </a:rPr>
                    <a:t>, </a:t>
                  </a:r>
                  <a:r>
                    <a:rPr kumimoji="1" lang="en-US" altLang="zh-CN" sz="2400" b="1" i="1">
                      <a:latin typeface="Times New Roman" panose="02020603050405020304" pitchFamily="18" charset="0"/>
                    </a:rPr>
                    <a:t>i</a:t>
                  </a:r>
                  <a:endParaRPr kumimoji="1" lang="en-US" altLang="zh-CN" sz="2400" b="1">
                    <a:latin typeface="Times New Roman" panose="02020603050405020304" pitchFamily="18" charset="0"/>
                  </a:endParaRPr>
                </a:p>
              </p:txBody>
            </p:sp>
            <p:sp>
              <p:nvSpPr>
                <p:cNvPr id="61509" name="Text Box 69"/>
                <p:cNvSpPr txBox="1">
                  <a:spLocks noChangeArrowheads="1"/>
                </p:cNvSpPr>
                <p:nvPr/>
              </p:nvSpPr>
              <p:spPr bwMode="auto">
                <a:xfrm>
                  <a:off x="1896" y="2785"/>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solidFill>
                        <a:srgbClr val="FF0000"/>
                      </a:solidFill>
                      <a:latin typeface="Times New Roman" panose="02020603050405020304" pitchFamily="18" charset="0"/>
                    </a:rPr>
                    <a:t>u</a:t>
                  </a:r>
                  <a:endParaRPr kumimoji="1" lang="en-US" altLang="zh-CN" sz="2400" b="1">
                    <a:latin typeface="Times New Roman" panose="02020603050405020304" pitchFamily="18" charset="0"/>
                  </a:endParaRPr>
                </a:p>
              </p:txBody>
            </p:sp>
            <p:sp>
              <p:nvSpPr>
                <p:cNvPr id="61510" name="Text Box 70"/>
                <p:cNvSpPr txBox="1">
                  <a:spLocks noChangeArrowheads="1"/>
                </p:cNvSpPr>
                <p:nvPr/>
              </p:nvSpPr>
              <p:spPr bwMode="auto">
                <a:xfrm>
                  <a:off x="2176" y="3060"/>
                  <a:ext cx="2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solidFill>
                        <a:srgbClr val="3333FF"/>
                      </a:solidFill>
                      <a:latin typeface="Times New Roman" panose="02020603050405020304" pitchFamily="18" charset="0"/>
                    </a:rPr>
                    <a:t> </a:t>
                  </a:r>
                  <a:r>
                    <a:rPr kumimoji="1" lang="en-US" altLang="zh-CN" sz="2400" b="1" i="1">
                      <a:solidFill>
                        <a:srgbClr val="3333FF"/>
                      </a:solidFill>
                      <a:latin typeface="Times New Roman" panose="02020603050405020304" pitchFamily="18" charset="0"/>
                    </a:rPr>
                    <a:t>i</a:t>
                  </a:r>
                  <a:endParaRPr kumimoji="1" lang="en-US" altLang="zh-CN" sz="2400" b="1">
                    <a:latin typeface="Times New Roman" panose="02020603050405020304" pitchFamily="18" charset="0"/>
                  </a:endParaRPr>
                </a:p>
              </p:txBody>
            </p:sp>
            <p:sp>
              <p:nvSpPr>
                <p:cNvPr id="61511" name="Text Box 71"/>
                <p:cNvSpPr txBox="1">
                  <a:spLocks noChangeArrowheads="1"/>
                </p:cNvSpPr>
                <p:nvPr/>
              </p:nvSpPr>
              <p:spPr bwMode="auto">
                <a:xfrm>
                  <a:off x="1679" y="3309"/>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0</a:t>
                  </a:r>
                </a:p>
              </p:txBody>
            </p:sp>
          </p:grpSp>
          <p:sp>
            <p:nvSpPr>
              <p:cNvPr id="61512" name="Text Box 72"/>
              <p:cNvSpPr txBox="1">
                <a:spLocks noChangeArrowheads="1"/>
              </p:cNvSpPr>
              <p:nvPr/>
            </p:nvSpPr>
            <p:spPr bwMode="auto">
              <a:xfrm>
                <a:off x="1718" y="3765"/>
                <a:ext cx="69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rPr>
                  <a:t>波形图</a:t>
                </a:r>
              </a:p>
            </p:txBody>
          </p:sp>
        </p:grpSp>
      </p:grpSp>
    </p:spTree>
    <p:extLst>
      <p:ext uri="{BB962C8B-B14F-4D97-AF65-F5344CB8AC3E}">
        <p14:creationId xmlns:p14="http://schemas.microsoft.com/office/powerpoint/2010/main" val="15184657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1475"/>
                                        </p:tgtEl>
                                        <p:attrNameLst>
                                          <p:attrName>style.visibility</p:attrName>
                                        </p:attrNameLst>
                                      </p:cBhvr>
                                      <p:to>
                                        <p:strVal val="visible"/>
                                      </p:to>
                                    </p:set>
                                    <p:animEffect transition="in" filter="wipe(left)">
                                      <p:cBhvr>
                                        <p:cTn id="7" dur="500"/>
                                        <p:tgtEl>
                                          <p:spTgt spid="614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1497"/>
                                        </p:tgtEl>
                                        <p:attrNameLst>
                                          <p:attrName>style.visibility</p:attrName>
                                        </p:attrNameLst>
                                      </p:cBhvr>
                                      <p:to>
                                        <p:strVal val="visible"/>
                                      </p:to>
                                    </p:set>
                                    <p:animEffect transition="in" filter="wipe(up)">
                                      <p:cBhvr>
                                        <p:cTn id="12" dur="500"/>
                                        <p:tgtEl>
                                          <p:spTgt spid="6149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1442"/>
                                        </p:tgtEl>
                                        <p:attrNameLst>
                                          <p:attrName>style.visibility</p:attrName>
                                        </p:attrNameLst>
                                      </p:cBhvr>
                                      <p:to>
                                        <p:strVal val="visible"/>
                                      </p:to>
                                    </p:set>
                                    <p:animEffect transition="in" filter="wipe(left)">
                                      <p:cBhvr>
                                        <p:cTn id="17" dur="500"/>
                                        <p:tgtEl>
                                          <p:spTgt spid="6144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1448"/>
                                        </p:tgtEl>
                                        <p:attrNameLst>
                                          <p:attrName>style.visibility</p:attrName>
                                        </p:attrNameLst>
                                      </p:cBhvr>
                                      <p:to>
                                        <p:strVal val="visible"/>
                                      </p:to>
                                    </p:set>
                                    <p:animEffect transition="in" filter="wipe(left)">
                                      <p:cBhvr>
                                        <p:cTn id="22" dur="500"/>
                                        <p:tgtEl>
                                          <p:spTgt spid="614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descr="蓝色砂纸"/>
          <p:cNvSpPr txBox="1">
            <a:spLocks noChangeArrowheads="1"/>
          </p:cNvSpPr>
          <p:nvPr/>
        </p:nvSpPr>
        <p:spPr bwMode="auto">
          <a:xfrm>
            <a:off x="441325" y="2012950"/>
            <a:ext cx="2759075" cy="457200"/>
          </a:xfrm>
          <a:prstGeom prst="rect">
            <a:avLst/>
          </a:prstGeom>
          <a:blipFill dpi="0" rotWithShape="0">
            <a:blip r:embed="rId4"/>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a:spAutoFit/>
          </a:bodyPr>
          <a:lstStyle/>
          <a:p>
            <a:pPr algn="l">
              <a:spcBef>
                <a:spcPct val="0"/>
              </a:spcBef>
            </a:pPr>
            <a:r>
              <a:rPr kumimoji="1" lang="zh-CN" altLang="en-US" sz="2400" b="1">
                <a:latin typeface="Times New Roman" panose="02020603050405020304" pitchFamily="18" charset="0"/>
              </a:rPr>
              <a:t>感抗的物理意义：</a:t>
            </a:r>
          </a:p>
        </p:txBody>
      </p:sp>
      <p:sp>
        <p:nvSpPr>
          <p:cNvPr id="63491" name="Text Box 3" descr="横虚线"/>
          <p:cNvSpPr txBox="1">
            <a:spLocks noChangeArrowheads="1"/>
          </p:cNvSpPr>
          <p:nvPr/>
        </p:nvSpPr>
        <p:spPr bwMode="auto">
          <a:xfrm>
            <a:off x="1219200" y="2565400"/>
            <a:ext cx="3892550" cy="457200"/>
          </a:xfrm>
          <a:prstGeom prst="rect">
            <a:avLst/>
          </a:prstGeom>
          <a:noFill/>
          <a:ln>
            <a:noFill/>
          </a:ln>
          <a:effectLst/>
          <a:extLst>
            <a:ext uri="{909E8E84-426E-40DD-AFC4-6F175D3DCCD1}">
              <a14:hiddenFill xmlns:a14="http://schemas.microsoft.com/office/drawing/2010/main">
                <a:pattFill prst="dashHorz">
                  <a:fgClr>
                    <a:srgbClr val="CCCCFF"/>
                  </a:fgClr>
                  <a:bgClr>
                    <a:srgbClr val="FFFFFF"/>
                  </a:bgClr>
                </a:pattFill>
              </a14:hiddenFill>
            </a:ext>
            <a:ext uri="{91240B29-F687-4F45-9708-019B960494DF}">
              <a14:hiddenLine xmlns:a14="http://schemas.microsoft.com/office/drawing/2010/main" w="9525">
                <a:pattFill prst="weave">
                  <a:fgClr>
                    <a:schemeClr val="tx1"/>
                  </a:fgClr>
                  <a:bgClr>
                    <a:srgbClr val="FFFFFF"/>
                  </a:bgClr>
                </a:patt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a:spAutoFit/>
          </a:bodyPr>
          <a:lstStyle/>
          <a:p>
            <a:pPr algn="l">
              <a:spcBef>
                <a:spcPct val="0"/>
              </a:spcBef>
            </a:pPr>
            <a:r>
              <a:rPr kumimoji="1" lang="en-US" altLang="zh-CN" sz="2400" b="1">
                <a:solidFill>
                  <a:srgbClr val="FF0000"/>
                </a:solidFill>
                <a:latin typeface="Times New Roman" panose="02020603050405020304" pitchFamily="18" charset="0"/>
                <a:sym typeface="Wingdings 2" panose="05020102010507070707" pitchFamily="18" charset="2"/>
              </a:rPr>
              <a:t>(1) </a:t>
            </a:r>
            <a:r>
              <a:rPr kumimoji="1" lang="zh-CN" altLang="en-US" sz="2400" b="1">
                <a:latin typeface="Times New Roman" panose="02020603050405020304" pitchFamily="18" charset="0"/>
              </a:rPr>
              <a:t>表示限制电流的能力；</a:t>
            </a:r>
            <a:endParaRPr kumimoji="1" lang="zh-CN" altLang="en-US" sz="2400" b="1" i="1">
              <a:latin typeface="Times New Roman" panose="02020603050405020304" pitchFamily="18" charset="0"/>
              <a:sym typeface="Symbol" panose="05050102010706020507" pitchFamily="18" charset="2"/>
            </a:endParaRPr>
          </a:p>
        </p:txBody>
      </p:sp>
      <p:sp>
        <p:nvSpPr>
          <p:cNvPr id="63492" name="Text Box 4" descr="横虚线"/>
          <p:cNvSpPr txBox="1">
            <a:spLocks noChangeArrowheads="1"/>
          </p:cNvSpPr>
          <p:nvPr/>
        </p:nvSpPr>
        <p:spPr bwMode="auto">
          <a:xfrm>
            <a:off x="1219200" y="3225800"/>
            <a:ext cx="3381375" cy="457200"/>
          </a:xfrm>
          <a:prstGeom prst="rect">
            <a:avLst/>
          </a:prstGeom>
          <a:noFill/>
          <a:ln>
            <a:noFill/>
          </a:ln>
          <a:effectLst/>
          <a:extLst>
            <a:ext uri="{909E8E84-426E-40DD-AFC4-6F175D3DCCD1}">
              <a14:hiddenFill xmlns:a14="http://schemas.microsoft.com/office/drawing/2010/main">
                <a:pattFill prst="dashHorz">
                  <a:fgClr>
                    <a:srgbClr val="CCCCFF"/>
                  </a:fgClr>
                  <a:bgClr>
                    <a:srgbClr val="FFFFFF"/>
                  </a:bgClr>
                </a:pattFill>
              </a14:hiddenFill>
            </a:ext>
            <a:ext uri="{91240B29-F687-4F45-9708-019B960494DF}">
              <a14:hiddenLine xmlns:a14="http://schemas.microsoft.com/office/drawing/2010/main" w="9525">
                <a:pattFill prst="weave">
                  <a:fgClr>
                    <a:schemeClr val="tx1"/>
                  </a:fgClr>
                  <a:bgClr>
                    <a:srgbClr val="FFFFFF"/>
                  </a:bgClr>
                </a:patt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wrap="none">
            <a:spAutoFit/>
          </a:bodyPr>
          <a:lstStyle/>
          <a:p>
            <a:pPr algn="l">
              <a:spcBef>
                <a:spcPct val="0"/>
              </a:spcBef>
            </a:pPr>
            <a:r>
              <a:rPr kumimoji="1" lang="en-US" altLang="zh-CN" sz="2400" b="1">
                <a:solidFill>
                  <a:srgbClr val="FF0000"/>
                </a:solidFill>
                <a:latin typeface="Times New Roman" panose="02020603050405020304" pitchFamily="18" charset="0"/>
                <a:sym typeface="Wingdings 2" panose="05020102010507070707" pitchFamily="18" charset="2"/>
              </a:rPr>
              <a:t>(2) </a:t>
            </a:r>
            <a:r>
              <a:rPr kumimoji="1" lang="zh-CN" altLang="en-US" sz="2400" b="1">
                <a:latin typeface="Times New Roman" panose="02020603050405020304" pitchFamily="18" charset="0"/>
              </a:rPr>
              <a:t>感抗和频率成正比。</a:t>
            </a:r>
          </a:p>
        </p:txBody>
      </p:sp>
      <p:grpSp>
        <p:nvGrpSpPr>
          <p:cNvPr id="63493" name="Group 5"/>
          <p:cNvGrpSpPr>
            <a:grpSpLocks/>
          </p:cNvGrpSpPr>
          <p:nvPr/>
        </p:nvGrpSpPr>
        <p:grpSpPr bwMode="auto">
          <a:xfrm>
            <a:off x="1600200" y="3587750"/>
            <a:ext cx="2374900" cy="1822450"/>
            <a:chOff x="1680" y="1828"/>
            <a:chExt cx="1496" cy="1148"/>
          </a:xfrm>
        </p:grpSpPr>
        <p:sp>
          <p:nvSpPr>
            <p:cNvPr id="63494" name="Line 6"/>
            <p:cNvSpPr>
              <a:spLocks noChangeShapeType="1"/>
            </p:cNvSpPr>
            <p:nvPr/>
          </p:nvSpPr>
          <p:spPr bwMode="auto">
            <a:xfrm flipV="1">
              <a:off x="2016" y="1972"/>
              <a:ext cx="0" cy="768"/>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3495" name="Line 7"/>
            <p:cNvSpPr>
              <a:spLocks noChangeShapeType="1"/>
            </p:cNvSpPr>
            <p:nvPr/>
          </p:nvSpPr>
          <p:spPr bwMode="auto">
            <a:xfrm>
              <a:off x="2016" y="2740"/>
              <a:ext cx="960" cy="0"/>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3496" name="Line 8"/>
            <p:cNvSpPr>
              <a:spLocks noChangeShapeType="1"/>
            </p:cNvSpPr>
            <p:nvPr/>
          </p:nvSpPr>
          <p:spPr bwMode="auto">
            <a:xfrm flipV="1">
              <a:off x="2016" y="2260"/>
              <a:ext cx="864" cy="48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3497" name="Text Box 9"/>
            <p:cNvSpPr txBox="1">
              <a:spLocks noChangeArrowheads="1"/>
            </p:cNvSpPr>
            <p:nvPr/>
          </p:nvSpPr>
          <p:spPr bwMode="auto">
            <a:xfrm>
              <a:off x="2928" y="2688"/>
              <a:ext cx="2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spcBef>
                  <a:spcPct val="0"/>
                </a:spcBef>
              </a:pPr>
              <a:r>
                <a:rPr kumimoji="1" lang="en-US" altLang="zh-CN" sz="2400" b="1" i="1">
                  <a:latin typeface="Symbol" panose="05050102010706020507" pitchFamily="18" charset="2"/>
                </a:rPr>
                <a:t>w</a:t>
              </a:r>
              <a:endParaRPr kumimoji="1" lang="en-US" altLang="zh-CN" sz="2400" b="1">
                <a:latin typeface="Times New Roman" panose="02020603050405020304" pitchFamily="18" charset="0"/>
              </a:endParaRPr>
            </a:p>
          </p:txBody>
        </p:sp>
        <p:sp>
          <p:nvSpPr>
            <p:cNvPr id="63498" name="Rectangle 10"/>
            <p:cNvSpPr>
              <a:spLocks noChangeArrowheads="1"/>
            </p:cNvSpPr>
            <p:nvPr/>
          </p:nvSpPr>
          <p:spPr bwMode="auto">
            <a:xfrm>
              <a:off x="1680" y="1828"/>
              <a:ext cx="32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spcBef>
                  <a:spcPct val="0"/>
                </a:spcBef>
              </a:pPr>
              <a:r>
                <a:rPr kumimoji="1" lang="en-US" altLang="zh-CN" sz="2400" b="1" i="1">
                  <a:latin typeface="Times New Roman" panose="02020603050405020304" pitchFamily="18" charset="0"/>
                </a:rPr>
                <a:t>X</a:t>
              </a:r>
              <a:r>
                <a:rPr kumimoji="1" lang="en-US" altLang="zh-CN" sz="2400" b="1" i="1" baseline="-25000">
                  <a:latin typeface="Times New Roman" panose="02020603050405020304" pitchFamily="18" charset="0"/>
                </a:rPr>
                <a:t>L</a:t>
              </a:r>
            </a:p>
          </p:txBody>
        </p:sp>
      </p:grpSp>
      <p:sp>
        <p:nvSpPr>
          <p:cNvPr id="63499" name="Text Box 11"/>
          <p:cNvSpPr txBox="1">
            <a:spLocks noChangeArrowheads="1"/>
          </p:cNvSpPr>
          <p:nvPr/>
        </p:nvSpPr>
        <p:spPr bwMode="auto">
          <a:xfrm>
            <a:off x="762000" y="914400"/>
            <a:ext cx="5041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a:r>
              <a:rPr kumimoji="1" lang="en-US" altLang="zh-CN" sz="2400" b="1" i="1" dirty="0">
                <a:latin typeface="Times New Roman" panose="02020603050405020304" pitchFamily="18" charset="0"/>
              </a:rPr>
              <a:t>X</a:t>
            </a:r>
            <a:r>
              <a:rPr kumimoji="1" lang="en-US" altLang="zh-CN" sz="2400" b="1" i="1" baseline="-25000" dirty="0">
                <a:latin typeface="Times New Roman" panose="02020603050405020304" pitchFamily="18" charset="0"/>
              </a:rPr>
              <a:t>L</a:t>
            </a:r>
            <a:r>
              <a:rPr kumimoji="1" lang="en-US" altLang="zh-CN" sz="2400" b="1" dirty="0">
                <a:latin typeface="Times New Roman" panose="02020603050405020304" pitchFamily="18" charset="0"/>
              </a:rPr>
              <a:t>= </a:t>
            </a:r>
            <a:r>
              <a:rPr kumimoji="1" lang="en-US" altLang="zh-CN" sz="2400" b="1" i="1" dirty="0">
                <a:latin typeface="Times New Roman" panose="02020603050405020304" pitchFamily="18" charset="0"/>
              </a:rPr>
              <a:t>U</a:t>
            </a:r>
            <a:r>
              <a:rPr kumimoji="1" lang="en-US" altLang="zh-CN" sz="2400" b="1" dirty="0">
                <a:latin typeface="Times New Roman" panose="02020603050405020304" pitchFamily="18" charset="0"/>
              </a:rPr>
              <a:t>/</a:t>
            </a:r>
            <a:r>
              <a:rPr kumimoji="1" lang="en-US" altLang="zh-CN" sz="2400" b="1" i="1" dirty="0">
                <a:latin typeface="Times New Roman" panose="02020603050405020304" pitchFamily="18" charset="0"/>
              </a:rPr>
              <a:t>I =</a:t>
            </a:r>
            <a:r>
              <a:rPr kumimoji="1" lang="en-US" altLang="zh-CN" sz="2400" b="1" i="1" dirty="0">
                <a:latin typeface="Times New Roman" panose="02020603050405020304" pitchFamily="18" charset="0"/>
                <a:sym typeface="Symbol" panose="05050102010706020507" pitchFamily="18" charset="2"/>
              </a:rPr>
              <a:t> L</a:t>
            </a:r>
            <a:r>
              <a:rPr kumimoji="1" lang="en-US" altLang="zh-CN" sz="2400" b="1" dirty="0">
                <a:latin typeface="Times New Roman" panose="02020603050405020304" pitchFamily="18" charset="0"/>
                <a:sym typeface="Symbol" panose="05050102010706020507" pitchFamily="18" charset="2"/>
              </a:rPr>
              <a:t>= 2 </a:t>
            </a:r>
            <a:r>
              <a:rPr kumimoji="1" lang="en-US" altLang="zh-CN" sz="2400" b="1" i="1" dirty="0">
                <a:latin typeface="Times New Roman" panose="02020603050405020304" pitchFamily="18" charset="0"/>
                <a:sym typeface="Symbol" panose="05050102010706020507" pitchFamily="18" charset="2"/>
              </a:rPr>
              <a:t>f L</a:t>
            </a:r>
            <a:r>
              <a:rPr kumimoji="1" lang="zh-CN" altLang="en-US" sz="2400" b="1" dirty="0">
                <a:latin typeface="Times New Roman" panose="02020603050405020304" pitchFamily="18" charset="0"/>
                <a:sym typeface="Symbol" panose="05050102010706020507" pitchFamily="18" charset="2"/>
              </a:rPr>
              <a:t>，   单位</a:t>
            </a:r>
            <a:r>
              <a:rPr kumimoji="1" lang="en-US" altLang="zh-CN" sz="2400" b="1" dirty="0">
                <a:latin typeface="Times New Roman" panose="02020603050405020304" pitchFamily="18" charset="0"/>
                <a:sym typeface="Symbol" panose="05050102010706020507" pitchFamily="18" charset="2"/>
              </a:rPr>
              <a:t>: </a:t>
            </a:r>
          </a:p>
        </p:txBody>
      </p:sp>
      <p:sp>
        <p:nvSpPr>
          <p:cNvPr id="63500" name="Text Box 12"/>
          <p:cNvSpPr txBox="1">
            <a:spLocks noChangeArrowheads="1"/>
          </p:cNvSpPr>
          <p:nvPr/>
        </p:nvSpPr>
        <p:spPr bwMode="auto">
          <a:xfrm>
            <a:off x="1295400" y="1392238"/>
            <a:ext cx="34401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dirty="0">
                <a:solidFill>
                  <a:srgbClr val="FF0000"/>
                </a:solidFill>
                <a:latin typeface="Times New Roman" panose="02020603050405020304" pitchFamily="18" charset="0"/>
              </a:rPr>
              <a:t>感抗</a:t>
            </a:r>
            <a:r>
              <a:rPr kumimoji="1" lang="en-US" altLang="zh-CN" sz="2400" b="1" dirty="0">
                <a:solidFill>
                  <a:srgbClr val="FF0000"/>
                </a:solidFill>
                <a:latin typeface="Times New Roman" panose="02020603050405020304" pitchFamily="18" charset="0"/>
              </a:rPr>
              <a:t>(</a:t>
            </a:r>
            <a:r>
              <a:rPr kumimoji="1" lang="en-US" altLang="zh-CN" sz="2400" b="1" i="1" dirty="0">
                <a:solidFill>
                  <a:srgbClr val="FF0000"/>
                </a:solidFill>
                <a:latin typeface="Times New Roman" panose="02020603050405020304" pitchFamily="18" charset="0"/>
              </a:rPr>
              <a:t>inductive reactance</a:t>
            </a:r>
            <a:r>
              <a:rPr kumimoji="1" lang="en-US" altLang="zh-CN" sz="2400" b="1" dirty="0">
                <a:solidFill>
                  <a:srgbClr val="FF0000"/>
                </a:solidFill>
                <a:latin typeface="Times New Roman" panose="02020603050405020304" pitchFamily="18" charset="0"/>
              </a:rPr>
              <a:t>)</a:t>
            </a:r>
          </a:p>
        </p:txBody>
      </p:sp>
      <p:graphicFrame>
        <p:nvGraphicFramePr>
          <p:cNvPr id="63501" name="Object 13"/>
          <p:cNvGraphicFramePr>
            <a:graphicFrameLocks noChangeAspect="1"/>
          </p:cNvGraphicFramePr>
          <p:nvPr/>
        </p:nvGraphicFramePr>
        <p:xfrm>
          <a:off x="4495800" y="3879850"/>
          <a:ext cx="3581400" cy="920750"/>
        </p:xfrm>
        <a:graphic>
          <a:graphicData uri="http://schemas.openxmlformats.org/presentationml/2006/ole">
            <mc:AlternateContent xmlns:mc="http://schemas.openxmlformats.org/markup-compatibility/2006">
              <mc:Choice xmlns:v="urn:schemas-microsoft-com:vml" Requires="v">
                <p:oleObj spid="_x0000_s60538" name="公式" r:id="rId5" imgW="1777680" imgH="457200" progId="Equation.3">
                  <p:embed/>
                </p:oleObj>
              </mc:Choice>
              <mc:Fallback>
                <p:oleObj name="公式" r:id="rId5" imgW="1777680" imgH="457200" progId="Equation.3">
                  <p:embed/>
                  <p:pic>
                    <p:nvPicPr>
                      <p:cNvPr id="63501"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3879850"/>
                        <a:ext cx="3581400" cy="920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502" name="Rectangle 14"/>
          <p:cNvSpPr>
            <a:spLocks noChangeArrowheads="1"/>
          </p:cNvSpPr>
          <p:nvPr/>
        </p:nvSpPr>
        <p:spPr bwMode="auto">
          <a:xfrm>
            <a:off x="762000" y="304800"/>
            <a:ext cx="1244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latin typeface="Times New Roman" panose="02020603050405020304" pitchFamily="18" charset="0"/>
              </a:rPr>
              <a:t>U</a:t>
            </a:r>
            <a:r>
              <a:rPr kumimoji="1" lang="en-US" altLang="zh-CN" sz="2400" b="1">
                <a:latin typeface="Times New Roman" panose="02020603050405020304" pitchFamily="18" charset="0"/>
              </a:rPr>
              <a:t>=</a:t>
            </a: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L I</a:t>
            </a:r>
          </a:p>
        </p:txBody>
      </p:sp>
      <p:sp>
        <p:nvSpPr>
          <p:cNvPr id="63503" name="Text Box 15" descr="横虚线"/>
          <p:cNvSpPr txBox="1">
            <a:spLocks noChangeArrowheads="1"/>
          </p:cNvSpPr>
          <p:nvPr/>
        </p:nvSpPr>
        <p:spPr bwMode="auto">
          <a:xfrm>
            <a:off x="1371600" y="5373216"/>
            <a:ext cx="6189515" cy="461665"/>
          </a:xfrm>
          <a:prstGeom prst="rect">
            <a:avLst/>
          </a:prstGeom>
          <a:noFill/>
          <a:ln>
            <a:noFill/>
          </a:ln>
          <a:effectLst/>
          <a:extLst>
            <a:ext uri="{909E8E84-426E-40DD-AFC4-6F175D3DCCD1}">
              <a14:hiddenFill xmlns:a14="http://schemas.microsoft.com/office/drawing/2010/main">
                <a:pattFill prst="dashHorz">
                  <a:fgClr>
                    <a:srgbClr val="CCCCFF"/>
                  </a:fgClr>
                  <a:bgClr>
                    <a:srgbClr val="FFFFFF"/>
                  </a:bgClr>
                </a:pattFill>
              </a14:hiddenFill>
            </a:ext>
            <a:ext uri="{91240B29-F687-4F45-9708-019B960494DF}">
              <a14:hiddenLine xmlns:a14="http://schemas.microsoft.com/office/drawing/2010/main" w="9525">
                <a:pattFill prst="weave">
                  <a:fgClr>
                    <a:schemeClr val="tx1"/>
                  </a:fgClr>
                  <a:bgClr>
                    <a:srgbClr val="FFFFFF"/>
                  </a:bgClr>
                </a:patt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wrap="none">
            <a:spAutoFit/>
          </a:bodyPr>
          <a:lstStyle/>
          <a:p>
            <a:pPr algn="l">
              <a:spcBef>
                <a:spcPct val="0"/>
              </a:spcBef>
            </a:pPr>
            <a:r>
              <a:rPr kumimoji="1" lang="en-US" altLang="zh-CN" sz="2400" b="1" dirty="0">
                <a:solidFill>
                  <a:srgbClr val="FF0000"/>
                </a:solidFill>
                <a:latin typeface="Times New Roman" panose="02020603050405020304" pitchFamily="18" charset="0"/>
                <a:sym typeface="Wingdings 2" panose="05020102010507070707" pitchFamily="18" charset="2"/>
              </a:rPr>
              <a:t>(3)</a:t>
            </a:r>
            <a:r>
              <a:rPr kumimoji="1" lang="en-US" altLang="zh-CN" sz="2400" b="1" dirty="0">
                <a:latin typeface="Times New Roman" panose="02020603050405020304" pitchFamily="18" charset="0"/>
                <a:sym typeface="Wingdings 2" panose="05020102010507070707" pitchFamily="18" charset="2"/>
              </a:rPr>
              <a:t> </a:t>
            </a:r>
            <a:r>
              <a:rPr kumimoji="1" lang="zh-CN" altLang="en-US" sz="2400" b="1" dirty="0">
                <a:latin typeface="Times New Roman" panose="02020603050405020304" pitchFamily="18" charset="0"/>
                <a:sym typeface="Wingdings 2" panose="05020102010507070707" pitchFamily="18" charset="2"/>
              </a:rPr>
              <a:t>由于</a:t>
            </a:r>
            <a:r>
              <a:rPr kumimoji="1" lang="zh-CN" altLang="en-US" sz="2400" b="1" dirty="0">
                <a:latin typeface="Times New Roman" panose="02020603050405020304" pitchFamily="18" charset="0"/>
              </a:rPr>
              <a:t>感抗的存在使电流的相位落后电压。</a:t>
            </a:r>
          </a:p>
        </p:txBody>
      </p:sp>
      <p:sp>
        <p:nvSpPr>
          <p:cNvPr id="63504" name="Text Box 16"/>
          <p:cNvSpPr txBox="1">
            <a:spLocks noChangeArrowheads="1"/>
          </p:cNvSpPr>
          <p:nvPr/>
        </p:nvSpPr>
        <p:spPr bwMode="auto">
          <a:xfrm>
            <a:off x="6410325" y="476250"/>
            <a:ext cx="1841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endParaRPr kumimoji="1" lang="zh-CN" altLang="zh-CN" sz="2800" b="1">
              <a:latin typeface="Times New Roman" panose="02020603050405020304" pitchFamily="18" charset="0"/>
            </a:endParaRPr>
          </a:p>
        </p:txBody>
      </p:sp>
      <p:grpSp>
        <p:nvGrpSpPr>
          <p:cNvPr id="63505" name="Group 17"/>
          <p:cNvGrpSpPr>
            <a:grpSpLocks/>
          </p:cNvGrpSpPr>
          <p:nvPr/>
        </p:nvGrpSpPr>
        <p:grpSpPr bwMode="auto">
          <a:xfrm>
            <a:off x="6613525" y="261938"/>
            <a:ext cx="1846263" cy="2098675"/>
            <a:chOff x="4166" y="165"/>
            <a:chExt cx="1078" cy="1322"/>
          </a:xfrm>
        </p:grpSpPr>
        <p:graphicFrame>
          <p:nvGraphicFramePr>
            <p:cNvPr id="63506" name="Object 18"/>
            <p:cNvGraphicFramePr>
              <a:graphicFrameLocks noChangeAspect="1"/>
            </p:cNvGraphicFramePr>
            <p:nvPr/>
          </p:nvGraphicFramePr>
          <p:xfrm>
            <a:off x="4516" y="452"/>
            <a:ext cx="639" cy="508"/>
          </p:xfrm>
          <a:graphic>
            <a:graphicData uri="http://schemas.openxmlformats.org/presentationml/2006/ole">
              <mc:AlternateContent xmlns:mc="http://schemas.openxmlformats.org/markup-compatibility/2006">
                <mc:Choice xmlns:v="urn:schemas-microsoft-com:vml" Requires="v">
                  <p:oleObj spid="_x0000_s60539" name="公式" r:id="rId7" imgW="495000" imgH="393480" progId="Equation.3">
                    <p:embed/>
                  </p:oleObj>
                </mc:Choice>
                <mc:Fallback>
                  <p:oleObj name="公式" r:id="rId7" imgW="495000" imgH="393480" progId="Equation.3">
                    <p:embed/>
                    <p:pic>
                      <p:nvPicPr>
                        <p:cNvPr id="63506"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16" y="452"/>
                          <a:ext cx="639" cy="5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07" name="Object 19"/>
            <p:cNvGraphicFramePr>
              <a:graphicFrameLocks noChangeAspect="1"/>
            </p:cNvGraphicFramePr>
            <p:nvPr/>
          </p:nvGraphicFramePr>
          <p:xfrm>
            <a:off x="4568" y="988"/>
            <a:ext cx="632" cy="499"/>
          </p:xfrm>
          <a:graphic>
            <a:graphicData uri="http://schemas.openxmlformats.org/presentationml/2006/ole">
              <mc:AlternateContent xmlns:mc="http://schemas.openxmlformats.org/markup-compatibility/2006">
                <mc:Choice xmlns:v="urn:schemas-microsoft-com:vml" Requires="v">
                  <p:oleObj spid="_x0000_s60540" name="公式" r:id="rId9" imgW="533160" imgH="419040" progId="Equation.3">
                    <p:embed/>
                  </p:oleObj>
                </mc:Choice>
                <mc:Fallback>
                  <p:oleObj name="公式" r:id="rId9" imgW="533160" imgH="419040" progId="Equation.3">
                    <p:embed/>
                    <p:pic>
                      <p:nvPicPr>
                        <p:cNvPr id="63507"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68" y="988"/>
                          <a:ext cx="632" cy="4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508" name="Text Box 20"/>
            <p:cNvSpPr txBox="1">
              <a:spLocks noChangeArrowheads="1"/>
            </p:cNvSpPr>
            <p:nvPr/>
          </p:nvSpPr>
          <p:spPr bwMode="auto">
            <a:xfrm>
              <a:off x="4166" y="165"/>
              <a:ext cx="107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zh-CN" altLang="en-US" sz="2400" b="1">
                  <a:solidFill>
                    <a:srgbClr val="6600FF"/>
                  </a:solidFill>
                  <a:latin typeface="Times New Roman" panose="02020603050405020304" pitchFamily="18" charset="0"/>
                  <a:ea typeface="华文行楷" panose="02010800040101010101" pitchFamily="2" charset="-122"/>
                </a:rPr>
                <a:t>错误的写法</a:t>
              </a:r>
            </a:p>
          </p:txBody>
        </p:sp>
        <p:grpSp>
          <p:nvGrpSpPr>
            <p:cNvPr id="63509" name="Group 21"/>
            <p:cNvGrpSpPr>
              <a:grpSpLocks/>
            </p:cNvGrpSpPr>
            <p:nvPr/>
          </p:nvGrpSpPr>
          <p:grpSpPr bwMode="auto">
            <a:xfrm>
              <a:off x="4832" y="1184"/>
              <a:ext cx="152" cy="160"/>
              <a:chOff x="3392" y="1736"/>
              <a:chExt cx="152" cy="160"/>
            </a:xfrm>
          </p:grpSpPr>
          <p:sp>
            <p:nvSpPr>
              <p:cNvPr id="63510" name="Line 22"/>
              <p:cNvSpPr>
                <a:spLocks noChangeShapeType="1"/>
              </p:cNvSpPr>
              <p:nvPr/>
            </p:nvSpPr>
            <p:spPr bwMode="auto">
              <a:xfrm>
                <a:off x="3392" y="1736"/>
                <a:ext cx="144" cy="160"/>
              </a:xfrm>
              <a:prstGeom prst="line">
                <a:avLst/>
              </a:prstGeom>
              <a:noFill/>
              <a:ln w="25400">
                <a:solidFill>
                  <a:srgbClr val="FF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3511" name="Line 23"/>
              <p:cNvSpPr>
                <a:spLocks noChangeShapeType="1"/>
              </p:cNvSpPr>
              <p:nvPr/>
            </p:nvSpPr>
            <p:spPr bwMode="auto">
              <a:xfrm flipH="1">
                <a:off x="3400" y="1736"/>
                <a:ext cx="144" cy="160"/>
              </a:xfrm>
              <a:prstGeom prst="line">
                <a:avLst/>
              </a:prstGeom>
              <a:noFill/>
              <a:ln w="25400">
                <a:solidFill>
                  <a:srgbClr val="FF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63512" name="Group 24"/>
            <p:cNvGrpSpPr>
              <a:grpSpLocks/>
            </p:cNvGrpSpPr>
            <p:nvPr/>
          </p:nvGrpSpPr>
          <p:grpSpPr bwMode="auto">
            <a:xfrm>
              <a:off x="4800" y="624"/>
              <a:ext cx="152" cy="160"/>
              <a:chOff x="3392" y="1736"/>
              <a:chExt cx="152" cy="160"/>
            </a:xfrm>
          </p:grpSpPr>
          <p:sp>
            <p:nvSpPr>
              <p:cNvPr id="63513" name="Line 25"/>
              <p:cNvSpPr>
                <a:spLocks noChangeShapeType="1"/>
              </p:cNvSpPr>
              <p:nvPr/>
            </p:nvSpPr>
            <p:spPr bwMode="auto">
              <a:xfrm>
                <a:off x="3392" y="1736"/>
                <a:ext cx="144" cy="160"/>
              </a:xfrm>
              <a:prstGeom prst="line">
                <a:avLst/>
              </a:prstGeom>
              <a:noFill/>
              <a:ln w="25400">
                <a:solidFill>
                  <a:srgbClr val="FF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3514" name="Line 26"/>
              <p:cNvSpPr>
                <a:spLocks noChangeShapeType="1"/>
              </p:cNvSpPr>
              <p:nvPr/>
            </p:nvSpPr>
            <p:spPr bwMode="auto">
              <a:xfrm flipH="1">
                <a:off x="3400" y="1736"/>
                <a:ext cx="144" cy="160"/>
              </a:xfrm>
              <a:prstGeom prst="line">
                <a:avLst/>
              </a:prstGeom>
              <a:noFill/>
              <a:ln w="25400">
                <a:solidFill>
                  <a:srgbClr val="FF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sp>
        <p:nvSpPr>
          <p:cNvPr id="27" name="Text Box 12"/>
          <p:cNvSpPr txBox="1">
            <a:spLocks noChangeArrowheads="1"/>
          </p:cNvSpPr>
          <p:nvPr/>
        </p:nvSpPr>
        <p:spPr bwMode="auto">
          <a:xfrm>
            <a:off x="441325" y="5906616"/>
            <a:ext cx="4076757"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dirty="0">
                <a:solidFill>
                  <a:srgbClr val="FF0000"/>
                </a:solidFill>
                <a:latin typeface="Times New Roman" panose="02020603050405020304" pitchFamily="18" charset="0"/>
              </a:rPr>
              <a:t>感纳</a:t>
            </a:r>
            <a:r>
              <a:rPr kumimoji="1" lang="en-US" altLang="zh-CN" sz="2400" b="1" dirty="0">
                <a:solidFill>
                  <a:srgbClr val="FF0000"/>
                </a:solidFill>
                <a:latin typeface="Times New Roman" panose="02020603050405020304" pitchFamily="18" charset="0"/>
              </a:rPr>
              <a:t>(</a:t>
            </a:r>
            <a:r>
              <a:rPr kumimoji="1" lang="en-US" altLang="zh-CN" sz="2400" b="1" i="1" dirty="0">
                <a:solidFill>
                  <a:srgbClr val="FF0000"/>
                </a:solidFill>
                <a:latin typeface="Times New Roman" panose="02020603050405020304" pitchFamily="18" charset="0"/>
              </a:rPr>
              <a:t>inductive </a:t>
            </a:r>
            <a:r>
              <a:rPr kumimoji="1" lang="en-US" altLang="zh-CN" sz="2400" b="1" i="1" dirty="0" err="1">
                <a:solidFill>
                  <a:srgbClr val="FF0000"/>
                </a:solidFill>
                <a:latin typeface="Times New Roman" panose="02020603050405020304" pitchFamily="18" charset="0"/>
              </a:rPr>
              <a:t>susceptance</a:t>
            </a:r>
            <a:r>
              <a:rPr kumimoji="1" lang="en-US" altLang="zh-CN" sz="2400" b="1" dirty="0">
                <a:solidFill>
                  <a:srgbClr val="FF0000"/>
                </a:solidFill>
                <a:latin typeface="Times New Roman" panose="02020603050405020304" pitchFamily="18" charset="0"/>
              </a:rPr>
              <a:t>)</a:t>
            </a:r>
            <a:r>
              <a:rPr kumimoji="1" lang="zh-CN" altLang="en-US" sz="2400" b="1" dirty="0">
                <a:solidFill>
                  <a:srgbClr val="FF0000"/>
                </a:solidFill>
                <a:latin typeface="Times New Roman" panose="02020603050405020304" pitchFamily="18" charset="0"/>
              </a:rPr>
              <a:t>：</a:t>
            </a:r>
            <a:endParaRPr kumimoji="1" lang="en-US" altLang="zh-CN" sz="2400" b="1" dirty="0">
              <a:solidFill>
                <a:srgbClr val="FF0000"/>
              </a:solidFill>
              <a:latin typeface="Times New Roman" panose="02020603050405020304" pitchFamily="18" charset="0"/>
            </a:endParaRPr>
          </a:p>
        </p:txBody>
      </p:sp>
      <p:sp>
        <p:nvSpPr>
          <p:cNvPr id="28" name="Text Box 11"/>
          <p:cNvSpPr txBox="1">
            <a:spLocks noChangeArrowheads="1"/>
          </p:cNvSpPr>
          <p:nvPr/>
        </p:nvSpPr>
        <p:spPr bwMode="auto">
          <a:xfrm>
            <a:off x="4355976" y="5918925"/>
            <a:ext cx="40284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just"/>
            <a:r>
              <a:rPr kumimoji="1" lang="en-US" altLang="zh-CN" sz="2400" b="1" i="1" dirty="0">
                <a:latin typeface="Times New Roman" panose="02020603050405020304" pitchFamily="18" charset="0"/>
              </a:rPr>
              <a:t>B</a:t>
            </a:r>
            <a:r>
              <a:rPr kumimoji="1" lang="en-US" altLang="zh-CN" sz="2400" b="1" i="1" baseline="-25000" dirty="0">
                <a:latin typeface="Times New Roman" panose="02020603050405020304" pitchFamily="18" charset="0"/>
              </a:rPr>
              <a:t>L</a:t>
            </a:r>
            <a:r>
              <a:rPr kumimoji="1" lang="en-US" altLang="zh-CN" sz="2400" b="1" dirty="0">
                <a:latin typeface="Times New Roman" panose="02020603050405020304" pitchFamily="18" charset="0"/>
              </a:rPr>
              <a:t>= 1/</a:t>
            </a:r>
            <a:r>
              <a:rPr lang="en-US" altLang="zh-CN" sz="2400" i="1" dirty="0"/>
              <a:t> X</a:t>
            </a:r>
            <a:r>
              <a:rPr lang="en-US" altLang="zh-CN" sz="2400" i="1" baseline="-25000" dirty="0"/>
              <a:t>L </a:t>
            </a:r>
            <a:r>
              <a:rPr kumimoji="1" lang="en-US" altLang="zh-CN" sz="2400" b="1" i="1" dirty="0">
                <a:latin typeface="Times New Roman" panose="02020603050405020304" pitchFamily="18" charset="0"/>
              </a:rPr>
              <a:t>=1/</a:t>
            </a:r>
            <a:r>
              <a:rPr kumimoji="1" lang="en-US" altLang="zh-CN" sz="2400" b="1" i="1" dirty="0">
                <a:latin typeface="Times New Roman" panose="02020603050405020304" pitchFamily="18" charset="0"/>
                <a:sym typeface="Symbol" panose="05050102010706020507" pitchFamily="18" charset="2"/>
              </a:rPr>
              <a:t> L</a:t>
            </a:r>
            <a:r>
              <a:rPr kumimoji="1" lang="zh-CN" altLang="en-US" sz="2400" b="1" dirty="0">
                <a:latin typeface="Times New Roman" panose="02020603050405020304" pitchFamily="18" charset="0"/>
                <a:sym typeface="Symbol" panose="05050102010706020507" pitchFamily="18" charset="2"/>
              </a:rPr>
              <a:t>，   单位</a:t>
            </a:r>
            <a:r>
              <a:rPr kumimoji="1" lang="en-US" altLang="zh-CN" sz="2400" b="1" dirty="0">
                <a:latin typeface="Times New Roman" panose="02020603050405020304" pitchFamily="18" charset="0"/>
                <a:sym typeface="Symbol" panose="05050102010706020507" pitchFamily="18" charset="2"/>
              </a:rPr>
              <a:t>: S</a:t>
            </a:r>
          </a:p>
        </p:txBody>
      </p:sp>
    </p:spTree>
    <p:extLst>
      <p:ext uri="{BB962C8B-B14F-4D97-AF65-F5344CB8AC3E}">
        <p14:creationId xmlns:p14="http://schemas.microsoft.com/office/powerpoint/2010/main" val="23855345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499"/>
                                        </p:tgtEl>
                                        <p:attrNameLst>
                                          <p:attrName>style.visibility</p:attrName>
                                        </p:attrNameLst>
                                      </p:cBhvr>
                                      <p:to>
                                        <p:strVal val="visible"/>
                                      </p:to>
                                    </p:set>
                                    <p:animEffect transition="in" filter="wipe(left)">
                                      <p:cBhvr>
                                        <p:cTn id="7" dur="500"/>
                                        <p:tgtEl>
                                          <p:spTgt spid="634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1" fill="hold" grpId="0" nodeType="clickEffect">
                                  <p:stCondLst>
                                    <p:cond delay="0"/>
                                  </p:stCondLst>
                                  <p:childTnLst>
                                    <p:set>
                                      <p:cBhvr>
                                        <p:cTn id="11" dur="1" fill="hold">
                                          <p:stCondLst>
                                            <p:cond delay="0"/>
                                          </p:stCondLst>
                                        </p:cTn>
                                        <p:tgtEl>
                                          <p:spTgt spid="63500"/>
                                        </p:tgtEl>
                                        <p:attrNameLst>
                                          <p:attrName>style.visibility</p:attrName>
                                        </p:attrNameLst>
                                      </p:cBhvr>
                                      <p:to>
                                        <p:strVal val="visible"/>
                                      </p:to>
                                    </p:set>
                                    <p:anim calcmode="lin" valueType="num">
                                      <p:cBhvr additive="base">
                                        <p:cTn id="12" dur="500" fill="hold"/>
                                        <p:tgtEl>
                                          <p:spTgt spid="63500"/>
                                        </p:tgtEl>
                                        <p:attrNameLst>
                                          <p:attrName>ppt_x</p:attrName>
                                        </p:attrNameLst>
                                      </p:cBhvr>
                                      <p:tavLst>
                                        <p:tav tm="0">
                                          <p:val>
                                            <p:strVal val="#ppt_x"/>
                                          </p:val>
                                        </p:tav>
                                        <p:tav tm="100000">
                                          <p:val>
                                            <p:strVal val="#ppt_x"/>
                                          </p:val>
                                        </p:tav>
                                      </p:tavLst>
                                    </p:anim>
                                    <p:anim calcmode="lin" valueType="num">
                                      <p:cBhvr additive="base">
                                        <p:cTn id="13" dur="500" fill="hold"/>
                                        <p:tgtEl>
                                          <p:spTgt spid="63500"/>
                                        </p:tgtEl>
                                        <p:attrNameLst>
                                          <p:attrName>ppt_y</p:attrName>
                                        </p:attrNameLst>
                                      </p:cBhvr>
                                      <p:tavLst>
                                        <p:tav tm="0">
                                          <p:val>
                                            <p:strVal val="0-#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63505"/>
                                        </p:tgtEl>
                                        <p:attrNameLst>
                                          <p:attrName>style.visibility</p:attrName>
                                        </p:attrNameLst>
                                      </p:cBhvr>
                                      <p:to>
                                        <p:strVal val="visible"/>
                                      </p:to>
                                    </p:set>
                                    <p:animEffect transition="in" filter="wipe(left)">
                                      <p:cBhvr>
                                        <p:cTn id="18" dur="500"/>
                                        <p:tgtEl>
                                          <p:spTgt spid="6350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63490"/>
                                        </p:tgtEl>
                                        <p:attrNameLst>
                                          <p:attrName>style.visibility</p:attrName>
                                        </p:attrNameLst>
                                      </p:cBhvr>
                                      <p:to>
                                        <p:strVal val="visible"/>
                                      </p:to>
                                    </p:set>
                                    <p:anim calcmode="lin" valueType="num">
                                      <p:cBhvr additive="base">
                                        <p:cTn id="23" dur="500" fill="hold"/>
                                        <p:tgtEl>
                                          <p:spTgt spid="63490"/>
                                        </p:tgtEl>
                                        <p:attrNameLst>
                                          <p:attrName>ppt_x</p:attrName>
                                        </p:attrNameLst>
                                      </p:cBhvr>
                                      <p:tavLst>
                                        <p:tav tm="0">
                                          <p:val>
                                            <p:strVal val="0-#ppt_w/2"/>
                                          </p:val>
                                        </p:tav>
                                        <p:tav tm="100000">
                                          <p:val>
                                            <p:strVal val="#ppt_x"/>
                                          </p:val>
                                        </p:tav>
                                      </p:tavLst>
                                    </p:anim>
                                    <p:anim calcmode="lin" valueType="num">
                                      <p:cBhvr additive="base">
                                        <p:cTn id="24" dur="500" fill="hold"/>
                                        <p:tgtEl>
                                          <p:spTgt spid="63490"/>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63491"/>
                                        </p:tgtEl>
                                        <p:attrNameLst>
                                          <p:attrName>style.visibility</p:attrName>
                                        </p:attrNameLst>
                                      </p:cBhvr>
                                      <p:to>
                                        <p:strVal val="visible"/>
                                      </p:to>
                                    </p:set>
                                    <p:anim calcmode="lin" valueType="num">
                                      <p:cBhvr additive="base">
                                        <p:cTn id="29" dur="500" fill="hold"/>
                                        <p:tgtEl>
                                          <p:spTgt spid="63491"/>
                                        </p:tgtEl>
                                        <p:attrNameLst>
                                          <p:attrName>ppt_x</p:attrName>
                                        </p:attrNameLst>
                                      </p:cBhvr>
                                      <p:tavLst>
                                        <p:tav tm="0">
                                          <p:val>
                                            <p:strVal val="#ppt_x"/>
                                          </p:val>
                                        </p:tav>
                                        <p:tav tm="100000">
                                          <p:val>
                                            <p:strVal val="#ppt_x"/>
                                          </p:val>
                                        </p:tav>
                                      </p:tavLst>
                                    </p:anim>
                                    <p:anim calcmode="lin" valueType="num">
                                      <p:cBhvr additive="base">
                                        <p:cTn id="30" dur="500" fill="hold"/>
                                        <p:tgtEl>
                                          <p:spTgt spid="63491"/>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63492"/>
                                        </p:tgtEl>
                                        <p:attrNameLst>
                                          <p:attrName>style.visibility</p:attrName>
                                        </p:attrNameLst>
                                      </p:cBhvr>
                                      <p:to>
                                        <p:strVal val="visible"/>
                                      </p:to>
                                    </p:set>
                                    <p:anim calcmode="lin" valueType="num">
                                      <p:cBhvr additive="base">
                                        <p:cTn id="35" dur="500" fill="hold"/>
                                        <p:tgtEl>
                                          <p:spTgt spid="63492"/>
                                        </p:tgtEl>
                                        <p:attrNameLst>
                                          <p:attrName>ppt_x</p:attrName>
                                        </p:attrNameLst>
                                      </p:cBhvr>
                                      <p:tavLst>
                                        <p:tav tm="0">
                                          <p:val>
                                            <p:strVal val="#ppt_x"/>
                                          </p:val>
                                        </p:tav>
                                        <p:tav tm="100000">
                                          <p:val>
                                            <p:strVal val="#ppt_x"/>
                                          </p:val>
                                        </p:tav>
                                      </p:tavLst>
                                    </p:anim>
                                    <p:anim calcmode="lin" valueType="num">
                                      <p:cBhvr additive="base">
                                        <p:cTn id="36" dur="500" fill="hold"/>
                                        <p:tgtEl>
                                          <p:spTgt spid="63492"/>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17" presetClass="entr" presetSubtype="8" fill="hold" nodeType="clickEffect">
                                  <p:stCondLst>
                                    <p:cond delay="0"/>
                                  </p:stCondLst>
                                  <p:childTnLst>
                                    <p:set>
                                      <p:cBhvr>
                                        <p:cTn id="40" dur="1" fill="hold">
                                          <p:stCondLst>
                                            <p:cond delay="0"/>
                                          </p:stCondLst>
                                        </p:cTn>
                                        <p:tgtEl>
                                          <p:spTgt spid="63493"/>
                                        </p:tgtEl>
                                        <p:attrNameLst>
                                          <p:attrName>style.visibility</p:attrName>
                                        </p:attrNameLst>
                                      </p:cBhvr>
                                      <p:to>
                                        <p:strVal val="visible"/>
                                      </p:to>
                                    </p:set>
                                    <p:anim calcmode="lin" valueType="num">
                                      <p:cBhvr>
                                        <p:cTn id="41" dur="500" fill="hold"/>
                                        <p:tgtEl>
                                          <p:spTgt spid="63493"/>
                                        </p:tgtEl>
                                        <p:attrNameLst>
                                          <p:attrName>ppt_x</p:attrName>
                                        </p:attrNameLst>
                                      </p:cBhvr>
                                      <p:tavLst>
                                        <p:tav tm="0">
                                          <p:val>
                                            <p:strVal val="#ppt_x-#ppt_w/2"/>
                                          </p:val>
                                        </p:tav>
                                        <p:tav tm="100000">
                                          <p:val>
                                            <p:strVal val="#ppt_x"/>
                                          </p:val>
                                        </p:tav>
                                      </p:tavLst>
                                    </p:anim>
                                    <p:anim calcmode="lin" valueType="num">
                                      <p:cBhvr>
                                        <p:cTn id="42" dur="500" fill="hold"/>
                                        <p:tgtEl>
                                          <p:spTgt spid="63493"/>
                                        </p:tgtEl>
                                        <p:attrNameLst>
                                          <p:attrName>ppt_y</p:attrName>
                                        </p:attrNameLst>
                                      </p:cBhvr>
                                      <p:tavLst>
                                        <p:tav tm="0">
                                          <p:val>
                                            <p:strVal val="#ppt_y"/>
                                          </p:val>
                                        </p:tav>
                                        <p:tav tm="100000">
                                          <p:val>
                                            <p:strVal val="#ppt_y"/>
                                          </p:val>
                                        </p:tav>
                                      </p:tavLst>
                                    </p:anim>
                                    <p:anim calcmode="lin" valueType="num">
                                      <p:cBhvr>
                                        <p:cTn id="43" dur="500" fill="hold"/>
                                        <p:tgtEl>
                                          <p:spTgt spid="63493"/>
                                        </p:tgtEl>
                                        <p:attrNameLst>
                                          <p:attrName>ppt_w</p:attrName>
                                        </p:attrNameLst>
                                      </p:cBhvr>
                                      <p:tavLst>
                                        <p:tav tm="0">
                                          <p:val>
                                            <p:fltVal val="0"/>
                                          </p:val>
                                        </p:tav>
                                        <p:tav tm="100000">
                                          <p:val>
                                            <p:strVal val="#ppt_w"/>
                                          </p:val>
                                        </p:tav>
                                      </p:tavLst>
                                    </p:anim>
                                    <p:anim calcmode="lin" valueType="num">
                                      <p:cBhvr>
                                        <p:cTn id="44" dur="500" fill="hold"/>
                                        <p:tgtEl>
                                          <p:spTgt spid="63493"/>
                                        </p:tgtEl>
                                        <p:attrNameLst>
                                          <p:attrName>ppt_h</p:attrName>
                                        </p:attrNameLst>
                                      </p:cBhvr>
                                      <p:tavLst>
                                        <p:tav tm="0">
                                          <p:val>
                                            <p:strVal val="#ppt_h"/>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nodeType="clickEffect">
                                  <p:stCondLst>
                                    <p:cond delay="0"/>
                                  </p:stCondLst>
                                  <p:childTnLst>
                                    <p:set>
                                      <p:cBhvr>
                                        <p:cTn id="48" dur="1" fill="hold">
                                          <p:stCondLst>
                                            <p:cond delay="0"/>
                                          </p:stCondLst>
                                        </p:cTn>
                                        <p:tgtEl>
                                          <p:spTgt spid="63501"/>
                                        </p:tgtEl>
                                        <p:attrNameLst>
                                          <p:attrName>style.visibility</p:attrName>
                                        </p:attrNameLst>
                                      </p:cBhvr>
                                      <p:to>
                                        <p:strVal val="visible"/>
                                      </p:to>
                                    </p:set>
                                    <p:anim calcmode="lin" valueType="num">
                                      <p:cBhvr additive="base">
                                        <p:cTn id="49" dur="500" fill="hold"/>
                                        <p:tgtEl>
                                          <p:spTgt spid="63501"/>
                                        </p:tgtEl>
                                        <p:attrNameLst>
                                          <p:attrName>ppt_x</p:attrName>
                                        </p:attrNameLst>
                                      </p:cBhvr>
                                      <p:tavLst>
                                        <p:tav tm="0">
                                          <p:val>
                                            <p:strVal val="1+#ppt_w/2"/>
                                          </p:val>
                                        </p:tav>
                                        <p:tav tm="100000">
                                          <p:val>
                                            <p:strVal val="#ppt_x"/>
                                          </p:val>
                                        </p:tav>
                                      </p:tavLst>
                                    </p:anim>
                                    <p:anim calcmode="lin" valueType="num">
                                      <p:cBhvr additive="base">
                                        <p:cTn id="50" dur="500" fill="hold"/>
                                        <p:tgtEl>
                                          <p:spTgt spid="63501"/>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63503"/>
                                        </p:tgtEl>
                                        <p:attrNameLst>
                                          <p:attrName>style.visibility</p:attrName>
                                        </p:attrNameLst>
                                      </p:cBhvr>
                                      <p:to>
                                        <p:strVal val="visible"/>
                                      </p:to>
                                    </p:set>
                                    <p:anim calcmode="lin" valueType="num">
                                      <p:cBhvr additive="base">
                                        <p:cTn id="55" dur="500" fill="hold"/>
                                        <p:tgtEl>
                                          <p:spTgt spid="63503"/>
                                        </p:tgtEl>
                                        <p:attrNameLst>
                                          <p:attrName>ppt_x</p:attrName>
                                        </p:attrNameLst>
                                      </p:cBhvr>
                                      <p:tavLst>
                                        <p:tav tm="0">
                                          <p:val>
                                            <p:strVal val="#ppt_x"/>
                                          </p:val>
                                        </p:tav>
                                        <p:tav tm="100000">
                                          <p:val>
                                            <p:strVal val="#ppt_x"/>
                                          </p:val>
                                        </p:tav>
                                      </p:tavLst>
                                    </p:anim>
                                    <p:anim calcmode="lin" valueType="num">
                                      <p:cBhvr additive="base">
                                        <p:cTn id="56" dur="500" fill="hold"/>
                                        <p:tgtEl>
                                          <p:spTgt spid="63503"/>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1" fill="hold" grpId="0" nodeType="clickEffect">
                                  <p:stCondLst>
                                    <p:cond delay="0"/>
                                  </p:stCondLst>
                                  <p:childTnLst>
                                    <p:set>
                                      <p:cBhvr>
                                        <p:cTn id="60" dur="1" fill="hold">
                                          <p:stCondLst>
                                            <p:cond delay="0"/>
                                          </p:stCondLst>
                                        </p:cTn>
                                        <p:tgtEl>
                                          <p:spTgt spid="27"/>
                                        </p:tgtEl>
                                        <p:attrNameLst>
                                          <p:attrName>style.visibility</p:attrName>
                                        </p:attrNameLst>
                                      </p:cBhvr>
                                      <p:to>
                                        <p:strVal val="visible"/>
                                      </p:to>
                                    </p:set>
                                    <p:anim calcmode="lin" valueType="num">
                                      <p:cBhvr additive="base">
                                        <p:cTn id="61" dur="500" fill="hold"/>
                                        <p:tgtEl>
                                          <p:spTgt spid="27"/>
                                        </p:tgtEl>
                                        <p:attrNameLst>
                                          <p:attrName>ppt_x</p:attrName>
                                        </p:attrNameLst>
                                      </p:cBhvr>
                                      <p:tavLst>
                                        <p:tav tm="0">
                                          <p:val>
                                            <p:strVal val="#ppt_x"/>
                                          </p:val>
                                        </p:tav>
                                        <p:tav tm="100000">
                                          <p:val>
                                            <p:strVal val="#ppt_x"/>
                                          </p:val>
                                        </p:tav>
                                      </p:tavLst>
                                    </p:anim>
                                    <p:anim calcmode="lin" valueType="num">
                                      <p:cBhvr additive="base">
                                        <p:cTn id="62" dur="500" fill="hold"/>
                                        <p:tgtEl>
                                          <p:spTgt spid="27"/>
                                        </p:tgtEl>
                                        <p:attrNameLst>
                                          <p:attrName>ppt_y</p:attrName>
                                        </p:attrNameLst>
                                      </p:cBhvr>
                                      <p:tavLst>
                                        <p:tav tm="0">
                                          <p:val>
                                            <p:strVal val="0-#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wipe(left)">
                                      <p:cBhvr>
                                        <p:cTn id="6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0" grpId="0" animBg="1" autoUpdateAnimBg="0"/>
      <p:bldP spid="63491" grpId="0" autoUpdateAnimBg="0"/>
      <p:bldP spid="63492" grpId="0" autoUpdateAnimBg="0"/>
      <p:bldP spid="63499" grpId="0" autoUpdateAnimBg="0"/>
      <p:bldP spid="63500" grpId="0" autoUpdateAnimBg="0"/>
      <p:bldP spid="63503" grpId="0" autoUpdateAnimBg="0"/>
      <p:bldP spid="27" grpId="0" autoUpdateAnimBg="0"/>
      <p:bldP spid="28"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538" name="Group 2"/>
          <p:cNvGrpSpPr>
            <a:grpSpLocks/>
          </p:cNvGrpSpPr>
          <p:nvPr/>
        </p:nvGrpSpPr>
        <p:grpSpPr bwMode="auto">
          <a:xfrm>
            <a:off x="5378453" y="698500"/>
            <a:ext cx="1917701" cy="3859213"/>
            <a:chOff x="3388" y="440"/>
            <a:chExt cx="1208" cy="2431"/>
          </a:xfrm>
        </p:grpSpPr>
        <p:sp>
          <p:nvSpPr>
            <p:cNvPr id="65539" name="Text Box 3"/>
            <p:cNvSpPr txBox="1">
              <a:spLocks noChangeArrowheads="1"/>
            </p:cNvSpPr>
            <p:nvPr/>
          </p:nvSpPr>
          <p:spPr bwMode="auto">
            <a:xfrm>
              <a:off x="3494" y="440"/>
              <a:ext cx="701" cy="291"/>
            </a:xfrm>
            <a:prstGeom prst="rect">
              <a:avLst/>
            </a:prstGeom>
            <a:solidFill>
              <a:srgbClr val="FFFFCC"/>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dirty="0">
                  <a:latin typeface="Times New Roman" panose="02020603050405020304" pitchFamily="18" charset="0"/>
                </a:rPr>
                <a:t>相量域</a:t>
              </a:r>
            </a:p>
          </p:txBody>
        </p:sp>
        <p:sp>
          <p:nvSpPr>
            <p:cNvPr id="65540" name="Text Box 4"/>
            <p:cNvSpPr txBox="1">
              <a:spLocks noChangeArrowheads="1"/>
            </p:cNvSpPr>
            <p:nvPr/>
          </p:nvSpPr>
          <p:spPr bwMode="auto">
            <a:xfrm>
              <a:off x="3388" y="1691"/>
              <a:ext cx="1208" cy="5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zh-CN" altLang="en-US" sz="2400" b="1">
                  <a:latin typeface="Times New Roman" panose="02020603050405020304" pitchFamily="18" charset="0"/>
                </a:rPr>
                <a:t>有效值关系</a:t>
              </a:r>
            </a:p>
            <a:p>
              <a:pPr algn="l">
                <a:lnSpc>
                  <a:spcPct val="120000"/>
                </a:lnSpc>
                <a:spcBef>
                  <a:spcPct val="5000"/>
                </a:spcBef>
              </a:pPr>
              <a:r>
                <a:rPr kumimoji="1" lang="zh-CN" altLang="en-US" sz="2400" b="1">
                  <a:solidFill>
                    <a:srgbClr val="FF0000"/>
                  </a:solidFill>
                  <a:latin typeface="Times New Roman" panose="02020603050405020304" pitchFamily="18" charset="0"/>
                </a:rPr>
                <a:t> </a:t>
              </a:r>
              <a:r>
                <a:rPr kumimoji="1" lang="en-US" altLang="zh-CN" sz="2400" b="1" i="1">
                  <a:solidFill>
                    <a:srgbClr val="FF0000"/>
                  </a:solidFill>
                  <a:latin typeface="Times New Roman" panose="02020603050405020304" pitchFamily="18" charset="0"/>
                </a:rPr>
                <a:t>I</a:t>
              </a:r>
              <a:r>
                <a:rPr kumimoji="1" lang="en-US" altLang="zh-CN" sz="2400" b="1">
                  <a:solidFill>
                    <a:srgbClr val="FF0000"/>
                  </a:solidFill>
                  <a:latin typeface="Times New Roman" panose="02020603050405020304" pitchFamily="18" charset="0"/>
                </a:rPr>
                <a:t>=</a:t>
              </a:r>
              <a:r>
                <a:rPr kumimoji="1" lang="en-US" altLang="zh-CN" sz="2400" b="1" i="1">
                  <a:solidFill>
                    <a:srgbClr val="FF0000"/>
                  </a:solidFill>
                  <a:latin typeface="Symbol" panose="05050102010706020507" pitchFamily="18" charset="2"/>
                </a:rPr>
                <a:t>w </a:t>
              </a:r>
              <a:r>
                <a:rPr kumimoji="1" lang="en-US" altLang="zh-CN" sz="2400" b="1" i="1">
                  <a:solidFill>
                    <a:srgbClr val="FF0000"/>
                  </a:solidFill>
                  <a:latin typeface="Times New Roman" panose="02020603050405020304" pitchFamily="18" charset="0"/>
                </a:rPr>
                <a:t>C U</a:t>
              </a:r>
            </a:p>
          </p:txBody>
        </p:sp>
        <p:sp>
          <p:nvSpPr>
            <p:cNvPr id="65541" name="Text Box 5"/>
            <p:cNvSpPr txBox="1">
              <a:spLocks noChangeArrowheads="1"/>
            </p:cNvSpPr>
            <p:nvPr/>
          </p:nvSpPr>
          <p:spPr bwMode="auto">
            <a:xfrm>
              <a:off x="3438" y="2318"/>
              <a:ext cx="1143" cy="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rPr>
                <a:t>相位关系</a:t>
              </a:r>
            </a:p>
            <a:p>
              <a:pPr algn="l">
                <a:lnSpc>
                  <a:spcPct val="65000"/>
                </a:lnSpc>
              </a:pPr>
              <a:r>
                <a:rPr kumimoji="1" lang="en-US" altLang="zh-CN" sz="2400" b="1" i="1">
                  <a:solidFill>
                    <a:srgbClr val="FF0000"/>
                  </a:solidFill>
                  <a:latin typeface="Times New Roman" panose="02020603050405020304" pitchFamily="18" charset="0"/>
                  <a:sym typeface="Symbol" panose="05050102010706020507" pitchFamily="18" charset="2"/>
                </a:rPr>
                <a:t>i </a:t>
              </a:r>
              <a:r>
                <a:rPr kumimoji="1" lang="zh-CN" altLang="en-US" sz="2400" b="1">
                  <a:solidFill>
                    <a:srgbClr val="FF0000"/>
                  </a:solidFill>
                  <a:latin typeface="Times New Roman" panose="02020603050405020304" pitchFamily="18" charset="0"/>
                  <a:sym typeface="Symbol" panose="05050102010706020507" pitchFamily="18" charset="2"/>
                </a:rPr>
                <a:t>超前</a:t>
              </a:r>
              <a:r>
                <a:rPr kumimoji="1" lang="en-US" altLang="zh-CN" sz="2400" b="1" i="1">
                  <a:solidFill>
                    <a:srgbClr val="FF0000"/>
                  </a:solidFill>
                  <a:latin typeface="Times New Roman" panose="02020603050405020304" pitchFamily="18" charset="0"/>
                  <a:sym typeface="Symbol" panose="05050102010706020507" pitchFamily="18" charset="2"/>
                </a:rPr>
                <a:t>u</a:t>
              </a:r>
              <a:r>
                <a:rPr kumimoji="1" lang="en-US" altLang="zh-CN" sz="2400" b="1">
                  <a:solidFill>
                    <a:srgbClr val="FF0000"/>
                  </a:solidFill>
                  <a:latin typeface="Times New Roman" panose="02020603050405020304" pitchFamily="18" charset="0"/>
                  <a:sym typeface="Symbol" panose="05050102010706020507" pitchFamily="18" charset="2"/>
                </a:rPr>
                <a:t> 90°</a:t>
              </a:r>
              <a:endParaRPr kumimoji="1" lang="en-US" altLang="zh-CN" sz="2400" b="1">
                <a:solidFill>
                  <a:srgbClr val="FF0000"/>
                </a:solidFill>
                <a:latin typeface="Times New Roman" panose="02020603050405020304" pitchFamily="18" charset="0"/>
              </a:endParaRPr>
            </a:p>
          </p:txBody>
        </p:sp>
        <p:graphicFrame>
          <p:nvGraphicFramePr>
            <p:cNvPr id="65542" name="Object 6"/>
            <p:cNvGraphicFramePr>
              <a:graphicFrameLocks noChangeAspect="1"/>
            </p:cNvGraphicFramePr>
            <p:nvPr>
              <p:extLst>
                <p:ext uri="{D42A27DB-BD31-4B8C-83A1-F6EECF244321}">
                  <p14:modId xmlns:p14="http://schemas.microsoft.com/office/powerpoint/2010/main" val="231578372"/>
                </p:ext>
              </p:extLst>
            </p:nvPr>
          </p:nvGraphicFramePr>
          <p:xfrm>
            <a:off x="3424" y="1260"/>
            <a:ext cx="887" cy="287"/>
          </p:xfrm>
          <a:graphic>
            <a:graphicData uri="http://schemas.openxmlformats.org/presentationml/2006/ole">
              <mc:AlternateContent xmlns:mc="http://schemas.openxmlformats.org/markup-compatibility/2006">
                <mc:Choice xmlns:v="urn:schemas-microsoft-com:vml" Requires="v">
                  <p:oleObj spid="_x0000_s61784" name="公式" r:id="rId4" imgW="698400" imgH="228600" progId="Equation.3">
                    <p:embed/>
                  </p:oleObj>
                </mc:Choice>
                <mc:Fallback>
                  <p:oleObj name="公式" r:id="rId4" imgW="698400" imgH="228600" progId="Equation.3">
                    <p:embed/>
                    <p:pic>
                      <p:nvPicPr>
                        <p:cNvPr id="65542"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4" y="1260"/>
                          <a:ext cx="887"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3" name="Object 7"/>
            <p:cNvGraphicFramePr>
              <a:graphicFrameLocks noChangeAspect="1"/>
            </p:cNvGraphicFramePr>
            <p:nvPr/>
          </p:nvGraphicFramePr>
          <p:xfrm>
            <a:off x="3424" y="869"/>
            <a:ext cx="838" cy="253"/>
          </p:xfrm>
          <a:graphic>
            <a:graphicData uri="http://schemas.openxmlformats.org/presentationml/2006/ole">
              <mc:AlternateContent xmlns:mc="http://schemas.openxmlformats.org/markup-compatibility/2006">
                <mc:Choice xmlns:v="urn:schemas-microsoft-com:vml" Requires="v">
                  <p:oleObj spid="_x0000_s61785" name="公式" r:id="rId6" imgW="660240" imgH="203040" progId="Equation.3">
                    <p:embed/>
                  </p:oleObj>
                </mc:Choice>
                <mc:Fallback>
                  <p:oleObj name="公式" r:id="rId6" imgW="660240" imgH="203040" progId="Equation.3">
                    <p:embed/>
                    <p:pic>
                      <p:nvPicPr>
                        <p:cNvPr id="65543"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24" y="869"/>
                          <a:ext cx="838" cy="2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5544" name="Group 8"/>
          <p:cNvGrpSpPr>
            <a:grpSpLocks/>
          </p:cNvGrpSpPr>
          <p:nvPr/>
        </p:nvGrpSpPr>
        <p:grpSpPr bwMode="auto">
          <a:xfrm>
            <a:off x="2076450" y="685800"/>
            <a:ext cx="3113088" cy="5545138"/>
            <a:chOff x="1308" y="432"/>
            <a:chExt cx="1961" cy="3493"/>
          </a:xfrm>
        </p:grpSpPr>
        <p:sp>
          <p:nvSpPr>
            <p:cNvPr id="65545" name="Text Box 9"/>
            <p:cNvSpPr txBox="1">
              <a:spLocks noChangeArrowheads="1"/>
            </p:cNvSpPr>
            <p:nvPr/>
          </p:nvSpPr>
          <p:spPr bwMode="auto">
            <a:xfrm>
              <a:off x="1952" y="432"/>
              <a:ext cx="502" cy="288"/>
            </a:xfrm>
            <a:prstGeom prst="rect">
              <a:avLst/>
            </a:prstGeom>
            <a:solidFill>
              <a:srgbClr val="FFFFCC"/>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latin typeface="Times New Roman" panose="02020603050405020304" pitchFamily="18" charset="0"/>
                </a:rPr>
                <a:t>时域</a:t>
              </a:r>
            </a:p>
          </p:txBody>
        </p:sp>
        <p:graphicFrame>
          <p:nvGraphicFramePr>
            <p:cNvPr id="65546" name="Object 10"/>
            <p:cNvGraphicFramePr>
              <a:graphicFrameLocks noChangeAspect="1"/>
            </p:cNvGraphicFramePr>
            <p:nvPr/>
          </p:nvGraphicFramePr>
          <p:xfrm>
            <a:off x="1347" y="864"/>
            <a:ext cx="1415" cy="304"/>
          </p:xfrm>
          <a:graphic>
            <a:graphicData uri="http://schemas.openxmlformats.org/presentationml/2006/ole">
              <mc:AlternateContent xmlns:mc="http://schemas.openxmlformats.org/markup-compatibility/2006">
                <mc:Choice xmlns:v="urn:schemas-microsoft-com:vml" Requires="v">
                  <p:oleObj spid="_x0000_s61786" name="公式" r:id="rId8" imgW="1117440" imgH="241200" progId="Equation.3">
                    <p:embed/>
                  </p:oleObj>
                </mc:Choice>
                <mc:Fallback>
                  <p:oleObj name="公式" r:id="rId8" imgW="1117440" imgH="241200" progId="Equation.3">
                    <p:embed/>
                    <p:pic>
                      <p:nvPicPr>
                        <p:cNvPr id="65546" name="Object 10"/>
                        <p:cNvPicPr preferRelativeResize="0">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47" y="864"/>
                          <a:ext cx="1415"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7" name="Object 11"/>
            <p:cNvGraphicFramePr>
              <a:graphicFrameLocks noChangeAspect="1"/>
            </p:cNvGraphicFramePr>
            <p:nvPr/>
          </p:nvGraphicFramePr>
          <p:xfrm>
            <a:off x="1371" y="1198"/>
            <a:ext cx="1898" cy="1184"/>
          </p:xfrm>
          <a:graphic>
            <a:graphicData uri="http://schemas.openxmlformats.org/presentationml/2006/ole">
              <mc:AlternateContent xmlns:mc="http://schemas.openxmlformats.org/markup-compatibility/2006">
                <mc:Choice xmlns:v="urn:schemas-microsoft-com:vml" Requires="v">
                  <p:oleObj spid="_x0000_s61787" name="公式" r:id="rId10" imgW="1485720" imgH="927000" progId="Equation.3">
                    <p:embed/>
                  </p:oleObj>
                </mc:Choice>
                <mc:Fallback>
                  <p:oleObj name="公式" r:id="rId10" imgW="1485720" imgH="927000" progId="Equation.3">
                    <p:embed/>
                    <p:pic>
                      <p:nvPicPr>
                        <p:cNvPr id="65547"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71" y="1198"/>
                          <a:ext cx="1898" cy="1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5548" name="Group 12"/>
            <p:cNvGrpSpPr>
              <a:grpSpLocks/>
            </p:cNvGrpSpPr>
            <p:nvPr/>
          </p:nvGrpSpPr>
          <p:grpSpPr bwMode="auto">
            <a:xfrm>
              <a:off x="1308" y="2528"/>
              <a:ext cx="1913" cy="1104"/>
              <a:chOff x="1308" y="2528"/>
              <a:chExt cx="1913" cy="1104"/>
            </a:xfrm>
          </p:grpSpPr>
          <p:sp>
            <p:nvSpPr>
              <p:cNvPr id="65549" name="Line 13"/>
              <p:cNvSpPr>
                <a:spLocks noChangeShapeType="1"/>
              </p:cNvSpPr>
              <p:nvPr/>
            </p:nvSpPr>
            <p:spPr bwMode="auto">
              <a:xfrm flipV="1">
                <a:off x="1693" y="2579"/>
                <a:ext cx="0" cy="1053"/>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50" name="Line 14"/>
              <p:cNvSpPr>
                <a:spLocks noChangeShapeType="1"/>
              </p:cNvSpPr>
              <p:nvPr/>
            </p:nvSpPr>
            <p:spPr bwMode="auto">
              <a:xfrm flipV="1">
                <a:off x="1379" y="3192"/>
                <a:ext cx="1736" cy="5"/>
              </a:xfrm>
              <a:prstGeom prst="line">
                <a:avLst/>
              </a:prstGeom>
              <a:noFill/>
              <a:ln w="19050">
                <a:solidFill>
                  <a:schemeClr val="tx1"/>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51" name="Text Box 15"/>
              <p:cNvSpPr txBox="1">
                <a:spLocks noChangeArrowheads="1"/>
              </p:cNvSpPr>
              <p:nvPr/>
            </p:nvSpPr>
            <p:spPr bwMode="auto">
              <a:xfrm>
                <a:off x="2872" y="3155"/>
                <a:ext cx="3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spcBef>
                    <a:spcPct val="0"/>
                  </a:spcBef>
                </a:pPr>
                <a:r>
                  <a:rPr kumimoji="1" lang="en-US" altLang="zh-CN" sz="2400" b="1" i="1">
                    <a:latin typeface="Times New Roman" panose="02020603050405020304" pitchFamily="18" charset="0"/>
                    <a:sym typeface="Symbol" panose="05050102010706020507" pitchFamily="18" charset="2"/>
                  </a:rPr>
                  <a:t> </a:t>
                </a:r>
                <a:r>
                  <a:rPr kumimoji="1" lang="en-US" altLang="zh-CN" sz="2400" b="1" i="1">
                    <a:latin typeface="Times New Roman" panose="02020603050405020304" pitchFamily="18" charset="0"/>
                  </a:rPr>
                  <a:t>t</a:t>
                </a:r>
              </a:p>
            </p:txBody>
          </p:sp>
          <p:sp>
            <p:nvSpPr>
              <p:cNvPr id="65552" name="Freeform 16"/>
              <p:cNvSpPr>
                <a:spLocks/>
              </p:cNvSpPr>
              <p:nvPr/>
            </p:nvSpPr>
            <p:spPr bwMode="auto">
              <a:xfrm>
                <a:off x="1308" y="2855"/>
                <a:ext cx="1514" cy="680"/>
              </a:xfrm>
              <a:custGeom>
                <a:avLst/>
                <a:gdLst>
                  <a:gd name="T0" fmla="*/ 0 w 2118"/>
                  <a:gd name="T1" fmla="*/ 734 h 868"/>
                  <a:gd name="T2" fmla="*/ 260 w 2118"/>
                  <a:gd name="T3" fmla="*/ 286 h 868"/>
                  <a:gd name="T4" fmla="*/ 335 w 2118"/>
                  <a:gd name="T5" fmla="*/ 162 h 868"/>
                  <a:gd name="T6" fmla="*/ 430 w 2118"/>
                  <a:gd name="T7" fmla="*/ 53 h 868"/>
                  <a:gd name="T8" fmla="*/ 538 w 2118"/>
                  <a:gd name="T9" fmla="*/ 2 h 868"/>
                  <a:gd name="T10" fmla="*/ 672 w 2118"/>
                  <a:gd name="T11" fmla="*/ 64 h 868"/>
                  <a:gd name="T12" fmla="*/ 806 w 2118"/>
                  <a:gd name="T13" fmla="*/ 246 h 868"/>
                  <a:gd name="T14" fmla="*/ 906 w 2118"/>
                  <a:gd name="T15" fmla="*/ 430 h 868"/>
                  <a:gd name="T16" fmla="*/ 1019 w 2118"/>
                  <a:gd name="T17" fmla="*/ 628 h 868"/>
                  <a:gd name="T18" fmla="*/ 1130 w 2118"/>
                  <a:gd name="T19" fmla="*/ 788 h 868"/>
                  <a:gd name="T20" fmla="*/ 1284 w 2118"/>
                  <a:gd name="T21" fmla="*/ 862 h 868"/>
                  <a:gd name="T22" fmla="*/ 1449 w 2118"/>
                  <a:gd name="T23" fmla="*/ 747 h 868"/>
                  <a:gd name="T24" fmla="*/ 1637 w 2118"/>
                  <a:gd name="T25" fmla="*/ 442 h 868"/>
                  <a:gd name="T26" fmla="*/ 1724 w 2118"/>
                  <a:gd name="T27" fmla="*/ 277 h 868"/>
                  <a:gd name="T28" fmla="*/ 1876 w 2118"/>
                  <a:gd name="T29" fmla="*/ 67 h 868"/>
                  <a:gd name="T30" fmla="*/ 2002 w 2118"/>
                  <a:gd name="T31" fmla="*/ 5 h 868"/>
                  <a:gd name="T32" fmla="*/ 2118 w 2118"/>
                  <a:gd name="T33" fmla="*/ 53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18" h="868">
                    <a:moveTo>
                      <a:pt x="0" y="734"/>
                    </a:moveTo>
                    <a:cubicBezTo>
                      <a:pt x="43" y="660"/>
                      <a:pt x="204" y="381"/>
                      <a:pt x="260" y="286"/>
                    </a:cubicBezTo>
                    <a:cubicBezTo>
                      <a:pt x="316" y="191"/>
                      <a:pt x="307" y="201"/>
                      <a:pt x="335" y="162"/>
                    </a:cubicBezTo>
                    <a:cubicBezTo>
                      <a:pt x="363" y="123"/>
                      <a:pt x="397" y="79"/>
                      <a:pt x="430" y="53"/>
                    </a:cubicBezTo>
                    <a:cubicBezTo>
                      <a:pt x="464" y="26"/>
                      <a:pt x="498" y="0"/>
                      <a:pt x="538" y="2"/>
                    </a:cubicBezTo>
                    <a:cubicBezTo>
                      <a:pt x="579" y="5"/>
                      <a:pt x="627" y="24"/>
                      <a:pt x="672" y="64"/>
                    </a:cubicBezTo>
                    <a:cubicBezTo>
                      <a:pt x="717" y="105"/>
                      <a:pt x="767" y="185"/>
                      <a:pt x="806" y="246"/>
                    </a:cubicBezTo>
                    <a:cubicBezTo>
                      <a:pt x="844" y="306"/>
                      <a:pt x="870" y="366"/>
                      <a:pt x="906" y="430"/>
                    </a:cubicBezTo>
                    <a:cubicBezTo>
                      <a:pt x="942" y="493"/>
                      <a:pt x="982" y="568"/>
                      <a:pt x="1019" y="628"/>
                    </a:cubicBezTo>
                    <a:cubicBezTo>
                      <a:pt x="1057" y="687"/>
                      <a:pt x="1086" y="749"/>
                      <a:pt x="1130" y="788"/>
                    </a:cubicBezTo>
                    <a:cubicBezTo>
                      <a:pt x="1174" y="827"/>
                      <a:pt x="1231" y="868"/>
                      <a:pt x="1284" y="862"/>
                    </a:cubicBezTo>
                    <a:cubicBezTo>
                      <a:pt x="1338" y="855"/>
                      <a:pt x="1390" y="817"/>
                      <a:pt x="1449" y="747"/>
                    </a:cubicBezTo>
                    <a:cubicBezTo>
                      <a:pt x="1508" y="677"/>
                      <a:pt x="1591" y="520"/>
                      <a:pt x="1637" y="442"/>
                    </a:cubicBezTo>
                    <a:cubicBezTo>
                      <a:pt x="1682" y="364"/>
                      <a:pt x="1685" y="339"/>
                      <a:pt x="1724" y="277"/>
                    </a:cubicBezTo>
                    <a:cubicBezTo>
                      <a:pt x="1764" y="215"/>
                      <a:pt x="1830" y="112"/>
                      <a:pt x="1876" y="67"/>
                    </a:cubicBezTo>
                    <a:cubicBezTo>
                      <a:pt x="1922" y="21"/>
                      <a:pt x="1962" y="7"/>
                      <a:pt x="2002" y="5"/>
                    </a:cubicBezTo>
                    <a:cubicBezTo>
                      <a:pt x="2043" y="2"/>
                      <a:pt x="2094" y="43"/>
                      <a:pt x="2118" y="53"/>
                    </a:cubicBezTo>
                  </a:path>
                </a:pathLst>
              </a:custGeom>
              <a:noFill/>
              <a:ln w="28575"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5553" name="Freeform 17"/>
              <p:cNvSpPr>
                <a:spLocks/>
              </p:cNvSpPr>
              <p:nvPr/>
            </p:nvSpPr>
            <p:spPr bwMode="auto">
              <a:xfrm>
                <a:off x="1447" y="3033"/>
                <a:ext cx="1649" cy="339"/>
              </a:xfrm>
              <a:custGeom>
                <a:avLst/>
                <a:gdLst>
                  <a:gd name="T0" fmla="*/ 0 w 2307"/>
                  <a:gd name="T1" fmla="*/ 430 h 432"/>
                  <a:gd name="T2" fmla="*/ 160 w 2307"/>
                  <a:gd name="T3" fmla="*/ 385 h 432"/>
                  <a:gd name="T4" fmla="*/ 363 w 2307"/>
                  <a:gd name="T5" fmla="*/ 215 h 432"/>
                  <a:gd name="T6" fmla="*/ 561 w 2307"/>
                  <a:gd name="T7" fmla="*/ 53 h 432"/>
                  <a:gd name="T8" fmla="*/ 741 w 2307"/>
                  <a:gd name="T9" fmla="*/ 2 h 432"/>
                  <a:gd name="T10" fmla="*/ 916 w 2307"/>
                  <a:gd name="T11" fmla="*/ 67 h 432"/>
                  <a:gd name="T12" fmla="*/ 1094 w 2307"/>
                  <a:gd name="T13" fmla="*/ 217 h 432"/>
                  <a:gd name="T14" fmla="*/ 1311 w 2307"/>
                  <a:gd name="T15" fmla="*/ 385 h 432"/>
                  <a:gd name="T16" fmla="*/ 1446 w 2307"/>
                  <a:gd name="T17" fmla="*/ 430 h 432"/>
                  <a:gd name="T18" fmla="*/ 1588 w 2307"/>
                  <a:gd name="T19" fmla="*/ 397 h 432"/>
                  <a:gd name="T20" fmla="*/ 1731 w 2307"/>
                  <a:gd name="T21" fmla="*/ 286 h 432"/>
                  <a:gd name="T22" fmla="*/ 1830 w 2307"/>
                  <a:gd name="T23" fmla="*/ 205 h 432"/>
                  <a:gd name="T24" fmla="*/ 1968 w 2307"/>
                  <a:gd name="T25" fmla="*/ 82 h 432"/>
                  <a:gd name="T26" fmla="*/ 2139 w 2307"/>
                  <a:gd name="T27" fmla="*/ 13 h 432"/>
                  <a:gd name="T28" fmla="*/ 2256 w 2307"/>
                  <a:gd name="T29" fmla="*/ 28 h 432"/>
                  <a:gd name="T30" fmla="*/ 2307 w 2307"/>
                  <a:gd name="T31" fmla="*/ 52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307" h="432">
                    <a:moveTo>
                      <a:pt x="0" y="430"/>
                    </a:moveTo>
                    <a:cubicBezTo>
                      <a:pt x="27" y="423"/>
                      <a:pt x="99" y="421"/>
                      <a:pt x="160" y="385"/>
                    </a:cubicBezTo>
                    <a:cubicBezTo>
                      <a:pt x="220" y="349"/>
                      <a:pt x="296" y="270"/>
                      <a:pt x="363" y="215"/>
                    </a:cubicBezTo>
                    <a:cubicBezTo>
                      <a:pt x="430" y="160"/>
                      <a:pt x="498" y="88"/>
                      <a:pt x="561" y="53"/>
                    </a:cubicBezTo>
                    <a:cubicBezTo>
                      <a:pt x="624" y="18"/>
                      <a:pt x="682" y="0"/>
                      <a:pt x="741" y="2"/>
                    </a:cubicBezTo>
                    <a:cubicBezTo>
                      <a:pt x="800" y="5"/>
                      <a:pt x="858" y="31"/>
                      <a:pt x="916" y="67"/>
                    </a:cubicBezTo>
                    <a:cubicBezTo>
                      <a:pt x="974" y="103"/>
                      <a:pt x="1028" y="164"/>
                      <a:pt x="1094" y="217"/>
                    </a:cubicBezTo>
                    <a:cubicBezTo>
                      <a:pt x="1160" y="270"/>
                      <a:pt x="1252" y="349"/>
                      <a:pt x="1311" y="385"/>
                    </a:cubicBezTo>
                    <a:cubicBezTo>
                      <a:pt x="1370" y="421"/>
                      <a:pt x="1400" y="428"/>
                      <a:pt x="1446" y="430"/>
                    </a:cubicBezTo>
                    <a:cubicBezTo>
                      <a:pt x="1492" y="432"/>
                      <a:pt x="1540" y="421"/>
                      <a:pt x="1588" y="397"/>
                    </a:cubicBezTo>
                    <a:cubicBezTo>
                      <a:pt x="1636" y="373"/>
                      <a:pt x="1691" y="318"/>
                      <a:pt x="1731" y="286"/>
                    </a:cubicBezTo>
                    <a:cubicBezTo>
                      <a:pt x="1771" y="254"/>
                      <a:pt x="1791" y="239"/>
                      <a:pt x="1830" y="205"/>
                    </a:cubicBezTo>
                    <a:cubicBezTo>
                      <a:pt x="1869" y="171"/>
                      <a:pt x="1917" y="114"/>
                      <a:pt x="1968" y="82"/>
                    </a:cubicBezTo>
                    <a:cubicBezTo>
                      <a:pt x="2019" y="50"/>
                      <a:pt x="2091" y="22"/>
                      <a:pt x="2139" y="13"/>
                    </a:cubicBezTo>
                    <a:cubicBezTo>
                      <a:pt x="2187" y="4"/>
                      <a:pt x="2228" y="21"/>
                      <a:pt x="2256" y="28"/>
                    </a:cubicBezTo>
                    <a:cubicBezTo>
                      <a:pt x="2284" y="35"/>
                      <a:pt x="2297" y="47"/>
                      <a:pt x="2307" y="52"/>
                    </a:cubicBezTo>
                  </a:path>
                </a:pathLst>
              </a:custGeom>
              <a:noFill/>
              <a:ln w="28575" cap="flat" cmpd="sng">
                <a:solidFill>
                  <a:srgbClr val="3333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5554" name="Text Box 18"/>
              <p:cNvSpPr txBox="1">
                <a:spLocks noChangeArrowheads="1"/>
              </p:cNvSpPr>
              <p:nvPr/>
            </p:nvSpPr>
            <p:spPr bwMode="auto">
              <a:xfrm>
                <a:off x="1385" y="2528"/>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latin typeface="Times New Roman" panose="02020603050405020304" pitchFamily="18" charset="0"/>
                  </a:rPr>
                  <a:t>u</a:t>
                </a:r>
                <a:r>
                  <a:rPr kumimoji="1" lang="en-US" altLang="zh-CN" sz="2400" b="1">
                    <a:latin typeface="Times New Roman" panose="02020603050405020304" pitchFamily="18" charset="0"/>
                  </a:rPr>
                  <a:t>, </a:t>
                </a:r>
                <a:r>
                  <a:rPr kumimoji="1" lang="en-US" altLang="zh-CN" sz="2400" b="1" i="1">
                    <a:latin typeface="Times New Roman" panose="02020603050405020304" pitchFamily="18" charset="0"/>
                  </a:rPr>
                  <a:t>i</a:t>
                </a:r>
                <a:endParaRPr kumimoji="1" lang="en-US" altLang="zh-CN" sz="2400" b="1">
                  <a:latin typeface="Times New Roman" panose="02020603050405020304" pitchFamily="18" charset="0"/>
                </a:endParaRPr>
              </a:p>
            </p:txBody>
          </p:sp>
          <p:sp>
            <p:nvSpPr>
              <p:cNvPr id="65555" name="Text Box 19"/>
              <p:cNvSpPr txBox="1">
                <a:spLocks noChangeArrowheads="1"/>
              </p:cNvSpPr>
              <p:nvPr/>
            </p:nvSpPr>
            <p:spPr bwMode="auto">
              <a:xfrm>
                <a:off x="2208" y="2880"/>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solidFill>
                      <a:srgbClr val="6600FF"/>
                    </a:solidFill>
                    <a:latin typeface="Times New Roman" panose="02020603050405020304" pitchFamily="18" charset="0"/>
                  </a:rPr>
                  <a:t>u</a:t>
                </a:r>
                <a:endParaRPr kumimoji="1" lang="en-US" altLang="zh-CN" sz="2400" b="1">
                  <a:solidFill>
                    <a:srgbClr val="6600FF"/>
                  </a:solidFill>
                  <a:latin typeface="Times New Roman" panose="02020603050405020304" pitchFamily="18" charset="0"/>
                </a:endParaRPr>
              </a:p>
            </p:txBody>
          </p:sp>
          <p:sp>
            <p:nvSpPr>
              <p:cNvPr id="65556" name="Text Box 20"/>
              <p:cNvSpPr txBox="1">
                <a:spLocks noChangeArrowheads="1"/>
              </p:cNvSpPr>
              <p:nvPr/>
            </p:nvSpPr>
            <p:spPr bwMode="auto">
              <a:xfrm>
                <a:off x="1824" y="2640"/>
                <a:ext cx="2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solidFill>
                      <a:srgbClr val="FF0000"/>
                    </a:solidFill>
                    <a:latin typeface="Times New Roman" panose="02020603050405020304" pitchFamily="18" charset="0"/>
                  </a:rPr>
                  <a:t> </a:t>
                </a:r>
                <a:r>
                  <a:rPr kumimoji="1" lang="en-US" altLang="zh-CN" sz="2400" b="1" i="1">
                    <a:solidFill>
                      <a:srgbClr val="FF0000"/>
                    </a:solidFill>
                    <a:latin typeface="Times New Roman" panose="02020603050405020304" pitchFamily="18" charset="0"/>
                  </a:rPr>
                  <a:t>i</a:t>
                </a:r>
                <a:endParaRPr kumimoji="1" lang="en-US" altLang="zh-CN" sz="2400" b="1">
                  <a:solidFill>
                    <a:srgbClr val="FF0000"/>
                  </a:solidFill>
                  <a:latin typeface="Times New Roman" panose="02020603050405020304" pitchFamily="18" charset="0"/>
                </a:endParaRPr>
              </a:p>
            </p:txBody>
          </p:sp>
          <p:sp>
            <p:nvSpPr>
              <p:cNvPr id="65557" name="Text Box 21"/>
              <p:cNvSpPr txBox="1">
                <a:spLocks noChangeArrowheads="1"/>
              </p:cNvSpPr>
              <p:nvPr/>
            </p:nvSpPr>
            <p:spPr bwMode="auto">
              <a:xfrm>
                <a:off x="1687" y="3181"/>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0</a:t>
                </a:r>
              </a:p>
            </p:txBody>
          </p:sp>
        </p:grpSp>
        <p:sp>
          <p:nvSpPr>
            <p:cNvPr id="65558" name="Text Box 22"/>
            <p:cNvSpPr txBox="1">
              <a:spLocks noChangeArrowheads="1"/>
            </p:cNvSpPr>
            <p:nvPr/>
          </p:nvSpPr>
          <p:spPr bwMode="auto">
            <a:xfrm>
              <a:off x="1726" y="3637"/>
              <a:ext cx="69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rPr>
                <a:t>波形图</a:t>
              </a:r>
            </a:p>
          </p:txBody>
        </p:sp>
      </p:grpSp>
      <p:grpSp>
        <p:nvGrpSpPr>
          <p:cNvPr id="65559" name="Group 23"/>
          <p:cNvGrpSpPr>
            <a:grpSpLocks/>
          </p:cNvGrpSpPr>
          <p:nvPr/>
        </p:nvGrpSpPr>
        <p:grpSpPr bwMode="auto">
          <a:xfrm>
            <a:off x="228600" y="260350"/>
            <a:ext cx="1901825" cy="2959100"/>
            <a:chOff x="144" y="170"/>
            <a:chExt cx="1026" cy="1858"/>
          </a:xfrm>
        </p:grpSpPr>
        <p:sp>
          <p:nvSpPr>
            <p:cNvPr id="65560" name="Text Box 24"/>
            <p:cNvSpPr txBox="1">
              <a:spLocks noChangeArrowheads="1"/>
            </p:cNvSpPr>
            <p:nvPr/>
          </p:nvSpPr>
          <p:spPr bwMode="auto">
            <a:xfrm>
              <a:off x="144" y="170"/>
              <a:ext cx="74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a:solidFill>
                    <a:srgbClr val="FF0000"/>
                  </a:solidFill>
                  <a:latin typeface="Times New Roman" panose="02020603050405020304" pitchFamily="18" charset="0"/>
                </a:rPr>
                <a:t>3 . </a:t>
              </a:r>
              <a:r>
                <a:rPr kumimoji="1" lang="zh-CN" altLang="en-US" sz="2400" b="1">
                  <a:solidFill>
                    <a:srgbClr val="FF0000"/>
                  </a:solidFill>
                  <a:latin typeface="Times New Roman" panose="02020603050405020304" pitchFamily="18" charset="0"/>
                </a:rPr>
                <a:t>电容</a:t>
              </a:r>
            </a:p>
          </p:txBody>
        </p:sp>
        <p:grpSp>
          <p:nvGrpSpPr>
            <p:cNvPr id="65561" name="Group 25"/>
            <p:cNvGrpSpPr>
              <a:grpSpLocks/>
            </p:cNvGrpSpPr>
            <p:nvPr/>
          </p:nvGrpSpPr>
          <p:grpSpPr bwMode="auto">
            <a:xfrm>
              <a:off x="144" y="576"/>
              <a:ext cx="1026" cy="1452"/>
              <a:chOff x="144" y="576"/>
              <a:chExt cx="1026" cy="1452"/>
            </a:xfrm>
          </p:grpSpPr>
          <p:sp>
            <p:nvSpPr>
              <p:cNvPr id="65562" name="Text Box 26"/>
              <p:cNvSpPr txBox="1">
                <a:spLocks noChangeArrowheads="1"/>
              </p:cNvSpPr>
              <p:nvPr/>
            </p:nvSpPr>
            <p:spPr bwMode="auto">
              <a:xfrm>
                <a:off x="182" y="1741"/>
                <a:ext cx="760"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rPr>
                  <a:t>时域模型</a:t>
                </a:r>
              </a:p>
            </p:txBody>
          </p:sp>
          <p:sp>
            <p:nvSpPr>
              <p:cNvPr id="65563" name="Freeform 27"/>
              <p:cNvSpPr>
                <a:spLocks/>
              </p:cNvSpPr>
              <p:nvPr/>
            </p:nvSpPr>
            <p:spPr bwMode="auto">
              <a:xfrm>
                <a:off x="893" y="936"/>
                <a:ext cx="1" cy="306"/>
              </a:xfrm>
              <a:custGeom>
                <a:avLst/>
                <a:gdLst>
                  <a:gd name="T0" fmla="*/ 1 w 1"/>
                  <a:gd name="T1" fmla="*/ 306 h 306"/>
                  <a:gd name="T2" fmla="*/ 0 w 1"/>
                  <a:gd name="T3" fmla="*/ 0 h 306"/>
                </a:gdLst>
                <a:ahLst/>
                <a:cxnLst>
                  <a:cxn ang="0">
                    <a:pos x="T0" y="T1"/>
                  </a:cxn>
                  <a:cxn ang="0">
                    <a:pos x="T2" y="T3"/>
                  </a:cxn>
                </a:cxnLst>
                <a:rect l="0" t="0" r="r" b="b"/>
                <a:pathLst>
                  <a:path w="1" h="306">
                    <a:moveTo>
                      <a:pt x="1" y="306"/>
                    </a:moveTo>
                    <a:lnTo>
                      <a:pt x="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5564" name="Freeform 28"/>
              <p:cNvSpPr>
                <a:spLocks/>
              </p:cNvSpPr>
              <p:nvPr/>
            </p:nvSpPr>
            <p:spPr bwMode="auto">
              <a:xfrm>
                <a:off x="887" y="1350"/>
                <a:ext cx="1" cy="312"/>
              </a:xfrm>
              <a:custGeom>
                <a:avLst/>
                <a:gdLst>
                  <a:gd name="T0" fmla="*/ 1 w 1"/>
                  <a:gd name="T1" fmla="*/ 0 h 312"/>
                  <a:gd name="T2" fmla="*/ 0 w 1"/>
                  <a:gd name="T3" fmla="*/ 312 h 312"/>
                </a:gdLst>
                <a:ahLst/>
                <a:cxnLst>
                  <a:cxn ang="0">
                    <a:pos x="T0" y="T1"/>
                  </a:cxn>
                  <a:cxn ang="0">
                    <a:pos x="T2" y="T3"/>
                  </a:cxn>
                </a:cxnLst>
                <a:rect l="0" t="0" r="r" b="b"/>
                <a:pathLst>
                  <a:path w="1" h="312">
                    <a:moveTo>
                      <a:pt x="1" y="0"/>
                    </a:moveTo>
                    <a:lnTo>
                      <a:pt x="0" y="312"/>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5565" name="Freeform 29"/>
              <p:cNvSpPr>
                <a:spLocks/>
              </p:cNvSpPr>
              <p:nvPr/>
            </p:nvSpPr>
            <p:spPr bwMode="auto">
              <a:xfrm>
                <a:off x="317" y="936"/>
                <a:ext cx="576" cy="6"/>
              </a:xfrm>
              <a:custGeom>
                <a:avLst/>
                <a:gdLst>
                  <a:gd name="T0" fmla="*/ 0 w 576"/>
                  <a:gd name="T1" fmla="*/ 6 h 6"/>
                  <a:gd name="T2" fmla="*/ 576 w 576"/>
                  <a:gd name="T3" fmla="*/ 0 h 6"/>
                </a:gdLst>
                <a:ahLst/>
                <a:cxnLst>
                  <a:cxn ang="0">
                    <a:pos x="T0" y="T1"/>
                  </a:cxn>
                  <a:cxn ang="0">
                    <a:pos x="T2" y="T3"/>
                  </a:cxn>
                </a:cxnLst>
                <a:rect l="0" t="0" r="r" b="b"/>
                <a:pathLst>
                  <a:path w="576" h="6">
                    <a:moveTo>
                      <a:pt x="0" y="6"/>
                    </a:moveTo>
                    <a:lnTo>
                      <a:pt x="576"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5566" name="Freeform 30"/>
              <p:cNvSpPr>
                <a:spLocks/>
              </p:cNvSpPr>
              <p:nvPr/>
            </p:nvSpPr>
            <p:spPr bwMode="auto">
              <a:xfrm>
                <a:off x="314" y="1656"/>
                <a:ext cx="570" cy="3"/>
              </a:xfrm>
              <a:custGeom>
                <a:avLst/>
                <a:gdLst>
                  <a:gd name="T0" fmla="*/ 0 w 570"/>
                  <a:gd name="T1" fmla="*/ 3 h 3"/>
                  <a:gd name="T2" fmla="*/ 570 w 570"/>
                  <a:gd name="T3" fmla="*/ 0 h 3"/>
                </a:gdLst>
                <a:ahLst/>
                <a:cxnLst>
                  <a:cxn ang="0">
                    <a:pos x="T0" y="T1"/>
                  </a:cxn>
                  <a:cxn ang="0">
                    <a:pos x="T2" y="T3"/>
                  </a:cxn>
                </a:cxnLst>
                <a:rect l="0" t="0" r="r" b="b"/>
                <a:pathLst>
                  <a:path w="570" h="3">
                    <a:moveTo>
                      <a:pt x="0" y="3"/>
                    </a:moveTo>
                    <a:lnTo>
                      <a:pt x="57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5567" name="Line 31"/>
              <p:cNvSpPr>
                <a:spLocks noChangeShapeType="1"/>
              </p:cNvSpPr>
              <p:nvPr/>
            </p:nvSpPr>
            <p:spPr bwMode="auto">
              <a:xfrm>
                <a:off x="297" y="864"/>
                <a:ext cx="288" cy="0"/>
              </a:xfrm>
              <a:prstGeom prst="line">
                <a:avLst/>
              </a:prstGeom>
              <a:noFill/>
              <a:ln w="952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68" name="Text Box 32"/>
              <p:cNvSpPr txBox="1">
                <a:spLocks noChangeArrowheads="1"/>
              </p:cNvSpPr>
              <p:nvPr/>
            </p:nvSpPr>
            <p:spPr bwMode="auto">
              <a:xfrm>
                <a:off x="249" y="576"/>
                <a:ext cx="327" cy="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i</a:t>
                </a:r>
                <a:r>
                  <a:rPr kumimoji="1" lang="en-US" altLang="zh-CN" sz="2400" b="1" i="1" baseline="-25000">
                    <a:latin typeface="Times New Roman" panose="02020603050405020304" pitchFamily="18" charset="0"/>
                  </a:rPr>
                  <a:t> </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p>
            </p:txBody>
          </p:sp>
          <p:sp>
            <p:nvSpPr>
              <p:cNvPr id="65569" name="Text Box 33"/>
              <p:cNvSpPr txBox="1">
                <a:spLocks noChangeArrowheads="1"/>
              </p:cNvSpPr>
              <p:nvPr/>
            </p:nvSpPr>
            <p:spPr bwMode="auto">
              <a:xfrm>
                <a:off x="144" y="1152"/>
                <a:ext cx="48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i="1">
                    <a:latin typeface="Times New Roman" panose="02020603050405020304" pitchFamily="18" charset="0"/>
                  </a:rPr>
                  <a:t>u</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t</a:t>
                </a:r>
                <a:r>
                  <a:rPr kumimoji="1" lang="en-US" altLang="zh-CN" sz="2400" b="1">
                    <a:latin typeface="Times New Roman" panose="02020603050405020304" pitchFamily="18" charset="0"/>
                  </a:rPr>
                  <a:t>)</a:t>
                </a:r>
              </a:p>
            </p:txBody>
          </p:sp>
          <p:sp>
            <p:nvSpPr>
              <p:cNvPr id="65570" name="Text Box 34"/>
              <p:cNvSpPr txBox="1">
                <a:spLocks noChangeArrowheads="1"/>
              </p:cNvSpPr>
              <p:nvPr/>
            </p:nvSpPr>
            <p:spPr bwMode="auto">
              <a:xfrm>
                <a:off x="961" y="1152"/>
                <a:ext cx="209" cy="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C</a:t>
                </a:r>
              </a:p>
            </p:txBody>
          </p:sp>
          <p:sp>
            <p:nvSpPr>
              <p:cNvPr id="65571" name="Oval 35"/>
              <p:cNvSpPr>
                <a:spLocks noChangeArrowheads="1"/>
              </p:cNvSpPr>
              <p:nvPr/>
            </p:nvSpPr>
            <p:spPr bwMode="auto">
              <a:xfrm>
                <a:off x="263" y="1632"/>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5572" name="Oval 36"/>
              <p:cNvSpPr>
                <a:spLocks noChangeArrowheads="1"/>
              </p:cNvSpPr>
              <p:nvPr/>
            </p:nvSpPr>
            <p:spPr bwMode="auto">
              <a:xfrm>
                <a:off x="263" y="912"/>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5573" name="Text Box 37"/>
              <p:cNvSpPr txBox="1">
                <a:spLocks noChangeArrowheads="1"/>
              </p:cNvSpPr>
              <p:nvPr/>
            </p:nvSpPr>
            <p:spPr bwMode="auto">
              <a:xfrm>
                <a:off x="182" y="960"/>
                <a:ext cx="192"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a:t>
                </a:r>
              </a:p>
            </p:txBody>
          </p:sp>
          <p:sp>
            <p:nvSpPr>
              <p:cNvPr id="65574" name="Text Box 38"/>
              <p:cNvSpPr txBox="1">
                <a:spLocks noChangeArrowheads="1"/>
              </p:cNvSpPr>
              <p:nvPr/>
            </p:nvSpPr>
            <p:spPr bwMode="auto">
              <a:xfrm>
                <a:off x="195" y="1392"/>
                <a:ext cx="183"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黑体" panose="02010609060101010101" pitchFamily="49" charset="-122"/>
                    <a:ea typeface="黑体" panose="02010609060101010101" pitchFamily="49" charset="-122"/>
                  </a:rPr>
                  <a:t>-</a:t>
                </a:r>
                <a:endParaRPr kumimoji="1" lang="en-US" altLang="zh-CN" sz="2400" b="1">
                  <a:latin typeface="Times New Roman" panose="02020603050405020304" pitchFamily="18" charset="0"/>
                </a:endParaRPr>
              </a:p>
            </p:txBody>
          </p:sp>
          <p:sp>
            <p:nvSpPr>
              <p:cNvPr id="65575" name="Line 39"/>
              <p:cNvSpPr>
                <a:spLocks noChangeShapeType="1"/>
              </p:cNvSpPr>
              <p:nvPr/>
            </p:nvSpPr>
            <p:spPr bwMode="auto">
              <a:xfrm>
                <a:off x="768" y="1248"/>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65576" name="Line 40"/>
              <p:cNvSpPr>
                <a:spLocks noChangeShapeType="1"/>
              </p:cNvSpPr>
              <p:nvPr/>
            </p:nvSpPr>
            <p:spPr bwMode="auto">
              <a:xfrm>
                <a:off x="768" y="1344"/>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grpSp>
      <p:grpSp>
        <p:nvGrpSpPr>
          <p:cNvPr id="65604" name="Group 68"/>
          <p:cNvGrpSpPr>
            <a:grpSpLocks/>
          </p:cNvGrpSpPr>
          <p:nvPr/>
        </p:nvGrpSpPr>
        <p:grpSpPr bwMode="auto">
          <a:xfrm>
            <a:off x="7391400" y="995363"/>
            <a:ext cx="1752600" cy="5106987"/>
            <a:chOff x="4656" y="627"/>
            <a:chExt cx="1104" cy="3217"/>
          </a:xfrm>
        </p:grpSpPr>
        <p:graphicFrame>
          <p:nvGraphicFramePr>
            <p:cNvPr id="65579" name="Object 43"/>
            <p:cNvGraphicFramePr>
              <a:graphicFrameLocks noChangeAspect="1"/>
            </p:cNvGraphicFramePr>
            <p:nvPr/>
          </p:nvGraphicFramePr>
          <p:xfrm>
            <a:off x="5559" y="3228"/>
            <a:ext cx="201" cy="248"/>
          </p:xfrm>
          <a:graphic>
            <a:graphicData uri="http://schemas.openxmlformats.org/presentationml/2006/ole">
              <mc:AlternateContent xmlns:mc="http://schemas.openxmlformats.org/markup-compatibility/2006">
                <mc:Choice xmlns:v="urn:schemas-microsoft-com:vml" Requires="v">
                  <p:oleObj spid="_x0000_s61788" name="公式" r:id="rId12" imgW="164880" imgH="203040" progId="Equation.3">
                    <p:embed/>
                  </p:oleObj>
                </mc:Choice>
                <mc:Fallback>
                  <p:oleObj name="公式" r:id="rId12" imgW="164880" imgH="203040" progId="Equation.3">
                    <p:embed/>
                    <p:pic>
                      <p:nvPicPr>
                        <p:cNvPr id="65579" name="Object 43"/>
                        <p:cNvPicPr preferRelativeResize="0">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559" y="3228"/>
                          <a:ext cx="201"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80" name="Object 44"/>
            <p:cNvGraphicFramePr>
              <a:graphicFrameLocks noChangeAspect="1"/>
            </p:cNvGraphicFramePr>
            <p:nvPr/>
          </p:nvGraphicFramePr>
          <p:xfrm>
            <a:off x="4743" y="2748"/>
            <a:ext cx="166" cy="252"/>
          </p:xfrm>
          <a:graphic>
            <a:graphicData uri="http://schemas.openxmlformats.org/presentationml/2006/ole">
              <mc:AlternateContent xmlns:mc="http://schemas.openxmlformats.org/markup-compatibility/2006">
                <mc:Choice xmlns:v="urn:schemas-microsoft-com:vml" Requires="v">
                  <p:oleObj spid="_x0000_s61789" name="公式" r:id="rId14" imgW="126720" imgH="190440" progId="Equation.3">
                    <p:embed/>
                  </p:oleObj>
                </mc:Choice>
                <mc:Fallback>
                  <p:oleObj name="公式" r:id="rId14" imgW="126720" imgH="190440" progId="Equation.3">
                    <p:embed/>
                    <p:pic>
                      <p:nvPicPr>
                        <p:cNvPr id="65580" name="Object 44"/>
                        <p:cNvPicPr preferRelativeResize="0">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743" y="2748"/>
                          <a:ext cx="16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581" name="Line 45"/>
            <p:cNvSpPr>
              <a:spLocks noChangeShapeType="1"/>
            </p:cNvSpPr>
            <p:nvPr/>
          </p:nvSpPr>
          <p:spPr bwMode="auto">
            <a:xfrm>
              <a:off x="4935" y="3439"/>
              <a:ext cx="568" cy="0"/>
            </a:xfrm>
            <a:prstGeom prst="line">
              <a:avLst/>
            </a:prstGeom>
            <a:noFill/>
            <a:ln w="25400">
              <a:solidFill>
                <a:srgbClr val="66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5582" name="Line 46"/>
            <p:cNvSpPr>
              <a:spLocks noChangeShapeType="1"/>
            </p:cNvSpPr>
            <p:nvPr/>
          </p:nvSpPr>
          <p:spPr bwMode="auto">
            <a:xfrm flipV="1">
              <a:off x="4935" y="2775"/>
              <a:ext cx="0" cy="664"/>
            </a:xfrm>
            <a:prstGeom prst="line">
              <a:avLst/>
            </a:prstGeom>
            <a:noFill/>
            <a:ln w="254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5583" name="Text Box 47"/>
            <p:cNvSpPr txBox="1">
              <a:spLocks noChangeArrowheads="1"/>
            </p:cNvSpPr>
            <p:nvPr/>
          </p:nvSpPr>
          <p:spPr bwMode="auto">
            <a:xfrm>
              <a:off x="4877" y="3556"/>
              <a:ext cx="69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rPr>
                <a:t>相量图</a:t>
              </a:r>
            </a:p>
          </p:txBody>
        </p:sp>
        <p:grpSp>
          <p:nvGrpSpPr>
            <p:cNvPr id="65584" name="Group 48"/>
            <p:cNvGrpSpPr>
              <a:grpSpLocks/>
            </p:cNvGrpSpPr>
            <p:nvPr/>
          </p:nvGrpSpPr>
          <p:grpSpPr bwMode="auto">
            <a:xfrm>
              <a:off x="4656" y="627"/>
              <a:ext cx="944" cy="1469"/>
              <a:chOff x="4656" y="627"/>
              <a:chExt cx="944" cy="1469"/>
            </a:xfrm>
          </p:grpSpPr>
          <p:sp>
            <p:nvSpPr>
              <p:cNvPr id="65585" name="Text Box 49"/>
              <p:cNvSpPr txBox="1">
                <a:spLocks noChangeArrowheads="1"/>
              </p:cNvSpPr>
              <p:nvPr/>
            </p:nvSpPr>
            <p:spPr bwMode="auto">
              <a:xfrm>
                <a:off x="4712" y="1808"/>
                <a:ext cx="88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latin typeface="Times New Roman" panose="02020603050405020304" pitchFamily="18" charset="0"/>
                  </a:rPr>
                  <a:t>相量模型</a:t>
                </a:r>
              </a:p>
            </p:txBody>
          </p:sp>
          <p:graphicFrame>
            <p:nvGraphicFramePr>
              <p:cNvPr id="65586" name="Object 50"/>
              <p:cNvGraphicFramePr>
                <a:graphicFrameLocks noChangeAspect="1"/>
              </p:cNvGraphicFramePr>
              <p:nvPr/>
            </p:nvGraphicFramePr>
            <p:xfrm>
              <a:off x="4886" y="627"/>
              <a:ext cx="148" cy="224"/>
            </p:xfrm>
            <a:graphic>
              <a:graphicData uri="http://schemas.openxmlformats.org/presentationml/2006/ole">
                <mc:AlternateContent xmlns:mc="http://schemas.openxmlformats.org/markup-compatibility/2006">
                  <mc:Choice xmlns:v="urn:schemas-microsoft-com:vml" Requires="v">
                    <p:oleObj spid="_x0000_s61790" name="公式" r:id="rId16" imgW="126720" imgH="190440" progId="Equation.3">
                      <p:embed/>
                    </p:oleObj>
                  </mc:Choice>
                  <mc:Fallback>
                    <p:oleObj name="公式" r:id="rId16" imgW="126720" imgH="190440" progId="Equation.3">
                      <p:embed/>
                      <p:pic>
                        <p:nvPicPr>
                          <p:cNvPr id="65586" name="Object 5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886" y="627"/>
                            <a:ext cx="148" cy="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87" name="Object 51"/>
              <p:cNvGraphicFramePr>
                <a:graphicFrameLocks noChangeAspect="1"/>
              </p:cNvGraphicFramePr>
              <p:nvPr/>
            </p:nvGraphicFramePr>
            <p:xfrm>
              <a:off x="4656" y="1230"/>
              <a:ext cx="192" cy="237"/>
            </p:xfrm>
            <a:graphic>
              <a:graphicData uri="http://schemas.openxmlformats.org/presentationml/2006/ole">
                <mc:AlternateContent xmlns:mc="http://schemas.openxmlformats.org/markup-compatibility/2006">
                  <mc:Choice xmlns:v="urn:schemas-microsoft-com:vml" Requires="v">
                    <p:oleObj spid="_x0000_s61791" name="公式" r:id="rId18" imgW="164880" imgH="203040" progId="Equation.3">
                      <p:embed/>
                    </p:oleObj>
                  </mc:Choice>
                  <mc:Fallback>
                    <p:oleObj name="公式" r:id="rId18" imgW="164880" imgH="203040" progId="Equation.3">
                      <p:embed/>
                      <p:pic>
                        <p:nvPicPr>
                          <p:cNvPr id="65587" name="Object 5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56" y="1230"/>
                            <a:ext cx="192" cy="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588" name="Freeform 52"/>
              <p:cNvSpPr>
                <a:spLocks/>
              </p:cNvSpPr>
              <p:nvPr/>
            </p:nvSpPr>
            <p:spPr bwMode="auto">
              <a:xfrm>
                <a:off x="5482" y="952"/>
                <a:ext cx="1" cy="306"/>
              </a:xfrm>
              <a:custGeom>
                <a:avLst/>
                <a:gdLst>
                  <a:gd name="T0" fmla="*/ 1 w 1"/>
                  <a:gd name="T1" fmla="*/ 306 h 306"/>
                  <a:gd name="T2" fmla="*/ 0 w 1"/>
                  <a:gd name="T3" fmla="*/ 0 h 306"/>
                </a:gdLst>
                <a:ahLst/>
                <a:cxnLst>
                  <a:cxn ang="0">
                    <a:pos x="T0" y="T1"/>
                  </a:cxn>
                  <a:cxn ang="0">
                    <a:pos x="T2" y="T3"/>
                  </a:cxn>
                </a:cxnLst>
                <a:rect l="0" t="0" r="r" b="b"/>
                <a:pathLst>
                  <a:path w="1" h="306">
                    <a:moveTo>
                      <a:pt x="1" y="306"/>
                    </a:moveTo>
                    <a:lnTo>
                      <a:pt x="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5589" name="Freeform 53"/>
              <p:cNvSpPr>
                <a:spLocks/>
              </p:cNvSpPr>
              <p:nvPr/>
            </p:nvSpPr>
            <p:spPr bwMode="auto">
              <a:xfrm>
                <a:off x="5476" y="1366"/>
                <a:ext cx="1" cy="312"/>
              </a:xfrm>
              <a:custGeom>
                <a:avLst/>
                <a:gdLst>
                  <a:gd name="T0" fmla="*/ 1 w 1"/>
                  <a:gd name="T1" fmla="*/ 0 h 312"/>
                  <a:gd name="T2" fmla="*/ 0 w 1"/>
                  <a:gd name="T3" fmla="*/ 312 h 312"/>
                </a:gdLst>
                <a:ahLst/>
                <a:cxnLst>
                  <a:cxn ang="0">
                    <a:pos x="T0" y="T1"/>
                  </a:cxn>
                  <a:cxn ang="0">
                    <a:pos x="T2" y="T3"/>
                  </a:cxn>
                </a:cxnLst>
                <a:rect l="0" t="0" r="r" b="b"/>
                <a:pathLst>
                  <a:path w="1" h="312">
                    <a:moveTo>
                      <a:pt x="1" y="0"/>
                    </a:moveTo>
                    <a:lnTo>
                      <a:pt x="0" y="312"/>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5590" name="Line 54"/>
              <p:cNvSpPr>
                <a:spLocks noChangeShapeType="1"/>
              </p:cNvSpPr>
              <p:nvPr/>
            </p:nvSpPr>
            <p:spPr bwMode="auto">
              <a:xfrm>
                <a:off x="4798" y="880"/>
                <a:ext cx="288" cy="0"/>
              </a:xfrm>
              <a:prstGeom prst="line">
                <a:avLst/>
              </a:prstGeom>
              <a:noFill/>
              <a:ln w="952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91" name="Oval 55"/>
              <p:cNvSpPr>
                <a:spLocks noChangeArrowheads="1"/>
              </p:cNvSpPr>
              <p:nvPr/>
            </p:nvSpPr>
            <p:spPr bwMode="auto">
              <a:xfrm>
                <a:off x="4764" y="1648"/>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5592" name="Oval 56"/>
              <p:cNvSpPr>
                <a:spLocks noChangeArrowheads="1"/>
              </p:cNvSpPr>
              <p:nvPr/>
            </p:nvSpPr>
            <p:spPr bwMode="auto">
              <a:xfrm>
                <a:off x="4764" y="928"/>
                <a:ext cx="48" cy="48"/>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5593" name="Text Box 57"/>
              <p:cNvSpPr txBox="1">
                <a:spLocks noChangeArrowheads="1"/>
              </p:cNvSpPr>
              <p:nvPr/>
            </p:nvSpPr>
            <p:spPr bwMode="auto">
              <a:xfrm>
                <a:off x="4683" y="928"/>
                <a:ext cx="2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a:t>
                </a:r>
              </a:p>
            </p:txBody>
          </p:sp>
          <p:sp>
            <p:nvSpPr>
              <p:cNvPr id="65594" name="Text Box 58"/>
              <p:cNvSpPr txBox="1">
                <a:spLocks noChangeArrowheads="1"/>
              </p:cNvSpPr>
              <p:nvPr/>
            </p:nvSpPr>
            <p:spPr bwMode="auto">
              <a:xfrm>
                <a:off x="4680" y="1440"/>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en-US" altLang="zh-CN" sz="2400" b="1">
                    <a:latin typeface="黑体" panose="02010609060101010101" pitchFamily="49" charset="-122"/>
                    <a:ea typeface="黑体" panose="02010609060101010101" pitchFamily="49" charset="-122"/>
                  </a:rPr>
                  <a:t>-</a:t>
                </a:r>
                <a:endParaRPr kumimoji="1" lang="en-US" altLang="zh-CN" sz="2400" b="1">
                  <a:latin typeface="Times New Roman" panose="02020603050405020304" pitchFamily="18" charset="0"/>
                </a:endParaRPr>
              </a:p>
            </p:txBody>
          </p:sp>
          <p:sp>
            <p:nvSpPr>
              <p:cNvPr id="65595" name="Line 59"/>
              <p:cNvSpPr>
                <a:spLocks noChangeShapeType="1"/>
              </p:cNvSpPr>
              <p:nvPr/>
            </p:nvSpPr>
            <p:spPr bwMode="auto">
              <a:xfrm>
                <a:off x="5357" y="1264"/>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65596" name="Line 60"/>
              <p:cNvSpPr>
                <a:spLocks noChangeShapeType="1"/>
              </p:cNvSpPr>
              <p:nvPr/>
            </p:nvSpPr>
            <p:spPr bwMode="auto">
              <a:xfrm>
                <a:off x="5357" y="1360"/>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aphicFrame>
            <p:nvGraphicFramePr>
              <p:cNvPr id="65597" name="Object 61"/>
              <p:cNvGraphicFramePr>
                <a:graphicFrameLocks noChangeAspect="1"/>
              </p:cNvGraphicFramePr>
              <p:nvPr/>
            </p:nvGraphicFramePr>
            <p:xfrm>
              <a:off x="4861" y="1031"/>
              <a:ext cx="449" cy="548"/>
            </p:xfrm>
            <a:graphic>
              <a:graphicData uri="http://schemas.openxmlformats.org/presentationml/2006/ole">
                <mc:AlternateContent xmlns:mc="http://schemas.openxmlformats.org/markup-compatibility/2006">
                  <mc:Choice xmlns:v="urn:schemas-microsoft-com:vml" Requires="v">
                    <p:oleObj spid="_x0000_s61792" name="公式" r:id="rId19" imgW="355320" imgH="431640" progId="Equation.3">
                      <p:embed/>
                    </p:oleObj>
                  </mc:Choice>
                  <mc:Fallback>
                    <p:oleObj name="公式" r:id="rId19" imgW="355320" imgH="431640" progId="Equation.3">
                      <p:embed/>
                      <p:pic>
                        <p:nvPicPr>
                          <p:cNvPr id="65597" name="Object 6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861" y="1031"/>
                            <a:ext cx="449" cy="5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598" name="Line 62"/>
              <p:cNvSpPr>
                <a:spLocks noChangeShapeType="1"/>
              </p:cNvSpPr>
              <p:nvPr/>
            </p:nvSpPr>
            <p:spPr bwMode="auto">
              <a:xfrm>
                <a:off x="4814" y="1680"/>
                <a:ext cx="672" cy="0"/>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5599" name="Line 63"/>
              <p:cNvSpPr>
                <a:spLocks noChangeShapeType="1"/>
              </p:cNvSpPr>
              <p:nvPr/>
            </p:nvSpPr>
            <p:spPr bwMode="auto">
              <a:xfrm>
                <a:off x="4814" y="960"/>
                <a:ext cx="672" cy="0"/>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65602" name="Freeform 66"/>
            <p:cNvSpPr>
              <a:spLocks/>
            </p:cNvSpPr>
            <p:nvPr/>
          </p:nvSpPr>
          <p:spPr bwMode="auto">
            <a:xfrm>
              <a:off x="4939" y="3339"/>
              <a:ext cx="91" cy="114"/>
            </a:xfrm>
            <a:custGeom>
              <a:avLst/>
              <a:gdLst>
                <a:gd name="T0" fmla="*/ 0 w 136"/>
                <a:gd name="T1" fmla="*/ 0 h 114"/>
                <a:gd name="T2" fmla="*/ 136 w 136"/>
                <a:gd name="T3" fmla="*/ 0 h 114"/>
                <a:gd name="T4" fmla="*/ 136 w 136"/>
                <a:gd name="T5" fmla="*/ 114 h 114"/>
              </a:gdLst>
              <a:ahLst/>
              <a:cxnLst>
                <a:cxn ang="0">
                  <a:pos x="T0" y="T1"/>
                </a:cxn>
                <a:cxn ang="0">
                  <a:pos x="T2" y="T3"/>
                </a:cxn>
                <a:cxn ang="0">
                  <a:pos x="T4" y="T5"/>
                </a:cxn>
              </a:cxnLst>
              <a:rect l="0" t="0" r="r" b="b"/>
              <a:pathLst>
                <a:path w="136" h="114">
                  <a:moveTo>
                    <a:pt x="0" y="0"/>
                  </a:moveTo>
                  <a:lnTo>
                    <a:pt x="136" y="0"/>
                  </a:lnTo>
                  <a:lnTo>
                    <a:pt x="136" y="114"/>
                  </a:ln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Tree>
    <p:extLst>
      <p:ext uri="{BB962C8B-B14F-4D97-AF65-F5344CB8AC3E}">
        <p14:creationId xmlns:p14="http://schemas.microsoft.com/office/powerpoint/2010/main" val="2903857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65544"/>
                                        </p:tgtEl>
                                        <p:attrNameLst>
                                          <p:attrName>style.visibility</p:attrName>
                                        </p:attrNameLst>
                                      </p:cBhvr>
                                      <p:to>
                                        <p:strVal val="visible"/>
                                      </p:to>
                                    </p:set>
                                    <p:animEffect transition="in" filter="wipe(up)">
                                      <p:cBhvr>
                                        <p:cTn id="7" dur="500"/>
                                        <p:tgtEl>
                                          <p:spTgt spid="655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5538"/>
                                        </p:tgtEl>
                                        <p:attrNameLst>
                                          <p:attrName>style.visibility</p:attrName>
                                        </p:attrNameLst>
                                      </p:cBhvr>
                                      <p:to>
                                        <p:strVal val="visible"/>
                                      </p:to>
                                    </p:set>
                                    <p:animEffect transition="in" filter="wipe(left)">
                                      <p:cBhvr>
                                        <p:cTn id="12" dur="500"/>
                                        <p:tgtEl>
                                          <p:spTgt spid="6553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65604"/>
                                        </p:tgtEl>
                                        <p:attrNameLst>
                                          <p:attrName>style.visibility</p:attrName>
                                        </p:attrNameLst>
                                      </p:cBhvr>
                                      <p:to>
                                        <p:strVal val="visible"/>
                                      </p:to>
                                    </p:set>
                                    <p:animEffect transition="in" filter="wipe(up)">
                                      <p:cBhvr>
                                        <p:cTn id="17" dur="500"/>
                                        <p:tgtEl>
                                          <p:spTgt spid="656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descr="蓝色砂纸"/>
          <p:cNvSpPr txBox="1">
            <a:spLocks noChangeArrowheads="1"/>
          </p:cNvSpPr>
          <p:nvPr/>
        </p:nvSpPr>
        <p:spPr bwMode="auto">
          <a:xfrm>
            <a:off x="441325" y="2012950"/>
            <a:ext cx="2759075" cy="457200"/>
          </a:xfrm>
          <a:prstGeom prst="rect">
            <a:avLst/>
          </a:prstGeom>
          <a:blipFill dpi="0" rotWithShape="0">
            <a:blip r:embed="rId4"/>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a:spAutoFit/>
          </a:bodyPr>
          <a:lstStyle/>
          <a:p>
            <a:pPr algn="l">
              <a:spcBef>
                <a:spcPct val="0"/>
              </a:spcBef>
            </a:pPr>
            <a:r>
              <a:rPr kumimoji="1" lang="zh-CN" altLang="en-US" sz="2400" b="1">
                <a:latin typeface="Times New Roman" panose="02020603050405020304" pitchFamily="18" charset="0"/>
              </a:rPr>
              <a:t>容抗的物理意义：</a:t>
            </a:r>
          </a:p>
        </p:txBody>
      </p:sp>
      <p:sp>
        <p:nvSpPr>
          <p:cNvPr id="67587" name="Text Box 3" descr="横虚线"/>
          <p:cNvSpPr txBox="1">
            <a:spLocks noChangeArrowheads="1"/>
          </p:cNvSpPr>
          <p:nvPr/>
        </p:nvSpPr>
        <p:spPr bwMode="auto">
          <a:xfrm>
            <a:off x="1219200" y="2667000"/>
            <a:ext cx="3892550" cy="457200"/>
          </a:xfrm>
          <a:prstGeom prst="rect">
            <a:avLst/>
          </a:prstGeom>
          <a:noFill/>
          <a:ln>
            <a:noFill/>
          </a:ln>
          <a:effectLst/>
          <a:extLst>
            <a:ext uri="{909E8E84-426E-40DD-AFC4-6F175D3DCCD1}">
              <a14:hiddenFill xmlns:a14="http://schemas.microsoft.com/office/drawing/2010/main">
                <a:pattFill prst="dashHorz">
                  <a:fgClr>
                    <a:srgbClr val="CCCCFF"/>
                  </a:fgClr>
                  <a:bgClr>
                    <a:srgbClr val="FFFFFF"/>
                  </a:bgClr>
                </a:pattFill>
              </a14:hiddenFill>
            </a:ext>
            <a:ext uri="{91240B29-F687-4F45-9708-019B960494DF}">
              <a14:hiddenLine xmlns:a14="http://schemas.microsoft.com/office/drawing/2010/main" w="9525">
                <a:pattFill prst="weave">
                  <a:fgClr>
                    <a:schemeClr val="tx1"/>
                  </a:fgClr>
                  <a:bgClr>
                    <a:srgbClr val="FFFFFF"/>
                  </a:bgClr>
                </a:patt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a:spAutoFit/>
          </a:bodyPr>
          <a:lstStyle/>
          <a:p>
            <a:pPr algn="l">
              <a:spcBef>
                <a:spcPct val="0"/>
              </a:spcBef>
            </a:pPr>
            <a:r>
              <a:rPr kumimoji="1" lang="en-US" altLang="zh-CN" sz="2400" b="1">
                <a:solidFill>
                  <a:srgbClr val="FF0000"/>
                </a:solidFill>
                <a:latin typeface="Times New Roman" panose="02020603050405020304" pitchFamily="18" charset="0"/>
                <a:sym typeface="Wingdings 2" panose="05020102010507070707" pitchFamily="18" charset="2"/>
              </a:rPr>
              <a:t>(1) </a:t>
            </a:r>
            <a:r>
              <a:rPr kumimoji="1" lang="zh-CN" altLang="en-US" sz="2400" b="1">
                <a:latin typeface="Times New Roman" panose="02020603050405020304" pitchFamily="18" charset="0"/>
              </a:rPr>
              <a:t>表示限制电流的能力；</a:t>
            </a:r>
            <a:endParaRPr kumimoji="1" lang="zh-CN" altLang="en-US" sz="2400" b="1" i="1">
              <a:latin typeface="Times New Roman" panose="02020603050405020304" pitchFamily="18" charset="0"/>
              <a:sym typeface="Symbol" panose="05050102010706020507" pitchFamily="18" charset="2"/>
            </a:endParaRPr>
          </a:p>
        </p:txBody>
      </p:sp>
      <p:sp>
        <p:nvSpPr>
          <p:cNvPr id="67588" name="Text Box 4" descr="横虚线"/>
          <p:cNvSpPr txBox="1">
            <a:spLocks noChangeArrowheads="1"/>
          </p:cNvSpPr>
          <p:nvPr/>
        </p:nvSpPr>
        <p:spPr bwMode="auto">
          <a:xfrm>
            <a:off x="1219200" y="3225800"/>
            <a:ext cx="4613275" cy="457200"/>
          </a:xfrm>
          <a:prstGeom prst="rect">
            <a:avLst/>
          </a:prstGeom>
          <a:noFill/>
          <a:ln>
            <a:noFill/>
          </a:ln>
          <a:effectLst/>
          <a:extLst>
            <a:ext uri="{909E8E84-426E-40DD-AFC4-6F175D3DCCD1}">
              <a14:hiddenFill xmlns:a14="http://schemas.microsoft.com/office/drawing/2010/main">
                <a:pattFill prst="dashHorz">
                  <a:fgClr>
                    <a:srgbClr val="CCCCFF"/>
                  </a:fgClr>
                  <a:bgClr>
                    <a:srgbClr val="FFFFFF"/>
                  </a:bgClr>
                </a:pattFill>
              </a14:hiddenFill>
            </a:ext>
            <a:ext uri="{91240B29-F687-4F45-9708-019B960494DF}">
              <a14:hiddenLine xmlns:a14="http://schemas.microsoft.com/office/drawing/2010/main" w="9525">
                <a:pattFill prst="weave">
                  <a:fgClr>
                    <a:schemeClr val="tx1"/>
                  </a:fgClr>
                  <a:bgClr>
                    <a:srgbClr val="FFFFFF"/>
                  </a:bgClr>
                </a:patt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wrap="none">
            <a:spAutoFit/>
          </a:bodyPr>
          <a:lstStyle/>
          <a:p>
            <a:pPr algn="l">
              <a:spcBef>
                <a:spcPct val="0"/>
              </a:spcBef>
            </a:pPr>
            <a:r>
              <a:rPr kumimoji="1" lang="en-US" altLang="zh-CN" sz="2400" b="1">
                <a:solidFill>
                  <a:srgbClr val="FF0000"/>
                </a:solidFill>
                <a:latin typeface="Times New Roman" panose="02020603050405020304" pitchFamily="18" charset="0"/>
                <a:sym typeface="Wingdings 2" panose="05020102010507070707" pitchFamily="18" charset="2"/>
              </a:rPr>
              <a:t>(2) </a:t>
            </a:r>
            <a:r>
              <a:rPr kumimoji="1" lang="zh-CN" altLang="en-US" sz="2400" b="1">
                <a:latin typeface="Times New Roman" panose="02020603050405020304" pitchFamily="18" charset="0"/>
              </a:rPr>
              <a:t>容抗的绝对值和频率成反比。</a:t>
            </a:r>
          </a:p>
        </p:txBody>
      </p:sp>
      <p:sp>
        <p:nvSpPr>
          <p:cNvPr id="67589" name="Text Box 5"/>
          <p:cNvSpPr txBox="1">
            <a:spLocks noChangeArrowheads="1"/>
          </p:cNvSpPr>
          <p:nvPr/>
        </p:nvSpPr>
        <p:spPr bwMode="auto">
          <a:xfrm>
            <a:off x="2438400" y="1295400"/>
            <a:ext cx="36957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solidFill>
                  <a:srgbClr val="FF0000"/>
                </a:solidFill>
                <a:latin typeface="Times New Roman" panose="02020603050405020304" pitchFamily="18" charset="0"/>
              </a:rPr>
              <a:t>容抗 </a:t>
            </a:r>
            <a:r>
              <a:rPr kumimoji="1" lang="en-US" altLang="zh-CN" sz="2400" b="1">
                <a:solidFill>
                  <a:srgbClr val="FF0000"/>
                </a:solidFill>
                <a:latin typeface="Times New Roman" panose="02020603050405020304" pitchFamily="18" charset="0"/>
              </a:rPr>
              <a:t>(</a:t>
            </a:r>
            <a:r>
              <a:rPr kumimoji="1" lang="en-US" altLang="zh-CN" sz="2400" b="1" i="1">
                <a:solidFill>
                  <a:srgbClr val="FF0000"/>
                </a:solidFill>
                <a:latin typeface="Times New Roman" panose="02020603050405020304" pitchFamily="18" charset="0"/>
              </a:rPr>
              <a:t>capacitive reactance</a:t>
            </a:r>
            <a:r>
              <a:rPr kumimoji="1" lang="en-US" altLang="zh-CN" sz="2400" b="1">
                <a:solidFill>
                  <a:srgbClr val="FF0000"/>
                </a:solidFill>
                <a:latin typeface="Times New Roman" panose="02020603050405020304" pitchFamily="18" charset="0"/>
              </a:rPr>
              <a:t>) </a:t>
            </a:r>
          </a:p>
        </p:txBody>
      </p:sp>
      <p:graphicFrame>
        <p:nvGraphicFramePr>
          <p:cNvPr id="67590" name="Object 6"/>
          <p:cNvGraphicFramePr>
            <a:graphicFrameLocks noChangeAspect="1"/>
          </p:cNvGraphicFramePr>
          <p:nvPr/>
        </p:nvGraphicFramePr>
        <p:xfrm>
          <a:off x="4191000" y="3810000"/>
          <a:ext cx="4527550" cy="969963"/>
        </p:xfrm>
        <a:graphic>
          <a:graphicData uri="http://schemas.openxmlformats.org/presentationml/2006/ole">
            <mc:AlternateContent xmlns:mc="http://schemas.openxmlformats.org/markup-compatibility/2006">
              <mc:Choice xmlns:v="urn:schemas-microsoft-com:vml" Requires="v">
                <p:oleObj spid="_x0000_s62700" name="公式" r:id="rId5" imgW="2247840" imgH="482400" progId="Equation.3">
                  <p:embed/>
                </p:oleObj>
              </mc:Choice>
              <mc:Fallback>
                <p:oleObj name="公式" r:id="rId5" imgW="2247840" imgH="482400" progId="Equation.3">
                  <p:embed/>
                  <p:pic>
                    <p:nvPicPr>
                      <p:cNvPr id="6759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1000" y="3810000"/>
                        <a:ext cx="4527550" cy="969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591" name="Rectangle 7"/>
          <p:cNvSpPr>
            <a:spLocks noChangeArrowheads="1"/>
          </p:cNvSpPr>
          <p:nvPr/>
        </p:nvSpPr>
        <p:spPr bwMode="auto">
          <a:xfrm>
            <a:off x="533400" y="228600"/>
            <a:ext cx="118586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latin typeface="Times New Roman" panose="02020603050405020304" pitchFamily="18" charset="0"/>
              </a:rPr>
              <a:t>I</a:t>
            </a:r>
            <a:r>
              <a:rPr kumimoji="1" lang="en-US" altLang="zh-CN" sz="2400" b="1">
                <a:latin typeface="Times New Roman" panose="02020603050405020304" pitchFamily="18" charset="0"/>
              </a:rPr>
              <a:t>=</a:t>
            </a: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CU</a:t>
            </a:r>
          </a:p>
        </p:txBody>
      </p:sp>
      <p:sp>
        <p:nvSpPr>
          <p:cNvPr id="67592" name="Text Box 8" descr="横虚线"/>
          <p:cNvSpPr txBox="1">
            <a:spLocks noChangeArrowheads="1"/>
          </p:cNvSpPr>
          <p:nvPr/>
        </p:nvSpPr>
        <p:spPr bwMode="auto">
          <a:xfrm>
            <a:off x="1228725" y="5505450"/>
            <a:ext cx="5211763" cy="457200"/>
          </a:xfrm>
          <a:prstGeom prst="rect">
            <a:avLst/>
          </a:prstGeom>
          <a:noFill/>
          <a:ln>
            <a:noFill/>
          </a:ln>
          <a:effectLst/>
          <a:extLst>
            <a:ext uri="{909E8E84-426E-40DD-AFC4-6F175D3DCCD1}">
              <a14:hiddenFill xmlns:a14="http://schemas.microsoft.com/office/drawing/2010/main">
                <a:pattFill prst="dashHorz">
                  <a:fgClr>
                    <a:srgbClr val="CCCCFF"/>
                  </a:fgClr>
                  <a:bgClr>
                    <a:srgbClr val="FFFFFF"/>
                  </a:bgClr>
                </a:pattFill>
              </a14:hiddenFill>
            </a:ext>
            <a:ext uri="{91240B29-F687-4F45-9708-019B960494DF}">
              <a14:hiddenLine xmlns:a14="http://schemas.microsoft.com/office/drawing/2010/main" w="9525">
                <a:pattFill prst="weave">
                  <a:fgClr>
                    <a:schemeClr val="tx1"/>
                  </a:fgClr>
                  <a:bgClr>
                    <a:srgbClr val="FFFFFF"/>
                  </a:bgClr>
                </a:patt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wrap="none">
            <a:spAutoFit/>
          </a:bodyPr>
          <a:lstStyle/>
          <a:p>
            <a:pPr algn="l">
              <a:spcBef>
                <a:spcPct val="0"/>
              </a:spcBef>
            </a:pPr>
            <a:r>
              <a:rPr kumimoji="1" lang="en-US" altLang="zh-CN" sz="2400" b="1">
                <a:solidFill>
                  <a:srgbClr val="FF0000"/>
                </a:solidFill>
                <a:latin typeface="Times New Roman" panose="02020603050405020304" pitchFamily="18" charset="0"/>
                <a:sym typeface="Wingdings 2" panose="05020102010507070707" pitchFamily="18" charset="2"/>
              </a:rPr>
              <a:t>(3)</a:t>
            </a:r>
            <a:r>
              <a:rPr kumimoji="1" lang="en-US" altLang="zh-CN" sz="2400" b="1">
                <a:latin typeface="Times New Roman" panose="02020603050405020304" pitchFamily="18" charset="0"/>
                <a:sym typeface="Wingdings 2" panose="05020102010507070707" pitchFamily="18" charset="2"/>
              </a:rPr>
              <a:t> </a:t>
            </a:r>
            <a:r>
              <a:rPr kumimoji="1" lang="zh-CN" altLang="en-US" sz="2400" b="1">
                <a:latin typeface="Times New Roman" panose="02020603050405020304" pitchFamily="18" charset="0"/>
                <a:sym typeface="Wingdings 2" panose="05020102010507070707" pitchFamily="18" charset="2"/>
              </a:rPr>
              <a:t>由于</a:t>
            </a:r>
            <a:r>
              <a:rPr kumimoji="1" lang="zh-CN" altLang="en-US" sz="2400" b="1">
                <a:latin typeface="Times New Roman" panose="02020603050405020304" pitchFamily="18" charset="0"/>
              </a:rPr>
              <a:t>容抗的存在使电流领先电压。</a:t>
            </a:r>
          </a:p>
        </p:txBody>
      </p:sp>
      <p:sp>
        <p:nvSpPr>
          <p:cNvPr id="67593" name="Text Box 9"/>
          <p:cNvSpPr txBox="1">
            <a:spLocks noChangeArrowheads="1"/>
          </p:cNvSpPr>
          <p:nvPr/>
        </p:nvSpPr>
        <p:spPr bwMode="auto">
          <a:xfrm>
            <a:off x="6410325" y="476250"/>
            <a:ext cx="1841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endParaRPr kumimoji="1" lang="zh-CN" altLang="zh-CN" sz="2800" b="1">
              <a:latin typeface="Times New Roman" panose="02020603050405020304" pitchFamily="18" charset="0"/>
            </a:endParaRPr>
          </a:p>
        </p:txBody>
      </p:sp>
      <p:graphicFrame>
        <p:nvGraphicFramePr>
          <p:cNvPr id="67594" name="Object 10"/>
          <p:cNvGraphicFramePr>
            <a:graphicFrameLocks noChangeAspect="1"/>
          </p:cNvGraphicFramePr>
          <p:nvPr/>
        </p:nvGraphicFramePr>
        <p:xfrm>
          <a:off x="7118350" y="717550"/>
          <a:ext cx="1117600" cy="806450"/>
        </p:xfrm>
        <a:graphic>
          <a:graphicData uri="http://schemas.openxmlformats.org/presentationml/2006/ole">
            <mc:AlternateContent xmlns:mc="http://schemas.openxmlformats.org/markup-compatibility/2006">
              <mc:Choice xmlns:v="urn:schemas-microsoft-com:vml" Requires="v">
                <p:oleObj spid="_x0000_s62701" name="公式" r:id="rId7" imgW="545760" imgH="393480" progId="Equation.3">
                  <p:embed/>
                </p:oleObj>
              </mc:Choice>
              <mc:Fallback>
                <p:oleObj name="公式" r:id="rId7" imgW="545760" imgH="393480" progId="Equation.3">
                  <p:embed/>
                  <p:pic>
                    <p:nvPicPr>
                      <p:cNvPr id="67594"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18350" y="717550"/>
                        <a:ext cx="1117600" cy="806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95" name="Object 11"/>
          <p:cNvGraphicFramePr>
            <a:graphicFrameLocks noChangeAspect="1"/>
          </p:cNvGraphicFramePr>
          <p:nvPr/>
        </p:nvGraphicFramePr>
        <p:xfrm>
          <a:off x="7204075" y="1568450"/>
          <a:ext cx="1100138" cy="792163"/>
        </p:xfrm>
        <a:graphic>
          <a:graphicData uri="http://schemas.openxmlformats.org/presentationml/2006/ole">
            <mc:AlternateContent xmlns:mc="http://schemas.openxmlformats.org/markup-compatibility/2006">
              <mc:Choice xmlns:v="urn:schemas-microsoft-com:vml" Requires="v">
                <p:oleObj spid="_x0000_s62702" name="公式" r:id="rId9" imgW="583920" imgH="419040" progId="Equation.3">
                  <p:embed/>
                </p:oleObj>
              </mc:Choice>
              <mc:Fallback>
                <p:oleObj name="公式" r:id="rId9" imgW="583920" imgH="419040" progId="Equation.3">
                  <p:embed/>
                  <p:pic>
                    <p:nvPicPr>
                      <p:cNvPr id="67595"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04075" y="1568450"/>
                        <a:ext cx="1100138" cy="792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596" name="Text Box 12"/>
          <p:cNvSpPr txBox="1">
            <a:spLocks noChangeArrowheads="1"/>
          </p:cNvSpPr>
          <p:nvPr/>
        </p:nvSpPr>
        <p:spPr bwMode="auto">
          <a:xfrm>
            <a:off x="6705600" y="279400"/>
            <a:ext cx="1708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solidFill>
                  <a:srgbClr val="6600FF"/>
                </a:solidFill>
                <a:latin typeface="Times New Roman" panose="02020603050405020304" pitchFamily="18" charset="0"/>
                <a:ea typeface="华文行楷" panose="02010800040101010101" pitchFamily="2" charset="-122"/>
              </a:rPr>
              <a:t>错误的写法</a:t>
            </a:r>
          </a:p>
        </p:txBody>
      </p:sp>
      <p:grpSp>
        <p:nvGrpSpPr>
          <p:cNvPr id="67597" name="Group 13"/>
          <p:cNvGrpSpPr>
            <a:grpSpLocks/>
          </p:cNvGrpSpPr>
          <p:nvPr/>
        </p:nvGrpSpPr>
        <p:grpSpPr bwMode="auto">
          <a:xfrm>
            <a:off x="7670800" y="1879600"/>
            <a:ext cx="241300" cy="254000"/>
            <a:chOff x="3392" y="1736"/>
            <a:chExt cx="152" cy="160"/>
          </a:xfrm>
        </p:grpSpPr>
        <p:sp>
          <p:nvSpPr>
            <p:cNvPr id="67598" name="Line 14"/>
            <p:cNvSpPr>
              <a:spLocks noChangeShapeType="1"/>
            </p:cNvSpPr>
            <p:nvPr/>
          </p:nvSpPr>
          <p:spPr bwMode="auto">
            <a:xfrm>
              <a:off x="3392" y="1736"/>
              <a:ext cx="144" cy="160"/>
            </a:xfrm>
            <a:prstGeom prst="line">
              <a:avLst/>
            </a:prstGeom>
            <a:noFill/>
            <a:ln w="25400">
              <a:solidFill>
                <a:srgbClr val="FF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7599" name="Line 15"/>
            <p:cNvSpPr>
              <a:spLocks noChangeShapeType="1"/>
            </p:cNvSpPr>
            <p:nvPr/>
          </p:nvSpPr>
          <p:spPr bwMode="auto">
            <a:xfrm flipH="1">
              <a:off x="3400" y="1736"/>
              <a:ext cx="144" cy="160"/>
            </a:xfrm>
            <a:prstGeom prst="line">
              <a:avLst/>
            </a:prstGeom>
            <a:noFill/>
            <a:ln w="25400">
              <a:solidFill>
                <a:srgbClr val="FF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67600" name="Group 16"/>
          <p:cNvGrpSpPr>
            <a:grpSpLocks/>
          </p:cNvGrpSpPr>
          <p:nvPr/>
        </p:nvGrpSpPr>
        <p:grpSpPr bwMode="auto">
          <a:xfrm>
            <a:off x="7620000" y="990600"/>
            <a:ext cx="241300" cy="254000"/>
            <a:chOff x="3392" y="1736"/>
            <a:chExt cx="152" cy="160"/>
          </a:xfrm>
        </p:grpSpPr>
        <p:sp>
          <p:nvSpPr>
            <p:cNvPr id="67601" name="Line 17"/>
            <p:cNvSpPr>
              <a:spLocks noChangeShapeType="1"/>
            </p:cNvSpPr>
            <p:nvPr/>
          </p:nvSpPr>
          <p:spPr bwMode="auto">
            <a:xfrm>
              <a:off x="3392" y="1736"/>
              <a:ext cx="144" cy="160"/>
            </a:xfrm>
            <a:prstGeom prst="line">
              <a:avLst/>
            </a:prstGeom>
            <a:noFill/>
            <a:ln w="25400">
              <a:solidFill>
                <a:srgbClr val="FF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7602" name="Line 18"/>
            <p:cNvSpPr>
              <a:spLocks noChangeShapeType="1"/>
            </p:cNvSpPr>
            <p:nvPr/>
          </p:nvSpPr>
          <p:spPr bwMode="auto">
            <a:xfrm flipH="1">
              <a:off x="3400" y="1736"/>
              <a:ext cx="144" cy="160"/>
            </a:xfrm>
            <a:prstGeom prst="line">
              <a:avLst/>
            </a:prstGeom>
            <a:noFill/>
            <a:ln w="25400">
              <a:solidFill>
                <a:srgbClr val="FF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aphicFrame>
        <p:nvGraphicFramePr>
          <p:cNvPr id="67603" name="Object 19"/>
          <p:cNvGraphicFramePr>
            <a:graphicFrameLocks noChangeAspect="1"/>
          </p:cNvGraphicFramePr>
          <p:nvPr/>
        </p:nvGraphicFramePr>
        <p:xfrm>
          <a:off x="609600" y="838200"/>
          <a:ext cx="1219200" cy="820738"/>
        </p:xfrm>
        <a:graphic>
          <a:graphicData uri="http://schemas.openxmlformats.org/presentationml/2006/ole">
            <mc:AlternateContent xmlns:mc="http://schemas.openxmlformats.org/markup-compatibility/2006">
              <mc:Choice xmlns:v="urn:schemas-microsoft-com:vml" Requires="v">
                <p:oleObj spid="_x0000_s62703" name="公式" r:id="rId11" imgW="583920" imgH="393480" progId="Equation.3">
                  <p:embed/>
                </p:oleObj>
              </mc:Choice>
              <mc:Fallback>
                <p:oleObj name="公式" r:id="rId11" imgW="583920" imgH="393480" progId="Equation.3">
                  <p:embed/>
                  <p:pic>
                    <p:nvPicPr>
                      <p:cNvPr id="67603"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9600" y="838200"/>
                        <a:ext cx="1219200" cy="820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604" name="Object 20"/>
          <p:cNvGraphicFramePr>
            <a:graphicFrameLocks noChangeAspect="1"/>
          </p:cNvGraphicFramePr>
          <p:nvPr>
            <p:extLst>
              <p:ext uri="{D42A27DB-BD31-4B8C-83A1-F6EECF244321}">
                <p14:modId xmlns:p14="http://schemas.microsoft.com/office/powerpoint/2010/main" val="66032787"/>
              </p:ext>
            </p:extLst>
          </p:nvPr>
        </p:nvGraphicFramePr>
        <p:xfrm>
          <a:off x="2692400" y="214313"/>
          <a:ext cx="1547813" cy="949325"/>
        </p:xfrm>
        <a:graphic>
          <a:graphicData uri="http://schemas.openxmlformats.org/presentationml/2006/ole">
            <mc:AlternateContent xmlns:mc="http://schemas.openxmlformats.org/markup-compatibility/2006">
              <mc:Choice xmlns:v="urn:schemas-microsoft-com:vml" Requires="v">
                <p:oleObj spid="_x0000_s62704" name="Equation" r:id="rId13" imgW="660240" imgH="406080" progId="Equation.DSMT4">
                  <p:embed/>
                </p:oleObj>
              </mc:Choice>
              <mc:Fallback>
                <p:oleObj name="Equation" r:id="rId13" imgW="660240" imgH="406080" progId="Equation.DSMT4">
                  <p:embed/>
                  <p:pic>
                    <p:nvPicPr>
                      <p:cNvPr id="67604" name="Object 20"/>
                      <p:cNvPicPr>
                        <a:picLocks noChangeAspect="1" noChangeArrowheads="1"/>
                      </p:cNvPicPr>
                      <p:nvPr/>
                    </p:nvPicPr>
                    <p:blipFill>
                      <a:blip r:embed="rId14"/>
                      <a:srcRect/>
                      <a:stretch>
                        <a:fillRect/>
                      </a:stretch>
                    </p:blipFill>
                    <p:spPr bwMode="auto">
                      <a:xfrm>
                        <a:off x="2692400" y="214313"/>
                        <a:ext cx="1547813" cy="949325"/>
                      </a:xfrm>
                      <a:prstGeom prst="rect">
                        <a:avLst/>
                      </a:prstGeom>
                      <a:solidFill>
                        <a:srgbClr val="FF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7605" name="Group 21"/>
          <p:cNvGrpSpPr>
            <a:grpSpLocks/>
          </p:cNvGrpSpPr>
          <p:nvPr/>
        </p:nvGrpSpPr>
        <p:grpSpPr bwMode="auto">
          <a:xfrm>
            <a:off x="1524000" y="3810000"/>
            <a:ext cx="2251075" cy="1679575"/>
            <a:chOff x="960" y="2400"/>
            <a:chExt cx="1418" cy="1058"/>
          </a:xfrm>
        </p:grpSpPr>
        <p:sp>
          <p:nvSpPr>
            <p:cNvPr id="67606" name="Line 22"/>
            <p:cNvSpPr>
              <a:spLocks noChangeShapeType="1"/>
            </p:cNvSpPr>
            <p:nvPr/>
          </p:nvSpPr>
          <p:spPr bwMode="auto">
            <a:xfrm flipV="1">
              <a:off x="1344" y="2448"/>
              <a:ext cx="0" cy="768"/>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7607" name="Line 23"/>
            <p:cNvSpPr>
              <a:spLocks noChangeShapeType="1"/>
            </p:cNvSpPr>
            <p:nvPr/>
          </p:nvSpPr>
          <p:spPr bwMode="auto">
            <a:xfrm>
              <a:off x="1344" y="3216"/>
              <a:ext cx="960"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7608" name="Text Box 24"/>
            <p:cNvSpPr txBox="1">
              <a:spLocks noChangeArrowheads="1"/>
            </p:cNvSpPr>
            <p:nvPr/>
          </p:nvSpPr>
          <p:spPr bwMode="auto">
            <a:xfrm>
              <a:off x="2130" y="3170"/>
              <a:ext cx="2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spcBef>
                  <a:spcPct val="0"/>
                </a:spcBef>
              </a:pPr>
              <a:r>
                <a:rPr kumimoji="1" lang="en-US" altLang="zh-CN" sz="2400" b="1" i="1">
                  <a:latin typeface="Symbol" panose="05050102010706020507" pitchFamily="18" charset="2"/>
                </a:rPr>
                <a:t>w</a:t>
              </a:r>
              <a:endParaRPr kumimoji="1" lang="en-US" altLang="zh-CN" sz="2400" b="1">
                <a:latin typeface="Times New Roman" panose="02020603050405020304" pitchFamily="18" charset="0"/>
              </a:endParaRPr>
            </a:p>
          </p:txBody>
        </p:sp>
        <p:graphicFrame>
          <p:nvGraphicFramePr>
            <p:cNvPr id="67609" name="Object 25"/>
            <p:cNvGraphicFramePr>
              <a:graphicFrameLocks noChangeAspect="1"/>
            </p:cNvGraphicFramePr>
            <p:nvPr/>
          </p:nvGraphicFramePr>
          <p:xfrm>
            <a:off x="960" y="2400"/>
            <a:ext cx="336" cy="280"/>
          </p:xfrm>
          <a:graphic>
            <a:graphicData uri="http://schemas.openxmlformats.org/presentationml/2006/ole">
              <mc:AlternateContent xmlns:mc="http://schemas.openxmlformats.org/markup-compatibility/2006">
                <mc:Choice xmlns:v="urn:schemas-microsoft-com:vml" Requires="v">
                  <p:oleObj spid="_x0000_s62705" name="公式" r:id="rId15" imgW="304560" imgH="253800" progId="Equation.3">
                    <p:embed/>
                  </p:oleObj>
                </mc:Choice>
                <mc:Fallback>
                  <p:oleObj name="公式" r:id="rId15" imgW="304560" imgH="253800" progId="Equation.3">
                    <p:embed/>
                    <p:pic>
                      <p:nvPicPr>
                        <p:cNvPr id="67609" name="Object 2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60" y="2400"/>
                          <a:ext cx="336"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610" name="Freeform 26"/>
            <p:cNvSpPr>
              <a:spLocks/>
            </p:cNvSpPr>
            <p:nvPr/>
          </p:nvSpPr>
          <p:spPr bwMode="auto">
            <a:xfrm>
              <a:off x="1416" y="2640"/>
              <a:ext cx="624" cy="532"/>
            </a:xfrm>
            <a:custGeom>
              <a:avLst/>
              <a:gdLst>
                <a:gd name="T0" fmla="*/ 0 w 624"/>
                <a:gd name="T1" fmla="*/ 0 h 532"/>
                <a:gd name="T2" fmla="*/ 12 w 624"/>
                <a:gd name="T3" fmla="*/ 120 h 532"/>
                <a:gd name="T4" fmla="*/ 66 w 624"/>
                <a:gd name="T5" fmla="*/ 294 h 532"/>
                <a:gd name="T6" fmla="*/ 180 w 624"/>
                <a:gd name="T7" fmla="*/ 432 h 532"/>
                <a:gd name="T8" fmla="*/ 408 w 624"/>
                <a:gd name="T9" fmla="*/ 516 h 532"/>
                <a:gd name="T10" fmla="*/ 624 w 624"/>
                <a:gd name="T11" fmla="*/ 528 h 532"/>
              </a:gdLst>
              <a:ahLst/>
              <a:cxnLst>
                <a:cxn ang="0">
                  <a:pos x="T0" y="T1"/>
                </a:cxn>
                <a:cxn ang="0">
                  <a:pos x="T2" y="T3"/>
                </a:cxn>
                <a:cxn ang="0">
                  <a:pos x="T4" y="T5"/>
                </a:cxn>
                <a:cxn ang="0">
                  <a:pos x="T6" y="T7"/>
                </a:cxn>
                <a:cxn ang="0">
                  <a:pos x="T8" y="T9"/>
                </a:cxn>
                <a:cxn ang="0">
                  <a:pos x="T10" y="T11"/>
                </a:cxn>
              </a:cxnLst>
              <a:rect l="0" t="0" r="r" b="b"/>
              <a:pathLst>
                <a:path w="624" h="532">
                  <a:moveTo>
                    <a:pt x="0" y="0"/>
                  </a:moveTo>
                  <a:cubicBezTo>
                    <a:pt x="0" y="38"/>
                    <a:pt x="1" y="71"/>
                    <a:pt x="12" y="120"/>
                  </a:cubicBezTo>
                  <a:cubicBezTo>
                    <a:pt x="23" y="169"/>
                    <a:pt x="38" y="242"/>
                    <a:pt x="66" y="294"/>
                  </a:cubicBezTo>
                  <a:cubicBezTo>
                    <a:pt x="94" y="346"/>
                    <a:pt x="123" y="395"/>
                    <a:pt x="180" y="432"/>
                  </a:cubicBezTo>
                  <a:cubicBezTo>
                    <a:pt x="237" y="469"/>
                    <a:pt x="334" y="500"/>
                    <a:pt x="408" y="516"/>
                  </a:cubicBezTo>
                  <a:cubicBezTo>
                    <a:pt x="482" y="532"/>
                    <a:pt x="588" y="526"/>
                    <a:pt x="624" y="528"/>
                  </a:cubicBezTo>
                </a:path>
              </a:pathLst>
            </a:custGeom>
            <a:noFill/>
            <a:ln w="28575"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27" name="Text Box 12"/>
          <p:cNvSpPr txBox="1">
            <a:spLocks noChangeArrowheads="1"/>
          </p:cNvSpPr>
          <p:nvPr/>
        </p:nvSpPr>
        <p:spPr bwMode="auto">
          <a:xfrm>
            <a:off x="504796" y="6125517"/>
            <a:ext cx="4177747"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dirty="0">
                <a:solidFill>
                  <a:srgbClr val="FF0000"/>
                </a:solidFill>
                <a:latin typeface="Times New Roman" panose="02020603050405020304" pitchFamily="18" charset="0"/>
              </a:rPr>
              <a:t>容纳</a:t>
            </a:r>
            <a:r>
              <a:rPr kumimoji="1" lang="en-US" altLang="zh-CN" sz="2400" b="1" dirty="0">
                <a:solidFill>
                  <a:srgbClr val="FF0000"/>
                </a:solidFill>
                <a:latin typeface="Times New Roman" panose="02020603050405020304" pitchFamily="18" charset="0"/>
              </a:rPr>
              <a:t>(</a:t>
            </a:r>
            <a:r>
              <a:rPr kumimoji="1" lang="en-US" altLang="zh-CN" sz="2400" b="1" i="1" dirty="0">
                <a:solidFill>
                  <a:srgbClr val="FF0000"/>
                </a:solidFill>
                <a:latin typeface="Times New Roman" panose="02020603050405020304" pitchFamily="18" charset="0"/>
              </a:rPr>
              <a:t>capacitive </a:t>
            </a:r>
            <a:r>
              <a:rPr kumimoji="1" lang="en-US" altLang="zh-CN" sz="2400" b="1" i="1" dirty="0" err="1">
                <a:solidFill>
                  <a:srgbClr val="FF0000"/>
                </a:solidFill>
                <a:latin typeface="Times New Roman" panose="02020603050405020304" pitchFamily="18" charset="0"/>
              </a:rPr>
              <a:t>susceptance</a:t>
            </a:r>
            <a:r>
              <a:rPr kumimoji="1" lang="en-US" altLang="zh-CN" sz="2400" b="1" dirty="0">
                <a:solidFill>
                  <a:srgbClr val="FF0000"/>
                </a:solidFill>
                <a:latin typeface="Times New Roman" panose="02020603050405020304" pitchFamily="18" charset="0"/>
              </a:rPr>
              <a:t>)</a:t>
            </a:r>
            <a:r>
              <a:rPr kumimoji="1" lang="zh-CN" altLang="en-US" sz="2400" b="1" dirty="0">
                <a:solidFill>
                  <a:srgbClr val="FF0000"/>
                </a:solidFill>
                <a:latin typeface="Times New Roman" panose="02020603050405020304" pitchFamily="18" charset="0"/>
              </a:rPr>
              <a:t>：</a:t>
            </a:r>
            <a:endParaRPr kumimoji="1" lang="en-US" altLang="zh-CN" sz="2400" b="1" dirty="0">
              <a:solidFill>
                <a:srgbClr val="FF0000"/>
              </a:solidFill>
              <a:latin typeface="Times New Roman" panose="02020603050405020304" pitchFamily="18" charset="0"/>
            </a:endParaRPr>
          </a:p>
        </p:txBody>
      </p:sp>
      <p:sp>
        <p:nvSpPr>
          <p:cNvPr id="28" name="Text Box 11"/>
          <p:cNvSpPr txBox="1">
            <a:spLocks noChangeArrowheads="1"/>
          </p:cNvSpPr>
          <p:nvPr/>
        </p:nvSpPr>
        <p:spPr bwMode="auto">
          <a:xfrm>
            <a:off x="4419447" y="6137826"/>
            <a:ext cx="40284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just"/>
            <a:r>
              <a:rPr kumimoji="1" lang="en-US" altLang="zh-CN" sz="2400" b="1" i="1" dirty="0" err="1">
                <a:latin typeface="Times New Roman" panose="02020603050405020304" pitchFamily="18" charset="0"/>
              </a:rPr>
              <a:t>B</a:t>
            </a:r>
            <a:r>
              <a:rPr kumimoji="1" lang="en-US" altLang="zh-CN" sz="2400" b="1" i="1" baseline="-25000" dirty="0" err="1">
                <a:latin typeface="Times New Roman" panose="02020603050405020304" pitchFamily="18" charset="0"/>
              </a:rPr>
              <a:t>c</a:t>
            </a:r>
            <a:r>
              <a:rPr kumimoji="1" lang="en-US" altLang="zh-CN" sz="2400" b="1" dirty="0">
                <a:latin typeface="Times New Roman" panose="02020603050405020304" pitchFamily="18" charset="0"/>
              </a:rPr>
              <a:t>= 1/</a:t>
            </a:r>
            <a:r>
              <a:rPr lang="en-US" altLang="zh-CN" sz="2400" i="1" dirty="0"/>
              <a:t> </a:t>
            </a:r>
            <a:r>
              <a:rPr lang="en-US" altLang="zh-CN" sz="2400" i="1" dirty="0" err="1"/>
              <a:t>X</a:t>
            </a:r>
            <a:r>
              <a:rPr lang="en-US" altLang="zh-CN" sz="2400" i="1" baseline="-25000" dirty="0" err="1"/>
              <a:t>c</a:t>
            </a:r>
            <a:r>
              <a:rPr lang="en-US" altLang="zh-CN" sz="2400" i="1" baseline="-25000" dirty="0"/>
              <a:t> </a:t>
            </a:r>
            <a:r>
              <a:rPr kumimoji="1" lang="en-US" altLang="zh-CN" sz="2400" b="1" i="1" dirty="0">
                <a:latin typeface="Times New Roman" panose="02020603050405020304" pitchFamily="18" charset="0"/>
              </a:rPr>
              <a:t>=</a:t>
            </a:r>
            <a:r>
              <a:rPr kumimoji="1" lang="en-US" altLang="zh-CN" sz="2400" b="1" i="1" dirty="0">
                <a:latin typeface="Times New Roman" panose="02020603050405020304" pitchFamily="18" charset="0"/>
                <a:sym typeface="Symbol" panose="05050102010706020507" pitchFamily="18" charset="2"/>
              </a:rPr>
              <a:t> C</a:t>
            </a:r>
            <a:r>
              <a:rPr kumimoji="1" lang="zh-CN" altLang="en-US" sz="2400" b="1" dirty="0">
                <a:latin typeface="Times New Roman" panose="02020603050405020304" pitchFamily="18" charset="0"/>
                <a:sym typeface="Symbol" panose="05050102010706020507" pitchFamily="18" charset="2"/>
              </a:rPr>
              <a:t>，   单位</a:t>
            </a:r>
            <a:r>
              <a:rPr kumimoji="1" lang="en-US" altLang="zh-CN" sz="2400" b="1" dirty="0">
                <a:latin typeface="Times New Roman" panose="02020603050405020304" pitchFamily="18" charset="0"/>
                <a:sym typeface="Symbol" panose="05050102010706020507" pitchFamily="18" charset="2"/>
              </a:rPr>
              <a:t>: S</a:t>
            </a:r>
          </a:p>
        </p:txBody>
      </p:sp>
    </p:spTree>
    <p:extLst>
      <p:ext uri="{BB962C8B-B14F-4D97-AF65-F5344CB8AC3E}">
        <p14:creationId xmlns:p14="http://schemas.microsoft.com/office/powerpoint/2010/main" val="32422235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7603"/>
                                        </p:tgtEl>
                                        <p:attrNameLst>
                                          <p:attrName>style.visibility</p:attrName>
                                        </p:attrNameLst>
                                      </p:cBhvr>
                                      <p:to>
                                        <p:strVal val="visible"/>
                                      </p:to>
                                    </p:set>
                                    <p:animEffect transition="in" filter="wipe(left)">
                                      <p:cBhvr>
                                        <p:cTn id="7" dur="500"/>
                                        <p:tgtEl>
                                          <p:spTgt spid="676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7604"/>
                                        </p:tgtEl>
                                        <p:attrNameLst>
                                          <p:attrName>style.visibility</p:attrName>
                                        </p:attrNameLst>
                                      </p:cBhvr>
                                      <p:to>
                                        <p:strVal val="visible"/>
                                      </p:to>
                                    </p:set>
                                    <p:animEffect transition="in" filter="wipe(left)">
                                      <p:cBhvr>
                                        <p:cTn id="12" dur="500"/>
                                        <p:tgtEl>
                                          <p:spTgt spid="6760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1" fill="hold" grpId="0" nodeType="clickEffect">
                                  <p:stCondLst>
                                    <p:cond delay="0"/>
                                  </p:stCondLst>
                                  <p:childTnLst>
                                    <p:set>
                                      <p:cBhvr>
                                        <p:cTn id="16" dur="1" fill="hold">
                                          <p:stCondLst>
                                            <p:cond delay="0"/>
                                          </p:stCondLst>
                                        </p:cTn>
                                        <p:tgtEl>
                                          <p:spTgt spid="67589"/>
                                        </p:tgtEl>
                                        <p:attrNameLst>
                                          <p:attrName>style.visibility</p:attrName>
                                        </p:attrNameLst>
                                      </p:cBhvr>
                                      <p:to>
                                        <p:strVal val="visible"/>
                                      </p:to>
                                    </p:set>
                                    <p:anim calcmode="lin" valueType="num">
                                      <p:cBhvr additive="base">
                                        <p:cTn id="17" dur="500" fill="hold"/>
                                        <p:tgtEl>
                                          <p:spTgt spid="67589"/>
                                        </p:tgtEl>
                                        <p:attrNameLst>
                                          <p:attrName>ppt_x</p:attrName>
                                        </p:attrNameLst>
                                      </p:cBhvr>
                                      <p:tavLst>
                                        <p:tav tm="0">
                                          <p:val>
                                            <p:strVal val="#ppt_x"/>
                                          </p:val>
                                        </p:tav>
                                        <p:tav tm="100000">
                                          <p:val>
                                            <p:strVal val="#ppt_x"/>
                                          </p:val>
                                        </p:tav>
                                      </p:tavLst>
                                    </p:anim>
                                    <p:anim calcmode="lin" valueType="num">
                                      <p:cBhvr additive="base">
                                        <p:cTn id="18" dur="500" fill="hold"/>
                                        <p:tgtEl>
                                          <p:spTgt spid="67589"/>
                                        </p:tgtEl>
                                        <p:attrNameLst>
                                          <p:attrName>ppt_y</p:attrName>
                                        </p:attrNameLst>
                                      </p:cBhvr>
                                      <p:tavLst>
                                        <p:tav tm="0">
                                          <p:val>
                                            <p:strVal val="0-#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67596">
                                            <p:txEl>
                                              <p:pRg st="0" end="0"/>
                                            </p:txEl>
                                          </p:spTgt>
                                        </p:tgtEl>
                                        <p:attrNameLst>
                                          <p:attrName>style.visibility</p:attrName>
                                        </p:attrNameLst>
                                      </p:cBhvr>
                                      <p:to>
                                        <p:strVal val="visible"/>
                                      </p:to>
                                    </p:set>
                                    <p:animEffect transition="in" filter="wipe(left)">
                                      <p:cBhvr>
                                        <p:cTn id="23" dur="500"/>
                                        <p:tgtEl>
                                          <p:spTgt spid="67596">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67594"/>
                                        </p:tgtEl>
                                        <p:attrNameLst>
                                          <p:attrName>style.visibility</p:attrName>
                                        </p:attrNameLst>
                                      </p:cBhvr>
                                      <p:to>
                                        <p:strVal val="visible"/>
                                      </p:to>
                                    </p:set>
                                    <p:animEffect transition="in" filter="wipe(left)">
                                      <p:cBhvr>
                                        <p:cTn id="28" dur="500"/>
                                        <p:tgtEl>
                                          <p:spTgt spid="6759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3" presetClass="entr" presetSubtype="288" fill="hold" nodeType="clickEffect">
                                  <p:stCondLst>
                                    <p:cond delay="0"/>
                                  </p:stCondLst>
                                  <p:childTnLst>
                                    <p:set>
                                      <p:cBhvr>
                                        <p:cTn id="32" dur="1" fill="hold">
                                          <p:stCondLst>
                                            <p:cond delay="0"/>
                                          </p:stCondLst>
                                        </p:cTn>
                                        <p:tgtEl>
                                          <p:spTgt spid="67600"/>
                                        </p:tgtEl>
                                        <p:attrNameLst>
                                          <p:attrName>style.visibility</p:attrName>
                                        </p:attrNameLst>
                                      </p:cBhvr>
                                      <p:to>
                                        <p:strVal val="visible"/>
                                      </p:to>
                                    </p:set>
                                    <p:anim calcmode="lin" valueType="num">
                                      <p:cBhvr>
                                        <p:cTn id="33" dur="500" fill="hold"/>
                                        <p:tgtEl>
                                          <p:spTgt spid="67600"/>
                                        </p:tgtEl>
                                        <p:attrNameLst>
                                          <p:attrName>ppt_w</p:attrName>
                                        </p:attrNameLst>
                                      </p:cBhvr>
                                      <p:tavLst>
                                        <p:tav tm="0">
                                          <p:val>
                                            <p:strVal val="4/3*#ppt_w"/>
                                          </p:val>
                                        </p:tav>
                                        <p:tav tm="100000">
                                          <p:val>
                                            <p:strVal val="#ppt_w"/>
                                          </p:val>
                                        </p:tav>
                                      </p:tavLst>
                                    </p:anim>
                                    <p:anim calcmode="lin" valueType="num">
                                      <p:cBhvr>
                                        <p:cTn id="34" dur="500" fill="hold"/>
                                        <p:tgtEl>
                                          <p:spTgt spid="67600"/>
                                        </p:tgtEl>
                                        <p:attrNameLst>
                                          <p:attrName>ppt_h</p:attrName>
                                        </p:attrNameLst>
                                      </p:cBhvr>
                                      <p:tavLst>
                                        <p:tav tm="0">
                                          <p:val>
                                            <p:strVal val="4/3*#ppt_h"/>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67595"/>
                                        </p:tgtEl>
                                        <p:attrNameLst>
                                          <p:attrName>style.visibility</p:attrName>
                                        </p:attrNameLst>
                                      </p:cBhvr>
                                      <p:to>
                                        <p:strVal val="visible"/>
                                      </p:to>
                                    </p:set>
                                    <p:animEffect transition="in" filter="wipe(left)">
                                      <p:cBhvr>
                                        <p:cTn id="39" dur="500"/>
                                        <p:tgtEl>
                                          <p:spTgt spid="67595"/>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3" presetClass="entr" presetSubtype="288" fill="hold" nodeType="clickEffect">
                                  <p:stCondLst>
                                    <p:cond delay="0"/>
                                  </p:stCondLst>
                                  <p:childTnLst>
                                    <p:set>
                                      <p:cBhvr>
                                        <p:cTn id="43" dur="1" fill="hold">
                                          <p:stCondLst>
                                            <p:cond delay="0"/>
                                          </p:stCondLst>
                                        </p:cTn>
                                        <p:tgtEl>
                                          <p:spTgt spid="67597"/>
                                        </p:tgtEl>
                                        <p:attrNameLst>
                                          <p:attrName>style.visibility</p:attrName>
                                        </p:attrNameLst>
                                      </p:cBhvr>
                                      <p:to>
                                        <p:strVal val="visible"/>
                                      </p:to>
                                    </p:set>
                                    <p:anim calcmode="lin" valueType="num">
                                      <p:cBhvr>
                                        <p:cTn id="44" dur="500" fill="hold"/>
                                        <p:tgtEl>
                                          <p:spTgt spid="67597"/>
                                        </p:tgtEl>
                                        <p:attrNameLst>
                                          <p:attrName>ppt_w</p:attrName>
                                        </p:attrNameLst>
                                      </p:cBhvr>
                                      <p:tavLst>
                                        <p:tav tm="0">
                                          <p:val>
                                            <p:strVal val="4/3*#ppt_w"/>
                                          </p:val>
                                        </p:tav>
                                        <p:tav tm="100000">
                                          <p:val>
                                            <p:strVal val="#ppt_w"/>
                                          </p:val>
                                        </p:tav>
                                      </p:tavLst>
                                    </p:anim>
                                    <p:anim calcmode="lin" valueType="num">
                                      <p:cBhvr>
                                        <p:cTn id="45" dur="500" fill="hold"/>
                                        <p:tgtEl>
                                          <p:spTgt spid="67597"/>
                                        </p:tgtEl>
                                        <p:attrNameLst>
                                          <p:attrName>ppt_h</p:attrName>
                                        </p:attrNameLst>
                                      </p:cBhvr>
                                      <p:tavLst>
                                        <p:tav tm="0">
                                          <p:val>
                                            <p:strVal val="4/3*#ppt_h"/>
                                          </p:val>
                                        </p:tav>
                                        <p:tav tm="100000">
                                          <p:val>
                                            <p:strVal val="#ppt_h"/>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8" fill="hold" grpId="0" nodeType="clickEffect">
                                  <p:stCondLst>
                                    <p:cond delay="0"/>
                                  </p:stCondLst>
                                  <p:childTnLst>
                                    <p:set>
                                      <p:cBhvr>
                                        <p:cTn id="49" dur="1" fill="hold">
                                          <p:stCondLst>
                                            <p:cond delay="0"/>
                                          </p:stCondLst>
                                        </p:cTn>
                                        <p:tgtEl>
                                          <p:spTgt spid="67586"/>
                                        </p:tgtEl>
                                        <p:attrNameLst>
                                          <p:attrName>style.visibility</p:attrName>
                                        </p:attrNameLst>
                                      </p:cBhvr>
                                      <p:to>
                                        <p:strVal val="visible"/>
                                      </p:to>
                                    </p:set>
                                    <p:anim calcmode="lin" valueType="num">
                                      <p:cBhvr additive="base">
                                        <p:cTn id="50" dur="500" fill="hold"/>
                                        <p:tgtEl>
                                          <p:spTgt spid="67586"/>
                                        </p:tgtEl>
                                        <p:attrNameLst>
                                          <p:attrName>ppt_x</p:attrName>
                                        </p:attrNameLst>
                                      </p:cBhvr>
                                      <p:tavLst>
                                        <p:tav tm="0">
                                          <p:val>
                                            <p:strVal val="0-#ppt_w/2"/>
                                          </p:val>
                                        </p:tav>
                                        <p:tav tm="100000">
                                          <p:val>
                                            <p:strVal val="#ppt_x"/>
                                          </p:val>
                                        </p:tav>
                                      </p:tavLst>
                                    </p:anim>
                                    <p:anim calcmode="lin" valueType="num">
                                      <p:cBhvr additive="base">
                                        <p:cTn id="51" dur="500" fill="hold"/>
                                        <p:tgtEl>
                                          <p:spTgt spid="67586"/>
                                        </p:tgtEl>
                                        <p:attrNameLst>
                                          <p:attrName>ppt_y</p:attrName>
                                        </p:attrNameLst>
                                      </p:cBhvr>
                                      <p:tavLst>
                                        <p:tav tm="0">
                                          <p:val>
                                            <p:strVal val="#ppt_y"/>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67587"/>
                                        </p:tgtEl>
                                        <p:attrNameLst>
                                          <p:attrName>style.visibility</p:attrName>
                                        </p:attrNameLst>
                                      </p:cBhvr>
                                      <p:to>
                                        <p:strVal val="visible"/>
                                      </p:to>
                                    </p:set>
                                    <p:anim calcmode="lin" valueType="num">
                                      <p:cBhvr additive="base">
                                        <p:cTn id="56" dur="500" fill="hold"/>
                                        <p:tgtEl>
                                          <p:spTgt spid="67587"/>
                                        </p:tgtEl>
                                        <p:attrNameLst>
                                          <p:attrName>ppt_x</p:attrName>
                                        </p:attrNameLst>
                                      </p:cBhvr>
                                      <p:tavLst>
                                        <p:tav tm="0">
                                          <p:val>
                                            <p:strVal val="#ppt_x"/>
                                          </p:val>
                                        </p:tav>
                                        <p:tav tm="100000">
                                          <p:val>
                                            <p:strVal val="#ppt_x"/>
                                          </p:val>
                                        </p:tav>
                                      </p:tavLst>
                                    </p:anim>
                                    <p:anim calcmode="lin" valueType="num">
                                      <p:cBhvr additive="base">
                                        <p:cTn id="57" dur="500" fill="hold"/>
                                        <p:tgtEl>
                                          <p:spTgt spid="67587"/>
                                        </p:tgtEl>
                                        <p:attrNameLst>
                                          <p:attrName>ppt_y</p:attrName>
                                        </p:attrNameLst>
                                      </p:cBhvr>
                                      <p:tavLst>
                                        <p:tav tm="0">
                                          <p:val>
                                            <p:strVal val="1+#ppt_h/2"/>
                                          </p:val>
                                        </p:tav>
                                        <p:tav tm="100000">
                                          <p:val>
                                            <p:strVal val="#ppt_y"/>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67588"/>
                                        </p:tgtEl>
                                        <p:attrNameLst>
                                          <p:attrName>style.visibility</p:attrName>
                                        </p:attrNameLst>
                                      </p:cBhvr>
                                      <p:to>
                                        <p:strVal val="visible"/>
                                      </p:to>
                                    </p:set>
                                    <p:anim calcmode="lin" valueType="num">
                                      <p:cBhvr additive="base">
                                        <p:cTn id="62" dur="500" fill="hold"/>
                                        <p:tgtEl>
                                          <p:spTgt spid="67588"/>
                                        </p:tgtEl>
                                        <p:attrNameLst>
                                          <p:attrName>ppt_x</p:attrName>
                                        </p:attrNameLst>
                                      </p:cBhvr>
                                      <p:tavLst>
                                        <p:tav tm="0">
                                          <p:val>
                                            <p:strVal val="#ppt_x"/>
                                          </p:val>
                                        </p:tav>
                                        <p:tav tm="100000">
                                          <p:val>
                                            <p:strVal val="#ppt_x"/>
                                          </p:val>
                                        </p:tav>
                                      </p:tavLst>
                                    </p:anim>
                                    <p:anim calcmode="lin" valueType="num">
                                      <p:cBhvr additive="base">
                                        <p:cTn id="63" dur="500" fill="hold"/>
                                        <p:tgtEl>
                                          <p:spTgt spid="67588"/>
                                        </p:tgtEl>
                                        <p:attrNameLst>
                                          <p:attrName>ppt_y</p:attrName>
                                        </p:attrNameLst>
                                      </p:cBhvr>
                                      <p:tavLst>
                                        <p:tav tm="0">
                                          <p:val>
                                            <p:strVal val="1+#ppt_h/2"/>
                                          </p:val>
                                        </p:tav>
                                        <p:tav tm="100000">
                                          <p:val>
                                            <p:strVal val="#ppt_y"/>
                                          </p:val>
                                        </p:tav>
                                      </p:tavLst>
                                    </p:anim>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67605"/>
                                        </p:tgtEl>
                                        <p:attrNameLst>
                                          <p:attrName>style.visibility</p:attrName>
                                        </p:attrNameLst>
                                      </p:cBhvr>
                                      <p:to>
                                        <p:strVal val="visible"/>
                                      </p:to>
                                    </p:set>
                                    <p:animEffect transition="in" filter="wipe(left)">
                                      <p:cBhvr>
                                        <p:cTn id="68" dur="500"/>
                                        <p:tgtEl>
                                          <p:spTgt spid="67605"/>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2" fill="hold" nodeType="clickEffect">
                                  <p:stCondLst>
                                    <p:cond delay="0"/>
                                  </p:stCondLst>
                                  <p:childTnLst>
                                    <p:set>
                                      <p:cBhvr>
                                        <p:cTn id="72" dur="1" fill="hold">
                                          <p:stCondLst>
                                            <p:cond delay="0"/>
                                          </p:stCondLst>
                                        </p:cTn>
                                        <p:tgtEl>
                                          <p:spTgt spid="67590"/>
                                        </p:tgtEl>
                                        <p:attrNameLst>
                                          <p:attrName>style.visibility</p:attrName>
                                        </p:attrNameLst>
                                      </p:cBhvr>
                                      <p:to>
                                        <p:strVal val="visible"/>
                                      </p:to>
                                    </p:set>
                                    <p:anim calcmode="lin" valueType="num">
                                      <p:cBhvr additive="base">
                                        <p:cTn id="73" dur="500" fill="hold"/>
                                        <p:tgtEl>
                                          <p:spTgt spid="67590"/>
                                        </p:tgtEl>
                                        <p:attrNameLst>
                                          <p:attrName>ppt_x</p:attrName>
                                        </p:attrNameLst>
                                      </p:cBhvr>
                                      <p:tavLst>
                                        <p:tav tm="0">
                                          <p:val>
                                            <p:strVal val="1+#ppt_w/2"/>
                                          </p:val>
                                        </p:tav>
                                        <p:tav tm="100000">
                                          <p:val>
                                            <p:strVal val="#ppt_x"/>
                                          </p:val>
                                        </p:tav>
                                      </p:tavLst>
                                    </p:anim>
                                    <p:anim calcmode="lin" valueType="num">
                                      <p:cBhvr additive="base">
                                        <p:cTn id="74" dur="500" fill="hold"/>
                                        <p:tgtEl>
                                          <p:spTgt spid="67590"/>
                                        </p:tgtEl>
                                        <p:attrNameLst>
                                          <p:attrName>ppt_y</p:attrName>
                                        </p:attrNameLst>
                                      </p:cBhvr>
                                      <p:tavLst>
                                        <p:tav tm="0">
                                          <p:val>
                                            <p:strVal val="#ppt_y"/>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67592"/>
                                        </p:tgtEl>
                                        <p:attrNameLst>
                                          <p:attrName>style.visibility</p:attrName>
                                        </p:attrNameLst>
                                      </p:cBhvr>
                                      <p:to>
                                        <p:strVal val="visible"/>
                                      </p:to>
                                    </p:set>
                                    <p:anim calcmode="lin" valueType="num">
                                      <p:cBhvr additive="base">
                                        <p:cTn id="79" dur="500" fill="hold"/>
                                        <p:tgtEl>
                                          <p:spTgt spid="67592"/>
                                        </p:tgtEl>
                                        <p:attrNameLst>
                                          <p:attrName>ppt_x</p:attrName>
                                        </p:attrNameLst>
                                      </p:cBhvr>
                                      <p:tavLst>
                                        <p:tav tm="0">
                                          <p:val>
                                            <p:strVal val="#ppt_x"/>
                                          </p:val>
                                        </p:tav>
                                        <p:tav tm="100000">
                                          <p:val>
                                            <p:strVal val="#ppt_x"/>
                                          </p:val>
                                        </p:tav>
                                      </p:tavLst>
                                    </p:anim>
                                    <p:anim calcmode="lin" valueType="num">
                                      <p:cBhvr additive="base">
                                        <p:cTn id="80" dur="500" fill="hold"/>
                                        <p:tgtEl>
                                          <p:spTgt spid="67592"/>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1" fill="hold" grpId="0" nodeType="clickEffect">
                                  <p:stCondLst>
                                    <p:cond delay="0"/>
                                  </p:stCondLst>
                                  <p:childTnLst>
                                    <p:set>
                                      <p:cBhvr>
                                        <p:cTn id="84" dur="1" fill="hold">
                                          <p:stCondLst>
                                            <p:cond delay="0"/>
                                          </p:stCondLst>
                                        </p:cTn>
                                        <p:tgtEl>
                                          <p:spTgt spid="27"/>
                                        </p:tgtEl>
                                        <p:attrNameLst>
                                          <p:attrName>style.visibility</p:attrName>
                                        </p:attrNameLst>
                                      </p:cBhvr>
                                      <p:to>
                                        <p:strVal val="visible"/>
                                      </p:to>
                                    </p:set>
                                    <p:anim calcmode="lin" valueType="num">
                                      <p:cBhvr additive="base">
                                        <p:cTn id="85" dur="500" fill="hold"/>
                                        <p:tgtEl>
                                          <p:spTgt spid="27"/>
                                        </p:tgtEl>
                                        <p:attrNameLst>
                                          <p:attrName>ppt_x</p:attrName>
                                        </p:attrNameLst>
                                      </p:cBhvr>
                                      <p:tavLst>
                                        <p:tav tm="0">
                                          <p:val>
                                            <p:strVal val="#ppt_x"/>
                                          </p:val>
                                        </p:tav>
                                        <p:tav tm="100000">
                                          <p:val>
                                            <p:strVal val="#ppt_x"/>
                                          </p:val>
                                        </p:tav>
                                      </p:tavLst>
                                    </p:anim>
                                    <p:anim calcmode="lin" valueType="num">
                                      <p:cBhvr additive="base">
                                        <p:cTn id="86" dur="500" fill="hold"/>
                                        <p:tgtEl>
                                          <p:spTgt spid="27"/>
                                        </p:tgtEl>
                                        <p:attrNameLst>
                                          <p:attrName>ppt_y</p:attrName>
                                        </p:attrNameLst>
                                      </p:cBhvr>
                                      <p:tavLst>
                                        <p:tav tm="0">
                                          <p:val>
                                            <p:strVal val="0-#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28"/>
                                        </p:tgtEl>
                                        <p:attrNameLst>
                                          <p:attrName>style.visibility</p:attrName>
                                        </p:attrNameLst>
                                      </p:cBhvr>
                                      <p:to>
                                        <p:strVal val="visible"/>
                                      </p:to>
                                    </p:set>
                                    <p:animEffect transition="in" filter="wipe(left)">
                                      <p:cBhvr>
                                        <p:cTn id="9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animBg="1" autoUpdateAnimBg="0"/>
      <p:bldP spid="67587" grpId="0" autoUpdateAnimBg="0"/>
      <p:bldP spid="67588" grpId="0" autoUpdateAnimBg="0"/>
      <p:bldP spid="67589" grpId="0" autoUpdateAnimBg="0"/>
      <p:bldP spid="67592" grpId="0" autoUpdateAnimBg="0"/>
      <p:bldP spid="67596" grpId="0" build="p" autoUpdateAnimBg="0"/>
      <p:bldP spid="27" grpId="0" autoUpdateAnimBg="0"/>
      <p:bldP spid="28"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539750" y="476250"/>
            <a:ext cx="5976938" cy="523220"/>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98000" rIns="198000">
            <a:spAutoFit/>
          </a:bodyPr>
          <a:lstStyle/>
          <a:p>
            <a:r>
              <a:rPr kumimoji="1" lang="en-US" altLang="zh-CN" sz="2800">
                <a:latin typeface="楷体_GB2312" pitchFamily="49" charset="-122"/>
              </a:rPr>
              <a:t>4. </a:t>
            </a:r>
            <a:r>
              <a:rPr kumimoji="1" lang="zh-CN" altLang="en-US" sz="2800">
                <a:latin typeface="楷体_GB2312" pitchFamily="49" charset="-122"/>
              </a:rPr>
              <a:t>基尔霍夫定律的相量形式</a:t>
            </a:r>
          </a:p>
        </p:txBody>
      </p:sp>
      <p:graphicFrame>
        <p:nvGraphicFramePr>
          <p:cNvPr id="40964" name="Object 4" descr="水滴"/>
          <p:cNvGraphicFramePr>
            <a:graphicFrameLocks noChangeAspect="1"/>
          </p:cNvGraphicFramePr>
          <p:nvPr>
            <p:extLst>
              <p:ext uri="{D42A27DB-BD31-4B8C-83A1-F6EECF244321}">
                <p14:modId xmlns:p14="http://schemas.microsoft.com/office/powerpoint/2010/main" val="4004285357"/>
              </p:ext>
            </p:extLst>
          </p:nvPr>
        </p:nvGraphicFramePr>
        <p:xfrm>
          <a:off x="862013" y="2779713"/>
          <a:ext cx="1462087" cy="573087"/>
        </p:xfrm>
        <a:graphic>
          <a:graphicData uri="http://schemas.openxmlformats.org/presentationml/2006/ole">
            <mc:AlternateContent xmlns:mc="http://schemas.openxmlformats.org/markup-compatibility/2006">
              <mc:Choice xmlns:v="urn:schemas-microsoft-com:vml" Requires="v">
                <p:oleObj spid="_x0000_s108671" name="Equation" r:id="rId3" imgW="647640" imgH="253800" progId="Equation.DSMT4">
                  <p:embed/>
                </p:oleObj>
              </mc:Choice>
              <mc:Fallback>
                <p:oleObj name="Equation" r:id="rId3" imgW="647640" imgH="253800" progId="Equation.DSMT4">
                  <p:embed/>
                  <p:pic>
                    <p:nvPicPr>
                      <p:cNvPr id="40964" name="Object 4" descr="水滴"/>
                      <p:cNvPicPr>
                        <a:picLocks noChangeAspect="1" noChangeArrowheads="1"/>
                      </p:cNvPicPr>
                      <p:nvPr/>
                    </p:nvPicPr>
                    <p:blipFill>
                      <a:blip r:embed="rId4"/>
                      <a:srcRect/>
                      <a:stretch>
                        <a:fillRect/>
                      </a:stretch>
                    </p:blipFill>
                    <p:spPr bwMode="auto">
                      <a:xfrm>
                        <a:off x="862013" y="2779713"/>
                        <a:ext cx="1462087" cy="573087"/>
                      </a:xfrm>
                      <a:prstGeom prst="rect">
                        <a:avLst/>
                      </a:prstGeom>
                      <a:noFill/>
                      <a:ln>
                        <a:noFill/>
                      </a:ln>
                      <a:effectLst/>
                      <a:extLst>
                        <a:ext uri="{909E8E84-426E-40DD-AFC4-6F175D3DCCD1}">
                          <a14:hiddenFill xmlns:a14="http://schemas.microsoft.com/office/drawing/2010/main">
                            <a:blipFill dpi="0" rotWithShape="0">
                              <a:blip r:embed="rId5"/>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965" name="Text Box 5"/>
          <p:cNvSpPr txBox="1">
            <a:spLocks noChangeArrowheads="1"/>
          </p:cNvSpPr>
          <p:nvPr/>
        </p:nvSpPr>
        <p:spPr bwMode="auto">
          <a:xfrm>
            <a:off x="611188" y="981075"/>
            <a:ext cx="7696200" cy="16435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indent="571500">
              <a:defRPr>
                <a:solidFill>
                  <a:schemeClr val="tx1"/>
                </a:solidFill>
                <a:latin typeface="Arial" panose="020B0604020202020204" pitchFamily="34" charset="0"/>
                <a:ea typeface="宋体" panose="02010600030101010101" pitchFamily="2" charset="-122"/>
              </a:defRPr>
            </a:lvl1pPr>
            <a:lvl2pPr marL="762000">
              <a:defRPr>
                <a:solidFill>
                  <a:schemeClr val="tx1"/>
                </a:solidFill>
                <a:latin typeface="Arial" panose="020B0604020202020204" pitchFamily="34" charset="0"/>
                <a:ea typeface="宋体" panose="02010600030101010101" pitchFamily="2" charset="-122"/>
              </a:defRPr>
            </a:lvl2pPr>
            <a:lvl3pPr marL="952500">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20000"/>
              </a:lnSpc>
              <a:spcBef>
                <a:spcPct val="50000"/>
              </a:spcBef>
            </a:pPr>
            <a:r>
              <a:rPr kumimoji="1" lang="zh-CN" altLang="en-US" sz="2800">
                <a:latin typeface="楷体_GB2312" pitchFamily="49" charset="-122"/>
                <a:ea typeface="楷体_GB2312" pitchFamily="49" charset="-122"/>
              </a:rPr>
              <a:t>同频率的正弦量加减可以用对应的相量形式来进行计算。因此，在正弦电流电路中，</a:t>
            </a:r>
            <a:r>
              <a:rPr kumimoji="1" lang="en-US" altLang="zh-CN" sz="2800" b="0">
                <a:latin typeface="Times New Roman" panose="02020603050405020304" pitchFamily="18" charset="0"/>
                <a:ea typeface="楷体_GB2312" pitchFamily="49" charset="-122"/>
              </a:rPr>
              <a:t>KCL</a:t>
            </a:r>
            <a:r>
              <a:rPr kumimoji="1" lang="zh-CN" altLang="en-US" sz="2800">
                <a:latin typeface="楷体_GB2312" pitchFamily="49" charset="-122"/>
                <a:ea typeface="楷体_GB2312" pitchFamily="49" charset="-122"/>
              </a:rPr>
              <a:t>和</a:t>
            </a:r>
            <a:r>
              <a:rPr kumimoji="1" lang="en-US" altLang="zh-CN" sz="2800" b="0">
                <a:latin typeface="Times New Roman" panose="02020603050405020304" pitchFamily="18" charset="0"/>
                <a:ea typeface="楷体_GB2312" pitchFamily="49" charset="-122"/>
              </a:rPr>
              <a:t>KVL</a:t>
            </a:r>
            <a:r>
              <a:rPr kumimoji="1" lang="zh-CN" altLang="en-US" sz="2800">
                <a:latin typeface="楷体_GB2312" pitchFamily="49" charset="-122"/>
                <a:ea typeface="楷体_GB2312" pitchFamily="49" charset="-122"/>
              </a:rPr>
              <a:t>可用相应的相量形式表示：</a:t>
            </a:r>
          </a:p>
        </p:txBody>
      </p:sp>
      <p:sp>
        <p:nvSpPr>
          <p:cNvPr id="40966" name="Text Box 6"/>
          <p:cNvSpPr txBox="1">
            <a:spLocks noChangeArrowheads="1"/>
          </p:cNvSpPr>
          <p:nvPr/>
        </p:nvSpPr>
        <p:spPr bwMode="auto">
          <a:xfrm>
            <a:off x="971550" y="4652963"/>
            <a:ext cx="7696200" cy="16435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indent="666750">
              <a:defRPr>
                <a:solidFill>
                  <a:schemeClr val="tx1"/>
                </a:solidFill>
                <a:latin typeface="Arial" panose="020B0604020202020204" pitchFamily="34" charset="0"/>
                <a:ea typeface="宋体" panose="02010600030101010101" pitchFamily="2" charset="-122"/>
              </a:defRPr>
            </a:lvl1pPr>
            <a:lvl2pPr marL="857250">
              <a:defRPr>
                <a:solidFill>
                  <a:schemeClr val="tx1"/>
                </a:solidFill>
                <a:latin typeface="Arial" panose="020B0604020202020204" pitchFamily="34" charset="0"/>
                <a:ea typeface="宋体" panose="02010600030101010101" pitchFamily="2" charset="-122"/>
              </a:defRPr>
            </a:lvl2pPr>
            <a:lvl3pPr marL="1047750">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spcBef>
                <a:spcPct val="50000"/>
              </a:spcBef>
            </a:pPr>
            <a:r>
              <a:rPr kumimoji="1" lang="en-US" altLang="zh-CN" sz="2800" dirty="0">
                <a:latin typeface="楷体_GB2312" pitchFamily="49" charset="-122"/>
                <a:ea typeface="楷体_GB2312" pitchFamily="49" charset="-122"/>
              </a:rPr>
              <a:t> </a:t>
            </a:r>
            <a:r>
              <a:rPr kumimoji="1" lang="zh-CN" altLang="en-US" sz="2800" dirty="0">
                <a:latin typeface="楷体_GB2312" pitchFamily="49" charset="-122"/>
                <a:ea typeface="楷体_GB2312" pitchFamily="49" charset="-122"/>
              </a:rPr>
              <a:t>流入某一结点的所有正弦电流用相量表示时仍满足</a:t>
            </a:r>
            <a:r>
              <a:rPr kumimoji="1" lang="en-US" altLang="zh-CN" sz="2800" b="0" dirty="0">
                <a:latin typeface="Times New Roman" panose="02020603050405020304" pitchFamily="18" charset="0"/>
                <a:ea typeface="楷体_GB2312" pitchFamily="49" charset="-122"/>
              </a:rPr>
              <a:t>KCL</a:t>
            </a:r>
            <a:r>
              <a:rPr kumimoji="1" lang="zh-CN" altLang="en-US" sz="2800" dirty="0">
                <a:latin typeface="楷体_GB2312" pitchFamily="49" charset="-122"/>
                <a:ea typeface="楷体_GB2312" pitchFamily="49" charset="-122"/>
              </a:rPr>
              <a:t>；而任一回路所有支路正弦电压用相量表示时仍满足</a:t>
            </a:r>
            <a:r>
              <a:rPr kumimoji="1" lang="en-US" altLang="zh-CN" sz="2800" b="0" dirty="0">
                <a:latin typeface="Times New Roman" panose="02020603050405020304" pitchFamily="18" charset="0"/>
                <a:ea typeface="楷体_GB2312" pitchFamily="49" charset="-122"/>
              </a:rPr>
              <a:t>KVL</a:t>
            </a:r>
            <a:r>
              <a:rPr kumimoji="1" lang="zh-CN" altLang="en-US" sz="2800" b="0" dirty="0">
                <a:latin typeface="楷体_GB2312" pitchFamily="49" charset="-122"/>
                <a:ea typeface="楷体_GB2312" pitchFamily="49" charset="-122"/>
              </a:rPr>
              <a:t>。</a:t>
            </a:r>
          </a:p>
        </p:txBody>
      </p:sp>
      <p:sp>
        <p:nvSpPr>
          <p:cNvPr id="40967" name="Line 7"/>
          <p:cNvSpPr>
            <a:spLocks noChangeShapeType="1"/>
          </p:cNvSpPr>
          <p:nvPr/>
        </p:nvSpPr>
        <p:spPr bwMode="auto">
          <a:xfrm>
            <a:off x="2484438" y="3068638"/>
            <a:ext cx="647700" cy="0"/>
          </a:xfrm>
          <a:prstGeom prst="line">
            <a:avLst/>
          </a:prstGeom>
          <a:noFill/>
          <a:ln w="76200">
            <a:solidFill>
              <a:srgbClr val="33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40968" name="Object 8" descr="水滴"/>
          <p:cNvGraphicFramePr>
            <a:graphicFrameLocks noChangeAspect="1"/>
          </p:cNvGraphicFramePr>
          <p:nvPr>
            <p:extLst>
              <p:ext uri="{D42A27DB-BD31-4B8C-83A1-F6EECF244321}">
                <p14:modId xmlns:p14="http://schemas.microsoft.com/office/powerpoint/2010/main" val="522917192"/>
              </p:ext>
            </p:extLst>
          </p:nvPr>
        </p:nvGraphicFramePr>
        <p:xfrm>
          <a:off x="3297238" y="2781300"/>
          <a:ext cx="5343525" cy="554038"/>
        </p:xfrm>
        <a:graphic>
          <a:graphicData uri="http://schemas.openxmlformats.org/presentationml/2006/ole">
            <mc:AlternateContent xmlns:mc="http://schemas.openxmlformats.org/markup-compatibility/2006">
              <mc:Choice xmlns:v="urn:schemas-microsoft-com:vml" Requires="v">
                <p:oleObj spid="_x0000_s108672" name="Equation" r:id="rId6" imgW="2463480" imgH="279360" progId="Equation.DSMT4">
                  <p:embed/>
                </p:oleObj>
              </mc:Choice>
              <mc:Fallback>
                <p:oleObj name="Equation" r:id="rId6" imgW="2463480" imgH="279360" progId="Equation.DSMT4">
                  <p:embed/>
                  <p:pic>
                    <p:nvPicPr>
                      <p:cNvPr id="40968" name="Object 8" descr="水滴"/>
                      <p:cNvPicPr>
                        <a:picLocks noChangeAspect="1" noChangeArrowheads="1"/>
                      </p:cNvPicPr>
                      <p:nvPr/>
                    </p:nvPicPr>
                    <p:blipFill>
                      <a:blip r:embed="rId7"/>
                      <a:srcRect/>
                      <a:stretch>
                        <a:fillRect/>
                      </a:stretch>
                    </p:blipFill>
                    <p:spPr bwMode="auto">
                      <a:xfrm>
                        <a:off x="3297238" y="2781300"/>
                        <a:ext cx="5343525" cy="554038"/>
                      </a:xfrm>
                      <a:prstGeom prst="rect">
                        <a:avLst/>
                      </a:prstGeom>
                      <a:noFill/>
                      <a:ln>
                        <a:noFill/>
                      </a:ln>
                      <a:effectLst/>
                      <a:extLst>
                        <a:ext uri="{909E8E84-426E-40DD-AFC4-6F175D3DCCD1}">
                          <a14:hiddenFill xmlns:a14="http://schemas.microsoft.com/office/drawing/2010/main">
                            <a:blipFill dpi="0" rotWithShape="0">
                              <a:blip r:embed="rId5"/>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969" name="Line 9"/>
          <p:cNvSpPr>
            <a:spLocks noChangeShapeType="1"/>
          </p:cNvSpPr>
          <p:nvPr/>
        </p:nvSpPr>
        <p:spPr bwMode="auto">
          <a:xfrm>
            <a:off x="3132138" y="3716338"/>
            <a:ext cx="792162" cy="0"/>
          </a:xfrm>
          <a:prstGeom prst="line">
            <a:avLst/>
          </a:prstGeom>
          <a:noFill/>
          <a:ln w="76200">
            <a:solidFill>
              <a:srgbClr val="33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40970" name="Object 10" descr="水滴"/>
          <p:cNvGraphicFramePr>
            <a:graphicFrameLocks noChangeAspect="1"/>
          </p:cNvGraphicFramePr>
          <p:nvPr>
            <p:extLst>
              <p:ext uri="{D42A27DB-BD31-4B8C-83A1-F6EECF244321}">
                <p14:modId xmlns:p14="http://schemas.microsoft.com/office/powerpoint/2010/main" val="988414299"/>
              </p:ext>
            </p:extLst>
          </p:nvPr>
        </p:nvGraphicFramePr>
        <p:xfrm>
          <a:off x="4105275" y="3441700"/>
          <a:ext cx="1069975" cy="508000"/>
        </p:xfrm>
        <a:graphic>
          <a:graphicData uri="http://schemas.openxmlformats.org/presentationml/2006/ole">
            <mc:AlternateContent xmlns:mc="http://schemas.openxmlformats.org/markup-compatibility/2006">
              <mc:Choice xmlns:v="urn:schemas-microsoft-com:vml" Requires="v">
                <p:oleObj spid="_x0000_s108673" name="Equation" r:id="rId8" imgW="533160" imgH="253800" progId="Equation.DSMT4">
                  <p:embed/>
                </p:oleObj>
              </mc:Choice>
              <mc:Fallback>
                <p:oleObj name="Equation" r:id="rId8" imgW="533160" imgH="253800" progId="Equation.DSMT4">
                  <p:embed/>
                  <p:pic>
                    <p:nvPicPr>
                      <p:cNvPr id="40970" name="Object 10" descr="水滴"/>
                      <p:cNvPicPr>
                        <a:picLocks noChangeAspect="1" noChangeArrowheads="1"/>
                      </p:cNvPicPr>
                      <p:nvPr/>
                    </p:nvPicPr>
                    <p:blipFill>
                      <a:blip r:embed="rId9"/>
                      <a:srcRect/>
                      <a:stretch>
                        <a:fillRect/>
                      </a:stretch>
                    </p:blipFill>
                    <p:spPr bwMode="auto">
                      <a:xfrm>
                        <a:off x="4105275" y="3441700"/>
                        <a:ext cx="1069975" cy="508000"/>
                      </a:xfrm>
                      <a:prstGeom prst="rect">
                        <a:avLst/>
                      </a:prstGeom>
                      <a:noFill/>
                      <a:ln>
                        <a:noFill/>
                      </a:ln>
                      <a:effectLst/>
                      <a:extLst>
                        <a:ext uri="{909E8E84-426E-40DD-AFC4-6F175D3DCCD1}">
                          <a14:hiddenFill xmlns:a14="http://schemas.microsoft.com/office/drawing/2010/main">
                            <a:blipFill dpi="0" rotWithShape="0">
                              <a:blip r:embed="rId5"/>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71" name="Object 11" descr="水滴"/>
          <p:cNvGraphicFramePr>
            <a:graphicFrameLocks noChangeAspect="1"/>
          </p:cNvGraphicFramePr>
          <p:nvPr>
            <p:extLst>
              <p:ext uri="{D42A27DB-BD31-4B8C-83A1-F6EECF244321}">
                <p14:modId xmlns:p14="http://schemas.microsoft.com/office/powerpoint/2010/main" val="779839962"/>
              </p:ext>
            </p:extLst>
          </p:nvPr>
        </p:nvGraphicFramePr>
        <p:xfrm>
          <a:off x="923925" y="4060825"/>
          <a:ext cx="1735138" cy="639763"/>
        </p:xfrm>
        <a:graphic>
          <a:graphicData uri="http://schemas.openxmlformats.org/presentationml/2006/ole">
            <mc:AlternateContent xmlns:mc="http://schemas.openxmlformats.org/markup-compatibility/2006">
              <mc:Choice xmlns:v="urn:schemas-microsoft-com:vml" Requires="v">
                <p:oleObj spid="_x0000_s108674" name="Equation" r:id="rId10" imgW="685800" imgH="253800" progId="Equation.DSMT4">
                  <p:embed/>
                </p:oleObj>
              </mc:Choice>
              <mc:Fallback>
                <p:oleObj name="Equation" r:id="rId10" imgW="685800" imgH="253800" progId="Equation.DSMT4">
                  <p:embed/>
                  <p:pic>
                    <p:nvPicPr>
                      <p:cNvPr id="40971" name="Object 11" descr="水滴"/>
                      <p:cNvPicPr>
                        <a:picLocks noChangeAspect="1" noChangeArrowheads="1"/>
                      </p:cNvPicPr>
                      <p:nvPr/>
                    </p:nvPicPr>
                    <p:blipFill>
                      <a:blip r:embed="rId11"/>
                      <a:srcRect/>
                      <a:stretch>
                        <a:fillRect/>
                      </a:stretch>
                    </p:blipFill>
                    <p:spPr bwMode="auto">
                      <a:xfrm>
                        <a:off x="923925" y="4060825"/>
                        <a:ext cx="1735138" cy="639763"/>
                      </a:xfrm>
                      <a:prstGeom prst="rect">
                        <a:avLst/>
                      </a:prstGeom>
                      <a:noFill/>
                      <a:ln>
                        <a:noFill/>
                      </a:ln>
                      <a:effectLst/>
                      <a:extLst>
                        <a:ext uri="{909E8E84-426E-40DD-AFC4-6F175D3DCCD1}">
                          <a14:hiddenFill xmlns:a14="http://schemas.microsoft.com/office/drawing/2010/main">
                            <a:blipFill dpi="0" rotWithShape="0">
                              <a:blip r:embed="rId5"/>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72" name="Object 12" descr="水滴"/>
          <p:cNvGraphicFramePr>
            <a:graphicFrameLocks noChangeAspect="1"/>
          </p:cNvGraphicFramePr>
          <p:nvPr>
            <p:extLst>
              <p:ext uri="{D42A27DB-BD31-4B8C-83A1-F6EECF244321}">
                <p14:modId xmlns:p14="http://schemas.microsoft.com/office/powerpoint/2010/main" val="931166422"/>
              </p:ext>
            </p:extLst>
          </p:nvPr>
        </p:nvGraphicFramePr>
        <p:xfrm>
          <a:off x="4191000" y="4162425"/>
          <a:ext cx="1144588" cy="508000"/>
        </p:xfrm>
        <a:graphic>
          <a:graphicData uri="http://schemas.openxmlformats.org/presentationml/2006/ole">
            <mc:AlternateContent xmlns:mc="http://schemas.openxmlformats.org/markup-compatibility/2006">
              <mc:Choice xmlns:v="urn:schemas-microsoft-com:vml" Requires="v">
                <p:oleObj spid="_x0000_s108675" name="Equation" r:id="rId12" imgW="571320" imgH="253800" progId="Equation.DSMT4">
                  <p:embed/>
                </p:oleObj>
              </mc:Choice>
              <mc:Fallback>
                <p:oleObj name="Equation" r:id="rId12" imgW="571320" imgH="253800" progId="Equation.DSMT4">
                  <p:embed/>
                  <p:pic>
                    <p:nvPicPr>
                      <p:cNvPr id="40972" name="Object 12" descr="水滴"/>
                      <p:cNvPicPr>
                        <a:picLocks noChangeAspect="1" noChangeArrowheads="1"/>
                      </p:cNvPicPr>
                      <p:nvPr/>
                    </p:nvPicPr>
                    <p:blipFill>
                      <a:blip r:embed="rId13"/>
                      <a:srcRect/>
                      <a:stretch>
                        <a:fillRect/>
                      </a:stretch>
                    </p:blipFill>
                    <p:spPr bwMode="auto">
                      <a:xfrm>
                        <a:off x="4191000" y="4162425"/>
                        <a:ext cx="1144588" cy="508000"/>
                      </a:xfrm>
                      <a:prstGeom prst="rect">
                        <a:avLst/>
                      </a:prstGeom>
                      <a:noFill/>
                      <a:ln>
                        <a:noFill/>
                      </a:ln>
                      <a:effectLst/>
                      <a:extLst>
                        <a:ext uri="{909E8E84-426E-40DD-AFC4-6F175D3DCCD1}">
                          <a14:hiddenFill xmlns:a14="http://schemas.microsoft.com/office/drawing/2010/main">
                            <a:blipFill dpi="0" rotWithShape="0">
                              <a:blip r:embed="rId5"/>
                              <a:srcRect/>
                              <a:tile tx="0" ty="0" sx="100000" sy="100000" flip="none" algn="tl"/>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973" name="Line 13"/>
          <p:cNvSpPr>
            <a:spLocks noChangeShapeType="1"/>
          </p:cNvSpPr>
          <p:nvPr/>
        </p:nvSpPr>
        <p:spPr bwMode="auto">
          <a:xfrm>
            <a:off x="3132138" y="4365625"/>
            <a:ext cx="792162" cy="0"/>
          </a:xfrm>
          <a:prstGeom prst="line">
            <a:avLst/>
          </a:prstGeom>
          <a:noFill/>
          <a:ln w="76200">
            <a:solidFill>
              <a:srgbClr val="33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40989" name="Text Box 29"/>
          <p:cNvSpPr txBox="1">
            <a:spLocks noChangeArrowheads="1"/>
          </p:cNvSpPr>
          <p:nvPr/>
        </p:nvSpPr>
        <p:spPr bwMode="auto">
          <a:xfrm>
            <a:off x="447675" y="4664076"/>
            <a:ext cx="100540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3200" b="0" dirty="0">
                <a:solidFill>
                  <a:srgbClr val="FF0000"/>
                </a:solidFill>
                <a:latin typeface="Times New Roman" panose="02020603050405020304" pitchFamily="18" charset="0"/>
                <a:ea typeface="华文行楷" panose="02010800040101010101" pitchFamily="2" charset="-122"/>
              </a:rPr>
              <a:t>表明</a:t>
            </a:r>
          </a:p>
        </p:txBody>
      </p:sp>
    </p:spTree>
    <p:extLst>
      <p:ext uri="{BB962C8B-B14F-4D97-AF65-F5344CB8AC3E}">
        <p14:creationId xmlns:p14="http://schemas.microsoft.com/office/powerpoint/2010/main" val="21006951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40962"/>
                                        </p:tgtEl>
                                        <p:attrNameLst>
                                          <p:attrName>style.visibility</p:attrName>
                                        </p:attrNameLst>
                                      </p:cBhvr>
                                      <p:to>
                                        <p:strVal val="visible"/>
                                      </p:to>
                                    </p:set>
                                    <p:anim calcmode="lin" valueType="num">
                                      <p:cBhvr additive="base">
                                        <p:cTn id="7" dur="500" fill="hold"/>
                                        <p:tgtEl>
                                          <p:spTgt spid="40962"/>
                                        </p:tgtEl>
                                        <p:attrNameLst>
                                          <p:attrName>ppt_x</p:attrName>
                                        </p:attrNameLst>
                                      </p:cBhvr>
                                      <p:tavLst>
                                        <p:tav tm="0">
                                          <p:val>
                                            <p:strVal val="0-#ppt_w/2"/>
                                          </p:val>
                                        </p:tav>
                                        <p:tav tm="100000">
                                          <p:val>
                                            <p:strVal val="#ppt_x"/>
                                          </p:val>
                                        </p:tav>
                                      </p:tavLst>
                                    </p:anim>
                                    <p:anim calcmode="lin" valueType="num">
                                      <p:cBhvr additive="base">
                                        <p:cTn id="8" dur="500" fill="hold"/>
                                        <p:tgtEl>
                                          <p:spTgt spid="4096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40965"/>
                                        </p:tgtEl>
                                        <p:attrNameLst>
                                          <p:attrName>style.visibility</p:attrName>
                                        </p:attrNameLst>
                                      </p:cBhvr>
                                      <p:to>
                                        <p:strVal val="visible"/>
                                      </p:to>
                                    </p:set>
                                    <p:animEffect transition="in" filter="wipe(up)">
                                      <p:cBhvr>
                                        <p:cTn id="13" dur="1000"/>
                                        <p:tgtEl>
                                          <p:spTgt spid="4096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40964"/>
                                        </p:tgtEl>
                                        <p:attrNameLst>
                                          <p:attrName>style.visibility</p:attrName>
                                        </p:attrNameLst>
                                      </p:cBhvr>
                                      <p:to>
                                        <p:strVal val="visible"/>
                                      </p:to>
                                    </p:set>
                                    <p:animEffect transition="in" filter="blinds(horizontal)">
                                      <p:cBhvr>
                                        <p:cTn id="18" dur="500"/>
                                        <p:tgtEl>
                                          <p:spTgt spid="4096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8" fill="hold" nodeType="clickEffect">
                                  <p:stCondLst>
                                    <p:cond delay="0"/>
                                  </p:stCondLst>
                                  <p:childTnLst>
                                    <p:set>
                                      <p:cBhvr>
                                        <p:cTn id="22" dur="1" fill="hold">
                                          <p:stCondLst>
                                            <p:cond delay="0"/>
                                          </p:stCondLst>
                                        </p:cTn>
                                        <p:tgtEl>
                                          <p:spTgt spid="40967"/>
                                        </p:tgtEl>
                                        <p:attrNameLst>
                                          <p:attrName>style.visibility</p:attrName>
                                        </p:attrNameLst>
                                      </p:cBhvr>
                                      <p:to>
                                        <p:strVal val="visible"/>
                                      </p:to>
                                    </p:set>
                                    <p:animEffect transition="in" filter="slide(fromLeft)">
                                      <p:cBhvr>
                                        <p:cTn id="23" dur="500"/>
                                        <p:tgtEl>
                                          <p:spTgt spid="40967"/>
                                        </p:tgtEl>
                                      </p:cBhvr>
                                    </p:animEffect>
                                  </p:childTnLst>
                                </p:cTn>
                              </p:par>
                            </p:childTnLst>
                          </p:cTn>
                        </p:par>
                        <p:par>
                          <p:cTn id="24" fill="hold" nodeType="afterGroup">
                            <p:stCondLst>
                              <p:cond delay="500"/>
                            </p:stCondLst>
                            <p:childTnLst>
                              <p:par>
                                <p:cTn id="25" presetID="22" presetClass="entr" presetSubtype="8" fill="hold" nodeType="afterEffect">
                                  <p:stCondLst>
                                    <p:cond delay="0"/>
                                  </p:stCondLst>
                                  <p:childTnLst>
                                    <p:set>
                                      <p:cBhvr>
                                        <p:cTn id="26" dur="1" fill="hold">
                                          <p:stCondLst>
                                            <p:cond delay="0"/>
                                          </p:stCondLst>
                                        </p:cTn>
                                        <p:tgtEl>
                                          <p:spTgt spid="40968"/>
                                        </p:tgtEl>
                                        <p:attrNameLst>
                                          <p:attrName>style.visibility</p:attrName>
                                        </p:attrNameLst>
                                      </p:cBhvr>
                                      <p:to>
                                        <p:strVal val="visible"/>
                                      </p:to>
                                    </p:set>
                                    <p:animEffect transition="in" filter="wipe(left)">
                                      <p:cBhvr>
                                        <p:cTn id="27" dur="2000"/>
                                        <p:tgtEl>
                                          <p:spTgt spid="4096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8" fill="hold" nodeType="clickEffect">
                                  <p:stCondLst>
                                    <p:cond delay="0"/>
                                  </p:stCondLst>
                                  <p:childTnLst>
                                    <p:set>
                                      <p:cBhvr>
                                        <p:cTn id="31" dur="1" fill="hold">
                                          <p:stCondLst>
                                            <p:cond delay="0"/>
                                          </p:stCondLst>
                                        </p:cTn>
                                        <p:tgtEl>
                                          <p:spTgt spid="40969"/>
                                        </p:tgtEl>
                                        <p:attrNameLst>
                                          <p:attrName>style.visibility</p:attrName>
                                        </p:attrNameLst>
                                      </p:cBhvr>
                                      <p:to>
                                        <p:strVal val="visible"/>
                                      </p:to>
                                    </p:set>
                                    <p:animEffect transition="in" filter="slide(fromLeft)">
                                      <p:cBhvr>
                                        <p:cTn id="32" dur="500"/>
                                        <p:tgtEl>
                                          <p:spTgt spid="40969"/>
                                        </p:tgtEl>
                                      </p:cBhvr>
                                    </p:animEffect>
                                  </p:childTnLst>
                                </p:cTn>
                              </p:par>
                            </p:childTnLst>
                          </p:cTn>
                        </p:par>
                        <p:par>
                          <p:cTn id="33" fill="hold" nodeType="afterGroup">
                            <p:stCondLst>
                              <p:cond delay="500"/>
                            </p:stCondLst>
                            <p:childTnLst>
                              <p:par>
                                <p:cTn id="34" presetID="3" presetClass="entr" presetSubtype="10" fill="hold" nodeType="afterEffect">
                                  <p:stCondLst>
                                    <p:cond delay="0"/>
                                  </p:stCondLst>
                                  <p:childTnLst>
                                    <p:set>
                                      <p:cBhvr>
                                        <p:cTn id="35" dur="1" fill="hold">
                                          <p:stCondLst>
                                            <p:cond delay="0"/>
                                          </p:stCondLst>
                                        </p:cTn>
                                        <p:tgtEl>
                                          <p:spTgt spid="40970"/>
                                        </p:tgtEl>
                                        <p:attrNameLst>
                                          <p:attrName>style.visibility</p:attrName>
                                        </p:attrNameLst>
                                      </p:cBhvr>
                                      <p:to>
                                        <p:strVal val="visible"/>
                                      </p:to>
                                    </p:set>
                                    <p:animEffect transition="in" filter="blinds(horizontal)">
                                      <p:cBhvr>
                                        <p:cTn id="36" dur="500"/>
                                        <p:tgtEl>
                                          <p:spTgt spid="4097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nodeType="clickEffect">
                                  <p:stCondLst>
                                    <p:cond delay="0"/>
                                  </p:stCondLst>
                                  <p:childTnLst>
                                    <p:set>
                                      <p:cBhvr>
                                        <p:cTn id="40" dur="1" fill="hold">
                                          <p:stCondLst>
                                            <p:cond delay="0"/>
                                          </p:stCondLst>
                                        </p:cTn>
                                        <p:tgtEl>
                                          <p:spTgt spid="40971"/>
                                        </p:tgtEl>
                                        <p:attrNameLst>
                                          <p:attrName>style.visibility</p:attrName>
                                        </p:attrNameLst>
                                      </p:cBhvr>
                                      <p:to>
                                        <p:strVal val="visible"/>
                                      </p:to>
                                    </p:set>
                                    <p:animEffect transition="in" filter="blinds(horizontal)">
                                      <p:cBhvr>
                                        <p:cTn id="41" dur="500"/>
                                        <p:tgtEl>
                                          <p:spTgt spid="4097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2" presetClass="entr" presetSubtype="8" fill="hold" nodeType="clickEffect">
                                  <p:stCondLst>
                                    <p:cond delay="0"/>
                                  </p:stCondLst>
                                  <p:childTnLst>
                                    <p:set>
                                      <p:cBhvr>
                                        <p:cTn id="45" dur="1" fill="hold">
                                          <p:stCondLst>
                                            <p:cond delay="0"/>
                                          </p:stCondLst>
                                        </p:cTn>
                                        <p:tgtEl>
                                          <p:spTgt spid="40973"/>
                                        </p:tgtEl>
                                        <p:attrNameLst>
                                          <p:attrName>style.visibility</p:attrName>
                                        </p:attrNameLst>
                                      </p:cBhvr>
                                      <p:to>
                                        <p:strVal val="visible"/>
                                      </p:to>
                                    </p:set>
                                    <p:animEffect transition="in" filter="slide(fromLeft)">
                                      <p:cBhvr>
                                        <p:cTn id="46" dur="500"/>
                                        <p:tgtEl>
                                          <p:spTgt spid="40973"/>
                                        </p:tgtEl>
                                      </p:cBhvr>
                                    </p:animEffect>
                                  </p:childTnLst>
                                </p:cTn>
                              </p:par>
                            </p:childTnLst>
                          </p:cTn>
                        </p:par>
                        <p:par>
                          <p:cTn id="47" fill="hold" nodeType="afterGroup">
                            <p:stCondLst>
                              <p:cond delay="500"/>
                            </p:stCondLst>
                            <p:childTnLst>
                              <p:par>
                                <p:cTn id="48" presetID="3" presetClass="entr" presetSubtype="10" fill="hold" nodeType="afterEffect">
                                  <p:stCondLst>
                                    <p:cond delay="0"/>
                                  </p:stCondLst>
                                  <p:childTnLst>
                                    <p:set>
                                      <p:cBhvr>
                                        <p:cTn id="49" dur="1" fill="hold">
                                          <p:stCondLst>
                                            <p:cond delay="0"/>
                                          </p:stCondLst>
                                        </p:cTn>
                                        <p:tgtEl>
                                          <p:spTgt spid="40972"/>
                                        </p:tgtEl>
                                        <p:attrNameLst>
                                          <p:attrName>style.visibility</p:attrName>
                                        </p:attrNameLst>
                                      </p:cBhvr>
                                      <p:to>
                                        <p:strVal val="visible"/>
                                      </p:to>
                                    </p:set>
                                    <p:animEffect transition="in" filter="blinds(horizontal)">
                                      <p:cBhvr>
                                        <p:cTn id="50" dur="500"/>
                                        <p:tgtEl>
                                          <p:spTgt spid="40972"/>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098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iterate type="wd">
                                    <p:tmPct val="100000"/>
                                  </p:iterate>
                                  <p:childTnLst>
                                    <p:set>
                                      <p:cBhvr>
                                        <p:cTn id="58" dur="1" fill="hold">
                                          <p:stCondLst>
                                            <p:cond delay="0"/>
                                          </p:stCondLst>
                                        </p:cTn>
                                        <p:tgtEl>
                                          <p:spTgt spid="40966"/>
                                        </p:tgtEl>
                                        <p:attrNameLst>
                                          <p:attrName>style.visibility</p:attrName>
                                        </p:attrNameLst>
                                      </p:cBhvr>
                                      <p:to>
                                        <p:strVal val="visible"/>
                                      </p:to>
                                    </p:set>
                                    <p:animEffect transition="in" filter="wipe(left)">
                                      <p:cBhvr>
                                        <p:cTn id="59" dur="300"/>
                                        <p:tgtEl>
                                          <p:spTgt spid="409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p:bldP spid="40965" grpId="0" autoUpdateAnimBg="0"/>
      <p:bldP spid="40966" grpId="0" autoUpdateAnimBg="0"/>
      <p:bldP spid="4098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2"/>
          <p:cNvSpPr txBox="1">
            <a:spLocks noChangeArrowheads="1"/>
          </p:cNvSpPr>
          <p:nvPr/>
        </p:nvSpPr>
        <p:spPr bwMode="auto">
          <a:xfrm>
            <a:off x="250825" y="312738"/>
            <a:ext cx="6316153" cy="52322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spcBef>
                <a:spcPct val="0"/>
              </a:spcBef>
            </a:pPr>
            <a:r>
              <a:rPr kumimoji="1" lang="zh-CN" altLang="en-US" sz="2800" b="1" dirty="0">
                <a:latin typeface="Times New Roman" panose="02020603050405020304" pitchFamily="18" charset="0"/>
              </a:rPr>
              <a:t>电路定律的相量形式和电路的相量模型</a:t>
            </a:r>
            <a:endParaRPr kumimoji="1" lang="zh-CN" altLang="en-US" sz="2800" b="1" dirty="0">
              <a:solidFill>
                <a:srgbClr val="FFFF00"/>
              </a:solidFill>
              <a:latin typeface="Times New Roman" panose="02020603050405020304" pitchFamily="18" charset="0"/>
            </a:endParaRPr>
          </a:p>
        </p:txBody>
      </p:sp>
      <p:sp>
        <p:nvSpPr>
          <p:cNvPr id="69635" name="Text Box 3"/>
          <p:cNvSpPr txBox="1">
            <a:spLocks noChangeArrowheads="1"/>
          </p:cNvSpPr>
          <p:nvPr/>
        </p:nvSpPr>
        <p:spPr bwMode="auto">
          <a:xfrm>
            <a:off x="692150" y="1196752"/>
            <a:ext cx="4690708"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800" b="1" dirty="0">
                <a:solidFill>
                  <a:srgbClr val="FF0000"/>
                </a:solidFill>
                <a:latin typeface="Times New Roman" panose="02020603050405020304" pitchFamily="18" charset="0"/>
              </a:rPr>
              <a:t>1.   </a:t>
            </a:r>
            <a:r>
              <a:rPr kumimoji="1" lang="zh-CN" altLang="en-US" sz="2800" b="1" dirty="0">
                <a:solidFill>
                  <a:srgbClr val="FF0000"/>
                </a:solidFill>
                <a:latin typeface="Times New Roman" panose="02020603050405020304" pitchFamily="18" charset="0"/>
              </a:rPr>
              <a:t>基尔霍夫定律的相量形式</a:t>
            </a:r>
          </a:p>
        </p:txBody>
      </p:sp>
      <p:graphicFrame>
        <p:nvGraphicFramePr>
          <p:cNvPr id="69636" name="Object 4" descr="水滴"/>
          <p:cNvGraphicFramePr>
            <a:graphicFrameLocks noChangeAspect="1"/>
          </p:cNvGraphicFramePr>
          <p:nvPr/>
        </p:nvGraphicFramePr>
        <p:xfrm>
          <a:off x="1889125" y="1828800"/>
          <a:ext cx="4267200" cy="1009650"/>
        </p:xfrm>
        <a:graphic>
          <a:graphicData uri="http://schemas.openxmlformats.org/presentationml/2006/ole">
            <mc:AlternateContent xmlns:mc="http://schemas.openxmlformats.org/markup-compatibility/2006">
              <mc:Choice xmlns:v="urn:schemas-microsoft-com:vml" Requires="v">
                <p:oleObj spid="_x0000_s63568" name="公式" r:id="rId4" imgW="2197080" imgH="520560" progId="Equation.3">
                  <p:embed/>
                </p:oleObj>
              </mc:Choice>
              <mc:Fallback>
                <p:oleObj name="公式" r:id="rId4" imgW="2197080" imgH="520560" progId="Equation.3">
                  <p:embed/>
                  <p:pic>
                    <p:nvPicPr>
                      <p:cNvPr id="69636" name="Object 4" descr="水滴"/>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9125" y="1828800"/>
                        <a:ext cx="4267200" cy="1009650"/>
                      </a:xfrm>
                      <a:prstGeom prst="rect">
                        <a:avLst/>
                      </a:prstGeom>
                      <a:blipFill dpi="0" rotWithShape="0">
                        <a:blip r:embed="rId6"/>
                        <a:srcRect/>
                        <a:tile tx="0" ty="0" sx="100000" sy="100000" flip="none" algn="tl"/>
                      </a:blipFill>
                      <a:ln>
                        <a:noFill/>
                      </a:ln>
                      <a:effectLst>
                        <a:outerShdw dist="107763"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37" name="Text Box 5"/>
          <p:cNvSpPr txBox="1">
            <a:spLocks noChangeArrowheads="1"/>
          </p:cNvSpPr>
          <p:nvPr/>
        </p:nvSpPr>
        <p:spPr bwMode="auto">
          <a:xfrm>
            <a:off x="822325" y="3136677"/>
            <a:ext cx="378982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800" b="1">
                <a:solidFill>
                  <a:srgbClr val="FF0000"/>
                </a:solidFill>
                <a:latin typeface="Times New Roman" panose="02020603050405020304" pitchFamily="18" charset="0"/>
              </a:rPr>
              <a:t>2. </a:t>
            </a:r>
            <a:r>
              <a:rPr kumimoji="1" lang="zh-CN" altLang="en-US" sz="2800" b="1">
                <a:solidFill>
                  <a:srgbClr val="FF0000"/>
                </a:solidFill>
                <a:latin typeface="Times New Roman" panose="02020603050405020304" pitchFamily="18" charset="0"/>
              </a:rPr>
              <a:t>电路元件的相量关系</a:t>
            </a:r>
          </a:p>
        </p:txBody>
      </p:sp>
      <p:graphicFrame>
        <p:nvGraphicFramePr>
          <p:cNvPr id="69638" name="Object 6" descr="水滴"/>
          <p:cNvGraphicFramePr>
            <a:graphicFrameLocks noChangeAspect="1"/>
          </p:cNvGraphicFramePr>
          <p:nvPr/>
        </p:nvGraphicFramePr>
        <p:xfrm>
          <a:off x="2016125" y="3752850"/>
          <a:ext cx="3870325" cy="2420938"/>
        </p:xfrm>
        <a:graphic>
          <a:graphicData uri="http://schemas.openxmlformats.org/presentationml/2006/ole">
            <mc:AlternateContent xmlns:mc="http://schemas.openxmlformats.org/markup-compatibility/2006">
              <mc:Choice xmlns:v="urn:schemas-microsoft-com:vml" Requires="v">
                <p:oleObj spid="_x0000_s63569" name="Equation" r:id="rId7" imgW="1752480" imgH="1091880" progId="Equation.3">
                  <p:embed/>
                </p:oleObj>
              </mc:Choice>
              <mc:Fallback>
                <p:oleObj name="Equation" r:id="rId7" imgW="1752480" imgH="1091880" progId="Equation.3">
                  <p:embed/>
                  <p:pic>
                    <p:nvPicPr>
                      <p:cNvPr id="69638" name="Object 6" descr="水滴"/>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16125" y="3752850"/>
                        <a:ext cx="3870325" cy="2420938"/>
                      </a:xfrm>
                      <a:prstGeom prst="rect">
                        <a:avLst/>
                      </a:prstGeom>
                      <a:blipFill dpi="0" rotWithShape="0">
                        <a:blip r:embed="rId6"/>
                        <a:srcRect/>
                        <a:tile tx="0" ty="0" sx="100000" sy="100000" flip="none" algn="tl"/>
                      </a:blipFill>
                      <a:ln>
                        <a:noFill/>
                      </a:ln>
                      <a:effectLst>
                        <a:outerShdw dist="107763"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0611433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69634"/>
                                        </p:tgtEl>
                                        <p:attrNameLst>
                                          <p:attrName>style.visibility</p:attrName>
                                        </p:attrNameLst>
                                      </p:cBhvr>
                                      <p:to>
                                        <p:strVal val="visible"/>
                                      </p:to>
                                    </p:set>
                                    <p:anim calcmode="lin" valueType="num">
                                      <p:cBhvr>
                                        <p:cTn id="7" dur="1000" fill="hold"/>
                                        <p:tgtEl>
                                          <p:spTgt spid="69634"/>
                                        </p:tgtEl>
                                        <p:attrNameLst>
                                          <p:attrName>ppt_w</p:attrName>
                                        </p:attrNameLst>
                                      </p:cBhvr>
                                      <p:tavLst>
                                        <p:tav tm="0">
                                          <p:val>
                                            <p:fltVal val="0"/>
                                          </p:val>
                                        </p:tav>
                                        <p:tav tm="100000">
                                          <p:val>
                                            <p:strVal val="#ppt_w"/>
                                          </p:val>
                                        </p:tav>
                                      </p:tavLst>
                                    </p:anim>
                                    <p:anim calcmode="lin" valueType="num">
                                      <p:cBhvr>
                                        <p:cTn id="8" dur="1000" fill="hold"/>
                                        <p:tgtEl>
                                          <p:spTgt spid="69634"/>
                                        </p:tgtEl>
                                        <p:attrNameLst>
                                          <p:attrName>ppt_h</p:attrName>
                                        </p:attrNameLst>
                                      </p:cBhvr>
                                      <p:tavLst>
                                        <p:tav tm="0">
                                          <p:val>
                                            <p:fltVal val="0"/>
                                          </p:val>
                                        </p:tav>
                                        <p:tav tm="100000">
                                          <p:val>
                                            <p:strVal val="#ppt_h"/>
                                          </p:val>
                                        </p:tav>
                                      </p:tavLst>
                                    </p:anim>
                                    <p:anim calcmode="lin" valueType="num">
                                      <p:cBhvr>
                                        <p:cTn id="9" dur="1000" fill="hold"/>
                                        <p:tgtEl>
                                          <p:spTgt spid="6963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6963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69635"/>
                                        </p:tgtEl>
                                        <p:attrNameLst>
                                          <p:attrName>style.visibility</p:attrName>
                                        </p:attrNameLst>
                                      </p:cBhvr>
                                      <p:to>
                                        <p:strVal val="visible"/>
                                      </p:to>
                                    </p:set>
                                    <p:anim calcmode="lin" valueType="num">
                                      <p:cBhvr additive="base">
                                        <p:cTn id="15" dur="500" fill="hold"/>
                                        <p:tgtEl>
                                          <p:spTgt spid="69635"/>
                                        </p:tgtEl>
                                        <p:attrNameLst>
                                          <p:attrName>ppt_x</p:attrName>
                                        </p:attrNameLst>
                                      </p:cBhvr>
                                      <p:tavLst>
                                        <p:tav tm="0">
                                          <p:val>
                                            <p:strVal val="0-#ppt_w/2"/>
                                          </p:val>
                                        </p:tav>
                                        <p:tav tm="100000">
                                          <p:val>
                                            <p:strVal val="#ppt_x"/>
                                          </p:val>
                                        </p:tav>
                                      </p:tavLst>
                                    </p:anim>
                                    <p:anim calcmode="lin" valueType="num">
                                      <p:cBhvr additive="base">
                                        <p:cTn id="16" dur="500" fill="hold"/>
                                        <p:tgtEl>
                                          <p:spTgt spid="69635"/>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69636"/>
                                        </p:tgtEl>
                                        <p:attrNameLst>
                                          <p:attrName>style.visibility</p:attrName>
                                        </p:attrNameLst>
                                      </p:cBhvr>
                                      <p:to>
                                        <p:strVal val="visible"/>
                                      </p:to>
                                    </p:set>
                                    <p:animEffect transition="in" filter="blinds(horizontal)">
                                      <p:cBhvr>
                                        <p:cTn id="21" dur="500"/>
                                        <p:tgtEl>
                                          <p:spTgt spid="6963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4" presetClass="entr" presetSubtype="32" fill="hold" grpId="0" nodeType="clickEffect">
                                  <p:stCondLst>
                                    <p:cond delay="0"/>
                                  </p:stCondLst>
                                  <p:childTnLst>
                                    <p:set>
                                      <p:cBhvr>
                                        <p:cTn id="25" dur="1" fill="hold">
                                          <p:stCondLst>
                                            <p:cond delay="0"/>
                                          </p:stCondLst>
                                        </p:cTn>
                                        <p:tgtEl>
                                          <p:spTgt spid="69637"/>
                                        </p:tgtEl>
                                        <p:attrNameLst>
                                          <p:attrName>style.visibility</p:attrName>
                                        </p:attrNameLst>
                                      </p:cBhvr>
                                      <p:to>
                                        <p:strVal val="visible"/>
                                      </p:to>
                                    </p:set>
                                    <p:animEffect transition="in" filter="box(out)">
                                      <p:cBhvr>
                                        <p:cTn id="26" dur="500"/>
                                        <p:tgtEl>
                                          <p:spTgt spid="6963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4" presetClass="entr" presetSubtype="32" fill="hold" nodeType="clickEffect">
                                  <p:stCondLst>
                                    <p:cond delay="0"/>
                                  </p:stCondLst>
                                  <p:childTnLst>
                                    <p:set>
                                      <p:cBhvr>
                                        <p:cTn id="30" dur="1" fill="hold">
                                          <p:stCondLst>
                                            <p:cond delay="0"/>
                                          </p:stCondLst>
                                        </p:cTn>
                                        <p:tgtEl>
                                          <p:spTgt spid="69638"/>
                                        </p:tgtEl>
                                        <p:attrNameLst>
                                          <p:attrName>style.visibility</p:attrName>
                                        </p:attrNameLst>
                                      </p:cBhvr>
                                      <p:to>
                                        <p:strVal val="visible"/>
                                      </p:to>
                                    </p:set>
                                    <p:animEffect transition="in" filter="box(out)">
                                      <p:cBhvr>
                                        <p:cTn id="31" dur="500"/>
                                        <p:tgtEl>
                                          <p:spTgt spid="696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p:bldP spid="69635" grpId="0" autoUpdateAnimBg="0"/>
      <p:bldP spid="69637"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2"/>
          <p:cNvSpPr txBox="1">
            <a:spLocks noChangeArrowheads="1"/>
          </p:cNvSpPr>
          <p:nvPr/>
        </p:nvSpPr>
        <p:spPr bwMode="auto">
          <a:xfrm>
            <a:off x="335016" y="183505"/>
            <a:ext cx="3895618"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dirty="0">
                <a:solidFill>
                  <a:srgbClr val="FF0000"/>
                </a:solidFill>
                <a:latin typeface="Times New Roman" panose="02020603050405020304" pitchFamily="18" charset="0"/>
              </a:rPr>
              <a:t>5. </a:t>
            </a:r>
            <a:r>
              <a:rPr kumimoji="1" lang="zh-CN" altLang="en-US" sz="2400" b="1" dirty="0">
                <a:solidFill>
                  <a:srgbClr val="FF0000"/>
                </a:solidFill>
                <a:latin typeface="Times New Roman" panose="02020603050405020304" pitchFamily="18" charset="0"/>
              </a:rPr>
              <a:t>电路的相量模型与相量法</a:t>
            </a:r>
            <a:endParaRPr kumimoji="1" lang="en-US" altLang="zh-CN" sz="2400" b="1" dirty="0">
              <a:solidFill>
                <a:srgbClr val="FF0000"/>
              </a:solidFill>
              <a:latin typeface="Times New Roman" panose="02020603050405020304" pitchFamily="18" charset="0"/>
            </a:endParaRPr>
          </a:p>
        </p:txBody>
      </p:sp>
      <p:sp>
        <p:nvSpPr>
          <p:cNvPr id="71683" name="Text Box 3"/>
          <p:cNvSpPr txBox="1">
            <a:spLocks noChangeArrowheads="1"/>
          </p:cNvSpPr>
          <p:nvPr/>
        </p:nvSpPr>
        <p:spPr bwMode="auto">
          <a:xfrm>
            <a:off x="958850" y="5426075"/>
            <a:ext cx="26479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latin typeface="Times New Roman" panose="02020603050405020304" pitchFamily="18" charset="0"/>
              </a:rPr>
              <a:t>时域列写微分方程</a:t>
            </a:r>
          </a:p>
        </p:txBody>
      </p:sp>
      <p:sp>
        <p:nvSpPr>
          <p:cNvPr id="71684" name="Text Box 4"/>
          <p:cNvSpPr txBox="1">
            <a:spLocks noChangeArrowheads="1"/>
          </p:cNvSpPr>
          <p:nvPr/>
        </p:nvSpPr>
        <p:spPr bwMode="auto">
          <a:xfrm>
            <a:off x="4724400" y="5410200"/>
            <a:ext cx="26479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latin typeface="Times New Roman" panose="02020603050405020304" pitchFamily="18" charset="0"/>
              </a:rPr>
              <a:t>相量形式代数方程</a:t>
            </a:r>
          </a:p>
        </p:txBody>
      </p:sp>
      <p:grpSp>
        <p:nvGrpSpPr>
          <p:cNvPr id="71685" name="Group 5"/>
          <p:cNvGrpSpPr>
            <a:grpSpLocks/>
          </p:cNvGrpSpPr>
          <p:nvPr/>
        </p:nvGrpSpPr>
        <p:grpSpPr bwMode="auto">
          <a:xfrm>
            <a:off x="381000" y="609600"/>
            <a:ext cx="3522663" cy="2057400"/>
            <a:chOff x="240" y="384"/>
            <a:chExt cx="2219" cy="1296"/>
          </a:xfrm>
        </p:grpSpPr>
        <p:sp>
          <p:nvSpPr>
            <p:cNvPr id="71686" name="Line 6"/>
            <p:cNvSpPr>
              <a:spLocks noChangeShapeType="1"/>
            </p:cNvSpPr>
            <p:nvPr/>
          </p:nvSpPr>
          <p:spPr bwMode="auto">
            <a:xfrm>
              <a:off x="1274" y="1200"/>
              <a:ext cx="221"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87" name="Line 7"/>
            <p:cNvSpPr>
              <a:spLocks noChangeShapeType="1"/>
            </p:cNvSpPr>
            <p:nvPr/>
          </p:nvSpPr>
          <p:spPr bwMode="auto">
            <a:xfrm flipV="1">
              <a:off x="1274" y="1293"/>
              <a:ext cx="221" cy="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88" name="Line 8"/>
            <p:cNvSpPr>
              <a:spLocks noChangeShapeType="1"/>
            </p:cNvSpPr>
            <p:nvPr/>
          </p:nvSpPr>
          <p:spPr bwMode="auto">
            <a:xfrm>
              <a:off x="1381" y="768"/>
              <a:ext cx="0" cy="43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89" name="Line 9"/>
            <p:cNvSpPr>
              <a:spLocks noChangeShapeType="1"/>
            </p:cNvSpPr>
            <p:nvPr/>
          </p:nvSpPr>
          <p:spPr bwMode="auto">
            <a:xfrm>
              <a:off x="1381" y="1292"/>
              <a:ext cx="0" cy="3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90" name="Line 10"/>
            <p:cNvSpPr>
              <a:spLocks noChangeShapeType="1"/>
            </p:cNvSpPr>
            <p:nvPr/>
          </p:nvSpPr>
          <p:spPr bwMode="auto">
            <a:xfrm>
              <a:off x="1207" y="768"/>
              <a:ext cx="96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91" name="Line 11"/>
            <p:cNvSpPr>
              <a:spLocks noChangeShapeType="1"/>
            </p:cNvSpPr>
            <p:nvPr/>
          </p:nvSpPr>
          <p:spPr bwMode="auto">
            <a:xfrm>
              <a:off x="2167" y="768"/>
              <a:ext cx="0" cy="91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92" name="Rectangle 12"/>
            <p:cNvSpPr>
              <a:spLocks noChangeArrowheads="1"/>
            </p:cNvSpPr>
            <p:nvPr/>
          </p:nvSpPr>
          <p:spPr bwMode="auto">
            <a:xfrm>
              <a:off x="2113" y="1104"/>
              <a:ext cx="102" cy="272"/>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1693" name="Line 13"/>
            <p:cNvSpPr>
              <a:spLocks noChangeShapeType="1"/>
            </p:cNvSpPr>
            <p:nvPr/>
          </p:nvSpPr>
          <p:spPr bwMode="auto">
            <a:xfrm flipH="1">
              <a:off x="679" y="1680"/>
              <a:ext cx="1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94" name="Line 14"/>
            <p:cNvSpPr>
              <a:spLocks noChangeShapeType="1"/>
            </p:cNvSpPr>
            <p:nvPr/>
          </p:nvSpPr>
          <p:spPr bwMode="auto">
            <a:xfrm>
              <a:off x="679" y="768"/>
              <a:ext cx="1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695" name="Text Box 15"/>
            <p:cNvSpPr txBox="1">
              <a:spLocks noChangeArrowheads="1"/>
            </p:cNvSpPr>
            <p:nvPr/>
          </p:nvSpPr>
          <p:spPr bwMode="auto">
            <a:xfrm>
              <a:off x="919" y="432"/>
              <a:ext cx="23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L</a:t>
              </a:r>
            </a:p>
          </p:txBody>
        </p:sp>
        <p:sp>
          <p:nvSpPr>
            <p:cNvPr id="71696" name="Text Box 16"/>
            <p:cNvSpPr txBox="1">
              <a:spLocks noChangeArrowheads="1"/>
            </p:cNvSpPr>
            <p:nvPr/>
          </p:nvSpPr>
          <p:spPr bwMode="auto">
            <a:xfrm>
              <a:off x="1491" y="1104"/>
              <a:ext cx="24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C</a:t>
              </a:r>
            </a:p>
          </p:txBody>
        </p:sp>
        <p:sp>
          <p:nvSpPr>
            <p:cNvPr id="71697" name="Text Box 17"/>
            <p:cNvSpPr txBox="1">
              <a:spLocks noChangeArrowheads="1"/>
            </p:cNvSpPr>
            <p:nvPr/>
          </p:nvSpPr>
          <p:spPr bwMode="auto">
            <a:xfrm>
              <a:off x="2215" y="1056"/>
              <a:ext cx="24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R</a:t>
              </a:r>
            </a:p>
          </p:txBody>
        </p:sp>
        <p:sp>
          <p:nvSpPr>
            <p:cNvPr id="71698" name="Text Box 18"/>
            <p:cNvSpPr txBox="1">
              <a:spLocks noChangeArrowheads="1"/>
            </p:cNvSpPr>
            <p:nvPr/>
          </p:nvSpPr>
          <p:spPr bwMode="auto">
            <a:xfrm>
              <a:off x="240" y="1056"/>
              <a:ext cx="33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i="1">
                  <a:latin typeface="Times New Roman" panose="02020603050405020304" pitchFamily="18" charset="0"/>
                </a:rPr>
                <a:t>u</a:t>
              </a:r>
              <a:r>
                <a:rPr kumimoji="1" lang="en-US" altLang="zh-CN" sz="2400" b="1" baseline="-25000">
                  <a:latin typeface="Times New Roman" panose="02020603050405020304" pitchFamily="18" charset="0"/>
                </a:rPr>
                <a:t>S</a:t>
              </a:r>
              <a:endParaRPr kumimoji="1" lang="en-US" altLang="zh-CN" sz="2400" b="1" i="1">
                <a:latin typeface="Times New Roman" panose="02020603050405020304" pitchFamily="18" charset="0"/>
              </a:endParaRPr>
            </a:p>
          </p:txBody>
        </p:sp>
        <p:sp>
          <p:nvSpPr>
            <p:cNvPr id="71699" name="Line 19"/>
            <p:cNvSpPr>
              <a:spLocks noChangeShapeType="1"/>
            </p:cNvSpPr>
            <p:nvPr/>
          </p:nvSpPr>
          <p:spPr bwMode="auto">
            <a:xfrm>
              <a:off x="823" y="864"/>
              <a:ext cx="288" cy="0"/>
            </a:xfrm>
            <a:prstGeom prst="line">
              <a:avLst/>
            </a:prstGeom>
            <a:noFill/>
            <a:ln w="952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00" name="Text Box 20"/>
            <p:cNvSpPr txBox="1">
              <a:spLocks noChangeArrowheads="1"/>
            </p:cNvSpPr>
            <p:nvPr/>
          </p:nvSpPr>
          <p:spPr bwMode="auto">
            <a:xfrm>
              <a:off x="909" y="794"/>
              <a:ext cx="24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i</a:t>
              </a:r>
              <a:r>
                <a:rPr kumimoji="1" lang="en-US" altLang="zh-CN" sz="2400" b="1" i="1" baseline="-25000">
                  <a:latin typeface="Times New Roman" panose="02020603050405020304" pitchFamily="18" charset="0"/>
                </a:rPr>
                <a:t>L</a:t>
              </a:r>
              <a:endParaRPr kumimoji="1" lang="en-US" altLang="zh-CN" sz="2400" b="1" i="1">
                <a:latin typeface="Times New Roman" panose="02020603050405020304" pitchFamily="18" charset="0"/>
              </a:endParaRPr>
            </a:p>
          </p:txBody>
        </p:sp>
        <p:sp>
          <p:nvSpPr>
            <p:cNvPr id="71701" name="Line 21"/>
            <p:cNvSpPr>
              <a:spLocks noChangeShapeType="1"/>
            </p:cNvSpPr>
            <p:nvPr/>
          </p:nvSpPr>
          <p:spPr bwMode="auto">
            <a:xfrm>
              <a:off x="1447" y="864"/>
              <a:ext cx="0" cy="240"/>
            </a:xfrm>
            <a:prstGeom prst="line">
              <a:avLst/>
            </a:prstGeom>
            <a:noFill/>
            <a:ln w="952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02" name="Text Box 22"/>
            <p:cNvSpPr txBox="1">
              <a:spLocks noChangeArrowheads="1"/>
            </p:cNvSpPr>
            <p:nvPr/>
          </p:nvSpPr>
          <p:spPr bwMode="auto">
            <a:xfrm>
              <a:off x="1447" y="864"/>
              <a:ext cx="37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i="1">
                  <a:latin typeface="Times New Roman" panose="02020603050405020304" pitchFamily="18" charset="0"/>
                </a:rPr>
                <a:t>i</a:t>
              </a:r>
              <a:r>
                <a:rPr kumimoji="1" lang="en-US" altLang="zh-CN" sz="2400" b="1" baseline="-25000">
                  <a:latin typeface="Times New Roman" panose="02020603050405020304" pitchFamily="18" charset="0"/>
                </a:rPr>
                <a:t>C</a:t>
              </a:r>
              <a:endParaRPr kumimoji="1" lang="en-US" altLang="zh-CN" sz="2400" b="1" i="1">
                <a:latin typeface="Times New Roman" panose="02020603050405020304" pitchFamily="18" charset="0"/>
              </a:endParaRPr>
            </a:p>
          </p:txBody>
        </p:sp>
        <p:sp>
          <p:nvSpPr>
            <p:cNvPr id="71703" name="Line 23"/>
            <p:cNvSpPr>
              <a:spLocks noChangeShapeType="1"/>
            </p:cNvSpPr>
            <p:nvPr/>
          </p:nvSpPr>
          <p:spPr bwMode="auto">
            <a:xfrm>
              <a:off x="1879" y="672"/>
              <a:ext cx="288" cy="0"/>
            </a:xfrm>
            <a:prstGeom prst="line">
              <a:avLst/>
            </a:prstGeom>
            <a:noFill/>
            <a:ln w="952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04" name="Text Box 24"/>
            <p:cNvSpPr txBox="1">
              <a:spLocks noChangeArrowheads="1"/>
            </p:cNvSpPr>
            <p:nvPr/>
          </p:nvSpPr>
          <p:spPr bwMode="auto">
            <a:xfrm>
              <a:off x="1879" y="384"/>
              <a:ext cx="25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i</a:t>
              </a:r>
              <a:r>
                <a:rPr kumimoji="1" lang="en-US" altLang="zh-CN" sz="2400" b="1" i="1" baseline="-25000">
                  <a:latin typeface="Times New Roman" panose="02020603050405020304" pitchFamily="18" charset="0"/>
                </a:rPr>
                <a:t>R</a:t>
              </a:r>
              <a:endParaRPr kumimoji="1" lang="en-US" altLang="zh-CN" sz="2400" b="1" i="1">
                <a:latin typeface="Times New Roman" panose="02020603050405020304" pitchFamily="18" charset="0"/>
              </a:endParaRPr>
            </a:p>
          </p:txBody>
        </p:sp>
        <p:grpSp>
          <p:nvGrpSpPr>
            <p:cNvPr id="71705" name="Group 25"/>
            <p:cNvGrpSpPr>
              <a:grpSpLocks/>
            </p:cNvGrpSpPr>
            <p:nvPr/>
          </p:nvGrpSpPr>
          <p:grpSpPr bwMode="auto">
            <a:xfrm>
              <a:off x="823" y="711"/>
              <a:ext cx="384" cy="57"/>
              <a:chOff x="576" y="711"/>
              <a:chExt cx="384" cy="57"/>
            </a:xfrm>
          </p:grpSpPr>
          <p:sp>
            <p:nvSpPr>
              <p:cNvPr id="71706" name="Freeform 26"/>
              <p:cNvSpPr>
                <a:spLocks/>
              </p:cNvSpPr>
              <p:nvPr/>
            </p:nvSpPr>
            <p:spPr bwMode="auto">
              <a:xfrm>
                <a:off x="576" y="711"/>
                <a:ext cx="98" cy="57"/>
              </a:xfrm>
              <a:custGeom>
                <a:avLst/>
                <a:gdLst>
                  <a:gd name="T0" fmla="*/ 0 w 98"/>
                  <a:gd name="T1" fmla="*/ 57 h 57"/>
                  <a:gd name="T2" fmla="*/ 18 w 98"/>
                  <a:gd name="T3" fmla="*/ 14 h 57"/>
                  <a:gd name="T4" fmla="*/ 47 w 98"/>
                  <a:gd name="T5" fmla="*/ 0 h 57"/>
                  <a:gd name="T6" fmla="*/ 80 w 98"/>
                  <a:gd name="T7" fmla="*/ 14 h 57"/>
                  <a:gd name="T8" fmla="*/ 98 w 98"/>
                  <a:gd name="T9" fmla="*/ 48 h 57"/>
                </a:gdLst>
                <a:ahLst/>
                <a:cxnLst>
                  <a:cxn ang="0">
                    <a:pos x="T0" y="T1"/>
                  </a:cxn>
                  <a:cxn ang="0">
                    <a:pos x="T2" y="T3"/>
                  </a:cxn>
                  <a:cxn ang="0">
                    <a:pos x="T4" y="T5"/>
                  </a:cxn>
                  <a:cxn ang="0">
                    <a:pos x="T6" y="T7"/>
                  </a:cxn>
                  <a:cxn ang="0">
                    <a:pos x="T8" y="T9"/>
                  </a:cxn>
                </a:cxnLst>
                <a:rect l="0" t="0" r="r" b="b"/>
                <a:pathLst>
                  <a:path w="98" h="57">
                    <a:moveTo>
                      <a:pt x="0" y="57"/>
                    </a:moveTo>
                    <a:cubicBezTo>
                      <a:pt x="3" y="50"/>
                      <a:pt x="10" y="23"/>
                      <a:pt x="18" y="14"/>
                    </a:cubicBezTo>
                    <a:cubicBezTo>
                      <a:pt x="26" y="5"/>
                      <a:pt x="37" y="0"/>
                      <a:pt x="47" y="0"/>
                    </a:cubicBezTo>
                    <a:cubicBezTo>
                      <a:pt x="57" y="0"/>
                      <a:pt x="71" y="6"/>
                      <a:pt x="80" y="14"/>
                    </a:cubicBezTo>
                    <a:cubicBezTo>
                      <a:pt x="89" y="22"/>
                      <a:pt x="94" y="42"/>
                      <a:pt x="98" y="48"/>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1707" name="Freeform 27"/>
              <p:cNvSpPr>
                <a:spLocks/>
              </p:cNvSpPr>
              <p:nvPr/>
            </p:nvSpPr>
            <p:spPr bwMode="auto">
              <a:xfrm>
                <a:off x="674" y="711"/>
                <a:ext cx="95" cy="51"/>
              </a:xfrm>
              <a:custGeom>
                <a:avLst/>
                <a:gdLst>
                  <a:gd name="T0" fmla="*/ 0 w 121"/>
                  <a:gd name="T1" fmla="*/ 54 h 54"/>
                  <a:gd name="T2" fmla="*/ 24 w 121"/>
                  <a:gd name="T3" fmla="*/ 15 h 54"/>
                  <a:gd name="T4" fmla="*/ 66 w 121"/>
                  <a:gd name="T5" fmla="*/ 0 h 54"/>
                  <a:gd name="T6" fmla="*/ 103 w 121"/>
                  <a:gd name="T7" fmla="*/ 15 h 54"/>
                  <a:gd name="T8" fmla="*/ 121 w 121"/>
                  <a:gd name="T9" fmla="*/ 51 h 54"/>
                </a:gdLst>
                <a:ahLst/>
                <a:cxnLst>
                  <a:cxn ang="0">
                    <a:pos x="T0" y="T1"/>
                  </a:cxn>
                  <a:cxn ang="0">
                    <a:pos x="T2" y="T3"/>
                  </a:cxn>
                  <a:cxn ang="0">
                    <a:pos x="T4" y="T5"/>
                  </a:cxn>
                  <a:cxn ang="0">
                    <a:pos x="T6" y="T7"/>
                  </a:cxn>
                  <a:cxn ang="0">
                    <a:pos x="T8" y="T9"/>
                  </a:cxn>
                </a:cxnLst>
                <a:rect l="0" t="0" r="r" b="b"/>
                <a:pathLst>
                  <a:path w="121" h="54">
                    <a:moveTo>
                      <a:pt x="0" y="54"/>
                    </a:moveTo>
                    <a:cubicBezTo>
                      <a:pt x="4" y="47"/>
                      <a:pt x="13" y="24"/>
                      <a:pt x="24" y="15"/>
                    </a:cubicBezTo>
                    <a:cubicBezTo>
                      <a:pt x="35" y="6"/>
                      <a:pt x="53" y="0"/>
                      <a:pt x="66" y="0"/>
                    </a:cubicBezTo>
                    <a:cubicBezTo>
                      <a:pt x="79" y="0"/>
                      <a:pt x="94" y="7"/>
                      <a:pt x="103" y="15"/>
                    </a:cubicBezTo>
                    <a:cubicBezTo>
                      <a:pt x="112" y="23"/>
                      <a:pt x="117" y="44"/>
                      <a:pt x="121"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1708" name="Freeform 28"/>
              <p:cNvSpPr>
                <a:spLocks/>
              </p:cNvSpPr>
              <p:nvPr/>
            </p:nvSpPr>
            <p:spPr bwMode="auto">
              <a:xfrm>
                <a:off x="769" y="711"/>
                <a:ext cx="94" cy="48"/>
              </a:xfrm>
              <a:custGeom>
                <a:avLst/>
                <a:gdLst>
                  <a:gd name="T0" fmla="*/ 0 w 119"/>
                  <a:gd name="T1" fmla="*/ 51 h 51"/>
                  <a:gd name="T2" fmla="*/ 17 w 119"/>
                  <a:gd name="T3" fmla="*/ 15 h 51"/>
                  <a:gd name="T4" fmla="*/ 59 w 119"/>
                  <a:gd name="T5" fmla="*/ 0 h 51"/>
                  <a:gd name="T6" fmla="*/ 96 w 119"/>
                  <a:gd name="T7" fmla="*/ 15 h 51"/>
                  <a:gd name="T8" fmla="*/ 119 w 119"/>
                  <a:gd name="T9" fmla="*/ 51 h 51"/>
                </a:gdLst>
                <a:ahLst/>
                <a:cxnLst>
                  <a:cxn ang="0">
                    <a:pos x="T0" y="T1"/>
                  </a:cxn>
                  <a:cxn ang="0">
                    <a:pos x="T2" y="T3"/>
                  </a:cxn>
                  <a:cxn ang="0">
                    <a:pos x="T4" y="T5"/>
                  </a:cxn>
                  <a:cxn ang="0">
                    <a:pos x="T6" y="T7"/>
                  </a:cxn>
                  <a:cxn ang="0">
                    <a:pos x="T8" y="T9"/>
                  </a:cxn>
                </a:cxnLst>
                <a:rect l="0" t="0" r="r" b="b"/>
                <a:pathLst>
                  <a:path w="119" h="51">
                    <a:moveTo>
                      <a:pt x="0" y="51"/>
                    </a:moveTo>
                    <a:cubicBezTo>
                      <a:pt x="3" y="45"/>
                      <a:pt x="7" y="24"/>
                      <a:pt x="17" y="15"/>
                    </a:cubicBezTo>
                    <a:cubicBezTo>
                      <a:pt x="27" y="6"/>
                      <a:pt x="46" y="0"/>
                      <a:pt x="59" y="0"/>
                    </a:cubicBezTo>
                    <a:cubicBezTo>
                      <a:pt x="72" y="0"/>
                      <a:pt x="86" y="7"/>
                      <a:pt x="96" y="15"/>
                    </a:cubicBezTo>
                    <a:cubicBezTo>
                      <a:pt x="106" y="23"/>
                      <a:pt x="114" y="44"/>
                      <a:pt x="119"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1709" name="Freeform 29"/>
              <p:cNvSpPr>
                <a:spLocks/>
              </p:cNvSpPr>
              <p:nvPr/>
            </p:nvSpPr>
            <p:spPr bwMode="auto">
              <a:xfrm>
                <a:off x="863" y="711"/>
                <a:ext cx="97" cy="54"/>
              </a:xfrm>
              <a:custGeom>
                <a:avLst/>
                <a:gdLst>
                  <a:gd name="T0" fmla="*/ 0 w 123"/>
                  <a:gd name="T1" fmla="*/ 51 h 57"/>
                  <a:gd name="T2" fmla="*/ 23 w 123"/>
                  <a:gd name="T3" fmla="*/ 15 h 57"/>
                  <a:gd name="T4" fmla="*/ 65 w 123"/>
                  <a:gd name="T5" fmla="*/ 0 h 57"/>
                  <a:gd name="T6" fmla="*/ 102 w 123"/>
                  <a:gd name="T7" fmla="*/ 15 h 57"/>
                  <a:gd name="T8" fmla="*/ 123 w 123"/>
                  <a:gd name="T9" fmla="*/ 57 h 57"/>
                </a:gdLst>
                <a:ahLst/>
                <a:cxnLst>
                  <a:cxn ang="0">
                    <a:pos x="T0" y="T1"/>
                  </a:cxn>
                  <a:cxn ang="0">
                    <a:pos x="T2" y="T3"/>
                  </a:cxn>
                  <a:cxn ang="0">
                    <a:pos x="T4" y="T5"/>
                  </a:cxn>
                  <a:cxn ang="0">
                    <a:pos x="T6" y="T7"/>
                  </a:cxn>
                  <a:cxn ang="0">
                    <a:pos x="T8" y="T9"/>
                  </a:cxn>
                </a:cxnLst>
                <a:rect l="0" t="0" r="r" b="b"/>
                <a:pathLst>
                  <a:path w="123" h="57">
                    <a:moveTo>
                      <a:pt x="0" y="51"/>
                    </a:moveTo>
                    <a:cubicBezTo>
                      <a:pt x="3" y="45"/>
                      <a:pt x="12" y="24"/>
                      <a:pt x="23" y="15"/>
                    </a:cubicBezTo>
                    <a:cubicBezTo>
                      <a:pt x="34" y="6"/>
                      <a:pt x="52" y="0"/>
                      <a:pt x="65" y="0"/>
                    </a:cubicBezTo>
                    <a:cubicBezTo>
                      <a:pt x="78" y="0"/>
                      <a:pt x="92" y="6"/>
                      <a:pt x="102" y="15"/>
                    </a:cubicBezTo>
                    <a:cubicBezTo>
                      <a:pt x="112" y="24"/>
                      <a:pt x="119" y="48"/>
                      <a:pt x="123" y="57"/>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sp>
          <p:nvSpPr>
            <p:cNvPr id="71710" name="Oval 30"/>
            <p:cNvSpPr>
              <a:spLocks noChangeArrowheads="1"/>
            </p:cNvSpPr>
            <p:nvPr/>
          </p:nvSpPr>
          <p:spPr bwMode="auto">
            <a:xfrm>
              <a:off x="535" y="1104"/>
              <a:ext cx="272" cy="272"/>
            </a:xfrm>
            <a:prstGeom prst="ellipse">
              <a:avLst/>
            </a:prstGeom>
            <a:solidFill>
              <a:schemeClr val="accent1"/>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1711" name="Line 31"/>
            <p:cNvSpPr>
              <a:spLocks noChangeShapeType="1"/>
            </p:cNvSpPr>
            <p:nvPr/>
          </p:nvSpPr>
          <p:spPr bwMode="auto">
            <a:xfrm>
              <a:off x="679" y="768"/>
              <a:ext cx="0" cy="91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1712" name="Text Box 32"/>
            <p:cNvSpPr txBox="1">
              <a:spLocks noChangeArrowheads="1"/>
            </p:cNvSpPr>
            <p:nvPr/>
          </p:nvSpPr>
          <p:spPr bwMode="auto">
            <a:xfrm>
              <a:off x="487" y="864"/>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a:t>
              </a:r>
            </a:p>
          </p:txBody>
        </p:sp>
        <p:sp>
          <p:nvSpPr>
            <p:cNvPr id="71713" name="Text Box 33"/>
            <p:cNvSpPr txBox="1">
              <a:spLocks noChangeArrowheads="1"/>
            </p:cNvSpPr>
            <p:nvPr/>
          </p:nvSpPr>
          <p:spPr bwMode="auto">
            <a:xfrm>
              <a:off x="487" y="1344"/>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宋体" panose="02010600030101010101" pitchFamily="2" charset="-122"/>
                </a:rPr>
                <a:t>-</a:t>
              </a:r>
              <a:endParaRPr kumimoji="1" lang="en-US" altLang="zh-CN" sz="2400" b="1">
                <a:latin typeface="Times New Roman" panose="02020603050405020304" pitchFamily="18" charset="0"/>
              </a:endParaRPr>
            </a:p>
          </p:txBody>
        </p:sp>
      </p:grpSp>
      <p:grpSp>
        <p:nvGrpSpPr>
          <p:cNvPr id="71714" name="Group 34"/>
          <p:cNvGrpSpPr>
            <a:grpSpLocks/>
          </p:cNvGrpSpPr>
          <p:nvPr/>
        </p:nvGrpSpPr>
        <p:grpSpPr bwMode="auto">
          <a:xfrm>
            <a:off x="4379913" y="533400"/>
            <a:ext cx="3398837" cy="2057400"/>
            <a:chOff x="2759" y="432"/>
            <a:chExt cx="2141" cy="1296"/>
          </a:xfrm>
        </p:grpSpPr>
        <p:sp>
          <p:nvSpPr>
            <p:cNvPr id="71715" name="Text Box 35"/>
            <p:cNvSpPr txBox="1">
              <a:spLocks noChangeArrowheads="1"/>
            </p:cNvSpPr>
            <p:nvPr/>
          </p:nvSpPr>
          <p:spPr bwMode="auto">
            <a:xfrm>
              <a:off x="3264" y="432"/>
              <a:ext cx="47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a:latin typeface="Times New Roman" panose="02020603050405020304" pitchFamily="18" charset="0"/>
                </a:rPr>
                <a:t>j</a:t>
              </a: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L</a:t>
              </a:r>
            </a:p>
          </p:txBody>
        </p:sp>
        <p:sp>
          <p:nvSpPr>
            <p:cNvPr id="71716" name="Text Box 36"/>
            <p:cNvSpPr txBox="1">
              <a:spLocks noChangeArrowheads="1"/>
            </p:cNvSpPr>
            <p:nvPr/>
          </p:nvSpPr>
          <p:spPr bwMode="auto">
            <a:xfrm>
              <a:off x="3888" y="1152"/>
              <a:ext cx="63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a:latin typeface="Times New Roman" panose="02020603050405020304" pitchFamily="18" charset="0"/>
                </a:rPr>
                <a:t>1</a:t>
              </a:r>
              <a:r>
                <a:rPr kumimoji="1" lang="en-US" altLang="zh-CN" sz="2400" b="1" i="1">
                  <a:latin typeface="Times New Roman" panose="02020603050405020304" pitchFamily="18" charset="0"/>
                </a:rPr>
                <a:t>/</a:t>
              </a:r>
              <a:r>
                <a:rPr kumimoji="1" lang="en-US" altLang="zh-CN" sz="2400" b="1">
                  <a:latin typeface="Times New Roman" panose="02020603050405020304" pitchFamily="18" charset="0"/>
                </a:rPr>
                <a:t>j</a:t>
              </a: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C</a:t>
              </a:r>
            </a:p>
          </p:txBody>
        </p:sp>
        <p:graphicFrame>
          <p:nvGraphicFramePr>
            <p:cNvPr id="71717" name="Object 37"/>
            <p:cNvGraphicFramePr>
              <a:graphicFrameLocks noChangeAspect="1"/>
            </p:cNvGraphicFramePr>
            <p:nvPr/>
          </p:nvGraphicFramePr>
          <p:xfrm>
            <a:off x="2759" y="1152"/>
            <a:ext cx="212" cy="267"/>
          </p:xfrm>
          <a:graphic>
            <a:graphicData uri="http://schemas.openxmlformats.org/presentationml/2006/ole">
              <mc:AlternateContent xmlns:mc="http://schemas.openxmlformats.org/markup-compatibility/2006">
                <mc:Choice xmlns:v="urn:schemas-microsoft-com:vml" Requires="v">
                  <p:oleObj spid="_x0000_s64904" name="公式" r:id="rId4" imgW="215640" imgH="241200" progId="Equation.3">
                    <p:embed/>
                  </p:oleObj>
                </mc:Choice>
                <mc:Fallback>
                  <p:oleObj name="公式" r:id="rId4" imgW="215640" imgH="241200" progId="Equation.3">
                    <p:embed/>
                    <p:pic>
                      <p:nvPicPr>
                        <p:cNvPr id="71717" name="Object 3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59" y="1152"/>
                          <a:ext cx="212"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718" name="Object 38"/>
            <p:cNvGraphicFramePr>
              <a:graphicFrameLocks noChangeAspect="1"/>
            </p:cNvGraphicFramePr>
            <p:nvPr/>
          </p:nvGraphicFramePr>
          <p:xfrm>
            <a:off x="3360" y="912"/>
            <a:ext cx="234" cy="281"/>
          </p:xfrm>
          <a:graphic>
            <a:graphicData uri="http://schemas.openxmlformats.org/presentationml/2006/ole">
              <mc:AlternateContent xmlns:mc="http://schemas.openxmlformats.org/markup-compatibility/2006">
                <mc:Choice xmlns:v="urn:schemas-microsoft-com:vml" Requires="v">
                  <p:oleObj spid="_x0000_s64905" name="公式" r:id="rId6" imgW="190440" imgH="228600" progId="Equation.3">
                    <p:embed/>
                  </p:oleObj>
                </mc:Choice>
                <mc:Fallback>
                  <p:oleObj name="公式" r:id="rId6" imgW="190440" imgH="228600" progId="Equation.3">
                    <p:embed/>
                    <p:pic>
                      <p:nvPicPr>
                        <p:cNvPr id="71718" name="Object 3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60" y="912"/>
                          <a:ext cx="234" cy="2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19" name="Object 39"/>
            <p:cNvGraphicFramePr>
              <a:graphicFrameLocks noChangeAspect="1"/>
            </p:cNvGraphicFramePr>
            <p:nvPr/>
          </p:nvGraphicFramePr>
          <p:xfrm>
            <a:off x="3926" y="960"/>
            <a:ext cx="202" cy="240"/>
          </p:xfrm>
          <a:graphic>
            <a:graphicData uri="http://schemas.openxmlformats.org/presentationml/2006/ole">
              <mc:AlternateContent xmlns:mc="http://schemas.openxmlformats.org/markup-compatibility/2006">
                <mc:Choice xmlns:v="urn:schemas-microsoft-com:vml" Requires="v">
                  <p:oleObj spid="_x0000_s64906" name="公式" r:id="rId8" imgW="203040" imgH="241200" progId="Equation.3">
                    <p:embed/>
                  </p:oleObj>
                </mc:Choice>
                <mc:Fallback>
                  <p:oleObj name="公式" r:id="rId8" imgW="203040" imgH="241200" progId="Equation.3">
                    <p:embed/>
                    <p:pic>
                      <p:nvPicPr>
                        <p:cNvPr id="71719" name="Object 3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26" y="960"/>
                          <a:ext cx="20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20" name="Object 40"/>
            <p:cNvGraphicFramePr>
              <a:graphicFrameLocks noChangeAspect="1"/>
            </p:cNvGraphicFramePr>
            <p:nvPr/>
          </p:nvGraphicFramePr>
          <p:xfrm>
            <a:off x="4368" y="432"/>
            <a:ext cx="248" cy="281"/>
          </p:xfrm>
          <a:graphic>
            <a:graphicData uri="http://schemas.openxmlformats.org/presentationml/2006/ole">
              <mc:AlternateContent xmlns:mc="http://schemas.openxmlformats.org/markup-compatibility/2006">
                <mc:Choice xmlns:v="urn:schemas-microsoft-com:vml" Requires="v">
                  <p:oleObj spid="_x0000_s64907" name="公式" r:id="rId10" imgW="203040" imgH="228600" progId="Equation.3">
                    <p:embed/>
                  </p:oleObj>
                </mc:Choice>
                <mc:Fallback>
                  <p:oleObj name="公式" r:id="rId10" imgW="203040" imgH="228600" progId="Equation.3">
                    <p:embed/>
                    <p:pic>
                      <p:nvPicPr>
                        <p:cNvPr id="71720" name="Object 4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68" y="432"/>
                          <a:ext cx="248" cy="2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21" name="Line 41"/>
            <p:cNvSpPr>
              <a:spLocks noChangeShapeType="1"/>
            </p:cNvSpPr>
            <p:nvPr/>
          </p:nvSpPr>
          <p:spPr bwMode="auto">
            <a:xfrm>
              <a:off x="3715" y="1248"/>
              <a:ext cx="221"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22" name="Line 42"/>
            <p:cNvSpPr>
              <a:spLocks noChangeShapeType="1"/>
            </p:cNvSpPr>
            <p:nvPr/>
          </p:nvSpPr>
          <p:spPr bwMode="auto">
            <a:xfrm flipV="1">
              <a:off x="3715" y="1341"/>
              <a:ext cx="221" cy="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23" name="Line 43"/>
            <p:cNvSpPr>
              <a:spLocks noChangeShapeType="1"/>
            </p:cNvSpPr>
            <p:nvPr/>
          </p:nvSpPr>
          <p:spPr bwMode="auto">
            <a:xfrm>
              <a:off x="3822" y="816"/>
              <a:ext cx="0" cy="43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24" name="Line 44"/>
            <p:cNvSpPr>
              <a:spLocks noChangeShapeType="1"/>
            </p:cNvSpPr>
            <p:nvPr/>
          </p:nvSpPr>
          <p:spPr bwMode="auto">
            <a:xfrm>
              <a:off x="3822" y="1340"/>
              <a:ext cx="0" cy="3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25" name="Line 45"/>
            <p:cNvSpPr>
              <a:spLocks noChangeShapeType="1"/>
            </p:cNvSpPr>
            <p:nvPr/>
          </p:nvSpPr>
          <p:spPr bwMode="auto">
            <a:xfrm>
              <a:off x="3648" y="816"/>
              <a:ext cx="96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26" name="Line 46"/>
            <p:cNvSpPr>
              <a:spLocks noChangeShapeType="1"/>
            </p:cNvSpPr>
            <p:nvPr/>
          </p:nvSpPr>
          <p:spPr bwMode="auto">
            <a:xfrm>
              <a:off x="4608" y="816"/>
              <a:ext cx="0" cy="91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27" name="Rectangle 47"/>
            <p:cNvSpPr>
              <a:spLocks noChangeArrowheads="1"/>
            </p:cNvSpPr>
            <p:nvPr/>
          </p:nvSpPr>
          <p:spPr bwMode="auto">
            <a:xfrm>
              <a:off x="4554" y="1152"/>
              <a:ext cx="102" cy="272"/>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1728" name="Line 48"/>
            <p:cNvSpPr>
              <a:spLocks noChangeShapeType="1"/>
            </p:cNvSpPr>
            <p:nvPr/>
          </p:nvSpPr>
          <p:spPr bwMode="auto">
            <a:xfrm flipH="1">
              <a:off x="3120" y="1728"/>
              <a:ext cx="1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29" name="Line 49"/>
            <p:cNvSpPr>
              <a:spLocks noChangeShapeType="1"/>
            </p:cNvSpPr>
            <p:nvPr/>
          </p:nvSpPr>
          <p:spPr bwMode="auto">
            <a:xfrm>
              <a:off x="3120" y="816"/>
              <a:ext cx="1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30" name="Text Box 50"/>
            <p:cNvSpPr txBox="1">
              <a:spLocks noChangeArrowheads="1"/>
            </p:cNvSpPr>
            <p:nvPr/>
          </p:nvSpPr>
          <p:spPr bwMode="auto">
            <a:xfrm>
              <a:off x="4656" y="1104"/>
              <a:ext cx="24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R</a:t>
              </a:r>
            </a:p>
          </p:txBody>
        </p:sp>
        <p:sp>
          <p:nvSpPr>
            <p:cNvPr id="71731" name="Line 51"/>
            <p:cNvSpPr>
              <a:spLocks noChangeShapeType="1"/>
            </p:cNvSpPr>
            <p:nvPr/>
          </p:nvSpPr>
          <p:spPr bwMode="auto">
            <a:xfrm>
              <a:off x="3264" y="912"/>
              <a:ext cx="288" cy="0"/>
            </a:xfrm>
            <a:prstGeom prst="line">
              <a:avLst/>
            </a:prstGeom>
            <a:noFill/>
            <a:ln w="952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32" name="Line 52"/>
            <p:cNvSpPr>
              <a:spLocks noChangeShapeType="1"/>
            </p:cNvSpPr>
            <p:nvPr/>
          </p:nvSpPr>
          <p:spPr bwMode="auto">
            <a:xfrm>
              <a:off x="3888" y="912"/>
              <a:ext cx="0" cy="240"/>
            </a:xfrm>
            <a:prstGeom prst="line">
              <a:avLst/>
            </a:prstGeom>
            <a:noFill/>
            <a:ln w="952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33" name="Line 53"/>
            <p:cNvSpPr>
              <a:spLocks noChangeShapeType="1"/>
            </p:cNvSpPr>
            <p:nvPr/>
          </p:nvSpPr>
          <p:spPr bwMode="auto">
            <a:xfrm>
              <a:off x="4320" y="720"/>
              <a:ext cx="288" cy="0"/>
            </a:xfrm>
            <a:prstGeom prst="line">
              <a:avLst/>
            </a:prstGeom>
            <a:noFill/>
            <a:ln w="952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71734" name="Group 54"/>
            <p:cNvGrpSpPr>
              <a:grpSpLocks/>
            </p:cNvGrpSpPr>
            <p:nvPr/>
          </p:nvGrpSpPr>
          <p:grpSpPr bwMode="auto">
            <a:xfrm>
              <a:off x="3264" y="759"/>
              <a:ext cx="384" cy="57"/>
              <a:chOff x="576" y="711"/>
              <a:chExt cx="384" cy="57"/>
            </a:xfrm>
          </p:grpSpPr>
          <p:sp>
            <p:nvSpPr>
              <p:cNvPr id="71735" name="Freeform 55"/>
              <p:cNvSpPr>
                <a:spLocks/>
              </p:cNvSpPr>
              <p:nvPr/>
            </p:nvSpPr>
            <p:spPr bwMode="auto">
              <a:xfrm>
                <a:off x="576" y="711"/>
                <a:ext cx="98" cy="57"/>
              </a:xfrm>
              <a:custGeom>
                <a:avLst/>
                <a:gdLst>
                  <a:gd name="T0" fmla="*/ 0 w 98"/>
                  <a:gd name="T1" fmla="*/ 57 h 57"/>
                  <a:gd name="T2" fmla="*/ 18 w 98"/>
                  <a:gd name="T3" fmla="*/ 14 h 57"/>
                  <a:gd name="T4" fmla="*/ 47 w 98"/>
                  <a:gd name="T5" fmla="*/ 0 h 57"/>
                  <a:gd name="T6" fmla="*/ 80 w 98"/>
                  <a:gd name="T7" fmla="*/ 14 h 57"/>
                  <a:gd name="T8" fmla="*/ 98 w 98"/>
                  <a:gd name="T9" fmla="*/ 48 h 57"/>
                </a:gdLst>
                <a:ahLst/>
                <a:cxnLst>
                  <a:cxn ang="0">
                    <a:pos x="T0" y="T1"/>
                  </a:cxn>
                  <a:cxn ang="0">
                    <a:pos x="T2" y="T3"/>
                  </a:cxn>
                  <a:cxn ang="0">
                    <a:pos x="T4" y="T5"/>
                  </a:cxn>
                  <a:cxn ang="0">
                    <a:pos x="T6" y="T7"/>
                  </a:cxn>
                  <a:cxn ang="0">
                    <a:pos x="T8" y="T9"/>
                  </a:cxn>
                </a:cxnLst>
                <a:rect l="0" t="0" r="r" b="b"/>
                <a:pathLst>
                  <a:path w="98" h="57">
                    <a:moveTo>
                      <a:pt x="0" y="57"/>
                    </a:moveTo>
                    <a:cubicBezTo>
                      <a:pt x="3" y="50"/>
                      <a:pt x="10" y="23"/>
                      <a:pt x="18" y="14"/>
                    </a:cubicBezTo>
                    <a:cubicBezTo>
                      <a:pt x="26" y="5"/>
                      <a:pt x="37" y="0"/>
                      <a:pt x="47" y="0"/>
                    </a:cubicBezTo>
                    <a:cubicBezTo>
                      <a:pt x="57" y="0"/>
                      <a:pt x="71" y="6"/>
                      <a:pt x="80" y="14"/>
                    </a:cubicBezTo>
                    <a:cubicBezTo>
                      <a:pt x="89" y="22"/>
                      <a:pt x="94" y="42"/>
                      <a:pt x="98" y="48"/>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1736" name="Freeform 56"/>
              <p:cNvSpPr>
                <a:spLocks/>
              </p:cNvSpPr>
              <p:nvPr/>
            </p:nvSpPr>
            <p:spPr bwMode="auto">
              <a:xfrm>
                <a:off x="674" y="711"/>
                <a:ext cx="95" cy="51"/>
              </a:xfrm>
              <a:custGeom>
                <a:avLst/>
                <a:gdLst>
                  <a:gd name="T0" fmla="*/ 0 w 121"/>
                  <a:gd name="T1" fmla="*/ 54 h 54"/>
                  <a:gd name="T2" fmla="*/ 24 w 121"/>
                  <a:gd name="T3" fmla="*/ 15 h 54"/>
                  <a:gd name="T4" fmla="*/ 66 w 121"/>
                  <a:gd name="T5" fmla="*/ 0 h 54"/>
                  <a:gd name="T6" fmla="*/ 103 w 121"/>
                  <a:gd name="T7" fmla="*/ 15 h 54"/>
                  <a:gd name="T8" fmla="*/ 121 w 121"/>
                  <a:gd name="T9" fmla="*/ 51 h 54"/>
                </a:gdLst>
                <a:ahLst/>
                <a:cxnLst>
                  <a:cxn ang="0">
                    <a:pos x="T0" y="T1"/>
                  </a:cxn>
                  <a:cxn ang="0">
                    <a:pos x="T2" y="T3"/>
                  </a:cxn>
                  <a:cxn ang="0">
                    <a:pos x="T4" y="T5"/>
                  </a:cxn>
                  <a:cxn ang="0">
                    <a:pos x="T6" y="T7"/>
                  </a:cxn>
                  <a:cxn ang="0">
                    <a:pos x="T8" y="T9"/>
                  </a:cxn>
                </a:cxnLst>
                <a:rect l="0" t="0" r="r" b="b"/>
                <a:pathLst>
                  <a:path w="121" h="54">
                    <a:moveTo>
                      <a:pt x="0" y="54"/>
                    </a:moveTo>
                    <a:cubicBezTo>
                      <a:pt x="4" y="47"/>
                      <a:pt x="13" y="24"/>
                      <a:pt x="24" y="15"/>
                    </a:cubicBezTo>
                    <a:cubicBezTo>
                      <a:pt x="35" y="6"/>
                      <a:pt x="53" y="0"/>
                      <a:pt x="66" y="0"/>
                    </a:cubicBezTo>
                    <a:cubicBezTo>
                      <a:pt x="79" y="0"/>
                      <a:pt x="94" y="7"/>
                      <a:pt x="103" y="15"/>
                    </a:cubicBezTo>
                    <a:cubicBezTo>
                      <a:pt x="112" y="23"/>
                      <a:pt x="117" y="44"/>
                      <a:pt x="121"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1737" name="Freeform 57"/>
              <p:cNvSpPr>
                <a:spLocks/>
              </p:cNvSpPr>
              <p:nvPr/>
            </p:nvSpPr>
            <p:spPr bwMode="auto">
              <a:xfrm>
                <a:off x="769" y="711"/>
                <a:ext cx="94" cy="48"/>
              </a:xfrm>
              <a:custGeom>
                <a:avLst/>
                <a:gdLst>
                  <a:gd name="T0" fmla="*/ 0 w 119"/>
                  <a:gd name="T1" fmla="*/ 51 h 51"/>
                  <a:gd name="T2" fmla="*/ 17 w 119"/>
                  <a:gd name="T3" fmla="*/ 15 h 51"/>
                  <a:gd name="T4" fmla="*/ 59 w 119"/>
                  <a:gd name="T5" fmla="*/ 0 h 51"/>
                  <a:gd name="T6" fmla="*/ 96 w 119"/>
                  <a:gd name="T7" fmla="*/ 15 h 51"/>
                  <a:gd name="T8" fmla="*/ 119 w 119"/>
                  <a:gd name="T9" fmla="*/ 51 h 51"/>
                </a:gdLst>
                <a:ahLst/>
                <a:cxnLst>
                  <a:cxn ang="0">
                    <a:pos x="T0" y="T1"/>
                  </a:cxn>
                  <a:cxn ang="0">
                    <a:pos x="T2" y="T3"/>
                  </a:cxn>
                  <a:cxn ang="0">
                    <a:pos x="T4" y="T5"/>
                  </a:cxn>
                  <a:cxn ang="0">
                    <a:pos x="T6" y="T7"/>
                  </a:cxn>
                  <a:cxn ang="0">
                    <a:pos x="T8" y="T9"/>
                  </a:cxn>
                </a:cxnLst>
                <a:rect l="0" t="0" r="r" b="b"/>
                <a:pathLst>
                  <a:path w="119" h="51">
                    <a:moveTo>
                      <a:pt x="0" y="51"/>
                    </a:moveTo>
                    <a:cubicBezTo>
                      <a:pt x="3" y="45"/>
                      <a:pt x="7" y="24"/>
                      <a:pt x="17" y="15"/>
                    </a:cubicBezTo>
                    <a:cubicBezTo>
                      <a:pt x="27" y="6"/>
                      <a:pt x="46" y="0"/>
                      <a:pt x="59" y="0"/>
                    </a:cubicBezTo>
                    <a:cubicBezTo>
                      <a:pt x="72" y="0"/>
                      <a:pt x="86" y="7"/>
                      <a:pt x="96" y="15"/>
                    </a:cubicBezTo>
                    <a:cubicBezTo>
                      <a:pt x="106" y="23"/>
                      <a:pt x="114" y="44"/>
                      <a:pt x="119"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1738" name="Freeform 58"/>
              <p:cNvSpPr>
                <a:spLocks/>
              </p:cNvSpPr>
              <p:nvPr/>
            </p:nvSpPr>
            <p:spPr bwMode="auto">
              <a:xfrm>
                <a:off x="863" y="711"/>
                <a:ext cx="97" cy="54"/>
              </a:xfrm>
              <a:custGeom>
                <a:avLst/>
                <a:gdLst>
                  <a:gd name="T0" fmla="*/ 0 w 123"/>
                  <a:gd name="T1" fmla="*/ 51 h 57"/>
                  <a:gd name="T2" fmla="*/ 23 w 123"/>
                  <a:gd name="T3" fmla="*/ 15 h 57"/>
                  <a:gd name="T4" fmla="*/ 65 w 123"/>
                  <a:gd name="T5" fmla="*/ 0 h 57"/>
                  <a:gd name="T6" fmla="*/ 102 w 123"/>
                  <a:gd name="T7" fmla="*/ 15 h 57"/>
                  <a:gd name="T8" fmla="*/ 123 w 123"/>
                  <a:gd name="T9" fmla="*/ 57 h 57"/>
                </a:gdLst>
                <a:ahLst/>
                <a:cxnLst>
                  <a:cxn ang="0">
                    <a:pos x="T0" y="T1"/>
                  </a:cxn>
                  <a:cxn ang="0">
                    <a:pos x="T2" y="T3"/>
                  </a:cxn>
                  <a:cxn ang="0">
                    <a:pos x="T4" y="T5"/>
                  </a:cxn>
                  <a:cxn ang="0">
                    <a:pos x="T6" y="T7"/>
                  </a:cxn>
                  <a:cxn ang="0">
                    <a:pos x="T8" y="T9"/>
                  </a:cxn>
                </a:cxnLst>
                <a:rect l="0" t="0" r="r" b="b"/>
                <a:pathLst>
                  <a:path w="123" h="57">
                    <a:moveTo>
                      <a:pt x="0" y="51"/>
                    </a:moveTo>
                    <a:cubicBezTo>
                      <a:pt x="3" y="45"/>
                      <a:pt x="12" y="24"/>
                      <a:pt x="23" y="15"/>
                    </a:cubicBezTo>
                    <a:cubicBezTo>
                      <a:pt x="34" y="6"/>
                      <a:pt x="52" y="0"/>
                      <a:pt x="65" y="0"/>
                    </a:cubicBezTo>
                    <a:cubicBezTo>
                      <a:pt x="78" y="0"/>
                      <a:pt x="92" y="6"/>
                      <a:pt x="102" y="15"/>
                    </a:cubicBezTo>
                    <a:cubicBezTo>
                      <a:pt x="112" y="24"/>
                      <a:pt x="119" y="48"/>
                      <a:pt x="123" y="57"/>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sp>
          <p:nvSpPr>
            <p:cNvPr id="71739" name="Oval 59"/>
            <p:cNvSpPr>
              <a:spLocks noChangeArrowheads="1"/>
            </p:cNvSpPr>
            <p:nvPr/>
          </p:nvSpPr>
          <p:spPr bwMode="auto">
            <a:xfrm>
              <a:off x="2976" y="1152"/>
              <a:ext cx="272" cy="272"/>
            </a:xfrm>
            <a:prstGeom prst="ellipse">
              <a:avLst/>
            </a:prstGeom>
            <a:solidFill>
              <a:schemeClr val="accent1"/>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1740" name="Line 60"/>
            <p:cNvSpPr>
              <a:spLocks noChangeShapeType="1"/>
            </p:cNvSpPr>
            <p:nvPr/>
          </p:nvSpPr>
          <p:spPr bwMode="auto">
            <a:xfrm>
              <a:off x="3120" y="816"/>
              <a:ext cx="0" cy="91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1741" name="Text Box 61"/>
            <p:cNvSpPr txBox="1">
              <a:spLocks noChangeArrowheads="1"/>
            </p:cNvSpPr>
            <p:nvPr/>
          </p:nvSpPr>
          <p:spPr bwMode="auto">
            <a:xfrm>
              <a:off x="2928" y="912"/>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a:t>
              </a:r>
            </a:p>
          </p:txBody>
        </p:sp>
        <p:sp>
          <p:nvSpPr>
            <p:cNvPr id="71742" name="Text Box 62"/>
            <p:cNvSpPr txBox="1">
              <a:spLocks noChangeArrowheads="1"/>
            </p:cNvSpPr>
            <p:nvPr/>
          </p:nvSpPr>
          <p:spPr bwMode="auto">
            <a:xfrm>
              <a:off x="2928" y="1392"/>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宋体" panose="02010600030101010101" pitchFamily="2" charset="-122"/>
                </a:rPr>
                <a:t>-</a:t>
              </a:r>
              <a:endParaRPr kumimoji="1" lang="en-US" altLang="zh-CN" sz="2400" b="1">
                <a:latin typeface="Times New Roman" panose="02020603050405020304" pitchFamily="18" charset="0"/>
              </a:endParaRPr>
            </a:p>
          </p:txBody>
        </p:sp>
      </p:grpSp>
      <p:sp>
        <p:nvSpPr>
          <p:cNvPr id="71743" name="Text Box 63"/>
          <p:cNvSpPr txBox="1">
            <a:spLocks noChangeArrowheads="1"/>
          </p:cNvSpPr>
          <p:nvPr/>
        </p:nvSpPr>
        <p:spPr bwMode="auto">
          <a:xfrm>
            <a:off x="1416050" y="2895600"/>
            <a:ext cx="13906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rPr>
              <a:t>时域电路</a:t>
            </a:r>
          </a:p>
        </p:txBody>
      </p:sp>
      <p:sp>
        <p:nvSpPr>
          <p:cNvPr id="71744" name="Text Box 64"/>
          <p:cNvSpPr txBox="1">
            <a:spLocks noChangeArrowheads="1"/>
          </p:cNvSpPr>
          <p:nvPr/>
        </p:nvSpPr>
        <p:spPr bwMode="auto">
          <a:xfrm>
            <a:off x="5257800" y="2819400"/>
            <a:ext cx="14097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rPr>
              <a:t>相量模型</a:t>
            </a:r>
          </a:p>
        </p:txBody>
      </p:sp>
      <p:graphicFrame>
        <p:nvGraphicFramePr>
          <p:cNvPr id="71745" name="Object 65"/>
          <p:cNvGraphicFramePr>
            <a:graphicFrameLocks noChangeAspect="1"/>
          </p:cNvGraphicFramePr>
          <p:nvPr/>
        </p:nvGraphicFramePr>
        <p:xfrm>
          <a:off x="1219200" y="3429000"/>
          <a:ext cx="1339850" cy="438150"/>
        </p:xfrm>
        <a:graphic>
          <a:graphicData uri="http://schemas.openxmlformats.org/presentationml/2006/ole">
            <mc:AlternateContent xmlns:mc="http://schemas.openxmlformats.org/markup-compatibility/2006">
              <mc:Choice xmlns:v="urn:schemas-microsoft-com:vml" Requires="v">
                <p:oleObj spid="_x0000_s64908" name="公式" r:id="rId12" imgW="698400" imgH="228600" progId="Equation.3">
                  <p:embed/>
                </p:oleObj>
              </mc:Choice>
              <mc:Fallback>
                <p:oleObj name="公式" r:id="rId12" imgW="698400" imgH="228600" progId="Equation.3">
                  <p:embed/>
                  <p:pic>
                    <p:nvPicPr>
                      <p:cNvPr id="71745" name="Object 6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19200" y="3429000"/>
                        <a:ext cx="1339850"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46" name="AutoShape 66"/>
          <p:cNvSpPr>
            <a:spLocks/>
          </p:cNvSpPr>
          <p:nvPr/>
        </p:nvSpPr>
        <p:spPr bwMode="auto">
          <a:xfrm>
            <a:off x="914400" y="3489325"/>
            <a:ext cx="152400" cy="1676400"/>
          </a:xfrm>
          <a:prstGeom prst="leftBrace">
            <a:avLst>
              <a:gd name="adj1" fmla="val 91667"/>
              <a:gd name="adj2" fmla="val 50000"/>
            </a:avLst>
          </a:pr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71747" name="Object 67"/>
          <p:cNvGraphicFramePr>
            <a:graphicFrameLocks noChangeAspect="1"/>
          </p:cNvGraphicFramePr>
          <p:nvPr/>
        </p:nvGraphicFramePr>
        <p:xfrm>
          <a:off x="5122863" y="3311525"/>
          <a:ext cx="1408112" cy="428625"/>
        </p:xfrm>
        <a:graphic>
          <a:graphicData uri="http://schemas.openxmlformats.org/presentationml/2006/ole">
            <mc:AlternateContent xmlns:mc="http://schemas.openxmlformats.org/markup-compatibility/2006">
              <mc:Choice xmlns:v="urn:schemas-microsoft-com:vml" Requires="v">
                <p:oleObj spid="_x0000_s64909" name="公式" r:id="rId14" imgW="787320" imgH="241200" progId="Equation.3">
                  <p:embed/>
                </p:oleObj>
              </mc:Choice>
              <mc:Fallback>
                <p:oleObj name="公式" r:id="rId14" imgW="787320" imgH="241200" progId="Equation.3">
                  <p:embed/>
                  <p:pic>
                    <p:nvPicPr>
                      <p:cNvPr id="71747" name="Object 6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122863" y="3311525"/>
                        <a:ext cx="1408112"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48" name="AutoShape 68"/>
          <p:cNvSpPr>
            <a:spLocks/>
          </p:cNvSpPr>
          <p:nvPr/>
        </p:nvSpPr>
        <p:spPr bwMode="auto">
          <a:xfrm>
            <a:off x="4800600" y="3505200"/>
            <a:ext cx="228600" cy="1676400"/>
          </a:xfrm>
          <a:prstGeom prst="leftBrace">
            <a:avLst>
              <a:gd name="adj1" fmla="val 61111"/>
              <a:gd name="adj2" fmla="val 50000"/>
            </a:avLst>
          </a:pr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1749" name="AutoShape 69"/>
          <p:cNvSpPr>
            <a:spLocks noChangeArrowheads="1"/>
          </p:cNvSpPr>
          <p:nvPr/>
        </p:nvSpPr>
        <p:spPr bwMode="auto">
          <a:xfrm>
            <a:off x="3962400" y="4191000"/>
            <a:ext cx="685800" cy="228600"/>
          </a:xfrm>
          <a:prstGeom prst="rightArrow">
            <a:avLst>
              <a:gd name="adj1" fmla="val 50000"/>
              <a:gd name="adj2" fmla="val 75000"/>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1750" name="AutoShape 70"/>
          <p:cNvSpPr>
            <a:spLocks noChangeArrowheads="1"/>
          </p:cNvSpPr>
          <p:nvPr/>
        </p:nvSpPr>
        <p:spPr bwMode="auto">
          <a:xfrm>
            <a:off x="3962400" y="1676400"/>
            <a:ext cx="419100" cy="304800"/>
          </a:xfrm>
          <a:prstGeom prst="rightArrow">
            <a:avLst>
              <a:gd name="adj1" fmla="val 50000"/>
              <a:gd name="adj2" fmla="val 34375"/>
            </a:avLst>
          </a:prstGeom>
          <a:solidFill>
            <a:srgbClr val="FF0000"/>
          </a:solidFill>
          <a:ln w="25400">
            <a:solidFill>
              <a:schemeClr val="tx1"/>
            </a:solidFill>
            <a:miter lim="800000"/>
            <a:headEnd/>
            <a:tailEnd type="none" w="sm"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71751" name="Object 71"/>
          <p:cNvGraphicFramePr>
            <a:graphicFrameLocks noChangeAspect="1"/>
          </p:cNvGraphicFramePr>
          <p:nvPr/>
        </p:nvGraphicFramePr>
        <p:xfrm>
          <a:off x="1066800" y="3895725"/>
          <a:ext cx="2482850" cy="752475"/>
        </p:xfrm>
        <a:graphic>
          <a:graphicData uri="http://schemas.openxmlformats.org/presentationml/2006/ole">
            <mc:AlternateContent xmlns:mc="http://schemas.openxmlformats.org/markup-compatibility/2006">
              <mc:Choice xmlns:v="urn:schemas-microsoft-com:vml" Requires="v">
                <p:oleObj spid="_x0000_s64910" name="公式" r:id="rId16" imgW="1295280" imgH="393480" progId="Equation.3">
                  <p:embed/>
                </p:oleObj>
              </mc:Choice>
              <mc:Fallback>
                <p:oleObj name="公式" r:id="rId16" imgW="1295280" imgH="393480" progId="Equation.3">
                  <p:embed/>
                  <p:pic>
                    <p:nvPicPr>
                      <p:cNvPr id="71751" name="Object 7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66800" y="3895725"/>
                        <a:ext cx="2482850" cy="752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52" name="Object 72"/>
          <p:cNvGraphicFramePr>
            <a:graphicFrameLocks noChangeAspect="1"/>
          </p:cNvGraphicFramePr>
          <p:nvPr/>
        </p:nvGraphicFramePr>
        <p:xfrm>
          <a:off x="1143000" y="4648200"/>
          <a:ext cx="1825625" cy="752475"/>
        </p:xfrm>
        <a:graphic>
          <a:graphicData uri="http://schemas.openxmlformats.org/presentationml/2006/ole">
            <mc:AlternateContent xmlns:mc="http://schemas.openxmlformats.org/markup-compatibility/2006">
              <mc:Choice xmlns:v="urn:schemas-microsoft-com:vml" Requires="v">
                <p:oleObj spid="_x0000_s64911" name="公式" r:id="rId18" imgW="952200" imgH="393480" progId="Equation.3">
                  <p:embed/>
                </p:oleObj>
              </mc:Choice>
              <mc:Fallback>
                <p:oleObj name="公式" r:id="rId18" imgW="952200" imgH="393480" progId="Equation.3">
                  <p:embed/>
                  <p:pic>
                    <p:nvPicPr>
                      <p:cNvPr id="71752" name="Object 7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143000" y="4648200"/>
                        <a:ext cx="1825625" cy="752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53" name="Object 73"/>
          <p:cNvGraphicFramePr>
            <a:graphicFrameLocks noChangeAspect="1"/>
          </p:cNvGraphicFramePr>
          <p:nvPr/>
        </p:nvGraphicFramePr>
        <p:xfrm>
          <a:off x="5062538" y="3875088"/>
          <a:ext cx="2498725" cy="771525"/>
        </p:xfrm>
        <a:graphic>
          <a:graphicData uri="http://schemas.openxmlformats.org/presentationml/2006/ole">
            <mc:AlternateContent xmlns:mc="http://schemas.openxmlformats.org/markup-compatibility/2006">
              <mc:Choice xmlns:v="urn:schemas-microsoft-com:vml" Requires="v">
                <p:oleObj spid="_x0000_s64912" name="Equation" r:id="rId20" imgW="1396800" imgH="431640" progId="Equation.3">
                  <p:embed/>
                </p:oleObj>
              </mc:Choice>
              <mc:Fallback>
                <p:oleObj name="Equation" r:id="rId20" imgW="1396800" imgH="431640" progId="Equation.3">
                  <p:embed/>
                  <p:pic>
                    <p:nvPicPr>
                      <p:cNvPr id="71753" name="Object 7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062538" y="3875088"/>
                        <a:ext cx="2498725" cy="771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54" name="Object 74"/>
          <p:cNvGraphicFramePr>
            <a:graphicFrameLocks noChangeAspect="1"/>
          </p:cNvGraphicFramePr>
          <p:nvPr/>
        </p:nvGraphicFramePr>
        <p:xfrm>
          <a:off x="5095875" y="4660900"/>
          <a:ext cx="1657350" cy="749300"/>
        </p:xfrm>
        <a:graphic>
          <a:graphicData uri="http://schemas.openxmlformats.org/presentationml/2006/ole">
            <mc:AlternateContent xmlns:mc="http://schemas.openxmlformats.org/markup-compatibility/2006">
              <mc:Choice xmlns:v="urn:schemas-microsoft-com:vml" Requires="v">
                <p:oleObj spid="_x0000_s64913" name="公式" r:id="rId22" imgW="927000" imgH="419040" progId="Equation.3">
                  <p:embed/>
                </p:oleObj>
              </mc:Choice>
              <mc:Fallback>
                <p:oleObj name="公式" r:id="rId22" imgW="927000" imgH="419040" progId="Equation.3">
                  <p:embed/>
                  <p:pic>
                    <p:nvPicPr>
                      <p:cNvPr id="71754" name="Object 7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095875" y="4660900"/>
                        <a:ext cx="1657350" cy="749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0797673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1682"/>
                                        </p:tgtEl>
                                        <p:attrNameLst>
                                          <p:attrName>style.visibility</p:attrName>
                                        </p:attrNameLst>
                                      </p:cBhvr>
                                      <p:to>
                                        <p:strVal val="visible"/>
                                      </p:to>
                                    </p:set>
                                    <p:anim calcmode="lin" valueType="num">
                                      <p:cBhvr additive="base">
                                        <p:cTn id="7" dur="500" fill="hold"/>
                                        <p:tgtEl>
                                          <p:spTgt spid="71682"/>
                                        </p:tgtEl>
                                        <p:attrNameLst>
                                          <p:attrName>ppt_x</p:attrName>
                                        </p:attrNameLst>
                                      </p:cBhvr>
                                      <p:tavLst>
                                        <p:tav tm="0">
                                          <p:val>
                                            <p:strVal val="0-#ppt_w/2"/>
                                          </p:val>
                                        </p:tav>
                                        <p:tav tm="100000">
                                          <p:val>
                                            <p:strVal val="#ppt_x"/>
                                          </p:val>
                                        </p:tav>
                                      </p:tavLst>
                                    </p:anim>
                                    <p:anim calcmode="lin" valueType="num">
                                      <p:cBhvr additive="base">
                                        <p:cTn id="8" dur="500" fill="hold"/>
                                        <p:tgtEl>
                                          <p:spTgt spid="7168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nodeType="clickEffect">
                                  <p:stCondLst>
                                    <p:cond delay="0"/>
                                  </p:stCondLst>
                                  <p:childTnLst>
                                    <p:set>
                                      <p:cBhvr>
                                        <p:cTn id="12" dur="1" fill="hold">
                                          <p:stCondLst>
                                            <p:cond delay="0"/>
                                          </p:stCondLst>
                                        </p:cTn>
                                        <p:tgtEl>
                                          <p:spTgt spid="71685"/>
                                        </p:tgtEl>
                                        <p:attrNameLst>
                                          <p:attrName>style.visibility</p:attrName>
                                        </p:attrNameLst>
                                      </p:cBhvr>
                                      <p:to>
                                        <p:strVal val="visible"/>
                                      </p:to>
                                    </p:set>
                                    <p:anim calcmode="lin" valueType="num">
                                      <p:cBhvr>
                                        <p:cTn id="13" dur="500" fill="hold"/>
                                        <p:tgtEl>
                                          <p:spTgt spid="71685"/>
                                        </p:tgtEl>
                                        <p:attrNameLst>
                                          <p:attrName>ppt_w</p:attrName>
                                        </p:attrNameLst>
                                      </p:cBhvr>
                                      <p:tavLst>
                                        <p:tav tm="0">
                                          <p:val>
                                            <p:fltVal val="0"/>
                                          </p:val>
                                        </p:tav>
                                        <p:tav tm="100000">
                                          <p:val>
                                            <p:strVal val="#ppt_w"/>
                                          </p:val>
                                        </p:tav>
                                      </p:tavLst>
                                    </p:anim>
                                    <p:anim calcmode="lin" valueType="num">
                                      <p:cBhvr>
                                        <p:cTn id="14" dur="500" fill="hold"/>
                                        <p:tgtEl>
                                          <p:spTgt spid="71685"/>
                                        </p:tgtEl>
                                        <p:attrNameLst>
                                          <p:attrName>ppt_h</p:attrName>
                                        </p:attrNameLst>
                                      </p:cBhvr>
                                      <p:tavLst>
                                        <p:tav tm="0">
                                          <p:val>
                                            <p:fltVal val="0"/>
                                          </p:val>
                                        </p:tav>
                                        <p:tav tm="100000">
                                          <p:val>
                                            <p:strVal val="#ppt_h"/>
                                          </p:val>
                                        </p:tav>
                                      </p:tavLst>
                                    </p:anim>
                                  </p:childTnLst>
                                </p:cTn>
                              </p:par>
                            </p:childTnLst>
                          </p:cTn>
                        </p:par>
                        <p:par>
                          <p:cTn id="15" fill="hold" nodeType="afterGroup">
                            <p:stCondLst>
                              <p:cond delay="500"/>
                            </p:stCondLst>
                            <p:childTnLst>
                              <p:par>
                                <p:cTn id="16" presetID="1" presetClass="entr" presetSubtype="0" fill="hold" grpId="0" nodeType="afterEffect">
                                  <p:stCondLst>
                                    <p:cond delay="0"/>
                                  </p:stCondLst>
                                  <p:childTnLst>
                                    <p:set>
                                      <p:cBhvr>
                                        <p:cTn id="17" dur="1" fill="hold">
                                          <p:stCondLst>
                                            <p:cond delay="499"/>
                                          </p:stCondLst>
                                        </p:cTn>
                                        <p:tgtEl>
                                          <p:spTgt spid="71743"/>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nodeType="clickEffect">
                                  <p:stCondLst>
                                    <p:cond delay="0"/>
                                  </p:stCondLst>
                                  <p:childTnLst>
                                    <p:set>
                                      <p:cBhvr>
                                        <p:cTn id="21" dur="1" fill="hold">
                                          <p:stCondLst>
                                            <p:cond delay="0"/>
                                          </p:stCondLst>
                                        </p:cTn>
                                        <p:tgtEl>
                                          <p:spTgt spid="71745"/>
                                        </p:tgtEl>
                                        <p:attrNameLst>
                                          <p:attrName>style.visibility</p:attrName>
                                        </p:attrNameLst>
                                      </p:cBhvr>
                                      <p:to>
                                        <p:strVal val="visible"/>
                                      </p:to>
                                    </p:set>
                                    <p:anim calcmode="lin" valueType="num">
                                      <p:cBhvr additive="base">
                                        <p:cTn id="22" dur="500" fill="hold"/>
                                        <p:tgtEl>
                                          <p:spTgt spid="71745"/>
                                        </p:tgtEl>
                                        <p:attrNameLst>
                                          <p:attrName>ppt_x</p:attrName>
                                        </p:attrNameLst>
                                      </p:cBhvr>
                                      <p:tavLst>
                                        <p:tav tm="0">
                                          <p:val>
                                            <p:strVal val="#ppt_x"/>
                                          </p:val>
                                        </p:tav>
                                        <p:tav tm="100000">
                                          <p:val>
                                            <p:strVal val="#ppt_x"/>
                                          </p:val>
                                        </p:tav>
                                      </p:tavLst>
                                    </p:anim>
                                    <p:anim calcmode="lin" valueType="num">
                                      <p:cBhvr additive="base">
                                        <p:cTn id="23" dur="500" fill="hold"/>
                                        <p:tgtEl>
                                          <p:spTgt spid="71745"/>
                                        </p:tgtEl>
                                        <p:attrNameLst>
                                          <p:attrName>ppt_y</p:attrName>
                                        </p:attrNameLst>
                                      </p:cBhvr>
                                      <p:tavLst>
                                        <p:tav tm="0">
                                          <p:val>
                                            <p:strVal val="1+#ppt_h/2"/>
                                          </p:val>
                                        </p:tav>
                                        <p:tav tm="100000">
                                          <p:val>
                                            <p:strVal val="#ppt_y"/>
                                          </p:val>
                                        </p:tav>
                                      </p:tavLst>
                                    </p:anim>
                                  </p:childTnLst>
                                </p:cTn>
                              </p:par>
                            </p:childTnLst>
                          </p:cTn>
                        </p:par>
                        <p:par>
                          <p:cTn id="24" fill="hold" nodeType="afterGroup">
                            <p:stCondLst>
                              <p:cond delay="500"/>
                            </p:stCondLst>
                            <p:childTnLst>
                              <p:par>
                                <p:cTn id="25" presetID="2" presetClass="entr" presetSubtype="4" fill="hold" nodeType="afterEffect">
                                  <p:stCondLst>
                                    <p:cond delay="0"/>
                                  </p:stCondLst>
                                  <p:childTnLst>
                                    <p:set>
                                      <p:cBhvr>
                                        <p:cTn id="26" dur="1" fill="hold">
                                          <p:stCondLst>
                                            <p:cond delay="0"/>
                                          </p:stCondLst>
                                        </p:cTn>
                                        <p:tgtEl>
                                          <p:spTgt spid="71746"/>
                                        </p:tgtEl>
                                        <p:attrNameLst>
                                          <p:attrName>style.visibility</p:attrName>
                                        </p:attrNameLst>
                                      </p:cBhvr>
                                      <p:to>
                                        <p:strVal val="visible"/>
                                      </p:to>
                                    </p:set>
                                    <p:anim calcmode="lin" valueType="num">
                                      <p:cBhvr additive="base">
                                        <p:cTn id="27" dur="500" fill="hold"/>
                                        <p:tgtEl>
                                          <p:spTgt spid="71746"/>
                                        </p:tgtEl>
                                        <p:attrNameLst>
                                          <p:attrName>ppt_x</p:attrName>
                                        </p:attrNameLst>
                                      </p:cBhvr>
                                      <p:tavLst>
                                        <p:tav tm="0">
                                          <p:val>
                                            <p:strVal val="#ppt_x"/>
                                          </p:val>
                                        </p:tav>
                                        <p:tav tm="100000">
                                          <p:val>
                                            <p:strVal val="#ppt_x"/>
                                          </p:val>
                                        </p:tav>
                                      </p:tavLst>
                                    </p:anim>
                                    <p:anim calcmode="lin" valueType="num">
                                      <p:cBhvr additive="base">
                                        <p:cTn id="28" dur="500" fill="hold"/>
                                        <p:tgtEl>
                                          <p:spTgt spid="71746"/>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nodeType="clickEffect">
                                  <p:stCondLst>
                                    <p:cond delay="0"/>
                                  </p:stCondLst>
                                  <p:childTnLst>
                                    <p:set>
                                      <p:cBhvr>
                                        <p:cTn id="32" dur="1" fill="hold">
                                          <p:stCondLst>
                                            <p:cond delay="0"/>
                                          </p:stCondLst>
                                        </p:cTn>
                                        <p:tgtEl>
                                          <p:spTgt spid="71751"/>
                                        </p:tgtEl>
                                        <p:attrNameLst>
                                          <p:attrName>style.visibility</p:attrName>
                                        </p:attrNameLst>
                                      </p:cBhvr>
                                      <p:to>
                                        <p:strVal val="visible"/>
                                      </p:to>
                                    </p:set>
                                    <p:anim calcmode="lin" valueType="num">
                                      <p:cBhvr additive="base">
                                        <p:cTn id="33" dur="500" fill="hold"/>
                                        <p:tgtEl>
                                          <p:spTgt spid="71751"/>
                                        </p:tgtEl>
                                        <p:attrNameLst>
                                          <p:attrName>ppt_x</p:attrName>
                                        </p:attrNameLst>
                                      </p:cBhvr>
                                      <p:tavLst>
                                        <p:tav tm="0">
                                          <p:val>
                                            <p:strVal val="#ppt_x"/>
                                          </p:val>
                                        </p:tav>
                                        <p:tav tm="100000">
                                          <p:val>
                                            <p:strVal val="#ppt_x"/>
                                          </p:val>
                                        </p:tav>
                                      </p:tavLst>
                                    </p:anim>
                                    <p:anim calcmode="lin" valueType="num">
                                      <p:cBhvr additive="base">
                                        <p:cTn id="34" dur="500" fill="hold"/>
                                        <p:tgtEl>
                                          <p:spTgt spid="71751"/>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nodeType="clickEffect">
                                  <p:stCondLst>
                                    <p:cond delay="0"/>
                                  </p:stCondLst>
                                  <p:childTnLst>
                                    <p:set>
                                      <p:cBhvr>
                                        <p:cTn id="38" dur="1" fill="hold">
                                          <p:stCondLst>
                                            <p:cond delay="0"/>
                                          </p:stCondLst>
                                        </p:cTn>
                                        <p:tgtEl>
                                          <p:spTgt spid="71752"/>
                                        </p:tgtEl>
                                        <p:attrNameLst>
                                          <p:attrName>style.visibility</p:attrName>
                                        </p:attrNameLst>
                                      </p:cBhvr>
                                      <p:to>
                                        <p:strVal val="visible"/>
                                      </p:to>
                                    </p:set>
                                    <p:anim calcmode="lin" valueType="num">
                                      <p:cBhvr additive="base">
                                        <p:cTn id="39" dur="500" fill="hold"/>
                                        <p:tgtEl>
                                          <p:spTgt spid="71752"/>
                                        </p:tgtEl>
                                        <p:attrNameLst>
                                          <p:attrName>ppt_x</p:attrName>
                                        </p:attrNameLst>
                                      </p:cBhvr>
                                      <p:tavLst>
                                        <p:tav tm="0">
                                          <p:val>
                                            <p:strVal val="#ppt_x"/>
                                          </p:val>
                                        </p:tav>
                                        <p:tav tm="100000">
                                          <p:val>
                                            <p:strVal val="#ppt_x"/>
                                          </p:val>
                                        </p:tav>
                                      </p:tavLst>
                                    </p:anim>
                                    <p:anim calcmode="lin" valueType="num">
                                      <p:cBhvr additive="base">
                                        <p:cTn id="40" dur="500" fill="hold"/>
                                        <p:tgtEl>
                                          <p:spTgt spid="71752"/>
                                        </p:tgtEl>
                                        <p:attrNameLst>
                                          <p:attrName>ppt_y</p:attrName>
                                        </p:attrNameLst>
                                      </p:cBhvr>
                                      <p:tavLst>
                                        <p:tav tm="0">
                                          <p:val>
                                            <p:strVal val="1+#ppt_h/2"/>
                                          </p:val>
                                        </p:tav>
                                        <p:tav tm="100000">
                                          <p:val>
                                            <p:strVal val="#ppt_y"/>
                                          </p:val>
                                        </p:tav>
                                      </p:tavLst>
                                    </p:anim>
                                  </p:childTnLst>
                                </p:cTn>
                              </p:par>
                            </p:childTnLst>
                          </p:cTn>
                        </p:par>
                        <p:par>
                          <p:cTn id="41" fill="hold" nodeType="afterGroup">
                            <p:stCondLst>
                              <p:cond delay="500"/>
                            </p:stCondLst>
                            <p:childTnLst>
                              <p:par>
                                <p:cTn id="42" presetID="2" presetClass="entr" presetSubtype="4" fill="hold" grpId="0" nodeType="afterEffect">
                                  <p:stCondLst>
                                    <p:cond delay="0"/>
                                  </p:stCondLst>
                                  <p:childTnLst>
                                    <p:set>
                                      <p:cBhvr>
                                        <p:cTn id="43" dur="1" fill="hold">
                                          <p:stCondLst>
                                            <p:cond delay="0"/>
                                          </p:stCondLst>
                                        </p:cTn>
                                        <p:tgtEl>
                                          <p:spTgt spid="71683"/>
                                        </p:tgtEl>
                                        <p:attrNameLst>
                                          <p:attrName>style.visibility</p:attrName>
                                        </p:attrNameLst>
                                      </p:cBhvr>
                                      <p:to>
                                        <p:strVal val="visible"/>
                                      </p:to>
                                    </p:set>
                                    <p:anim calcmode="lin" valueType="num">
                                      <p:cBhvr additive="base">
                                        <p:cTn id="44" dur="500" fill="hold"/>
                                        <p:tgtEl>
                                          <p:spTgt spid="71683"/>
                                        </p:tgtEl>
                                        <p:attrNameLst>
                                          <p:attrName>ppt_x</p:attrName>
                                        </p:attrNameLst>
                                      </p:cBhvr>
                                      <p:tavLst>
                                        <p:tav tm="0">
                                          <p:val>
                                            <p:strVal val="#ppt_x"/>
                                          </p:val>
                                        </p:tav>
                                        <p:tav tm="100000">
                                          <p:val>
                                            <p:strVal val="#ppt_x"/>
                                          </p:val>
                                        </p:tav>
                                      </p:tavLst>
                                    </p:anim>
                                    <p:anim calcmode="lin" valueType="num">
                                      <p:cBhvr additive="base">
                                        <p:cTn id="45" dur="500" fill="hold"/>
                                        <p:tgtEl>
                                          <p:spTgt spid="71683"/>
                                        </p:tgtEl>
                                        <p:attrNameLst>
                                          <p:attrName>ppt_y</p:attrName>
                                        </p:attrNameLst>
                                      </p:cBhvr>
                                      <p:tavLst>
                                        <p:tav tm="0">
                                          <p:val>
                                            <p:strVal val="1+#ppt_h/2"/>
                                          </p:val>
                                        </p:tav>
                                        <p:tav tm="100000">
                                          <p:val>
                                            <p:strVal val="#ppt_y"/>
                                          </p:val>
                                        </p:tav>
                                      </p:tavLst>
                                    </p:anim>
                                  </p:childTnLst>
                                </p:cTn>
                              </p:par>
                            </p:childTnLst>
                          </p:cTn>
                        </p:par>
                        <p:par>
                          <p:cTn id="46" fill="hold" nodeType="afterGroup">
                            <p:stCondLst>
                              <p:cond delay="1000"/>
                            </p:stCondLst>
                            <p:childTnLst>
                              <p:par>
                                <p:cTn id="47" presetID="12" presetClass="entr" presetSubtype="8" fill="hold" nodeType="afterEffect">
                                  <p:stCondLst>
                                    <p:cond delay="0"/>
                                  </p:stCondLst>
                                  <p:childTnLst>
                                    <p:set>
                                      <p:cBhvr>
                                        <p:cTn id="48" dur="1" fill="hold">
                                          <p:stCondLst>
                                            <p:cond delay="0"/>
                                          </p:stCondLst>
                                        </p:cTn>
                                        <p:tgtEl>
                                          <p:spTgt spid="71749"/>
                                        </p:tgtEl>
                                        <p:attrNameLst>
                                          <p:attrName>style.visibility</p:attrName>
                                        </p:attrNameLst>
                                      </p:cBhvr>
                                      <p:to>
                                        <p:strVal val="visible"/>
                                      </p:to>
                                    </p:set>
                                    <p:animEffect transition="in" filter="slide(fromLeft)">
                                      <p:cBhvr>
                                        <p:cTn id="49" dur="500"/>
                                        <p:tgtEl>
                                          <p:spTgt spid="71749"/>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9" presetClass="entr" presetSubtype="0" fill="hold" nodeType="clickEffect">
                                  <p:stCondLst>
                                    <p:cond delay="0"/>
                                  </p:stCondLst>
                                  <p:childTnLst>
                                    <p:set>
                                      <p:cBhvr>
                                        <p:cTn id="53" dur="1" fill="hold">
                                          <p:stCondLst>
                                            <p:cond delay="0"/>
                                          </p:stCondLst>
                                        </p:cTn>
                                        <p:tgtEl>
                                          <p:spTgt spid="71750"/>
                                        </p:tgtEl>
                                        <p:attrNameLst>
                                          <p:attrName>style.visibility</p:attrName>
                                        </p:attrNameLst>
                                      </p:cBhvr>
                                      <p:to>
                                        <p:strVal val="visible"/>
                                      </p:to>
                                    </p:set>
                                    <p:animEffect transition="in" filter="dissolve">
                                      <p:cBhvr>
                                        <p:cTn id="54" dur="500"/>
                                        <p:tgtEl>
                                          <p:spTgt spid="71750"/>
                                        </p:tgtEl>
                                      </p:cBhvr>
                                    </p:animEffect>
                                  </p:childTnLst>
                                </p:cTn>
                              </p:par>
                            </p:childTnLst>
                          </p:cTn>
                        </p:par>
                      </p:childTnLst>
                    </p:cTn>
                  </p:par>
                  <p:par>
                    <p:cTn id="55" fill="hold">
                      <p:stCondLst>
                        <p:cond delay="indefinite"/>
                      </p:stCondLst>
                      <p:childTnLst>
                        <p:par>
                          <p:cTn id="56" fill="hold">
                            <p:stCondLst>
                              <p:cond delay="0"/>
                            </p:stCondLst>
                            <p:childTnLst>
                              <p:par>
                                <p:cTn id="57" presetID="23" presetClass="entr" presetSubtype="16" fill="hold" nodeType="clickEffect">
                                  <p:stCondLst>
                                    <p:cond delay="0"/>
                                  </p:stCondLst>
                                  <p:childTnLst>
                                    <p:set>
                                      <p:cBhvr>
                                        <p:cTn id="58" dur="1" fill="hold">
                                          <p:stCondLst>
                                            <p:cond delay="0"/>
                                          </p:stCondLst>
                                        </p:cTn>
                                        <p:tgtEl>
                                          <p:spTgt spid="71714"/>
                                        </p:tgtEl>
                                        <p:attrNameLst>
                                          <p:attrName>style.visibility</p:attrName>
                                        </p:attrNameLst>
                                      </p:cBhvr>
                                      <p:to>
                                        <p:strVal val="visible"/>
                                      </p:to>
                                    </p:set>
                                    <p:anim calcmode="lin" valueType="num">
                                      <p:cBhvr>
                                        <p:cTn id="59" dur="500" fill="hold"/>
                                        <p:tgtEl>
                                          <p:spTgt spid="71714"/>
                                        </p:tgtEl>
                                        <p:attrNameLst>
                                          <p:attrName>ppt_w</p:attrName>
                                        </p:attrNameLst>
                                      </p:cBhvr>
                                      <p:tavLst>
                                        <p:tav tm="0">
                                          <p:val>
                                            <p:fltVal val="0"/>
                                          </p:val>
                                        </p:tav>
                                        <p:tav tm="100000">
                                          <p:val>
                                            <p:strVal val="#ppt_w"/>
                                          </p:val>
                                        </p:tav>
                                      </p:tavLst>
                                    </p:anim>
                                    <p:anim calcmode="lin" valueType="num">
                                      <p:cBhvr>
                                        <p:cTn id="60" dur="500" fill="hold"/>
                                        <p:tgtEl>
                                          <p:spTgt spid="71714"/>
                                        </p:tgtEl>
                                        <p:attrNameLst>
                                          <p:attrName>ppt_h</p:attrName>
                                        </p:attrNameLst>
                                      </p:cBhvr>
                                      <p:tavLst>
                                        <p:tav tm="0">
                                          <p:val>
                                            <p:fltVal val="0"/>
                                          </p:val>
                                        </p:tav>
                                        <p:tav tm="100000">
                                          <p:val>
                                            <p:strVal val="#ppt_h"/>
                                          </p:val>
                                        </p:tav>
                                      </p:tavLst>
                                    </p:anim>
                                  </p:childTnLst>
                                </p:cTn>
                              </p:par>
                            </p:childTnLst>
                          </p:cTn>
                        </p:par>
                        <p:par>
                          <p:cTn id="61" fill="hold">
                            <p:stCondLst>
                              <p:cond delay="500"/>
                            </p:stCondLst>
                            <p:childTnLst>
                              <p:par>
                                <p:cTn id="62" presetID="1" presetClass="entr" presetSubtype="0" fill="hold" grpId="0" nodeType="afterEffect">
                                  <p:stCondLst>
                                    <p:cond delay="0"/>
                                  </p:stCondLst>
                                  <p:childTnLst>
                                    <p:set>
                                      <p:cBhvr>
                                        <p:cTn id="63" dur="1" fill="hold">
                                          <p:stCondLst>
                                            <p:cond delay="499"/>
                                          </p:stCondLst>
                                        </p:cTn>
                                        <p:tgtEl>
                                          <p:spTgt spid="71744"/>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nodeType="clickEffect">
                                  <p:stCondLst>
                                    <p:cond delay="0"/>
                                  </p:stCondLst>
                                  <p:childTnLst>
                                    <p:set>
                                      <p:cBhvr>
                                        <p:cTn id="67" dur="1" fill="hold">
                                          <p:stCondLst>
                                            <p:cond delay="0"/>
                                          </p:stCondLst>
                                        </p:cTn>
                                        <p:tgtEl>
                                          <p:spTgt spid="71747"/>
                                        </p:tgtEl>
                                        <p:attrNameLst>
                                          <p:attrName>style.visibility</p:attrName>
                                        </p:attrNameLst>
                                      </p:cBhvr>
                                      <p:to>
                                        <p:strVal val="visible"/>
                                      </p:to>
                                    </p:set>
                                    <p:anim calcmode="lin" valueType="num">
                                      <p:cBhvr additive="base">
                                        <p:cTn id="68" dur="500" fill="hold"/>
                                        <p:tgtEl>
                                          <p:spTgt spid="71747"/>
                                        </p:tgtEl>
                                        <p:attrNameLst>
                                          <p:attrName>ppt_x</p:attrName>
                                        </p:attrNameLst>
                                      </p:cBhvr>
                                      <p:tavLst>
                                        <p:tav tm="0">
                                          <p:val>
                                            <p:strVal val="#ppt_x"/>
                                          </p:val>
                                        </p:tav>
                                        <p:tav tm="100000">
                                          <p:val>
                                            <p:strVal val="#ppt_x"/>
                                          </p:val>
                                        </p:tav>
                                      </p:tavLst>
                                    </p:anim>
                                    <p:anim calcmode="lin" valueType="num">
                                      <p:cBhvr additive="base">
                                        <p:cTn id="69" dur="500" fill="hold"/>
                                        <p:tgtEl>
                                          <p:spTgt spid="71747"/>
                                        </p:tgtEl>
                                        <p:attrNameLst>
                                          <p:attrName>ppt_y</p:attrName>
                                        </p:attrNameLst>
                                      </p:cBhvr>
                                      <p:tavLst>
                                        <p:tav tm="0">
                                          <p:val>
                                            <p:strVal val="1+#ppt_h/2"/>
                                          </p:val>
                                        </p:tav>
                                        <p:tav tm="100000">
                                          <p:val>
                                            <p:strVal val="#ppt_y"/>
                                          </p:val>
                                        </p:tav>
                                      </p:tavLst>
                                    </p:anim>
                                  </p:childTnLst>
                                </p:cTn>
                              </p:par>
                            </p:childTnLst>
                          </p:cTn>
                        </p:par>
                        <p:par>
                          <p:cTn id="70" fill="hold" nodeType="afterGroup">
                            <p:stCondLst>
                              <p:cond delay="500"/>
                            </p:stCondLst>
                            <p:childTnLst>
                              <p:par>
                                <p:cTn id="71" presetID="2" presetClass="entr" presetSubtype="4" fill="hold" nodeType="afterEffect">
                                  <p:stCondLst>
                                    <p:cond delay="0"/>
                                  </p:stCondLst>
                                  <p:childTnLst>
                                    <p:set>
                                      <p:cBhvr>
                                        <p:cTn id="72" dur="1" fill="hold">
                                          <p:stCondLst>
                                            <p:cond delay="0"/>
                                          </p:stCondLst>
                                        </p:cTn>
                                        <p:tgtEl>
                                          <p:spTgt spid="71748"/>
                                        </p:tgtEl>
                                        <p:attrNameLst>
                                          <p:attrName>style.visibility</p:attrName>
                                        </p:attrNameLst>
                                      </p:cBhvr>
                                      <p:to>
                                        <p:strVal val="visible"/>
                                      </p:to>
                                    </p:set>
                                    <p:anim calcmode="lin" valueType="num">
                                      <p:cBhvr additive="base">
                                        <p:cTn id="73" dur="500" fill="hold"/>
                                        <p:tgtEl>
                                          <p:spTgt spid="71748"/>
                                        </p:tgtEl>
                                        <p:attrNameLst>
                                          <p:attrName>ppt_x</p:attrName>
                                        </p:attrNameLst>
                                      </p:cBhvr>
                                      <p:tavLst>
                                        <p:tav tm="0">
                                          <p:val>
                                            <p:strVal val="#ppt_x"/>
                                          </p:val>
                                        </p:tav>
                                        <p:tav tm="100000">
                                          <p:val>
                                            <p:strVal val="#ppt_x"/>
                                          </p:val>
                                        </p:tav>
                                      </p:tavLst>
                                    </p:anim>
                                    <p:anim calcmode="lin" valueType="num">
                                      <p:cBhvr additive="base">
                                        <p:cTn id="74" dur="500" fill="hold"/>
                                        <p:tgtEl>
                                          <p:spTgt spid="71748"/>
                                        </p:tgtEl>
                                        <p:attrNameLst>
                                          <p:attrName>ppt_y</p:attrName>
                                        </p:attrNameLst>
                                      </p:cBhvr>
                                      <p:tavLst>
                                        <p:tav tm="0">
                                          <p:val>
                                            <p:strVal val="1+#ppt_h/2"/>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4" fill="hold" nodeType="clickEffect">
                                  <p:stCondLst>
                                    <p:cond delay="0"/>
                                  </p:stCondLst>
                                  <p:childTnLst>
                                    <p:set>
                                      <p:cBhvr>
                                        <p:cTn id="78" dur="1" fill="hold">
                                          <p:stCondLst>
                                            <p:cond delay="0"/>
                                          </p:stCondLst>
                                        </p:cTn>
                                        <p:tgtEl>
                                          <p:spTgt spid="71753"/>
                                        </p:tgtEl>
                                        <p:attrNameLst>
                                          <p:attrName>style.visibility</p:attrName>
                                        </p:attrNameLst>
                                      </p:cBhvr>
                                      <p:to>
                                        <p:strVal val="visible"/>
                                      </p:to>
                                    </p:set>
                                    <p:anim calcmode="lin" valueType="num">
                                      <p:cBhvr additive="base">
                                        <p:cTn id="79" dur="500" fill="hold"/>
                                        <p:tgtEl>
                                          <p:spTgt spid="71753"/>
                                        </p:tgtEl>
                                        <p:attrNameLst>
                                          <p:attrName>ppt_x</p:attrName>
                                        </p:attrNameLst>
                                      </p:cBhvr>
                                      <p:tavLst>
                                        <p:tav tm="0">
                                          <p:val>
                                            <p:strVal val="#ppt_x"/>
                                          </p:val>
                                        </p:tav>
                                        <p:tav tm="100000">
                                          <p:val>
                                            <p:strVal val="#ppt_x"/>
                                          </p:val>
                                        </p:tav>
                                      </p:tavLst>
                                    </p:anim>
                                    <p:anim calcmode="lin" valueType="num">
                                      <p:cBhvr additive="base">
                                        <p:cTn id="80" dur="500" fill="hold"/>
                                        <p:tgtEl>
                                          <p:spTgt spid="71753"/>
                                        </p:tgtEl>
                                        <p:attrNameLst>
                                          <p:attrName>ppt_y</p:attrName>
                                        </p:attrNameLst>
                                      </p:cBhvr>
                                      <p:tavLst>
                                        <p:tav tm="0">
                                          <p:val>
                                            <p:strVal val="1+#ppt_h/2"/>
                                          </p:val>
                                        </p:tav>
                                        <p:tav tm="100000">
                                          <p:val>
                                            <p:strVal val="#ppt_y"/>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2" presetClass="entr" presetSubtype="4" fill="hold" nodeType="clickEffect">
                                  <p:stCondLst>
                                    <p:cond delay="0"/>
                                  </p:stCondLst>
                                  <p:childTnLst>
                                    <p:set>
                                      <p:cBhvr>
                                        <p:cTn id="84" dur="1" fill="hold">
                                          <p:stCondLst>
                                            <p:cond delay="0"/>
                                          </p:stCondLst>
                                        </p:cTn>
                                        <p:tgtEl>
                                          <p:spTgt spid="71754"/>
                                        </p:tgtEl>
                                        <p:attrNameLst>
                                          <p:attrName>style.visibility</p:attrName>
                                        </p:attrNameLst>
                                      </p:cBhvr>
                                      <p:to>
                                        <p:strVal val="visible"/>
                                      </p:to>
                                    </p:set>
                                    <p:anim calcmode="lin" valueType="num">
                                      <p:cBhvr additive="base">
                                        <p:cTn id="85" dur="500" fill="hold"/>
                                        <p:tgtEl>
                                          <p:spTgt spid="71754"/>
                                        </p:tgtEl>
                                        <p:attrNameLst>
                                          <p:attrName>ppt_x</p:attrName>
                                        </p:attrNameLst>
                                      </p:cBhvr>
                                      <p:tavLst>
                                        <p:tav tm="0">
                                          <p:val>
                                            <p:strVal val="#ppt_x"/>
                                          </p:val>
                                        </p:tav>
                                        <p:tav tm="100000">
                                          <p:val>
                                            <p:strVal val="#ppt_x"/>
                                          </p:val>
                                        </p:tav>
                                      </p:tavLst>
                                    </p:anim>
                                    <p:anim calcmode="lin" valueType="num">
                                      <p:cBhvr additive="base">
                                        <p:cTn id="86" dur="500" fill="hold"/>
                                        <p:tgtEl>
                                          <p:spTgt spid="71754"/>
                                        </p:tgtEl>
                                        <p:attrNameLst>
                                          <p:attrName>ppt_y</p:attrName>
                                        </p:attrNameLst>
                                      </p:cBhvr>
                                      <p:tavLst>
                                        <p:tav tm="0">
                                          <p:val>
                                            <p:strVal val="1+#ppt_h/2"/>
                                          </p:val>
                                        </p:tav>
                                        <p:tav tm="100000">
                                          <p:val>
                                            <p:strVal val="#ppt_y"/>
                                          </p:val>
                                        </p:tav>
                                      </p:tavLst>
                                    </p:anim>
                                  </p:childTnLst>
                                </p:cTn>
                              </p:par>
                            </p:childTnLst>
                          </p:cTn>
                        </p:par>
                        <p:par>
                          <p:cTn id="87" fill="hold" nodeType="afterGroup">
                            <p:stCondLst>
                              <p:cond delay="500"/>
                            </p:stCondLst>
                            <p:childTnLst>
                              <p:par>
                                <p:cTn id="88" presetID="2" presetClass="entr" presetSubtype="4" fill="hold" grpId="0" nodeType="afterEffect">
                                  <p:stCondLst>
                                    <p:cond delay="0"/>
                                  </p:stCondLst>
                                  <p:childTnLst>
                                    <p:set>
                                      <p:cBhvr>
                                        <p:cTn id="89" dur="1" fill="hold">
                                          <p:stCondLst>
                                            <p:cond delay="0"/>
                                          </p:stCondLst>
                                        </p:cTn>
                                        <p:tgtEl>
                                          <p:spTgt spid="71684"/>
                                        </p:tgtEl>
                                        <p:attrNameLst>
                                          <p:attrName>style.visibility</p:attrName>
                                        </p:attrNameLst>
                                      </p:cBhvr>
                                      <p:to>
                                        <p:strVal val="visible"/>
                                      </p:to>
                                    </p:set>
                                    <p:anim calcmode="lin" valueType="num">
                                      <p:cBhvr additive="base">
                                        <p:cTn id="90" dur="500" fill="hold"/>
                                        <p:tgtEl>
                                          <p:spTgt spid="71684"/>
                                        </p:tgtEl>
                                        <p:attrNameLst>
                                          <p:attrName>ppt_x</p:attrName>
                                        </p:attrNameLst>
                                      </p:cBhvr>
                                      <p:tavLst>
                                        <p:tav tm="0">
                                          <p:val>
                                            <p:strVal val="#ppt_x"/>
                                          </p:val>
                                        </p:tav>
                                        <p:tav tm="100000">
                                          <p:val>
                                            <p:strVal val="#ppt_x"/>
                                          </p:val>
                                        </p:tav>
                                      </p:tavLst>
                                    </p:anim>
                                    <p:anim calcmode="lin" valueType="num">
                                      <p:cBhvr additive="base">
                                        <p:cTn id="91" dur="500" fill="hold"/>
                                        <p:tgtEl>
                                          <p:spTgt spid="7168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2" grpId="0" autoUpdateAnimBg="0"/>
      <p:bldP spid="71683" grpId="0" autoUpdateAnimBg="0"/>
      <p:bldP spid="71684" grpId="0" autoUpdateAnimBg="0"/>
      <p:bldP spid="71743" grpId="0" autoUpdateAnimBg="0"/>
      <p:bldP spid="71744"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2"/>
          <p:cNvSpPr txBox="1">
            <a:spLocks noChangeArrowheads="1"/>
          </p:cNvSpPr>
          <p:nvPr/>
        </p:nvSpPr>
        <p:spPr bwMode="auto">
          <a:xfrm>
            <a:off x="381000" y="269875"/>
            <a:ext cx="3712876"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dirty="0">
                <a:solidFill>
                  <a:srgbClr val="FF0000"/>
                </a:solidFill>
                <a:latin typeface="Times New Roman" panose="02020603050405020304" pitchFamily="18" charset="0"/>
              </a:rPr>
              <a:t>6.  </a:t>
            </a:r>
            <a:r>
              <a:rPr kumimoji="1" lang="zh-CN" altLang="en-US" sz="2400" b="1" dirty="0">
                <a:solidFill>
                  <a:srgbClr val="FF0000"/>
                </a:solidFill>
                <a:latin typeface="Times New Roman" panose="02020603050405020304" pitchFamily="18" charset="0"/>
              </a:rPr>
              <a:t>相量图</a:t>
            </a:r>
            <a:r>
              <a:rPr kumimoji="1" lang="en-US" altLang="zh-CN" sz="2400" b="1" dirty="0">
                <a:solidFill>
                  <a:srgbClr val="FF0000"/>
                </a:solidFill>
                <a:latin typeface="Times New Roman" panose="02020603050405020304" pitchFamily="18" charset="0"/>
              </a:rPr>
              <a:t>(</a:t>
            </a:r>
            <a:r>
              <a:rPr kumimoji="1" lang="en-US" altLang="zh-CN" sz="2400" b="1" i="1" dirty="0">
                <a:solidFill>
                  <a:srgbClr val="FF0000"/>
                </a:solidFill>
                <a:latin typeface="Times New Roman" panose="02020603050405020304" pitchFamily="18" charset="0"/>
              </a:rPr>
              <a:t>phasor diagram</a:t>
            </a:r>
            <a:r>
              <a:rPr kumimoji="1" lang="en-US" altLang="zh-CN" sz="2400" b="1" dirty="0">
                <a:solidFill>
                  <a:srgbClr val="FF0000"/>
                </a:solidFill>
                <a:latin typeface="Times New Roman" panose="02020603050405020304" pitchFamily="18" charset="0"/>
              </a:rPr>
              <a:t>)</a:t>
            </a:r>
          </a:p>
        </p:txBody>
      </p:sp>
      <p:sp>
        <p:nvSpPr>
          <p:cNvPr id="73731" name="Text Box 3"/>
          <p:cNvSpPr txBox="1">
            <a:spLocks noChangeArrowheads="1"/>
          </p:cNvSpPr>
          <p:nvPr/>
        </p:nvSpPr>
        <p:spPr bwMode="auto">
          <a:xfrm>
            <a:off x="1371600" y="838200"/>
            <a:ext cx="722947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latin typeface="Times New Roman" panose="02020603050405020304" pitchFamily="18" charset="0"/>
              </a:rPr>
              <a:t>（</a:t>
            </a:r>
            <a:r>
              <a:rPr kumimoji="1" lang="en-US" altLang="zh-CN" sz="2400" b="1">
                <a:latin typeface="Times New Roman" panose="02020603050405020304" pitchFamily="18" charset="0"/>
              </a:rPr>
              <a:t>1</a:t>
            </a:r>
            <a:r>
              <a:rPr kumimoji="1" lang="zh-CN" altLang="en-US" sz="2400" b="1">
                <a:latin typeface="Times New Roman" panose="02020603050405020304" pitchFamily="18" charset="0"/>
              </a:rPr>
              <a:t>）  同频率的正弦量才能表示在同一个相量图中；</a:t>
            </a:r>
          </a:p>
        </p:txBody>
      </p:sp>
      <p:sp>
        <p:nvSpPr>
          <p:cNvPr id="73733" name="Text Box 5"/>
          <p:cNvSpPr txBox="1">
            <a:spLocks noChangeArrowheads="1"/>
          </p:cNvSpPr>
          <p:nvPr/>
        </p:nvSpPr>
        <p:spPr bwMode="auto">
          <a:xfrm>
            <a:off x="1371600" y="1354294"/>
            <a:ext cx="6062878"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marL="800100" indent="-342900" algn="l">
              <a:spcBef>
                <a:spcPct val="0"/>
              </a:spcBef>
              <a:defRPr>
                <a:solidFill>
                  <a:schemeClr val="tx1"/>
                </a:solidFill>
                <a:latin typeface="Arial" panose="020B0604020202020204" pitchFamily="34" charset="0"/>
                <a:ea typeface="宋体" panose="02010600030101010101" pitchFamily="2" charset="-122"/>
              </a:defRPr>
            </a:lvl2pPr>
            <a:lvl3pPr marL="1257300" indent="-342900" algn="l">
              <a:spcBef>
                <a:spcPct val="0"/>
              </a:spcBef>
              <a:defRPr>
                <a:solidFill>
                  <a:schemeClr val="tx1"/>
                </a:solidFill>
                <a:latin typeface="Arial" panose="020B0604020202020204" pitchFamily="34" charset="0"/>
                <a:ea typeface="宋体" panose="02010600030101010101" pitchFamily="2" charset="-122"/>
              </a:defRPr>
            </a:lvl3pPr>
            <a:lvl4pPr marL="1714500" indent="-342900" algn="l">
              <a:spcBef>
                <a:spcPct val="0"/>
              </a:spcBef>
              <a:defRPr>
                <a:solidFill>
                  <a:schemeClr val="tx1"/>
                </a:solidFill>
                <a:latin typeface="Arial" panose="020B0604020202020204" pitchFamily="34" charset="0"/>
                <a:ea typeface="宋体" panose="02010600030101010101" pitchFamily="2" charset="-122"/>
              </a:defRPr>
            </a:lvl4pPr>
            <a:lvl5pPr marL="2171700" indent="-342900" algn="l">
              <a:spcBef>
                <a:spcPct val="0"/>
              </a:spcBef>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400" b="1" dirty="0">
                <a:latin typeface="Times New Roman" panose="02020603050405020304" pitchFamily="18" charset="0"/>
              </a:rPr>
              <a:t>（</a:t>
            </a:r>
            <a:r>
              <a:rPr kumimoji="1" lang="en-US" altLang="zh-CN" sz="2400" b="1" dirty="0">
                <a:latin typeface="Times New Roman" panose="02020603050405020304" pitchFamily="18" charset="0"/>
              </a:rPr>
              <a:t>2</a:t>
            </a:r>
            <a:r>
              <a:rPr kumimoji="1" lang="zh-CN" altLang="en-US" sz="2400" b="1" dirty="0">
                <a:latin typeface="Times New Roman" panose="02020603050405020304" pitchFamily="18" charset="0"/>
              </a:rPr>
              <a:t>）  </a:t>
            </a:r>
            <a:r>
              <a:rPr kumimoji="1" lang="zh-CN" altLang="en-US" sz="2400" b="1" dirty="0">
                <a:latin typeface="隶书" panose="02010509060101010101" pitchFamily="49" charset="-122"/>
                <a:ea typeface="隶书" panose="02010509060101010101" pitchFamily="49" charset="-122"/>
              </a:rPr>
              <a:t>选定一个参考相量</a:t>
            </a:r>
            <a:r>
              <a:rPr kumimoji="1" lang="en-US" altLang="zh-CN" sz="2400" b="1" dirty="0">
                <a:latin typeface="隶书" panose="02010509060101010101" pitchFamily="49" charset="-122"/>
                <a:ea typeface="隶书" panose="02010509060101010101" pitchFamily="49" charset="-122"/>
              </a:rPr>
              <a:t>(</a:t>
            </a:r>
            <a:r>
              <a:rPr kumimoji="1" lang="zh-CN" altLang="en-US" sz="2400" b="1" dirty="0">
                <a:latin typeface="隶书" panose="02010509060101010101" pitchFamily="49" charset="-122"/>
                <a:ea typeface="隶书" panose="02010509060101010101" pitchFamily="49" charset="-122"/>
              </a:rPr>
              <a:t>设初相位为零</a:t>
            </a:r>
            <a:r>
              <a:rPr kumimoji="1" lang="en-US" altLang="zh-CN" sz="2400" b="1" dirty="0">
                <a:latin typeface="隶书" panose="02010509060101010101" pitchFamily="49" charset="-122"/>
                <a:ea typeface="隶书" panose="02010509060101010101" pitchFamily="49" charset="-122"/>
              </a:rPr>
              <a:t>)</a:t>
            </a:r>
            <a:r>
              <a:rPr kumimoji="1" lang="zh-CN" altLang="en-US" sz="2400" b="1" dirty="0">
                <a:latin typeface="隶书" panose="02010509060101010101" pitchFamily="49" charset="-122"/>
                <a:ea typeface="隶书" panose="02010509060101010101" pitchFamily="49" charset="-122"/>
              </a:rPr>
              <a:t>。</a:t>
            </a:r>
          </a:p>
        </p:txBody>
      </p:sp>
      <p:grpSp>
        <p:nvGrpSpPr>
          <p:cNvPr id="73734" name="Group 6"/>
          <p:cNvGrpSpPr>
            <a:grpSpLocks/>
          </p:cNvGrpSpPr>
          <p:nvPr/>
        </p:nvGrpSpPr>
        <p:grpSpPr bwMode="auto">
          <a:xfrm>
            <a:off x="4751388" y="4210050"/>
            <a:ext cx="3352800" cy="1143000"/>
            <a:chOff x="3017" y="2232"/>
            <a:chExt cx="2112" cy="720"/>
          </a:xfrm>
        </p:grpSpPr>
        <p:sp>
          <p:nvSpPr>
            <p:cNvPr id="73735" name="Line 7"/>
            <p:cNvSpPr>
              <a:spLocks noChangeShapeType="1"/>
            </p:cNvSpPr>
            <p:nvPr/>
          </p:nvSpPr>
          <p:spPr bwMode="auto">
            <a:xfrm flipV="1">
              <a:off x="3401" y="2472"/>
              <a:ext cx="1296" cy="48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36" name="Line 8"/>
            <p:cNvSpPr>
              <a:spLocks noChangeShapeType="1"/>
            </p:cNvSpPr>
            <p:nvPr/>
          </p:nvSpPr>
          <p:spPr bwMode="auto">
            <a:xfrm>
              <a:off x="3017" y="2472"/>
              <a:ext cx="1680" cy="0"/>
            </a:xfrm>
            <a:prstGeom prst="line">
              <a:avLst/>
            </a:prstGeom>
            <a:noFill/>
            <a:ln w="28575" cap="rnd">
              <a:solidFill>
                <a:schemeClr val="tx1"/>
              </a:solidFill>
              <a:prstDash val="sysDot"/>
              <a:round/>
              <a:headEnd/>
              <a:tailEnd type="non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37" name="Line 9"/>
            <p:cNvSpPr>
              <a:spLocks noChangeShapeType="1"/>
            </p:cNvSpPr>
            <p:nvPr/>
          </p:nvSpPr>
          <p:spPr bwMode="auto">
            <a:xfrm>
              <a:off x="4697" y="2472"/>
              <a:ext cx="432" cy="480"/>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3738" name="Object 10"/>
            <p:cNvGraphicFramePr>
              <a:graphicFrameLocks noChangeAspect="1"/>
            </p:cNvGraphicFramePr>
            <p:nvPr/>
          </p:nvGraphicFramePr>
          <p:xfrm>
            <a:off x="4725" y="2232"/>
            <a:ext cx="223" cy="275"/>
          </p:xfrm>
          <a:graphic>
            <a:graphicData uri="http://schemas.openxmlformats.org/presentationml/2006/ole">
              <mc:AlternateContent xmlns:mc="http://schemas.openxmlformats.org/markup-compatibility/2006">
                <mc:Choice xmlns:v="urn:schemas-microsoft-com:vml" Requires="v">
                  <p:oleObj spid="_x0000_s66098" name="公式" r:id="rId4" imgW="164880" imgH="203040" progId="Equation.3">
                    <p:embed/>
                  </p:oleObj>
                </mc:Choice>
                <mc:Fallback>
                  <p:oleObj name="公式" r:id="rId4" imgW="164880" imgH="203040" progId="Equation.3">
                    <p:embed/>
                    <p:pic>
                      <p:nvPicPr>
                        <p:cNvPr id="73738"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5" y="2232"/>
                          <a:ext cx="223"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73739" name="Group 11"/>
          <p:cNvGrpSpPr>
            <a:grpSpLocks/>
          </p:cNvGrpSpPr>
          <p:nvPr/>
        </p:nvGrpSpPr>
        <p:grpSpPr bwMode="auto">
          <a:xfrm>
            <a:off x="5360988" y="5353050"/>
            <a:ext cx="1225550" cy="520700"/>
            <a:chOff x="3401" y="2952"/>
            <a:chExt cx="772" cy="328"/>
          </a:xfrm>
        </p:grpSpPr>
        <p:sp>
          <p:nvSpPr>
            <p:cNvPr id="73740" name="Line 12"/>
            <p:cNvSpPr>
              <a:spLocks noChangeShapeType="1"/>
            </p:cNvSpPr>
            <p:nvPr/>
          </p:nvSpPr>
          <p:spPr bwMode="auto">
            <a:xfrm>
              <a:off x="3401" y="2952"/>
              <a:ext cx="744" cy="0"/>
            </a:xfrm>
            <a:prstGeom prst="line">
              <a:avLst/>
            </a:prstGeom>
            <a:noFill/>
            <a:ln w="28575">
              <a:solidFill>
                <a:srgbClr val="6600FF"/>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3741" name="Object 13"/>
            <p:cNvGraphicFramePr>
              <a:graphicFrameLocks noChangeAspect="1"/>
            </p:cNvGraphicFramePr>
            <p:nvPr/>
          </p:nvGraphicFramePr>
          <p:xfrm>
            <a:off x="3920" y="2959"/>
            <a:ext cx="253" cy="321"/>
          </p:xfrm>
          <a:graphic>
            <a:graphicData uri="http://schemas.openxmlformats.org/presentationml/2006/ole">
              <mc:AlternateContent xmlns:mc="http://schemas.openxmlformats.org/markup-compatibility/2006">
                <mc:Choice xmlns:v="urn:schemas-microsoft-com:vml" Requires="v">
                  <p:oleObj spid="_x0000_s66099" name="Equation" r:id="rId6" imgW="190440" imgH="241200" progId="Equation.DSMT4">
                    <p:embed/>
                  </p:oleObj>
                </mc:Choice>
                <mc:Fallback>
                  <p:oleObj name="Equation" r:id="rId6" imgW="190440" imgH="241200" progId="Equation.DSMT4">
                    <p:embed/>
                    <p:pic>
                      <p:nvPicPr>
                        <p:cNvPr id="73741"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20" y="2959"/>
                          <a:ext cx="253" cy="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3742" name="Group 14"/>
          <p:cNvGrpSpPr>
            <a:grpSpLocks/>
          </p:cNvGrpSpPr>
          <p:nvPr/>
        </p:nvGrpSpPr>
        <p:grpSpPr bwMode="auto">
          <a:xfrm>
            <a:off x="5360988" y="5365750"/>
            <a:ext cx="3078162" cy="544513"/>
            <a:chOff x="3401" y="2960"/>
            <a:chExt cx="1939" cy="343"/>
          </a:xfrm>
        </p:grpSpPr>
        <p:sp>
          <p:nvSpPr>
            <p:cNvPr id="73743" name="Line 15"/>
            <p:cNvSpPr>
              <a:spLocks noChangeShapeType="1"/>
            </p:cNvSpPr>
            <p:nvPr/>
          </p:nvSpPr>
          <p:spPr bwMode="auto">
            <a:xfrm>
              <a:off x="3401" y="2960"/>
              <a:ext cx="1728" cy="0"/>
            </a:xfrm>
            <a:prstGeom prst="line">
              <a:avLst/>
            </a:prstGeom>
            <a:noFill/>
            <a:ln w="28575">
              <a:solidFill>
                <a:srgbClr val="6600FF"/>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3744" name="Object 16"/>
            <p:cNvGraphicFramePr>
              <a:graphicFrameLocks noChangeAspect="1"/>
            </p:cNvGraphicFramePr>
            <p:nvPr/>
          </p:nvGraphicFramePr>
          <p:xfrm>
            <a:off x="4592" y="2988"/>
            <a:ext cx="748" cy="315"/>
          </p:xfrm>
          <a:graphic>
            <a:graphicData uri="http://schemas.openxmlformats.org/presentationml/2006/ole">
              <mc:AlternateContent xmlns:mc="http://schemas.openxmlformats.org/markup-compatibility/2006">
                <mc:Choice xmlns:v="urn:schemas-microsoft-com:vml" Requires="v">
                  <p:oleObj spid="_x0000_s66100" name="Equation" r:id="rId8" imgW="571320" imgH="241200" progId="Equation.DSMT4">
                    <p:embed/>
                  </p:oleObj>
                </mc:Choice>
                <mc:Fallback>
                  <p:oleObj name="Equation" r:id="rId8" imgW="571320" imgH="241200" progId="Equation.DSMT4">
                    <p:embed/>
                    <p:pic>
                      <p:nvPicPr>
                        <p:cNvPr id="73744"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92" y="2988"/>
                          <a:ext cx="748"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3745" name="Group 17"/>
          <p:cNvGrpSpPr>
            <a:grpSpLocks/>
          </p:cNvGrpSpPr>
          <p:nvPr/>
        </p:nvGrpSpPr>
        <p:grpSpPr bwMode="auto">
          <a:xfrm>
            <a:off x="5360988" y="3673475"/>
            <a:ext cx="1527175" cy="1679575"/>
            <a:chOff x="3401" y="1894"/>
            <a:chExt cx="962" cy="1058"/>
          </a:xfrm>
        </p:grpSpPr>
        <p:sp>
          <p:nvSpPr>
            <p:cNvPr id="73746" name="Line 18"/>
            <p:cNvSpPr>
              <a:spLocks noChangeShapeType="1"/>
            </p:cNvSpPr>
            <p:nvPr/>
          </p:nvSpPr>
          <p:spPr bwMode="auto">
            <a:xfrm flipV="1">
              <a:off x="3401" y="2184"/>
              <a:ext cx="720" cy="768"/>
            </a:xfrm>
            <a:prstGeom prst="line">
              <a:avLst/>
            </a:prstGeom>
            <a:noFill/>
            <a:ln w="28575">
              <a:solidFill>
                <a:srgbClr val="FF000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7" name="Line 19"/>
            <p:cNvSpPr>
              <a:spLocks noChangeShapeType="1"/>
            </p:cNvSpPr>
            <p:nvPr/>
          </p:nvSpPr>
          <p:spPr bwMode="auto">
            <a:xfrm>
              <a:off x="3401" y="2184"/>
              <a:ext cx="720" cy="0"/>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3748" name="Object 20"/>
            <p:cNvGraphicFramePr>
              <a:graphicFrameLocks noChangeAspect="1"/>
            </p:cNvGraphicFramePr>
            <p:nvPr/>
          </p:nvGraphicFramePr>
          <p:xfrm>
            <a:off x="4117" y="1894"/>
            <a:ext cx="246" cy="334"/>
          </p:xfrm>
          <a:graphic>
            <a:graphicData uri="http://schemas.openxmlformats.org/presentationml/2006/ole">
              <mc:AlternateContent xmlns:mc="http://schemas.openxmlformats.org/markup-compatibility/2006">
                <mc:Choice xmlns:v="urn:schemas-microsoft-com:vml" Requires="v">
                  <p:oleObj spid="_x0000_s66101" name="Equation" r:id="rId10" imgW="177480" imgH="241200" progId="Equation.DSMT4">
                    <p:embed/>
                  </p:oleObj>
                </mc:Choice>
                <mc:Fallback>
                  <p:oleObj name="Equation" r:id="rId10" imgW="177480" imgH="241200" progId="Equation.DSMT4">
                    <p:embed/>
                    <p:pic>
                      <p:nvPicPr>
                        <p:cNvPr id="73748" name="Object 2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17" y="1894"/>
                          <a:ext cx="246" cy="3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749" name="Line 21"/>
            <p:cNvSpPr>
              <a:spLocks noChangeShapeType="1"/>
            </p:cNvSpPr>
            <p:nvPr/>
          </p:nvSpPr>
          <p:spPr bwMode="auto">
            <a:xfrm>
              <a:off x="4120" y="2192"/>
              <a:ext cx="0" cy="752"/>
            </a:xfrm>
            <a:prstGeom prst="line">
              <a:avLst/>
            </a:prstGeom>
            <a:noFill/>
            <a:ln w="28575" cap="rnd">
              <a:solidFill>
                <a:schemeClr val="tx1"/>
              </a:solidFill>
              <a:prstDash val="sysDot"/>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73750" name="Group 22"/>
          <p:cNvGrpSpPr>
            <a:grpSpLocks/>
          </p:cNvGrpSpPr>
          <p:nvPr/>
        </p:nvGrpSpPr>
        <p:grpSpPr bwMode="auto">
          <a:xfrm>
            <a:off x="5138738" y="3619500"/>
            <a:ext cx="401637" cy="1733550"/>
            <a:chOff x="3261" y="1860"/>
            <a:chExt cx="253" cy="1092"/>
          </a:xfrm>
        </p:grpSpPr>
        <p:grpSp>
          <p:nvGrpSpPr>
            <p:cNvPr id="73751" name="Group 23"/>
            <p:cNvGrpSpPr>
              <a:grpSpLocks/>
            </p:cNvGrpSpPr>
            <p:nvPr/>
          </p:nvGrpSpPr>
          <p:grpSpPr bwMode="auto">
            <a:xfrm>
              <a:off x="3261" y="1860"/>
              <a:ext cx="247" cy="1092"/>
              <a:chOff x="3261" y="1860"/>
              <a:chExt cx="247" cy="1092"/>
            </a:xfrm>
          </p:grpSpPr>
          <p:sp>
            <p:nvSpPr>
              <p:cNvPr id="73752" name="Line 24"/>
              <p:cNvSpPr>
                <a:spLocks noChangeShapeType="1"/>
              </p:cNvSpPr>
              <p:nvPr/>
            </p:nvSpPr>
            <p:spPr bwMode="auto">
              <a:xfrm flipV="1">
                <a:off x="3401" y="2184"/>
                <a:ext cx="0" cy="768"/>
              </a:xfrm>
              <a:prstGeom prst="line">
                <a:avLst/>
              </a:prstGeom>
              <a:noFill/>
              <a:ln w="28575">
                <a:solidFill>
                  <a:srgbClr val="FF33CC"/>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3753" name="Object 25"/>
              <p:cNvGraphicFramePr>
                <a:graphicFrameLocks noChangeAspect="1"/>
              </p:cNvGraphicFramePr>
              <p:nvPr/>
            </p:nvGraphicFramePr>
            <p:xfrm>
              <a:off x="3261" y="1860"/>
              <a:ext cx="247" cy="311"/>
            </p:xfrm>
            <a:graphic>
              <a:graphicData uri="http://schemas.openxmlformats.org/presentationml/2006/ole">
                <mc:AlternateContent xmlns:mc="http://schemas.openxmlformats.org/markup-compatibility/2006">
                  <mc:Choice xmlns:v="urn:schemas-microsoft-com:vml" Requires="v">
                    <p:oleObj spid="_x0000_s66102" name="Equation" r:id="rId12" imgW="190440" imgH="241200" progId="Equation.DSMT4">
                      <p:embed/>
                    </p:oleObj>
                  </mc:Choice>
                  <mc:Fallback>
                    <p:oleObj name="Equation" r:id="rId12" imgW="190440" imgH="241200" progId="Equation.DSMT4">
                      <p:embed/>
                      <p:pic>
                        <p:nvPicPr>
                          <p:cNvPr id="73753" name="Object 2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261" y="1860"/>
                            <a:ext cx="247" cy="3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3754" name="Group 26"/>
            <p:cNvGrpSpPr>
              <a:grpSpLocks/>
            </p:cNvGrpSpPr>
            <p:nvPr/>
          </p:nvGrpSpPr>
          <p:grpSpPr bwMode="auto">
            <a:xfrm>
              <a:off x="3418" y="2853"/>
              <a:ext cx="96" cy="87"/>
              <a:chOff x="2608" y="3768"/>
              <a:chExt cx="96" cy="87"/>
            </a:xfrm>
          </p:grpSpPr>
          <p:sp>
            <p:nvSpPr>
              <p:cNvPr id="73755" name="Line 27"/>
              <p:cNvSpPr>
                <a:spLocks noChangeShapeType="1"/>
              </p:cNvSpPr>
              <p:nvPr/>
            </p:nvSpPr>
            <p:spPr bwMode="auto">
              <a:xfrm>
                <a:off x="2608" y="3768"/>
                <a:ext cx="96"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56" name="Line 28"/>
              <p:cNvSpPr>
                <a:spLocks noChangeShapeType="1"/>
              </p:cNvSpPr>
              <p:nvPr/>
            </p:nvSpPr>
            <p:spPr bwMode="auto">
              <a:xfrm flipH="1">
                <a:off x="2694" y="3773"/>
                <a:ext cx="1" cy="82"/>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grpSp>
        <p:nvGrpSpPr>
          <p:cNvPr id="73757" name="Group 29"/>
          <p:cNvGrpSpPr>
            <a:grpSpLocks/>
          </p:cNvGrpSpPr>
          <p:nvPr/>
        </p:nvGrpSpPr>
        <p:grpSpPr bwMode="auto">
          <a:xfrm>
            <a:off x="4411663" y="4159250"/>
            <a:ext cx="1042987" cy="1193800"/>
            <a:chOff x="2803" y="2200"/>
            <a:chExt cx="657" cy="752"/>
          </a:xfrm>
        </p:grpSpPr>
        <p:grpSp>
          <p:nvGrpSpPr>
            <p:cNvPr id="73758" name="Group 30"/>
            <p:cNvGrpSpPr>
              <a:grpSpLocks/>
            </p:cNvGrpSpPr>
            <p:nvPr/>
          </p:nvGrpSpPr>
          <p:grpSpPr bwMode="auto">
            <a:xfrm>
              <a:off x="2803" y="2200"/>
              <a:ext cx="598" cy="752"/>
              <a:chOff x="2803" y="2200"/>
              <a:chExt cx="598" cy="752"/>
            </a:xfrm>
          </p:grpSpPr>
          <p:sp>
            <p:nvSpPr>
              <p:cNvPr id="73759" name="Line 31"/>
              <p:cNvSpPr>
                <a:spLocks noChangeShapeType="1"/>
              </p:cNvSpPr>
              <p:nvPr/>
            </p:nvSpPr>
            <p:spPr bwMode="auto">
              <a:xfrm flipH="1" flipV="1">
                <a:off x="3017" y="2472"/>
                <a:ext cx="384" cy="480"/>
              </a:xfrm>
              <a:prstGeom prst="line">
                <a:avLst/>
              </a:prstGeom>
              <a:noFill/>
              <a:ln w="28575">
                <a:solidFill>
                  <a:schemeClr val="accent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3760" name="Object 32"/>
              <p:cNvGraphicFramePr>
                <a:graphicFrameLocks noChangeAspect="1"/>
              </p:cNvGraphicFramePr>
              <p:nvPr/>
            </p:nvGraphicFramePr>
            <p:xfrm>
              <a:off x="2803" y="2200"/>
              <a:ext cx="257" cy="287"/>
            </p:xfrm>
            <a:graphic>
              <a:graphicData uri="http://schemas.openxmlformats.org/presentationml/2006/ole">
                <mc:AlternateContent xmlns:mc="http://schemas.openxmlformats.org/markup-compatibility/2006">
                  <mc:Choice xmlns:v="urn:schemas-microsoft-com:vml" Requires="v">
                    <p:oleObj spid="_x0000_s66103" name="Equation" r:id="rId14" imgW="215640" imgH="241200" progId="Equation.DSMT4">
                      <p:embed/>
                    </p:oleObj>
                  </mc:Choice>
                  <mc:Fallback>
                    <p:oleObj name="Equation" r:id="rId14" imgW="215640" imgH="241200" progId="Equation.DSMT4">
                      <p:embed/>
                      <p:pic>
                        <p:nvPicPr>
                          <p:cNvPr id="73760" name="Object 3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03" y="2200"/>
                            <a:ext cx="257"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3761" name="Group 33"/>
            <p:cNvGrpSpPr>
              <a:grpSpLocks/>
            </p:cNvGrpSpPr>
            <p:nvPr/>
          </p:nvGrpSpPr>
          <p:grpSpPr bwMode="auto">
            <a:xfrm rot="-2342533">
              <a:off x="3364" y="2823"/>
              <a:ext cx="96" cy="87"/>
              <a:chOff x="2608" y="3768"/>
              <a:chExt cx="96" cy="87"/>
            </a:xfrm>
          </p:grpSpPr>
          <p:sp>
            <p:nvSpPr>
              <p:cNvPr id="73762" name="Line 34"/>
              <p:cNvSpPr>
                <a:spLocks noChangeShapeType="1"/>
              </p:cNvSpPr>
              <p:nvPr/>
            </p:nvSpPr>
            <p:spPr bwMode="auto">
              <a:xfrm>
                <a:off x="2608" y="3768"/>
                <a:ext cx="96"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63" name="Line 35"/>
              <p:cNvSpPr>
                <a:spLocks noChangeShapeType="1"/>
              </p:cNvSpPr>
              <p:nvPr/>
            </p:nvSpPr>
            <p:spPr bwMode="auto">
              <a:xfrm flipH="1">
                <a:off x="2694" y="3773"/>
                <a:ext cx="1" cy="82"/>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grpSp>
        <p:nvGrpSpPr>
          <p:cNvPr id="73764" name="Group 36"/>
          <p:cNvGrpSpPr>
            <a:grpSpLocks/>
          </p:cNvGrpSpPr>
          <p:nvPr/>
        </p:nvGrpSpPr>
        <p:grpSpPr bwMode="auto">
          <a:xfrm>
            <a:off x="749300" y="2943225"/>
            <a:ext cx="3328988" cy="2555875"/>
            <a:chOff x="472" y="1854"/>
            <a:chExt cx="2097" cy="1610"/>
          </a:xfrm>
        </p:grpSpPr>
        <p:sp>
          <p:nvSpPr>
            <p:cNvPr id="73765" name="Text Box 37"/>
            <p:cNvSpPr txBox="1">
              <a:spLocks noChangeArrowheads="1"/>
            </p:cNvSpPr>
            <p:nvPr/>
          </p:nvSpPr>
          <p:spPr bwMode="auto">
            <a:xfrm>
              <a:off x="853" y="2112"/>
              <a:ext cx="47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a:latin typeface="Times New Roman" panose="02020603050405020304" pitchFamily="18" charset="0"/>
                </a:rPr>
                <a:t>j</a:t>
              </a: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L</a:t>
              </a:r>
            </a:p>
          </p:txBody>
        </p:sp>
        <p:sp>
          <p:nvSpPr>
            <p:cNvPr id="73766" name="Text Box 38"/>
            <p:cNvSpPr txBox="1">
              <a:spLocks noChangeArrowheads="1"/>
            </p:cNvSpPr>
            <p:nvPr/>
          </p:nvSpPr>
          <p:spPr bwMode="auto">
            <a:xfrm>
              <a:off x="816" y="2928"/>
              <a:ext cx="63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a:latin typeface="Times New Roman" panose="02020603050405020304" pitchFamily="18" charset="0"/>
                </a:rPr>
                <a:t>1</a:t>
              </a:r>
              <a:r>
                <a:rPr kumimoji="1" lang="en-US" altLang="zh-CN" sz="2400" b="1" i="1">
                  <a:latin typeface="Times New Roman" panose="02020603050405020304" pitchFamily="18" charset="0"/>
                </a:rPr>
                <a:t>/</a:t>
              </a:r>
              <a:r>
                <a:rPr kumimoji="1" lang="en-US" altLang="zh-CN" sz="2400" b="1">
                  <a:latin typeface="Times New Roman" panose="02020603050405020304" pitchFamily="18" charset="0"/>
                </a:rPr>
                <a:t>j</a:t>
              </a: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C</a:t>
              </a:r>
            </a:p>
          </p:txBody>
        </p:sp>
        <p:graphicFrame>
          <p:nvGraphicFramePr>
            <p:cNvPr id="73767" name="Object 39"/>
            <p:cNvGraphicFramePr>
              <a:graphicFrameLocks noChangeAspect="1"/>
            </p:cNvGraphicFramePr>
            <p:nvPr/>
          </p:nvGraphicFramePr>
          <p:xfrm>
            <a:off x="545" y="2773"/>
            <a:ext cx="162" cy="224"/>
          </p:xfrm>
          <a:graphic>
            <a:graphicData uri="http://schemas.openxmlformats.org/presentationml/2006/ole">
              <mc:AlternateContent xmlns:mc="http://schemas.openxmlformats.org/markup-compatibility/2006">
                <mc:Choice xmlns:v="urn:schemas-microsoft-com:vml" Requires="v">
                  <p:oleObj spid="_x0000_s66104" name="公式" r:id="rId16" imgW="164880" imgH="203040" progId="Equation.3">
                    <p:embed/>
                  </p:oleObj>
                </mc:Choice>
                <mc:Fallback>
                  <p:oleObj name="公式" r:id="rId16" imgW="164880" imgH="203040" progId="Equation.3">
                    <p:embed/>
                    <p:pic>
                      <p:nvPicPr>
                        <p:cNvPr id="73767" name="Object 3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45" y="2773"/>
                          <a:ext cx="162" cy="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768" name="Object 40"/>
            <p:cNvGraphicFramePr>
              <a:graphicFrameLocks noChangeAspect="1"/>
            </p:cNvGraphicFramePr>
            <p:nvPr/>
          </p:nvGraphicFramePr>
          <p:xfrm>
            <a:off x="925" y="2478"/>
            <a:ext cx="234" cy="281"/>
          </p:xfrm>
          <a:graphic>
            <a:graphicData uri="http://schemas.openxmlformats.org/presentationml/2006/ole">
              <mc:AlternateContent xmlns:mc="http://schemas.openxmlformats.org/markup-compatibility/2006">
                <mc:Choice xmlns:v="urn:schemas-microsoft-com:vml" Requires="v">
                  <p:oleObj spid="_x0000_s66105" name="公式" r:id="rId18" imgW="190440" imgH="228600" progId="Equation.3">
                    <p:embed/>
                  </p:oleObj>
                </mc:Choice>
                <mc:Fallback>
                  <p:oleObj name="公式" r:id="rId18" imgW="190440" imgH="228600" progId="Equation.3">
                    <p:embed/>
                    <p:pic>
                      <p:nvPicPr>
                        <p:cNvPr id="73768" name="Object 4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25" y="2478"/>
                          <a:ext cx="234" cy="2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69" name="Object 41"/>
            <p:cNvGraphicFramePr>
              <a:graphicFrameLocks noChangeAspect="1"/>
            </p:cNvGraphicFramePr>
            <p:nvPr/>
          </p:nvGraphicFramePr>
          <p:xfrm>
            <a:off x="1509" y="2472"/>
            <a:ext cx="190" cy="240"/>
          </p:xfrm>
          <a:graphic>
            <a:graphicData uri="http://schemas.openxmlformats.org/presentationml/2006/ole">
              <mc:AlternateContent xmlns:mc="http://schemas.openxmlformats.org/markup-compatibility/2006">
                <mc:Choice xmlns:v="urn:schemas-microsoft-com:vml" Requires="v">
                  <p:oleObj spid="_x0000_s66106" name="公式" r:id="rId20" imgW="190440" imgH="241200" progId="Equation.3">
                    <p:embed/>
                  </p:oleObj>
                </mc:Choice>
                <mc:Fallback>
                  <p:oleObj name="公式" r:id="rId20" imgW="190440" imgH="241200" progId="Equation.3">
                    <p:embed/>
                    <p:pic>
                      <p:nvPicPr>
                        <p:cNvPr id="73769" name="Object 4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509" y="2472"/>
                          <a:ext cx="190"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70" name="Object 42"/>
            <p:cNvGraphicFramePr>
              <a:graphicFrameLocks noChangeAspect="1"/>
            </p:cNvGraphicFramePr>
            <p:nvPr/>
          </p:nvGraphicFramePr>
          <p:xfrm>
            <a:off x="1951" y="2112"/>
            <a:ext cx="248" cy="281"/>
          </p:xfrm>
          <a:graphic>
            <a:graphicData uri="http://schemas.openxmlformats.org/presentationml/2006/ole">
              <mc:AlternateContent xmlns:mc="http://schemas.openxmlformats.org/markup-compatibility/2006">
                <mc:Choice xmlns:v="urn:schemas-microsoft-com:vml" Requires="v">
                  <p:oleObj spid="_x0000_s66107" name="公式" r:id="rId22" imgW="203040" imgH="228600" progId="Equation.3">
                    <p:embed/>
                  </p:oleObj>
                </mc:Choice>
                <mc:Fallback>
                  <p:oleObj name="公式" r:id="rId22" imgW="203040" imgH="228600" progId="Equation.3">
                    <p:embed/>
                    <p:pic>
                      <p:nvPicPr>
                        <p:cNvPr id="73770" name="Object 4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951" y="2112"/>
                          <a:ext cx="248" cy="2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771" name="Line 43"/>
            <p:cNvSpPr>
              <a:spLocks noChangeShapeType="1"/>
            </p:cNvSpPr>
            <p:nvPr/>
          </p:nvSpPr>
          <p:spPr bwMode="auto">
            <a:xfrm>
              <a:off x="1340" y="2880"/>
              <a:ext cx="221"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72" name="Line 44"/>
            <p:cNvSpPr>
              <a:spLocks noChangeShapeType="1"/>
            </p:cNvSpPr>
            <p:nvPr/>
          </p:nvSpPr>
          <p:spPr bwMode="auto">
            <a:xfrm flipV="1">
              <a:off x="1340" y="2973"/>
              <a:ext cx="221" cy="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73" name="Line 45"/>
            <p:cNvSpPr>
              <a:spLocks noChangeShapeType="1"/>
            </p:cNvSpPr>
            <p:nvPr/>
          </p:nvSpPr>
          <p:spPr bwMode="auto">
            <a:xfrm>
              <a:off x="1447" y="2448"/>
              <a:ext cx="0" cy="43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74" name="Line 46"/>
            <p:cNvSpPr>
              <a:spLocks noChangeShapeType="1"/>
            </p:cNvSpPr>
            <p:nvPr/>
          </p:nvSpPr>
          <p:spPr bwMode="auto">
            <a:xfrm>
              <a:off x="1447" y="2972"/>
              <a:ext cx="0" cy="3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75" name="Line 47"/>
            <p:cNvSpPr>
              <a:spLocks noChangeShapeType="1"/>
            </p:cNvSpPr>
            <p:nvPr/>
          </p:nvSpPr>
          <p:spPr bwMode="auto">
            <a:xfrm>
              <a:off x="1273" y="2448"/>
              <a:ext cx="96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76" name="Line 48"/>
            <p:cNvSpPr>
              <a:spLocks noChangeShapeType="1"/>
            </p:cNvSpPr>
            <p:nvPr/>
          </p:nvSpPr>
          <p:spPr bwMode="auto">
            <a:xfrm>
              <a:off x="2233" y="2448"/>
              <a:ext cx="0" cy="91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77" name="Rectangle 49"/>
            <p:cNvSpPr>
              <a:spLocks noChangeArrowheads="1"/>
            </p:cNvSpPr>
            <p:nvPr/>
          </p:nvSpPr>
          <p:spPr bwMode="auto">
            <a:xfrm>
              <a:off x="2179" y="2784"/>
              <a:ext cx="102" cy="272"/>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3778" name="Line 50"/>
            <p:cNvSpPr>
              <a:spLocks noChangeShapeType="1"/>
            </p:cNvSpPr>
            <p:nvPr/>
          </p:nvSpPr>
          <p:spPr bwMode="auto">
            <a:xfrm flipH="1">
              <a:off x="745" y="3360"/>
              <a:ext cx="14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79" name="Line 51"/>
            <p:cNvSpPr>
              <a:spLocks noChangeShapeType="1"/>
            </p:cNvSpPr>
            <p:nvPr/>
          </p:nvSpPr>
          <p:spPr bwMode="auto">
            <a:xfrm>
              <a:off x="745" y="2448"/>
              <a:ext cx="1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80" name="Text Box 52"/>
            <p:cNvSpPr txBox="1">
              <a:spLocks noChangeArrowheads="1"/>
            </p:cNvSpPr>
            <p:nvPr/>
          </p:nvSpPr>
          <p:spPr bwMode="auto">
            <a:xfrm>
              <a:off x="1920" y="2736"/>
              <a:ext cx="24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R</a:t>
              </a:r>
            </a:p>
          </p:txBody>
        </p:sp>
        <p:sp>
          <p:nvSpPr>
            <p:cNvPr id="73781" name="Line 53"/>
            <p:cNvSpPr>
              <a:spLocks noChangeShapeType="1"/>
            </p:cNvSpPr>
            <p:nvPr/>
          </p:nvSpPr>
          <p:spPr bwMode="auto">
            <a:xfrm>
              <a:off x="907" y="2484"/>
              <a:ext cx="288"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82" name="Line 54"/>
            <p:cNvSpPr>
              <a:spLocks noChangeShapeType="1"/>
            </p:cNvSpPr>
            <p:nvPr/>
          </p:nvSpPr>
          <p:spPr bwMode="auto">
            <a:xfrm>
              <a:off x="1513" y="2544"/>
              <a:ext cx="0" cy="24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83" name="Line 55"/>
            <p:cNvSpPr>
              <a:spLocks noChangeShapeType="1"/>
            </p:cNvSpPr>
            <p:nvPr/>
          </p:nvSpPr>
          <p:spPr bwMode="auto">
            <a:xfrm>
              <a:off x="1933" y="2400"/>
              <a:ext cx="288"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73784" name="Group 56"/>
            <p:cNvGrpSpPr>
              <a:grpSpLocks/>
            </p:cNvGrpSpPr>
            <p:nvPr/>
          </p:nvGrpSpPr>
          <p:grpSpPr bwMode="auto">
            <a:xfrm>
              <a:off x="889" y="2391"/>
              <a:ext cx="384" cy="57"/>
              <a:chOff x="576" y="711"/>
              <a:chExt cx="384" cy="57"/>
            </a:xfrm>
          </p:grpSpPr>
          <p:sp>
            <p:nvSpPr>
              <p:cNvPr id="73785" name="Freeform 57"/>
              <p:cNvSpPr>
                <a:spLocks/>
              </p:cNvSpPr>
              <p:nvPr/>
            </p:nvSpPr>
            <p:spPr bwMode="auto">
              <a:xfrm>
                <a:off x="576" y="711"/>
                <a:ext cx="98" cy="57"/>
              </a:xfrm>
              <a:custGeom>
                <a:avLst/>
                <a:gdLst>
                  <a:gd name="T0" fmla="*/ 0 w 98"/>
                  <a:gd name="T1" fmla="*/ 57 h 57"/>
                  <a:gd name="T2" fmla="*/ 18 w 98"/>
                  <a:gd name="T3" fmla="*/ 14 h 57"/>
                  <a:gd name="T4" fmla="*/ 47 w 98"/>
                  <a:gd name="T5" fmla="*/ 0 h 57"/>
                  <a:gd name="T6" fmla="*/ 80 w 98"/>
                  <a:gd name="T7" fmla="*/ 14 h 57"/>
                  <a:gd name="T8" fmla="*/ 98 w 98"/>
                  <a:gd name="T9" fmla="*/ 48 h 57"/>
                </a:gdLst>
                <a:ahLst/>
                <a:cxnLst>
                  <a:cxn ang="0">
                    <a:pos x="T0" y="T1"/>
                  </a:cxn>
                  <a:cxn ang="0">
                    <a:pos x="T2" y="T3"/>
                  </a:cxn>
                  <a:cxn ang="0">
                    <a:pos x="T4" y="T5"/>
                  </a:cxn>
                  <a:cxn ang="0">
                    <a:pos x="T6" y="T7"/>
                  </a:cxn>
                  <a:cxn ang="0">
                    <a:pos x="T8" y="T9"/>
                  </a:cxn>
                </a:cxnLst>
                <a:rect l="0" t="0" r="r" b="b"/>
                <a:pathLst>
                  <a:path w="98" h="57">
                    <a:moveTo>
                      <a:pt x="0" y="57"/>
                    </a:moveTo>
                    <a:cubicBezTo>
                      <a:pt x="3" y="50"/>
                      <a:pt x="10" y="23"/>
                      <a:pt x="18" y="14"/>
                    </a:cubicBezTo>
                    <a:cubicBezTo>
                      <a:pt x="26" y="5"/>
                      <a:pt x="37" y="0"/>
                      <a:pt x="47" y="0"/>
                    </a:cubicBezTo>
                    <a:cubicBezTo>
                      <a:pt x="57" y="0"/>
                      <a:pt x="71" y="6"/>
                      <a:pt x="80" y="14"/>
                    </a:cubicBezTo>
                    <a:cubicBezTo>
                      <a:pt x="89" y="22"/>
                      <a:pt x="94" y="42"/>
                      <a:pt x="98" y="48"/>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3786" name="Freeform 58"/>
              <p:cNvSpPr>
                <a:spLocks/>
              </p:cNvSpPr>
              <p:nvPr/>
            </p:nvSpPr>
            <p:spPr bwMode="auto">
              <a:xfrm>
                <a:off x="674" y="711"/>
                <a:ext cx="95" cy="51"/>
              </a:xfrm>
              <a:custGeom>
                <a:avLst/>
                <a:gdLst>
                  <a:gd name="T0" fmla="*/ 0 w 121"/>
                  <a:gd name="T1" fmla="*/ 54 h 54"/>
                  <a:gd name="T2" fmla="*/ 24 w 121"/>
                  <a:gd name="T3" fmla="*/ 15 h 54"/>
                  <a:gd name="T4" fmla="*/ 66 w 121"/>
                  <a:gd name="T5" fmla="*/ 0 h 54"/>
                  <a:gd name="T6" fmla="*/ 103 w 121"/>
                  <a:gd name="T7" fmla="*/ 15 h 54"/>
                  <a:gd name="T8" fmla="*/ 121 w 121"/>
                  <a:gd name="T9" fmla="*/ 51 h 54"/>
                </a:gdLst>
                <a:ahLst/>
                <a:cxnLst>
                  <a:cxn ang="0">
                    <a:pos x="T0" y="T1"/>
                  </a:cxn>
                  <a:cxn ang="0">
                    <a:pos x="T2" y="T3"/>
                  </a:cxn>
                  <a:cxn ang="0">
                    <a:pos x="T4" y="T5"/>
                  </a:cxn>
                  <a:cxn ang="0">
                    <a:pos x="T6" y="T7"/>
                  </a:cxn>
                  <a:cxn ang="0">
                    <a:pos x="T8" y="T9"/>
                  </a:cxn>
                </a:cxnLst>
                <a:rect l="0" t="0" r="r" b="b"/>
                <a:pathLst>
                  <a:path w="121" h="54">
                    <a:moveTo>
                      <a:pt x="0" y="54"/>
                    </a:moveTo>
                    <a:cubicBezTo>
                      <a:pt x="4" y="47"/>
                      <a:pt x="13" y="24"/>
                      <a:pt x="24" y="15"/>
                    </a:cubicBezTo>
                    <a:cubicBezTo>
                      <a:pt x="35" y="6"/>
                      <a:pt x="53" y="0"/>
                      <a:pt x="66" y="0"/>
                    </a:cubicBezTo>
                    <a:cubicBezTo>
                      <a:pt x="79" y="0"/>
                      <a:pt x="94" y="7"/>
                      <a:pt x="103" y="15"/>
                    </a:cubicBezTo>
                    <a:cubicBezTo>
                      <a:pt x="112" y="23"/>
                      <a:pt x="117" y="44"/>
                      <a:pt x="121"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3787" name="Freeform 59"/>
              <p:cNvSpPr>
                <a:spLocks/>
              </p:cNvSpPr>
              <p:nvPr/>
            </p:nvSpPr>
            <p:spPr bwMode="auto">
              <a:xfrm>
                <a:off x="769" y="711"/>
                <a:ext cx="94" cy="48"/>
              </a:xfrm>
              <a:custGeom>
                <a:avLst/>
                <a:gdLst>
                  <a:gd name="T0" fmla="*/ 0 w 119"/>
                  <a:gd name="T1" fmla="*/ 51 h 51"/>
                  <a:gd name="T2" fmla="*/ 17 w 119"/>
                  <a:gd name="T3" fmla="*/ 15 h 51"/>
                  <a:gd name="T4" fmla="*/ 59 w 119"/>
                  <a:gd name="T5" fmla="*/ 0 h 51"/>
                  <a:gd name="T6" fmla="*/ 96 w 119"/>
                  <a:gd name="T7" fmla="*/ 15 h 51"/>
                  <a:gd name="T8" fmla="*/ 119 w 119"/>
                  <a:gd name="T9" fmla="*/ 51 h 51"/>
                </a:gdLst>
                <a:ahLst/>
                <a:cxnLst>
                  <a:cxn ang="0">
                    <a:pos x="T0" y="T1"/>
                  </a:cxn>
                  <a:cxn ang="0">
                    <a:pos x="T2" y="T3"/>
                  </a:cxn>
                  <a:cxn ang="0">
                    <a:pos x="T4" y="T5"/>
                  </a:cxn>
                  <a:cxn ang="0">
                    <a:pos x="T6" y="T7"/>
                  </a:cxn>
                  <a:cxn ang="0">
                    <a:pos x="T8" y="T9"/>
                  </a:cxn>
                </a:cxnLst>
                <a:rect l="0" t="0" r="r" b="b"/>
                <a:pathLst>
                  <a:path w="119" h="51">
                    <a:moveTo>
                      <a:pt x="0" y="51"/>
                    </a:moveTo>
                    <a:cubicBezTo>
                      <a:pt x="3" y="45"/>
                      <a:pt x="7" y="24"/>
                      <a:pt x="17" y="15"/>
                    </a:cubicBezTo>
                    <a:cubicBezTo>
                      <a:pt x="27" y="6"/>
                      <a:pt x="46" y="0"/>
                      <a:pt x="59" y="0"/>
                    </a:cubicBezTo>
                    <a:cubicBezTo>
                      <a:pt x="72" y="0"/>
                      <a:pt x="86" y="7"/>
                      <a:pt x="96" y="15"/>
                    </a:cubicBezTo>
                    <a:cubicBezTo>
                      <a:pt x="106" y="23"/>
                      <a:pt x="114" y="44"/>
                      <a:pt x="119"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3788" name="Freeform 60"/>
              <p:cNvSpPr>
                <a:spLocks/>
              </p:cNvSpPr>
              <p:nvPr/>
            </p:nvSpPr>
            <p:spPr bwMode="auto">
              <a:xfrm>
                <a:off x="863" y="711"/>
                <a:ext cx="97" cy="54"/>
              </a:xfrm>
              <a:custGeom>
                <a:avLst/>
                <a:gdLst>
                  <a:gd name="T0" fmla="*/ 0 w 123"/>
                  <a:gd name="T1" fmla="*/ 51 h 57"/>
                  <a:gd name="T2" fmla="*/ 23 w 123"/>
                  <a:gd name="T3" fmla="*/ 15 h 57"/>
                  <a:gd name="T4" fmla="*/ 65 w 123"/>
                  <a:gd name="T5" fmla="*/ 0 h 57"/>
                  <a:gd name="T6" fmla="*/ 102 w 123"/>
                  <a:gd name="T7" fmla="*/ 15 h 57"/>
                  <a:gd name="T8" fmla="*/ 123 w 123"/>
                  <a:gd name="T9" fmla="*/ 57 h 57"/>
                </a:gdLst>
                <a:ahLst/>
                <a:cxnLst>
                  <a:cxn ang="0">
                    <a:pos x="T0" y="T1"/>
                  </a:cxn>
                  <a:cxn ang="0">
                    <a:pos x="T2" y="T3"/>
                  </a:cxn>
                  <a:cxn ang="0">
                    <a:pos x="T4" y="T5"/>
                  </a:cxn>
                  <a:cxn ang="0">
                    <a:pos x="T6" y="T7"/>
                  </a:cxn>
                  <a:cxn ang="0">
                    <a:pos x="T8" y="T9"/>
                  </a:cxn>
                </a:cxnLst>
                <a:rect l="0" t="0" r="r" b="b"/>
                <a:pathLst>
                  <a:path w="123" h="57">
                    <a:moveTo>
                      <a:pt x="0" y="51"/>
                    </a:moveTo>
                    <a:cubicBezTo>
                      <a:pt x="3" y="45"/>
                      <a:pt x="12" y="24"/>
                      <a:pt x="23" y="15"/>
                    </a:cubicBezTo>
                    <a:cubicBezTo>
                      <a:pt x="34" y="6"/>
                      <a:pt x="52" y="0"/>
                      <a:pt x="65" y="0"/>
                    </a:cubicBezTo>
                    <a:cubicBezTo>
                      <a:pt x="78" y="0"/>
                      <a:pt x="92" y="6"/>
                      <a:pt x="102" y="15"/>
                    </a:cubicBezTo>
                    <a:cubicBezTo>
                      <a:pt x="112" y="24"/>
                      <a:pt x="119" y="48"/>
                      <a:pt x="123" y="57"/>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sp>
          <p:nvSpPr>
            <p:cNvPr id="73789" name="Text Box 61"/>
            <p:cNvSpPr txBox="1">
              <a:spLocks noChangeArrowheads="1"/>
            </p:cNvSpPr>
            <p:nvPr/>
          </p:nvSpPr>
          <p:spPr bwMode="auto">
            <a:xfrm>
              <a:off x="472" y="2320"/>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a:t>
              </a:r>
            </a:p>
          </p:txBody>
        </p:sp>
        <p:sp>
          <p:nvSpPr>
            <p:cNvPr id="73790" name="Text Box 62"/>
            <p:cNvSpPr txBox="1">
              <a:spLocks noChangeArrowheads="1"/>
            </p:cNvSpPr>
            <p:nvPr/>
          </p:nvSpPr>
          <p:spPr bwMode="auto">
            <a:xfrm>
              <a:off x="488" y="3176"/>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黑体" panose="02010609060101010101" pitchFamily="49" charset="-122"/>
                  <a:ea typeface="黑体" panose="02010609060101010101" pitchFamily="49" charset="-122"/>
                </a:rPr>
                <a:t>-</a:t>
              </a:r>
              <a:endParaRPr kumimoji="1" lang="en-US" altLang="zh-CN" sz="2400" b="1">
                <a:latin typeface="Times New Roman" panose="02020603050405020304" pitchFamily="18" charset="0"/>
              </a:endParaRPr>
            </a:p>
          </p:txBody>
        </p:sp>
        <p:graphicFrame>
          <p:nvGraphicFramePr>
            <p:cNvPr id="73791" name="Object 63"/>
            <p:cNvGraphicFramePr>
              <a:graphicFrameLocks noChangeAspect="1"/>
            </p:cNvGraphicFramePr>
            <p:nvPr/>
          </p:nvGraphicFramePr>
          <p:xfrm>
            <a:off x="2287" y="2784"/>
            <a:ext cx="282" cy="281"/>
          </p:xfrm>
          <a:graphic>
            <a:graphicData uri="http://schemas.openxmlformats.org/presentationml/2006/ole">
              <mc:AlternateContent xmlns:mc="http://schemas.openxmlformats.org/markup-compatibility/2006">
                <mc:Choice xmlns:v="urn:schemas-microsoft-com:vml" Requires="v">
                  <p:oleObj spid="_x0000_s66108" name="公式" r:id="rId24" imgW="228600" imgH="228600" progId="Equation.3">
                    <p:embed/>
                  </p:oleObj>
                </mc:Choice>
                <mc:Fallback>
                  <p:oleObj name="公式" r:id="rId24" imgW="228600" imgH="228600" progId="Equation.3">
                    <p:embed/>
                    <p:pic>
                      <p:nvPicPr>
                        <p:cNvPr id="73791" name="Object 6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287" y="2784"/>
                          <a:ext cx="282" cy="2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792" name="Text Box 64"/>
            <p:cNvSpPr txBox="1">
              <a:spLocks noChangeArrowheads="1"/>
            </p:cNvSpPr>
            <p:nvPr/>
          </p:nvSpPr>
          <p:spPr bwMode="auto">
            <a:xfrm>
              <a:off x="2240" y="2496"/>
              <a:ext cx="24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800" b="1">
                  <a:solidFill>
                    <a:srgbClr val="FF0000"/>
                  </a:solidFill>
                  <a:latin typeface="Times New Roman" panose="02020603050405020304" pitchFamily="18" charset="0"/>
                </a:rPr>
                <a:t>+</a:t>
              </a:r>
            </a:p>
          </p:txBody>
        </p:sp>
        <p:sp>
          <p:nvSpPr>
            <p:cNvPr id="73793" name="Text Box 65"/>
            <p:cNvSpPr txBox="1">
              <a:spLocks noChangeArrowheads="1"/>
            </p:cNvSpPr>
            <p:nvPr/>
          </p:nvSpPr>
          <p:spPr bwMode="auto">
            <a:xfrm>
              <a:off x="2252" y="2938"/>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800" b="1">
                  <a:solidFill>
                    <a:srgbClr val="FF0000"/>
                  </a:solidFill>
                  <a:latin typeface="黑体" panose="02010609060101010101" pitchFamily="49" charset="-122"/>
                  <a:ea typeface="黑体" panose="02010609060101010101" pitchFamily="49" charset="-122"/>
                </a:rPr>
                <a:t>-</a:t>
              </a:r>
              <a:endParaRPr kumimoji="1" lang="en-US" altLang="zh-CN" sz="2800" b="1">
                <a:solidFill>
                  <a:srgbClr val="FF0000"/>
                </a:solidFill>
                <a:latin typeface="Times New Roman" panose="02020603050405020304" pitchFamily="18" charset="0"/>
              </a:endParaRPr>
            </a:p>
          </p:txBody>
        </p:sp>
        <p:sp>
          <p:nvSpPr>
            <p:cNvPr id="73794" name="Oval 66"/>
            <p:cNvSpPr>
              <a:spLocks noChangeArrowheads="1"/>
            </p:cNvSpPr>
            <p:nvPr/>
          </p:nvSpPr>
          <p:spPr bwMode="auto">
            <a:xfrm>
              <a:off x="720" y="3328"/>
              <a:ext cx="48" cy="48"/>
            </a:xfrm>
            <a:prstGeom prst="ellipse">
              <a:avLst/>
            </a:prstGeom>
            <a:noFill/>
            <a:ln w="25400">
              <a:solidFill>
                <a:schemeClr val="tx1"/>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95" name="Oval 67"/>
            <p:cNvSpPr>
              <a:spLocks noChangeArrowheads="1"/>
            </p:cNvSpPr>
            <p:nvPr/>
          </p:nvSpPr>
          <p:spPr bwMode="auto">
            <a:xfrm>
              <a:off x="688" y="2424"/>
              <a:ext cx="48" cy="48"/>
            </a:xfrm>
            <a:prstGeom prst="ellipse">
              <a:avLst/>
            </a:prstGeom>
            <a:noFill/>
            <a:ln w="25400">
              <a:solidFill>
                <a:schemeClr val="tx1"/>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796" name="Text Box 68"/>
            <p:cNvSpPr txBox="1">
              <a:spLocks noChangeArrowheads="1"/>
            </p:cNvSpPr>
            <p:nvPr/>
          </p:nvSpPr>
          <p:spPr bwMode="auto">
            <a:xfrm>
              <a:off x="674" y="1860"/>
              <a:ext cx="24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800" b="1">
                  <a:solidFill>
                    <a:srgbClr val="FF0000"/>
                  </a:solidFill>
                  <a:latin typeface="Times New Roman" panose="02020603050405020304" pitchFamily="18" charset="0"/>
                </a:rPr>
                <a:t>+</a:t>
              </a:r>
            </a:p>
          </p:txBody>
        </p:sp>
        <p:sp>
          <p:nvSpPr>
            <p:cNvPr id="73797" name="Text Box 69"/>
            <p:cNvSpPr txBox="1">
              <a:spLocks noChangeArrowheads="1"/>
            </p:cNvSpPr>
            <p:nvPr/>
          </p:nvSpPr>
          <p:spPr bwMode="auto">
            <a:xfrm>
              <a:off x="1574" y="2580"/>
              <a:ext cx="24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en-US" altLang="zh-CN" sz="2800" b="1">
                  <a:solidFill>
                    <a:srgbClr val="FF0000"/>
                  </a:solidFill>
                  <a:latin typeface="Times New Roman" panose="02020603050405020304" pitchFamily="18" charset="0"/>
                </a:rPr>
                <a:t>+</a:t>
              </a:r>
            </a:p>
          </p:txBody>
        </p:sp>
        <p:sp>
          <p:nvSpPr>
            <p:cNvPr id="73798" name="Text Box 70"/>
            <p:cNvSpPr txBox="1">
              <a:spLocks noChangeArrowheads="1"/>
            </p:cNvSpPr>
            <p:nvPr/>
          </p:nvSpPr>
          <p:spPr bwMode="auto">
            <a:xfrm>
              <a:off x="1286" y="1864"/>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800" b="1">
                  <a:solidFill>
                    <a:srgbClr val="FF0000"/>
                  </a:solidFill>
                  <a:latin typeface="黑体" panose="02010609060101010101" pitchFamily="49" charset="-122"/>
                  <a:ea typeface="黑体" panose="02010609060101010101" pitchFamily="49" charset="-122"/>
                </a:rPr>
                <a:t>-</a:t>
              </a:r>
              <a:endParaRPr kumimoji="1" lang="en-US" altLang="zh-CN" sz="2800" b="1">
                <a:solidFill>
                  <a:srgbClr val="FF0000"/>
                </a:solidFill>
                <a:latin typeface="Times New Roman" panose="02020603050405020304" pitchFamily="18" charset="0"/>
              </a:endParaRPr>
            </a:p>
          </p:txBody>
        </p:sp>
        <p:sp>
          <p:nvSpPr>
            <p:cNvPr id="73799" name="Text Box 71"/>
            <p:cNvSpPr txBox="1">
              <a:spLocks noChangeArrowheads="1"/>
            </p:cNvSpPr>
            <p:nvPr/>
          </p:nvSpPr>
          <p:spPr bwMode="auto">
            <a:xfrm>
              <a:off x="1580" y="2944"/>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800" b="1">
                  <a:solidFill>
                    <a:srgbClr val="FF0000"/>
                  </a:solidFill>
                  <a:latin typeface="黑体" panose="02010609060101010101" pitchFamily="49" charset="-122"/>
                  <a:ea typeface="黑体" panose="02010609060101010101" pitchFamily="49" charset="-122"/>
                </a:rPr>
                <a:t>-</a:t>
              </a:r>
              <a:endParaRPr kumimoji="1" lang="en-US" altLang="zh-CN" sz="2800" b="1">
                <a:solidFill>
                  <a:srgbClr val="FF0000"/>
                </a:solidFill>
                <a:latin typeface="Times New Roman" panose="02020603050405020304" pitchFamily="18" charset="0"/>
              </a:endParaRPr>
            </a:p>
          </p:txBody>
        </p:sp>
        <p:graphicFrame>
          <p:nvGraphicFramePr>
            <p:cNvPr id="73800" name="Object 72"/>
            <p:cNvGraphicFramePr>
              <a:graphicFrameLocks noChangeAspect="1"/>
            </p:cNvGraphicFramePr>
            <p:nvPr/>
          </p:nvGraphicFramePr>
          <p:xfrm>
            <a:off x="945" y="1854"/>
            <a:ext cx="265" cy="281"/>
          </p:xfrm>
          <a:graphic>
            <a:graphicData uri="http://schemas.openxmlformats.org/presentationml/2006/ole">
              <mc:AlternateContent xmlns:mc="http://schemas.openxmlformats.org/markup-compatibility/2006">
                <mc:Choice xmlns:v="urn:schemas-microsoft-com:vml" Requires="v">
                  <p:oleObj spid="_x0000_s66109" name="公式" r:id="rId26" imgW="215640" imgH="228600" progId="Equation.3">
                    <p:embed/>
                  </p:oleObj>
                </mc:Choice>
                <mc:Fallback>
                  <p:oleObj name="公式" r:id="rId26" imgW="215640" imgH="228600" progId="Equation.3">
                    <p:embed/>
                    <p:pic>
                      <p:nvPicPr>
                        <p:cNvPr id="73800" name="Object 72"/>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945" y="1854"/>
                          <a:ext cx="265" cy="2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801" name="Object 73"/>
            <p:cNvGraphicFramePr>
              <a:graphicFrameLocks noChangeAspect="1"/>
            </p:cNvGraphicFramePr>
            <p:nvPr/>
          </p:nvGraphicFramePr>
          <p:xfrm>
            <a:off x="1591" y="2808"/>
            <a:ext cx="282" cy="294"/>
          </p:xfrm>
          <a:graphic>
            <a:graphicData uri="http://schemas.openxmlformats.org/presentationml/2006/ole">
              <mc:AlternateContent xmlns:mc="http://schemas.openxmlformats.org/markup-compatibility/2006">
                <mc:Choice xmlns:v="urn:schemas-microsoft-com:vml" Requires="v">
                  <p:oleObj spid="_x0000_s66110" name="公式" r:id="rId28" imgW="228600" imgH="241200" progId="Equation.3">
                    <p:embed/>
                  </p:oleObj>
                </mc:Choice>
                <mc:Fallback>
                  <p:oleObj name="公式" r:id="rId28" imgW="228600" imgH="241200" progId="Equation.3">
                    <p:embed/>
                    <p:pic>
                      <p:nvPicPr>
                        <p:cNvPr id="73801" name="Object 73"/>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591" y="2808"/>
                          <a:ext cx="282" cy="2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3802" name="Group 74"/>
          <p:cNvGrpSpPr>
            <a:grpSpLocks/>
          </p:cNvGrpSpPr>
          <p:nvPr/>
        </p:nvGrpSpPr>
        <p:grpSpPr bwMode="auto">
          <a:xfrm>
            <a:off x="4686300" y="2820988"/>
            <a:ext cx="2327275" cy="457200"/>
            <a:chOff x="2952" y="1777"/>
            <a:chExt cx="1466" cy="288"/>
          </a:xfrm>
        </p:grpSpPr>
        <p:sp>
          <p:nvSpPr>
            <p:cNvPr id="73803" name="Text Box 75"/>
            <p:cNvSpPr txBox="1">
              <a:spLocks noChangeArrowheads="1"/>
            </p:cNvSpPr>
            <p:nvPr/>
          </p:nvSpPr>
          <p:spPr bwMode="auto">
            <a:xfrm>
              <a:off x="2952" y="1777"/>
              <a:ext cx="1466"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latin typeface="Times New Roman" panose="02020603050405020304" pitchFamily="18" charset="0"/>
                </a:rPr>
                <a:t>选    为参考相量</a:t>
              </a:r>
            </a:p>
          </p:txBody>
        </p:sp>
        <p:graphicFrame>
          <p:nvGraphicFramePr>
            <p:cNvPr id="73804" name="Object 76"/>
            <p:cNvGraphicFramePr>
              <a:graphicFrameLocks noChangeAspect="1"/>
            </p:cNvGraphicFramePr>
            <p:nvPr/>
          </p:nvGraphicFramePr>
          <p:xfrm>
            <a:off x="3168" y="1797"/>
            <a:ext cx="264" cy="264"/>
          </p:xfrm>
          <a:graphic>
            <a:graphicData uri="http://schemas.openxmlformats.org/presentationml/2006/ole">
              <mc:AlternateContent xmlns:mc="http://schemas.openxmlformats.org/markup-compatibility/2006">
                <mc:Choice xmlns:v="urn:schemas-microsoft-com:vml" Requires="v">
                  <p:oleObj spid="_x0000_s66111" name="Equation" r:id="rId30" imgW="228600" imgH="228600" progId="Equation.3">
                    <p:embed/>
                  </p:oleObj>
                </mc:Choice>
                <mc:Fallback>
                  <p:oleObj name="Equation" r:id="rId30" imgW="228600" imgH="228600" progId="Equation.3">
                    <p:embed/>
                    <p:pic>
                      <p:nvPicPr>
                        <p:cNvPr id="73804" name="Object 76"/>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3168" y="1797"/>
                          <a:ext cx="264"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7" name="Text Box 5"/>
          <p:cNvSpPr txBox="1">
            <a:spLocks noChangeArrowheads="1"/>
          </p:cNvSpPr>
          <p:nvPr/>
        </p:nvSpPr>
        <p:spPr bwMode="auto">
          <a:xfrm>
            <a:off x="1411288" y="1888009"/>
            <a:ext cx="5133136" cy="4616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marL="800100" indent="-342900" algn="l">
              <a:spcBef>
                <a:spcPct val="0"/>
              </a:spcBef>
              <a:defRPr>
                <a:solidFill>
                  <a:schemeClr val="tx1"/>
                </a:solidFill>
                <a:latin typeface="Arial" panose="020B0604020202020204" pitchFamily="34" charset="0"/>
                <a:ea typeface="宋体" panose="02010600030101010101" pitchFamily="2" charset="-122"/>
              </a:defRPr>
            </a:lvl2pPr>
            <a:lvl3pPr marL="1257300" indent="-342900" algn="l">
              <a:spcBef>
                <a:spcPct val="0"/>
              </a:spcBef>
              <a:defRPr>
                <a:solidFill>
                  <a:schemeClr val="tx1"/>
                </a:solidFill>
                <a:latin typeface="Arial" panose="020B0604020202020204" pitchFamily="34" charset="0"/>
                <a:ea typeface="宋体" panose="02010600030101010101" pitchFamily="2" charset="-122"/>
              </a:defRPr>
            </a:lvl3pPr>
            <a:lvl4pPr marL="1714500" indent="-342900" algn="l">
              <a:spcBef>
                <a:spcPct val="0"/>
              </a:spcBef>
              <a:defRPr>
                <a:solidFill>
                  <a:schemeClr val="tx1"/>
                </a:solidFill>
                <a:latin typeface="Arial" panose="020B0604020202020204" pitchFamily="34" charset="0"/>
                <a:ea typeface="宋体" panose="02010600030101010101" pitchFamily="2" charset="-122"/>
              </a:defRPr>
            </a:lvl4pPr>
            <a:lvl5pPr marL="2171700" indent="-342900" algn="l">
              <a:spcBef>
                <a:spcPct val="0"/>
              </a:spcBef>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400" b="1" dirty="0">
                <a:latin typeface="Times New Roman" panose="02020603050405020304" pitchFamily="18" charset="0"/>
              </a:rPr>
              <a:t>（</a:t>
            </a:r>
            <a:r>
              <a:rPr kumimoji="1" lang="en-US" altLang="zh-CN" sz="2400" b="1" dirty="0">
                <a:latin typeface="Times New Roman" panose="02020603050405020304" pitchFamily="18" charset="0"/>
              </a:rPr>
              <a:t>3</a:t>
            </a:r>
            <a:r>
              <a:rPr kumimoji="1" lang="zh-CN" altLang="en-US" sz="2400" b="1" dirty="0">
                <a:latin typeface="Times New Roman" panose="02020603050405020304" pitchFamily="18" charset="0"/>
              </a:rPr>
              <a:t>）  </a:t>
            </a:r>
            <a:r>
              <a:rPr kumimoji="1" lang="zh-CN" altLang="en-US" sz="2400" b="1" dirty="0">
                <a:latin typeface="隶书" panose="02010509060101010101" pitchFamily="49" charset="-122"/>
                <a:ea typeface="隶书" panose="02010509060101010101" pitchFamily="49" charset="-122"/>
              </a:rPr>
              <a:t>根据相位关系确定其他相量。</a:t>
            </a:r>
          </a:p>
        </p:txBody>
      </p:sp>
    </p:spTree>
    <p:extLst>
      <p:ext uri="{BB962C8B-B14F-4D97-AF65-F5344CB8AC3E}">
        <p14:creationId xmlns:p14="http://schemas.microsoft.com/office/powerpoint/2010/main" val="285359697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3730"/>
                                        </p:tgtEl>
                                        <p:attrNameLst>
                                          <p:attrName>style.visibility</p:attrName>
                                        </p:attrNameLst>
                                      </p:cBhvr>
                                      <p:to>
                                        <p:strVal val="visible"/>
                                      </p:to>
                                    </p:set>
                                    <p:anim calcmode="lin" valueType="num">
                                      <p:cBhvr additive="base">
                                        <p:cTn id="7" dur="500" fill="hold"/>
                                        <p:tgtEl>
                                          <p:spTgt spid="73730"/>
                                        </p:tgtEl>
                                        <p:attrNameLst>
                                          <p:attrName>ppt_x</p:attrName>
                                        </p:attrNameLst>
                                      </p:cBhvr>
                                      <p:tavLst>
                                        <p:tav tm="0">
                                          <p:val>
                                            <p:strVal val="0-#ppt_w/2"/>
                                          </p:val>
                                        </p:tav>
                                        <p:tav tm="100000">
                                          <p:val>
                                            <p:strVal val="#ppt_x"/>
                                          </p:val>
                                        </p:tav>
                                      </p:tavLst>
                                    </p:anim>
                                    <p:anim calcmode="lin" valueType="num">
                                      <p:cBhvr additive="base">
                                        <p:cTn id="8" dur="500" fill="hold"/>
                                        <p:tgtEl>
                                          <p:spTgt spid="7373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1" fill="hold" grpId="0" nodeType="clickEffect">
                                  <p:stCondLst>
                                    <p:cond delay="0"/>
                                  </p:stCondLst>
                                  <p:childTnLst>
                                    <p:set>
                                      <p:cBhvr>
                                        <p:cTn id="12" dur="1" fill="hold">
                                          <p:stCondLst>
                                            <p:cond delay="0"/>
                                          </p:stCondLst>
                                        </p:cTn>
                                        <p:tgtEl>
                                          <p:spTgt spid="73731"/>
                                        </p:tgtEl>
                                        <p:attrNameLst>
                                          <p:attrName>style.visibility</p:attrName>
                                        </p:attrNameLst>
                                      </p:cBhvr>
                                      <p:to>
                                        <p:strVal val="visible"/>
                                      </p:to>
                                    </p:set>
                                    <p:animEffect transition="in" filter="slide(fromTop)">
                                      <p:cBhvr>
                                        <p:cTn id="13" dur="500"/>
                                        <p:tgtEl>
                                          <p:spTgt spid="7373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2" presetClass="entr" presetSubtype="1" fill="hold" grpId="0" nodeType="clickEffect">
                                  <p:stCondLst>
                                    <p:cond delay="0"/>
                                  </p:stCondLst>
                                  <p:childTnLst>
                                    <p:set>
                                      <p:cBhvr>
                                        <p:cTn id="17" dur="1" fill="hold">
                                          <p:stCondLst>
                                            <p:cond delay="0"/>
                                          </p:stCondLst>
                                        </p:cTn>
                                        <p:tgtEl>
                                          <p:spTgt spid="73733"/>
                                        </p:tgtEl>
                                        <p:attrNameLst>
                                          <p:attrName>style.visibility</p:attrName>
                                        </p:attrNameLst>
                                      </p:cBhvr>
                                      <p:to>
                                        <p:strVal val="visible"/>
                                      </p:to>
                                    </p:set>
                                    <p:animEffect transition="in" filter="slide(fromTop)">
                                      <p:cBhvr>
                                        <p:cTn id="18" dur="500"/>
                                        <p:tgtEl>
                                          <p:spTgt spid="73733"/>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1" fill="hold" grpId="0" nodeType="clickEffect">
                                  <p:stCondLst>
                                    <p:cond delay="0"/>
                                  </p:stCondLst>
                                  <p:childTnLst>
                                    <p:set>
                                      <p:cBhvr>
                                        <p:cTn id="22" dur="1" fill="hold">
                                          <p:stCondLst>
                                            <p:cond delay="0"/>
                                          </p:stCondLst>
                                        </p:cTn>
                                        <p:tgtEl>
                                          <p:spTgt spid="77"/>
                                        </p:tgtEl>
                                        <p:attrNameLst>
                                          <p:attrName>style.visibility</p:attrName>
                                        </p:attrNameLst>
                                      </p:cBhvr>
                                      <p:to>
                                        <p:strVal val="visible"/>
                                      </p:to>
                                    </p:set>
                                    <p:animEffect transition="in" filter="slide(fromTop)">
                                      <p:cBhvr>
                                        <p:cTn id="23" dur="500"/>
                                        <p:tgtEl>
                                          <p:spTgt spid="7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73764"/>
                                        </p:tgtEl>
                                        <p:attrNameLst>
                                          <p:attrName>style.visibility</p:attrName>
                                        </p:attrNameLst>
                                      </p:cBhvr>
                                      <p:to>
                                        <p:strVal val="visible"/>
                                      </p:to>
                                    </p:set>
                                    <p:animEffect transition="in" filter="wipe(left)">
                                      <p:cBhvr>
                                        <p:cTn id="28" dur="500"/>
                                        <p:tgtEl>
                                          <p:spTgt spid="7376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7" presetClass="entr" presetSubtype="10" fill="hold" nodeType="clickEffect">
                                  <p:stCondLst>
                                    <p:cond delay="0"/>
                                  </p:stCondLst>
                                  <p:childTnLst>
                                    <p:set>
                                      <p:cBhvr>
                                        <p:cTn id="32" dur="1" fill="hold">
                                          <p:stCondLst>
                                            <p:cond delay="0"/>
                                          </p:stCondLst>
                                        </p:cTn>
                                        <p:tgtEl>
                                          <p:spTgt spid="73802"/>
                                        </p:tgtEl>
                                        <p:attrNameLst>
                                          <p:attrName>style.visibility</p:attrName>
                                        </p:attrNameLst>
                                      </p:cBhvr>
                                      <p:to>
                                        <p:strVal val="visible"/>
                                      </p:to>
                                    </p:set>
                                    <p:anim calcmode="lin" valueType="num">
                                      <p:cBhvr>
                                        <p:cTn id="33" dur="500" fill="hold"/>
                                        <p:tgtEl>
                                          <p:spTgt spid="73802"/>
                                        </p:tgtEl>
                                        <p:attrNameLst>
                                          <p:attrName>ppt_w</p:attrName>
                                        </p:attrNameLst>
                                      </p:cBhvr>
                                      <p:tavLst>
                                        <p:tav tm="0">
                                          <p:val>
                                            <p:fltVal val="0"/>
                                          </p:val>
                                        </p:tav>
                                        <p:tav tm="100000">
                                          <p:val>
                                            <p:strVal val="#ppt_w"/>
                                          </p:val>
                                        </p:tav>
                                      </p:tavLst>
                                    </p:anim>
                                    <p:anim calcmode="lin" valueType="num">
                                      <p:cBhvr>
                                        <p:cTn id="34" dur="500" fill="hold"/>
                                        <p:tgtEl>
                                          <p:spTgt spid="73802"/>
                                        </p:tgtEl>
                                        <p:attrNameLst>
                                          <p:attrName>ppt_h</p:attrName>
                                        </p:attrNameLst>
                                      </p:cBhvr>
                                      <p:tavLst>
                                        <p:tav tm="0">
                                          <p:val>
                                            <p:strVal val="#ppt_h"/>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73742"/>
                                        </p:tgtEl>
                                        <p:attrNameLst>
                                          <p:attrName>style.visibility</p:attrName>
                                        </p:attrNameLst>
                                      </p:cBhvr>
                                      <p:to>
                                        <p:strVal val="visible"/>
                                      </p:to>
                                    </p:set>
                                    <p:animEffect transition="in" filter="wipe(left)">
                                      <p:cBhvr>
                                        <p:cTn id="39" dur="500"/>
                                        <p:tgtEl>
                                          <p:spTgt spid="73742"/>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73739"/>
                                        </p:tgtEl>
                                        <p:attrNameLst>
                                          <p:attrName>style.visibility</p:attrName>
                                        </p:attrNameLst>
                                      </p:cBhvr>
                                      <p:to>
                                        <p:strVal val="visible"/>
                                      </p:to>
                                    </p:set>
                                    <p:animEffect transition="in" filter="wipe(left)">
                                      <p:cBhvr>
                                        <p:cTn id="44" dur="500"/>
                                        <p:tgtEl>
                                          <p:spTgt spid="73739"/>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73750"/>
                                        </p:tgtEl>
                                        <p:attrNameLst>
                                          <p:attrName>style.visibility</p:attrName>
                                        </p:attrNameLst>
                                      </p:cBhvr>
                                      <p:to>
                                        <p:strVal val="visible"/>
                                      </p:to>
                                    </p:set>
                                    <p:animEffect transition="in" filter="wipe(left)">
                                      <p:cBhvr>
                                        <p:cTn id="49" dur="500"/>
                                        <p:tgtEl>
                                          <p:spTgt spid="73750"/>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73745"/>
                                        </p:tgtEl>
                                        <p:attrNameLst>
                                          <p:attrName>style.visibility</p:attrName>
                                        </p:attrNameLst>
                                      </p:cBhvr>
                                      <p:to>
                                        <p:strVal val="visible"/>
                                      </p:to>
                                    </p:set>
                                    <p:animEffect transition="in" filter="wipe(left)">
                                      <p:cBhvr>
                                        <p:cTn id="54" dur="500"/>
                                        <p:tgtEl>
                                          <p:spTgt spid="73745"/>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73757"/>
                                        </p:tgtEl>
                                        <p:attrNameLst>
                                          <p:attrName>style.visibility</p:attrName>
                                        </p:attrNameLst>
                                      </p:cBhvr>
                                      <p:to>
                                        <p:strVal val="visible"/>
                                      </p:to>
                                    </p:set>
                                    <p:animEffect transition="in" filter="wipe(left)">
                                      <p:cBhvr>
                                        <p:cTn id="59" dur="500"/>
                                        <p:tgtEl>
                                          <p:spTgt spid="73757"/>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73734"/>
                                        </p:tgtEl>
                                        <p:attrNameLst>
                                          <p:attrName>style.visibility</p:attrName>
                                        </p:attrNameLst>
                                      </p:cBhvr>
                                      <p:to>
                                        <p:strVal val="visible"/>
                                      </p:to>
                                    </p:set>
                                    <p:animEffect transition="in" filter="wipe(left)">
                                      <p:cBhvr>
                                        <p:cTn id="64" dur="500"/>
                                        <p:tgtEl>
                                          <p:spTgt spid="737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0" grpId="0" autoUpdateAnimBg="0"/>
      <p:bldP spid="73731" grpId="0" autoUpdateAnimBg="0"/>
      <p:bldP spid="73733" grpId="0" autoUpdateAnimBg="0"/>
      <p:bldP spid="77"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323850" y="549275"/>
            <a:ext cx="811839" cy="584775"/>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8000" rIns="198000">
            <a:spAutoFit/>
          </a:bodyPr>
          <a:lstStyle/>
          <a:p>
            <a:pPr>
              <a:spcBef>
                <a:spcPct val="50000"/>
              </a:spcBef>
            </a:pPr>
            <a:r>
              <a:rPr lang="zh-CN" altLang="en-US" sz="3200" dirty="0">
                <a:latin typeface="宋体" panose="02010600030101010101" pitchFamily="2" charset="-122"/>
                <a:ea typeface="宋体" panose="02010600030101010101" pitchFamily="2" charset="-122"/>
              </a:rPr>
              <a:t>例</a:t>
            </a:r>
            <a:endParaRPr lang="en-US" altLang="zh-CN" sz="3200" b="0" dirty="0">
              <a:latin typeface="Times New Roman" panose="02020603050405020304" pitchFamily="18" charset="0"/>
              <a:ea typeface="宋体" panose="02010600030101010101" pitchFamily="2" charset="-122"/>
            </a:endParaRPr>
          </a:p>
        </p:txBody>
      </p:sp>
      <p:graphicFrame>
        <p:nvGraphicFramePr>
          <p:cNvPr id="37892" name="Object 4"/>
          <p:cNvGraphicFramePr>
            <a:graphicFrameLocks noChangeAspect="1"/>
          </p:cNvGraphicFramePr>
          <p:nvPr>
            <p:extLst>
              <p:ext uri="{D42A27DB-BD31-4B8C-83A1-F6EECF244321}">
                <p14:modId xmlns:p14="http://schemas.microsoft.com/office/powerpoint/2010/main" val="2204582826"/>
              </p:ext>
            </p:extLst>
          </p:nvPr>
        </p:nvGraphicFramePr>
        <p:xfrm>
          <a:off x="1400969" y="554435"/>
          <a:ext cx="4996878" cy="542131"/>
        </p:xfrm>
        <a:graphic>
          <a:graphicData uri="http://schemas.openxmlformats.org/presentationml/2006/ole">
            <mc:AlternateContent xmlns:mc="http://schemas.openxmlformats.org/markup-compatibility/2006">
              <mc:Choice xmlns:v="urn:schemas-microsoft-com:vml" Requires="v">
                <p:oleObj spid="_x0000_s109759" name="Equation" r:id="rId3" imgW="2222280" imgH="241200" progId="Equation.DSMT4">
                  <p:embed/>
                </p:oleObj>
              </mc:Choice>
              <mc:Fallback>
                <p:oleObj name="Equation" r:id="rId3" imgW="2222280" imgH="241200" progId="Equation.DSMT4">
                  <p:embed/>
                  <p:pic>
                    <p:nvPicPr>
                      <p:cNvPr id="37892" name="Object 4"/>
                      <p:cNvPicPr>
                        <a:picLocks noChangeAspect="1" noChangeArrowheads="1"/>
                      </p:cNvPicPr>
                      <p:nvPr/>
                    </p:nvPicPr>
                    <p:blipFill>
                      <a:blip r:embed="rId4"/>
                      <a:srcRect/>
                      <a:stretch>
                        <a:fillRect/>
                      </a:stretch>
                    </p:blipFill>
                    <p:spPr bwMode="auto">
                      <a:xfrm>
                        <a:off x="1400969" y="554435"/>
                        <a:ext cx="4996878" cy="542131"/>
                      </a:xfrm>
                      <a:prstGeom prst="rect">
                        <a:avLst/>
                      </a:prstGeom>
                      <a:noFill/>
                      <a:ln>
                        <a:noFill/>
                      </a:ln>
                      <a:effectLst/>
                    </p:spPr>
                  </p:pic>
                </p:oleObj>
              </mc:Fallback>
            </mc:AlternateContent>
          </a:graphicData>
        </a:graphic>
      </p:graphicFrame>
      <p:sp>
        <p:nvSpPr>
          <p:cNvPr id="37939" name="Text Box 51"/>
          <p:cNvSpPr txBox="1">
            <a:spLocks noChangeArrowheads="1"/>
          </p:cNvSpPr>
          <p:nvPr/>
        </p:nvSpPr>
        <p:spPr bwMode="auto">
          <a:xfrm>
            <a:off x="683568" y="3500438"/>
            <a:ext cx="576907" cy="523220"/>
          </a:xfrm>
          <a:prstGeom prst="rect">
            <a:avLst/>
          </a:prstGeom>
          <a:solidFill>
            <a:srgbClr val="9900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dirty="0">
                <a:solidFill>
                  <a:schemeClr val="bg1"/>
                </a:solidFill>
                <a:latin typeface="宋体" panose="02010600030101010101" pitchFamily="2" charset="-122"/>
                <a:ea typeface="宋体" panose="02010600030101010101" pitchFamily="2" charset="-122"/>
              </a:rPr>
              <a:t>解</a:t>
            </a:r>
          </a:p>
        </p:txBody>
      </p:sp>
      <p:graphicFrame>
        <p:nvGraphicFramePr>
          <p:cNvPr id="37940" name="Object 52"/>
          <p:cNvGraphicFramePr>
            <a:graphicFrameLocks noChangeAspect="1"/>
          </p:cNvGraphicFramePr>
          <p:nvPr>
            <p:extLst>
              <p:ext uri="{D42A27DB-BD31-4B8C-83A1-F6EECF244321}">
                <p14:modId xmlns:p14="http://schemas.microsoft.com/office/powerpoint/2010/main" val="600200123"/>
              </p:ext>
            </p:extLst>
          </p:nvPr>
        </p:nvGraphicFramePr>
        <p:xfrm>
          <a:off x="1585913" y="3527425"/>
          <a:ext cx="1684337" cy="442913"/>
        </p:xfrm>
        <a:graphic>
          <a:graphicData uri="http://schemas.openxmlformats.org/presentationml/2006/ole">
            <mc:AlternateContent xmlns:mc="http://schemas.openxmlformats.org/markup-compatibility/2006">
              <mc:Choice xmlns:v="urn:schemas-microsoft-com:vml" Requires="v">
                <p:oleObj spid="_x0000_s109760" name="Equation" r:id="rId5" imgW="774360" imgH="203040" progId="Equation.DSMT4">
                  <p:embed/>
                </p:oleObj>
              </mc:Choice>
              <mc:Fallback>
                <p:oleObj name="Equation" r:id="rId5" imgW="774360" imgH="203040" progId="Equation.DSMT4">
                  <p:embed/>
                  <p:pic>
                    <p:nvPicPr>
                      <p:cNvPr id="37940" name="Object 52"/>
                      <p:cNvPicPr>
                        <a:picLocks noChangeAspect="1" noChangeArrowheads="1"/>
                      </p:cNvPicPr>
                      <p:nvPr/>
                    </p:nvPicPr>
                    <p:blipFill>
                      <a:blip r:embed="rId6"/>
                      <a:srcRect/>
                      <a:stretch>
                        <a:fillRect/>
                      </a:stretch>
                    </p:blipFill>
                    <p:spPr bwMode="auto">
                      <a:xfrm>
                        <a:off x="1585913" y="3527425"/>
                        <a:ext cx="1684337"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941" name="Object 53"/>
          <p:cNvGraphicFramePr>
            <a:graphicFrameLocks noChangeAspect="1"/>
          </p:cNvGraphicFramePr>
          <p:nvPr>
            <p:extLst>
              <p:ext uri="{D42A27DB-BD31-4B8C-83A1-F6EECF244321}">
                <p14:modId xmlns:p14="http://schemas.microsoft.com/office/powerpoint/2010/main" val="2958883772"/>
              </p:ext>
            </p:extLst>
          </p:nvPr>
        </p:nvGraphicFramePr>
        <p:xfrm>
          <a:off x="1517650" y="4305300"/>
          <a:ext cx="2581275" cy="482600"/>
        </p:xfrm>
        <a:graphic>
          <a:graphicData uri="http://schemas.openxmlformats.org/presentationml/2006/ole">
            <mc:AlternateContent xmlns:mc="http://schemas.openxmlformats.org/markup-compatibility/2006">
              <mc:Choice xmlns:v="urn:schemas-microsoft-com:vml" Requires="v">
                <p:oleObj spid="_x0000_s109761" name="Equation" r:id="rId7" imgW="1231560" imgH="228600" progId="Equation.DSMT4">
                  <p:embed/>
                </p:oleObj>
              </mc:Choice>
              <mc:Fallback>
                <p:oleObj name="Equation" r:id="rId7" imgW="1231560" imgH="228600" progId="Equation.DSMT4">
                  <p:embed/>
                  <p:pic>
                    <p:nvPicPr>
                      <p:cNvPr id="37941" name="Object 53"/>
                      <p:cNvPicPr>
                        <a:picLocks noChangeAspect="1" noChangeArrowheads="1"/>
                      </p:cNvPicPr>
                      <p:nvPr/>
                    </p:nvPicPr>
                    <p:blipFill>
                      <a:blip r:embed="rId8"/>
                      <a:srcRect/>
                      <a:stretch>
                        <a:fillRect/>
                      </a:stretch>
                    </p:blipFill>
                    <p:spPr bwMode="auto">
                      <a:xfrm>
                        <a:off x="1517650" y="4305300"/>
                        <a:ext cx="2581275"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942" name="Object 54"/>
          <p:cNvGraphicFramePr>
            <a:graphicFrameLocks noChangeAspect="1"/>
          </p:cNvGraphicFramePr>
          <p:nvPr>
            <p:extLst>
              <p:ext uri="{D42A27DB-BD31-4B8C-83A1-F6EECF244321}">
                <p14:modId xmlns:p14="http://schemas.microsoft.com/office/powerpoint/2010/main" val="923212163"/>
              </p:ext>
            </p:extLst>
          </p:nvPr>
        </p:nvGraphicFramePr>
        <p:xfrm>
          <a:off x="1501798" y="4961334"/>
          <a:ext cx="3725862" cy="923925"/>
        </p:xfrm>
        <a:graphic>
          <a:graphicData uri="http://schemas.openxmlformats.org/presentationml/2006/ole">
            <mc:AlternateContent xmlns:mc="http://schemas.openxmlformats.org/markup-compatibility/2006">
              <mc:Choice xmlns:v="urn:schemas-microsoft-com:vml" Requires="v">
                <p:oleObj spid="_x0000_s109762" name="Equation" r:id="rId9" imgW="1701720" imgH="419040" progId="Equation.DSMT4">
                  <p:embed/>
                </p:oleObj>
              </mc:Choice>
              <mc:Fallback>
                <p:oleObj name="Equation" r:id="rId9" imgW="1701720" imgH="419040" progId="Equation.DSMT4">
                  <p:embed/>
                  <p:pic>
                    <p:nvPicPr>
                      <p:cNvPr id="37942" name="Object 54"/>
                      <p:cNvPicPr>
                        <a:picLocks noChangeAspect="1" noChangeArrowheads="1"/>
                      </p:cNvPicPr>
                      <p:nvPr/>
                    </p:nvPicPr>
                    <p:blipFill>
                      <a:blip r:embed="rId10"/>
                      <a:srcRect/>
                      <a:stretch>
                        <a:fillRect/>
                      </a:stretch>
                    </p:blipFill>
                    <p:spPr bwMode="auto">
                      <a:xfrm>
                        <a:off x="1501798" y="4961334"/>
                        <a:ext cx="3725862" cy="92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8019" name="Group 131"/>
          <p:cNvGrpSpPr>
            <a:grpSpLocks/>
          </p:cNvGrpSpPr>
          <p:nvPr/>
        </p:nvGrpSpPr>
        <p:grpSpPr bwMode="auto">
          <a:xfrm>
            <a:off x="3851275" y="1844675"/>
            <a:ext cx="1839913" cy="646113"/>
            <a:chOff x="3127" y="1163"/>
            <a:chExt cx="1159" cy="407"/>
          </a:xfrm>
        </p:grpSpPr>
        <p:sp>
          <p:nvSpPr>
            <p:cNvPr id="37969" name="Line 81"/>
            <p:cNvSpPr>
              <a:spLocks noChangeShapeType="1"/>
            </p:cNvSpPr>
            <p:nvPr/>
          </p:nvSpPr>
          <p:spPr bwMode="auto">
            <a:xfrm>
              <a:off x="3198" y="1570"/>
              <a:ext cx="816" cy="0"/>
            </a:xfrm>
            <a:prstGeom prst="line">
              <a:avLst/>
            </a:prstGeom>
            <a:noFill/>
            <a:ln w="76200">
              <a:solidFill>
                <a:srgbClr val="33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970" name="Text Box 82"/>
            <p:cNvSpPr txBox="1">
              <a:spLocks noChangeArrowheads="1"/>
            </p:cNvSpPr>
            <p:nvPr/>
          </p:nvSpPr>
          <p:spPr bwMode="auto">
            <a:xfrm>
              <a:off x="3127" y="1163"/>
              <a:ext cx="1159" cy="233"/>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相量模型</a:t>
              </a:r>
            </a:p>
          </p:txBody>
        </p:sp>
      </p:grpSp>
      <p:grpSp>
        <p:nvGrpSpPr>
          <p:cNvPr id="37994" name="Group 106"/>
          <p:cNvGrpSpPr>
            <a:grpSpLocks/>
          </p:cNvGrpSpPr>
          <p:nvPr/>
        </p:nvGrpSpPr>
        <p:grpSpPr bwMode="auto">
          <a:xfrm>
            <a:off x="539750" y="1268413"/>
            <a:ext cx="3209925" cy="1873250"/>
            <a:chOff x="249" y="2432"/>
            <a:chExt cx="2022" cy="1180"/>
          </a:xfrm>
        </p:grpSpPr>
        <p:sp>
          <p:nvSpPr>
            <p:cNvPr id="37995" name="Oval 107"/>
            <p:cNvSpPr>
              <a:spLocks noChangeArrowheads="1"/>
            </p:cNvSpPr>
            <p:nvPr/>
          </p:nvSpPr>
          <p:spPr bwMode="auto">
            <a:xfrm>
              <a:off x="249" y="2840"/>
              <a:ext cx="363" cy="363"/>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96" name="Text Box 108"/>
            <p:cNvSpPr txBox="1">
              <a:spLocks noChangeArrowheads="1"/>
            </p:cNvSpPr>
            <p:nvPr/>
          </p:nvSpPr>
          <p:spPr bwMode="auto">
            <a:xfrm>
              <a:off x="531" y="2678"/>
              <a:ext cx="224"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0">
                  <a:latin typeface="Times New Roman" panose="02020603050405020304" pitchFamily="18" charset="0"/>
                  <a:ea typeface="宋体" panose="02010600030101010101" pitchFamily="2" charset="-122"/>
                  <a:sym typeface="Symbol" panose="05050102010706020507" pitchFamily="18" charset="2"/>
                </a:rPr>
                <a:t>+</a:t>
              </a:r>
            </a:p>
          </p:txBody>
        </p:sp>
        <p:sp>
          <p:nvSpPr>
            <p:cNvPr id="37997" name="Text Box 109"/>
            <p:cNvSpPr txBox="1">
              <a:spLocks noChangeArrowheads="1"/>
            </p:cNvSpPr>
            <p:nvPr/>
          </p:nvSpPr>
          <p:spPr bwMode="auto">
            <a:xfrm>
              <a:off x="476" y="2995"/>
              <a:ext cx="212"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0">
                  <a:latin typeface="Times New Roman" panose="02020603050405020304" pitchFamily="18" charset="0"/>
                  <a:ea typeface="宋体" panose="02010600030101010101" pitchFamily="2" charset="-122"/>
                  <a:sym typeface="Symbol" panose="05050102010706020507" pitchFamily="18" charset="2"/>
                </a:rPr>
                <a:t>_</a:t>
              </a:r>
            </a:p>
          </p:txBody>
        </p:sp>
        <p:sp>
          <p:nvSpPr>
            <p:cNvPr id="37998" name="Line 110"/>
            <p:cNvSpPr>
              <a:spLocks noChangeShapeType="1"/>
            </p:cNvSpPr>
            <p:nvPr/>
          </p:nvSpPr>
          <p:spPr bwMode="auto">
            <a:xfrm flipV="1">
              <a:off x="2031" y="2881"/>
              <a:ext cx="240" cy="3"/>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99" name="Line 111"/>
            <p:cNvSpPr>
              <a:spLocks noChangeShapeType="1"/>
            </p:cNvSpPr>
            <p:nvPr/>
          </p:nvSpPr>
          <p:spPr bwMode="auto">
            <a:xfrm>
              <a:off x="2031" y="2976"/>
              <a:ext cx="240" cy="1"/>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000" name="Line 112"/>
            <p:cNvSpPr>
              <a:spLocks noChangeShapeType="1"/>
            </p:cNvSpPr>
            <p:nvPr/>
          </p:nvSpPr>
          <p:spPr bwMode="auto">
            <a:xfrm>
              <a:off x="439" y="2432"/>
              <a:ext cx="1761"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8001" name="Line 113"/>
            <p:cNvSpPr>
              <a:spLocks noChangeShapeType="1"/>
            </p:cNvSpPr>
            <p:nvPr/>
          </p:nvSpPr>
          <p:spPr bwMode="auto">
            <a:xfrm>
              <a:off x="431" y="3612"/>
              <a:ext cx="1769"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8002" name="Line 114"/>
            <p:cNvSpPr>
              <a:spLocks noChangeShapeType="1"/>
            </p:cNvSpPr>
            <p:nvPr/>
          </p:nvSpPr>
          <p:spPr bwMode="auto">
            <a:xfrm>
              <a:off x="431" y="2432"/>
              <a:ext cx="8" cy="1169"/>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8003" name="Text Box 115"/>
            <p:cNvSpPr txBox="1">
              <a:spLocks noChangeArrowheads="1"/>
            </p:cNvSpPr>
            <p:nvPr/>
          </p:nvSpPr>
          <p:spPr bwMode="auto">
            <a:xfrm>
              <a:off x="1048" y="2723"/>
              <a:ext cx="4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400" b="0">
                  <a:latin typeface="Times New Roman" panose="02020603050405020304" pitchFamily="18" charset="0"/>
                  <a:ea typeface="宋体" panose="02010600030101010101" pitchFamily="2" charset="-122"/>
                </a:rPr>
                <a:t>15</a:t>
              </a:r>
              <a:r>
                <a:rPr kumimoji="1" lang="en-US" altLang="zh-CN" sz="2400" b="0">
                  <a:latin typeface="Symbol" panose="05050102010706020507" pitchFamily="18" charset="2"/>
                  <a:ea typeface="宋体" panose="02010600030101010101" pitchFamily="2" charset="-122"/>
                </a:rPr>
                <a:t>W</a:t>
              </a:r>
              <a:endParaRPr kumimoji="1" lang="en-US" altLang="zh-CN" sz="2400" b="0">
                <a:ea typeface="宋体" panose="02010600030101010101" pitchFamily="2" charset="-122"/>
              </a:endParaRPr>
            </a:p>
          </p:txBody>
        </p:sp>
        <p:sp>
          <p:nvSpPr>
            <p:cNvPr id="38004" name="Line 116"/>
            <p:cNvSpPr>
              <a:spLocks noChangeShapeType="1"/>
            </p:cNvSpPr>
            <p:nvPr/>
          </p:nvSpPr>
          <p:spPr bwMode="auto">
            <a:xfrm>
              <a:off x="638" y="2523"/>
              <a:ext cx="240"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8005" name="Line 117"/>
            <p:cNvSpPr>
              <a:spLocks noChangeShapeType="1"/>
            </p:cNvSpPr>
            <p:nvPr/>
          </p:nvSpPr>
          <p:spPr bwMode="auto">
            <a:xfrm>
              <a:off x="1047" y="2432"/>
              <a:ext cx="0" cy="1180"/>
            </a:xfrm>
            <a:prstGeom prst="line">
              <a:avLst/>
            </a:prstGeom>
            <a:noFill/>
            <a:ln w="28575">
              <a:solidFill>
                <a:srgbClr val="FFCC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006" name="Line 118"/>
            <p:cNvSpPr>
              <a:spLocks noChangeShapeType="1"/>
            </p:cNvSpPr>
            <p:nvPr/>
          </p:nvSpPr>
          <p:spPr bwMode="auto">
            <a:xfrm flipH="1">
              <a:off x="1528" y="2432"/>
              <a:ext cx="5" cy="319"/>
            </a:xfrm>
            <a:prstGeom prst="line">
              <a:avLst/>
            </a:prstGeom>
            <a:noFill/>
            <a:ln w="28575">
              <a:solidFill>
                <a:srgbClr val="FFC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007" name="Line 119"/>
            <p:cNvSpPr>
              <a:spLocks noChangeShapeType="1"/>
            </p:cNvSpPr>
            <p:nvPr/>
          </p:nvSpPr>
          <p:spPr bwMode="auto">
            <a:xfrm>
              <a:off x="1533" y="3203"/>
              <a:ext cx="0" cy="409"/>
            </a:xfrm>
            <a:prstGeom prst="line">
              <a:avLst/>
            </a:prstGeom>
            <a:noFill/>
            <a:ln w="28575">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008" name="Line 120"/>
            <p:cNvSpPr>
              <a:spLocks noChangeShapeType="1"/>
            </p:cNvSpPr>
            <p:nvPr/>
          </p:nvSpPr>
          <p:spPr bwMode="auto">
            <a:xfrm>
              <a:off x="2181" y="2432"/>
              <a:ext cx="0" cy="454"/>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009" name="Line 121"/>
            <p:cNvSpPr>
              <a:spLocks noChangeShapeType="1"/>
            </p:cNvSpPr>
            <p:nvPr/>
          </p:nvSpPr>
          <p:spPr bwMode="auto">
            <a:xfrm>
              <a:off x="2181" y="2977"/>
              <a:ext cx="0" cy="635"/>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010" name="Text Box 122"/>
            <p:cNvSpPr txBox="1">
              <a:spLocks noChangeArrowheads="1"/>
            </p:cNvSpPr>
            <p:nvPr/>
          </p:nvSpPr>
          <p:spPr bwMode="auto">
            <a:xfrm>
              <a:off x="665" y="2905"/>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400" b="0" i="1">
                  <a:latin typeface="Times New Roman" panose="02020603050405020304" pitchFamily="18" charset="0"/>
                  <a:ea typeface="宋体" panose="02010600030101010101" pitchFamily="2" charset="-122"/>
                </a:rPr>
                <a:t>u</a:t>
              </a:r>
            </a:p>
          </p:txBody>
        </p:sp>
        <p:sp>
          <p:nvSpPr>
            <p:cNvPr id="38011" name="Text Box 123"/>
            <p:cNvSpPr txBox="1">
              <a:spLocks noChangeArrowheads="1"/>
            </p:cNvSpPr>
            <p:nvPr/>
          </p:nvSpPr>
          <p:spPr bwMode="auto">
            <a:xfrm>
              <a:off x="1175" y="3132"/>
              <a:ext cx="35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400" b="0">
                  <a:latin typeface="Times New Roman" panose="02020603050405020304" pitchFamily="18" charset="0"/>
                  <a:ea typeface="宋体" panose="02010600030101010101" pitchFamily="2" charset="-122"/>
                </a:rPr>
                <a:t>4H</a:t>
              </a:r>
            </a:p>
          </p:txBody>
        </p:sp>
        <p:sp>
          <p:nvSpPr>
            <p:cNvPr id="38012" name="Text Box 124"/>
            <p:cNvSpPr txBox="1">
              <a:spLocks noChangeArrowheads="1"/>
            </p:cNvSpPr>
            <p:nvPr/>
          </p:nvSpPr>
          <p:spPr bwMode="auto">
            <a:xfrm>
              <a:off x="1640" y="2478"/>
              <a:ext cx="55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400" b="0" dirty="0">
                  <a:latin typeface="Times New Roman" panose="02020603050405020304" pitchFamily="18" charset="0"/>
                  <a:ea typeface="宋体" panose="02010600030101010101" pitchFamily="2" charset="-122"/>
                </a:rPr>
                <a:t>0.02F</a:t>
              </a:r>
            </a:p>
          </p:txBody>
        </p:sp>
        <p:sp>
          <p:nvSpPr>
            <p:cNvPr id="38013" name="Text Box 125"/>
            <p:cNvSpPr txBox="1">
              <a:spLocks noChangeArrowheads="1"/>
            </p:cNvSpPr>
            <p:nvPr/>
          </p:nvSpPr>
          <p:spPr bwMode="auto">
            <a:xfrm>
              <a:off x="707" y="2497"/>
              <a:ext cx="16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400" b="0" i="1">
                  <a:latin typeface="Times New Roman" panose="02020603050405020304" pitchFamily="18" charset="0"/>
                  <a:ea typeface="宋体" panose="02010600030101010101" pitchFamily="2" charset="-122"/>
                </a:rPr>
                <a:t>i</a:t>
              </a:r>
            </a:p>
          </p:txBody>
        </p:sp>
        <p:sp>
          <p:nvSpPr>
            <p:cNvPr id="38014" name="Rectangle 126"/>
            <p:cNvSpPr>
              <a:spLocks noChangeArrowheads="1"/>
            </p:cNvSpPr>
            <p:nvPr/>
          </p:nvSpPr>
          <p:spPr bwMode="auto">
            <a:xfrm>
              <a:off x="975" y="2840"/>
              <a:ext cx="127" cy="318"/>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8015" name="Group 127"/>
            <p:cNvGrpSpPr>
              <a:grpSpLocks/>
            </p:cNvGrpSpPr>
            <p:nvPr/>
          </p:nvGrpSpPr>
          <p:grpSpPr bwMode="auto">
            <a:xfrm rot="5400000">
              <a:off x="1241" y="2730"/>
              <a:ext cx="430" cy="489"/>
              <a:chOff x="482" y="538"/>
              <a:chExt cx="663" cy="714"/>
            </a:xfrm>
          </p:grpSpPr>
          <p:sp>
            <p:nvSpPr>
              <p:cNvPr id="38016" name="AutoShape 128"/>
              <p:cNvSpPr>
                <a:spLocks noChangeArrowheads="1"/>
              </p:cNvSpPr>
              <p:nvPr/>
            </p:nvSpPr>
            <p:spPr bwMode="auto">
              <a:xfrm>
                <a:off x="482" y="539"/>
                <a:ext cx="209" cy="713"/>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017" name="AutoShape 129"/>
              <p:cNvSpPr>
                <a:spLocks noChangeArrowheads="1"/>
              </p:cNvSpPr>
              <p:nvPr/>
            </p:nvSpPr>
            <p:spPr bwMode="auto">
              <a:xfrm>
                <a:off x="709" y="538"/>
                <a:ext cx="209" cy="713"/>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018" name="AutoShape 130"/>
              <p:cNvSpPr>
                <a:spLocks noChangeArrowheads="1"/>
              </p:cNvSpPr>
              <p:nvPr/>
            </p:nvSpPr>
            <p:spPr bwMode="auto">
              <a:xfrm>
                <a:off x="936" y="539"/>
                <a:ext cx="209" cy="713"/>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38020" name="Group 132"/>
          <p:cNvGrpSpPr>
            <a:grpSpLocks/>
          </p:cNvGrpSpPr>
          <p:nvPr/>
        </p:nvGrpSpPr>
        <p:grpSpPr bwMode="auto">
          <a:xfrm>
            <a:off x="5435600" y="1268413"/>
            <a:ext cx="3209925" cy="1873250"/>
            <a:chOff x="2381" y="1253"/>
            <a:chExt cx="2022" cy="1180"/>
          </a:xfrm>
        </p:grpSpPr>
        <p:graphicFrame>
          <p:nvGraphicFramePr>
            <p:cNvPr id="38021" name="Object 133"/>
            <p:cNvGraphicFramePr>
              <a:graphicFrameLocks noChangeAspect="1"/>
            </p:cNvGraphicFramePr>
            <p:nvPr>
              <p:extLst>
                <p:ext uri="{D42A27DB-BD31-4B8C-83A1-F6EECF244321}">
                  <p14:modId xmlns:p14="http://schemas.microsoft.com/office/powerpoint/2010/main" val="621822006"/>
                </p:ext>
              </p:extLst>
            </p:nvPr>
          </p:nvGraphicFramePr>
          <p:xfrm>
            <a:off x="2796" y="1721"/>
            <a:ext cx="194" cy="240"/>
          </p:xfrm>
          <a:graphic>
            <a:graphicData uri="http://schemas.openxmlformats.org/presentationml/2006/ole">
              <mc:AlternateContent xmlns:mc="http://schemas.openxmlformats.org/markup-compatibility/2006">
                <mc:Choice xmlns:v="urn:schemas-microsoft-com:vml" Requires="v">
                  <p:oleObj spid="_x0000_s109763" name="Equation" r:id="rId11" imgW="164880" imgH="203040" progId="Equation.DSMT4">
                    <p:embed/>
                  </p:oleObj>
                </mc:Choice>
                <mc:Fallback>
                  <p:oleObj name="Equation" r:id="rId11" imgW="164880" imgH="203040" progId="Equation.DSMT4">
                    <p:embed/>
                    <p:pic>
                      <p:nvPicPr>
                        <p:cNvPr id="38021" name="Object 133"/>
                        <p:cNvPicPr>
                          <a:picLocks noChangeAspect="1" noChangeArrowheads="1"/>
                        </p:cNvPicPr>
                        <p:nvPr/>
                      </p:nvPicPr>
                      <p:blipFill>
                        <a:blip r:embed="rId12"/>
                        <a:srcRect/>
                        <a:stretch>
                          <a:fillRect/>
                        </a:stretch>
                      </p:blipFill>
                      <p:spPr bwMode="auto">
                        <a:xfrm>
                          <a:off x="2796" y="1721"/>
                          <a:ext cx="194"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8022" name="Text Box 134"/>
            <p:cNvSpPr txBox="1">
              <a:spLocks noChangeArrowheads="1"/>
            </p:cNvSpPr>
            <p:nvPr/>
          </p:nvSpPr>
          <p:spPr bwMode="auto">
            <a:xfrm>
              <a:off x="3775" y="1771"/>
              <a:ext cx="5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400" b="0" dirty="0">
                  <a:latin typeface="Times New Roman" panose="02020603050405020304" pitchFamily="18" charset="0"/>
                  <a:ea typeface="宋体" panose="02010600030101010101" pitchFamily="2" charset="-122"/>
                </a:rPr>
                <a:t>j20</a:t>
              </a:r>
              <a:r>
                <a:rPr kumimoji="1" lang="en-US" altLang="zh-CN" sz="2400" b="0" dirty="0">
                  <a:latin typeface="Symbol" panose="05050102010706020507" pitchFamily="18" charset="2"/>
                  <a:ea typeface="宋体" panose="02010600030101010101" pitchFamily="2" charset="-122"/>
                </a:rPr>
                <a:t>W</a:t>
              </a:r>
              <a:endParaRPr kumimoji="1" lang="en-US" altLang="zh-CN" sz="2400" b="0" dirty="0">
                <a:ea typeface="宋体" panose="02010600030101010101" pitchFamily="2" charset="-122"/>
              </a:endParaRPr>
            </a:p>
          </p:txBody>
        </p:sp>
        <p:sp>
          <p:nvSpPr>
            <p:cNvPr id="38023" name="Text Box 135"/>
            <p:cNvSpPr txBox="1">
              <a:spLocks noChangeArrowheads="1"/>
            </p:cNvSpPr>
            <p:nvPr/>
          </p:nvSpPr>
          <p:spPr bwMode="auto">
            <a:xfrm>
              <a:off x="3692" y="1363"/>
              <a:ext cx="6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400" b="0">
                  <a:latin typeface="宋体" panose="02010600030101010101" pitchFamily="2" charset="-122"/>
                  <a:ea typeface="宋体" panose="02010600030101010101" pitchFamily="2" charset="-122"/>
                </a:rPr>
                <a:t>-</a:t>
              </a:r>
              <a:r>
                <a:rPr kumimoji="1" lang="en-US" altLang="zh-CN" sz="2400" b="0">
                  <a:latin typeface="Times New Roman" panose="02020603050405020304" pitchFamily="18" charset="0"/>
                  <a:ea typeface="宋体" panose="02010600030101010101" pitchFamily="2" charset="-122"/>
                </a:rPr>
                <a:t>j10</a:t>
              </a:r>
              <a:r>
                <a:rPr kumimoji="1" lang="en-US" altLang="zh-CN" sz="2400" b="0">
                  <a:latin typeface="Symbol" panose="05050102010706020507" pitchFamily="18" charset="2"/>
                  <a:ea typeface="宋体" panose="02010600030101010101" pitchFamily="2" charset="-122"/>
                </a:rPr>
                <a:t>W</a:t>
              </a:r>
              <a:endParaRPr kumimoji="1" lang="en-US" altLang="zh-CN" sz="2400" b="0">
                <a:ea typeface="宋体" panose="02010600030101010101" pitchFamily="2" charset="-122"/>
              </a:endParaRPr>
            </a:p>
          </p:txBody>
        </p:sp>
        <p:graphicFrame>
          <p:nvGraphicFramePr>
            <p:cNvPr id="38024" name="Object 136"/>
            <p:cNvGraphicFramePr>
              <a:graphicFrameLocks noChangeAspect="1"/>
            </p:cNvGraphicFramePr>
            <p:nvPr>
              <p:extLst>
                <p:ext uri="{D42A27DB-BD31-4B8C-83A1-F6EECF244321}">
                  <p14:modId xmlns:p14="http://schemas.microsoft.com/office/powerpoint/2010/main" val="1119545094"/>
                </p:ext>
              </p:extLst>
            </p:nvPr>
          </p:nvGraphicFramePr>
          <p:xfrm>
            <a:off x="2887" y="2084"/>
            <a:ext cx="170" cy="297"/>
          </p:xfrm>
          <a:graphic>
            <a:graphicData uri="http://schemas.openxmlformats.org/presentationml/2006/ole">
              <mc:AlternateContent xmlns:mc="http://schemas.openxmlformats.org/markup-compatibility/2006">
                <mc:Choice xmlns:v="urn:schemas-microsoft-com:vml" Requires="v">
                  <p:oleObj spid="_x0000_s109764" name="Equation" r:id="rId13" imgW="139680" imgH="241200" progId="Equation.DSMT4">
                    <p:embed/>
                  </p:oleObj>
                </mc:Choice>
                <mc:Fallback>
                  <p:oleObj name="Equation" r:id="rId13" imgW="139680" imgH="241200" progId="Equation.DSMT4">
                    <p:embed/>
                    <p:pic>
                      <p:nvPicPr>
                        <p:cNvPr id="38024" name="Object 136"/>
                        <p:cNvPicPr>
                          <a:picLocks noChangeAspect="1" noChangeArrowheads="1"/>
                        </p:cNvPicPr>
                        <p:nvPr/>
                      </p:nvPicPr>
                      <p:blipFill>
                        <a:blip r:embed="rId14"/>
                        <a:srcRect/>
                        <a:stretch>
                          <a:fillRect/>
                        </a:stretch>
                      </p:blipFill>
                      <p:spPr bwMode="auto">
                        <a:xfrm>
                          <a:off x="2887" y="2084"/>
                          <a:ext cx="170" cy="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025" name="Object 137"/>
            <p:cNvGraphicFramePr>
              <a:graphicFrameLocks noChangeAspect="1"/>
            </p:cNvGraphicFramePr>
            <p:nvPr>
              <p:extLst>
                <p:ext uri="{D42A27DB-BD31-4B8C-83A1-F6EECF244321}">
                  <p14:modId xmlns:p14="http://schemas.microsoft.com/office/powerpoint/2010/main" val="1790796716"/>
                </p:ext>
              </p:extLst>
            </p:nvPr>
          </p:nvGraphicFramePr>
          <p:xfrm>
            <a:off x="3296" y="2040"/>
            <a:ext cx="196" cy="313"/>
          </p:xfrm>
          <a:graphic>
            <a:graphicData uri="http://schemas.openxmlformats.org/presentationml/2006/ole">
              <mc:AlternateContent xmlns:mc="http://schemas.openxmlformats.org/markup-compatibility/2006">
                <mc:Choice xmlns:v="urn:schemas-microsoft-com:vml" Requires="v">
                  <p:oleObj spid="_x0000_s109765" name="Equation" r:id="rId15" imgW="152280" imgH="241200" progId="Equation.DSMT4">
                    <p:embed/>
                  </p:oleObj>
                </mc:Choice>
                <mc:Fallback>
                  <p:oleObj name="Equation" r:id="rId15" imgW="152280" imgH="241200" progId="Equation.DSMT4">
                    <p:embed/>
                    <p:pic>
                      <p:nvPicPr>
                        <p:cNvPr id="38025" name="Object 137"/>
                        <p:cNvPicPr>
                          <a:picLocks noChangeAspect="1" noChangeArrowheads="1"/>
                        </p:cNvPicPr>
                        <p:nvPr/>
                      </p:nvPicPr>
                      <p:blipFill>
                        <a:blip r:embed="rId16"/>
                        <a:srcRect/>
                        <a:stretch>
                          <a:fillRect/>
                        </a:stretch>
                      </p:blipFill>
                      <p:spPr bwMode="auto">
                        <a:xfrm>
                          <a:off x="3296" y="2040"/>
                          <a:ext cx="196" cy="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026" name="Object 138"/>
            <p:cNvGraphicFramePr>
              <a:graphicFrameLocks noChangeAspect="1"/>
            </p:cNvGraphicFramePr>
            <p:nvPr>
              <p:extLst>
                <p:ext uri="{D42A27DB-BD31-4B8C-83A1-F6EECF244321}">
                  <p14:modId xmlns:p14="http://schemas.microsoft.com/office/powerpoint/2010/main" val="1943289415"/>
                </p:ext>
              </p:extLst>
            </p:nvPr>
          </p:nvGraphicFramePr>
          <p:xfrm>
            <a:off x="3977" y="2085"/>
            <a:ext cx="196" cy="312"/>
          </p:xfrm>
          <a:graphic>
            <a:graphicData uri="http://schemas.openxmlformats.org/presentationml/2006/ole">
              <mc:AlternateContent xmlns:mc="http://schemas.openxmlformats.org/markup-compatibility/2006">
                <mc:Choice xmlns:v="urn:schemas-microsoft-com:vml" Requires="v">
                  <p:oleObj spid="_x0000_s109766" name="Equation" r:id="rId17" imgW="152280" imgH="241200" progId="Equation.DSMT4">
                    <p:embed/>
                  </p:oleObj>
                </mc:Choice>
                <mc:Fallback>
                  <p:oleObj name="Equation" r:id="rId17" imgW="152280" imgH="241200" progId="Equation.DSMT4">
                    <p:embed/>
                    <p:pic>
                      <p:nvPicPr>
                        <p:cNvPr id="38026" name="Object 138"/>
                        <p:cNvPicPr>
                          <a:picLocks noChangeAspect="1" noChangeArrowheads="1"/>
                        </p:cNvPicPr>
                        <p:nvPr/>
                      </p:nvPicPr>
                      <p:blipFill>
                        <a:blip r:embed="rId18"/>
                        <a:srcRect/>
                        <a:stretch>
                          <a:fillRect/>
                        </a:stretch>
                      </p:blipFill>
                      <p:spPr bwMode="auto">
                        <a:xfrm>
                          <a:off x="3977" y="2085"/>
                          <a:ext cx="196"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027" name="Object 139"/>
            <p:cNvGraphicFramePr>
              <a:graphicFrameLocks noChangeAspect="1"/>
            </p:cNvGraphicFramePr>
            <p:nvPr>
              <p:extLst>
                <p:ext uri="{D42A27DB-BD31-4B8C-83A1-F6EECF244321}">
                  <p14:modId xmlns:p14="http://schemas.microsoft.com/office/powerpoint/2010/main" val="465570817"/>
                </p:ext>
              </p:extLst>
            </p:nvPr>
          </p:nvGraphicFramePr>
          <p:xfrm>
            <a:off x="2880" y="1405"/>
            <a:ext cx="163" cy="247"/>
          </p:xfrm>
          <a:graphic>
            <a:graphicData uri="http://schemas.openxmlformats.org/presentationml/2006/ole">
              <mc:AlternateContent xmlns:mc="http://schemas.openxmlformats.org/markup-compatibility/2006">
                <mc:Choice xmlns:v="urn:schemas-microsoft-com:vml" Requires="v">
                  <p:oleObj spid="_x0000_s109767" name="Equation" r:id="rId19" imgW="126720" imgH="190440" progId="Equation.DSMT4">
                    <p:embed/>
                  </p:oleObj>
                </mc:Choice>
                <mc:Fallback>
                  <p:oleObj name="Equation" r:id="rId19" imgW="126720" imgH="190440" progId="Equation.DSMT4">
                    <p:embed/>
                    <p:pic>
                      <p:nvPicPr>
                        <p:cNvPr id="38027" name="Object 139"/>
                        <p:cNvPicPr>
                          <a:picLocks noChangeAspect="1" noChangeArrowheads="1"/>
                        </p:cNvPicPr>
                        <p:nvPr/>
                      </p:nvPicPr>
                      <p:blipFill>
                        <a:blip r:embed="rId20"/>
                        <a:srcRect/>
                        <a:stretch>
                          <a:fillRect/>
                        </a:stretch>
                      </p:blipFill>
                      <p:spPr bwMode="auto">
                        <a:xfrm>
                          <a:off x="2880" y="1405"/>
                          <a:ext cx="163" cy="2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028" name="Line 140"/>
            <p:cNvSpPr>
              <a:spLocks noChangeShapeType="1"/>
            </p:cNvSpPr>
            <p:nvPr/>
          </p:nvSpPr>
          <p:spPr bwMode="auto">
            <a:xfrm>
              <a:off x="3107" y="2115"/>
              <a:ext cx="0" cy="227"/>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029" name="Line 141"/>
            <p:cNvSpPr>
              <a:spLocks noChangeShapeType="1"/>
            </p:cNvSpPr>
            <p:nvPr/>
          </p:nvSpPr>
          <p:spPr bwMode="auto">
            <a:xfrm>
              <a:off x="3560" y="2115"/>
              <a:ext cx="0" cy="27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030" name="Line 142"/>
            <p:cNvSpPr>
              <a:spLocks noChangeShapeType="1"/>
            </p:cNvSpPr>
            <p:nvPr/>
          </p:nvSpPr>
          <p:spPr bwMode="auto">
            <a:xfrm>
              <a:off x="4241" y="2069"/>
              <a:ext cx="0" cy="27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031" name="Oval 143"/>
            <p:cNvSpPr>
              <a:spLocks noChangeArrowheads="1"/>
            </p:cNvSpPr>
            <p:nvPr/>
          </p:nvSpPr>
          <p:spPr bwMode="auto">
            <a:xfrm>
              <a:off x="2381" y="1661"/>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032" name="Text Box 144"/>
            <p:cNvSpPr txBox="1">
              <a:spLocks noChangeArrowheads="1"/>
            </p:cNvSpPr>
            <p:nvPr/>
          </p:nvSpPr>
          <p:spPr bwMode="auto">
            <a:xfrm>
              <a:off x="2663" y="1499"/>
              <a:ext cx="224"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0">
                  <a:latin typeface="Times New Roman" panose="02020603050405020304" pitchFamily="18" charset="0"/>
                  <a:ea typeface="宋体" panose="02010600030101010101" pitchFamily="2" charset="-122"/>
                  <a:sym typeface="Symbol" panose="05050102010706020507" pitchFamily="18" charset="2"/>
                </a:rPr>
                <a:t>+</a:t>
              </a:r>
            </a:p>
          </p:txBody>
        </p:sp>
        <p:sp>
          <p:nvSpPr>
            <p:cNvPr id="38033" name="Text Box 145"/>
            <p:cNvSpPr txBox="1">
              <a:spLocks noChangeArrowheads="1"/>
            </p:cNvSpPr>
            <p:nvPr/>
          </p:nvSpPr>
          <p:spPr bwMode="auto">
            <a:xfrm>
              <a:off x="2608" y="1816"/>
              <a:ext cx="212"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0">
                  <a:latin typeface="Times New Roman" panose="02020603050405020304" pitchFamily="18" charset="0"/>
                  <a:ea typeface="宋体" panose="02010600030101010101" pitchFamily="2" charset="-122"/>
                  <a:sym typeface="Symbol" panose="05050102010706020507" pitchFamily="18" charset="2"/>
                </a:rPr>
                <a:t>_</a:t>
              </a:r>
            </a:p>
          </p:txBody>
        </p:sp>
        <p:sp>
          <p:nvSpPr>
            <p:cNvPr id="38034" name="Line 146"/>
            <p:cNvSpPr>
              <a:spLocks noChangeShapeType="1"/>
            </p:cNvSpPr>
            <p:nvPr/>
          </p:nvSpPr>
          <p:spPr bwMode="auto">
            <a:xfrm flipV="1">
              <a:off x="4163" y="1702"/>
              <a:ext cx="240" cy="3"/>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035" name="Line 147"/>
            <p:cNvSpPr>
              <a:spLocks noChangeShapeType="1"/>
            </p:cNvSpPr>
            <p:nvPr/>
          </p:nvSpPr>
          <p:spPr bwMode="auto">
            <a:xfrm>
              <a:off x="4163" y="1797"/>
              <a:ext cx="240" cy="1"/>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036" name="Line 148"/>
            <p:cNvSpPr>
              <a:spLocks noChangeShapeType="1"/>
            </p:cNvSpPr>
            <p:nvPr/>
          </p:nvSpPr>
          <p:spPr bwMode="auto">
            <a:xfrm>
              <a:off x="2571" y="1253"/>
              <a:ext cx="1761"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8037" name="Line 149"/>
            <p:cNvSpPr>
              <a:spLocks noChangeShapeType="1"/>
            </p:cNvSpPr>
            <p:nvPr/>
          </p:nvSpPr>
          <p:spPr bwMode="auto">
            <a:xfrm>
              <a:off x="2563" y="2433"/>
              <a:ext cx="1769"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8038" name="Line 150"/>
            <p:cNvSpPr>
              <a:spLocks noChangeShapeType="1"/>
            </p:cNvSpPr>
            <p:nvPr/>
          </p:nvSpPr>
          <p:spPr bwMode="auto">
            <a:xfrm>
              <a:off x="2563" y="1253"/>
              <a:ext cx="8" cy="1169"/>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8039" name="Text Box 151"/>
            <p:cNvSpPr txBox="1">
              <a:spLocks noChangeArrowheads="1"/>
            </p:cNvSpPr>
            <p:nvPr/>
          </p:nvSpPr>
          <p:spPr bwMode="auto">
            <a:xfrm>
              <a:off x="3180" y="1544"/>
              <a:ext cx="4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400" b="0">
                  <a:latin typeface="Times New Roman" panose="02020603050405020304" pitchFamily="18" charset="0"/>
                  <a:ea typeface="宋体" panose="02010600030101010101" pitchFamily="2" charset="-122"/>
                </a:rPr>
                <a:t>15</a:t>
              </a:r>
              <a:r>
                <a:rPr kumimoji="1" lang="en-US" altLang="zh-CN" sz="2400" b="0">
                  <a:latin typeface="Symbol" panose="05050102010706020507" pitchFamily="18" charset="2"/>
                  <a:ea typeface="宋体" panose="02010600030101010101" pitchFamily="2" charset="-122"/>
                </a:rPr>
                <a:t>W</a:t>
              </a:r>
              <a:endParaRPr kumimoji="1" lang="en-US" altLang="zh-CN" sz="2400" b="0">
                <a:ea typeface="宋体" panose="02010600030101010101" pitchFamily="2" charset="-122"/>
              </a:endParaRPr>
            </a:p>
          </p:txBody>
        </p:sp>
        <p:sp>
          <p:nvSpPr>
            <p:cNvPr id="38040" name="Line 152"/>
            <p:cNvSpPr>
              <a:spLocks noChangeShapeType="1"/>
            </p:cNvSpPr>
            <p:nvPr/>
          </p:nvSpPr>
          <p:spPr bwMode="auto">
            <a:xfrm>
              <a:off x="2770" y="1344"/>
              <a:ext cx="240"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8041" name="Line 153"/>
            <p:cNvSpPr>
              <a:spLocks noChangeShapeType="1"/>
            </p:cNvSpPr>
            <p:nvPr/>
          </p:nvSpPr>
          <p:spPr bwMode="auto">
            <a:xfrm>
              <a:off x="3179" y="1253"/>
              <a:ext cx="0" cy="1180"/>
            </a:xfrm>
            <a:prstGeom prst="line">
              <a:avLst/>
            </a:prstGeom>
            <a:noFill/>
            <a:ln w="28575">
              <a:solidFill>
                <a:srgbClr val="FFCC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042" name="Line 154"/>
            <p:cNvSpPr>
              <a:spLocks noChangeShapeType="1"/>
            </p:cNvSpPr>
            <p:nvPr/>
          </p:nvSpPr>
          <p:spPr bwMode="auto">
            <a:xfrm flipH="1">
              <a:off x="3651" y="1253"/>
              <a:ext cx="14" cy="363"/>
            </a:xfrm>
            <a:prstGeom prst="line">
              <a:avLst/>
            </a:prstGeom>
            <a:noFill/>
            <a:ln w="28575">
              <a:solidFill>
                <a:srgbClr val="FFC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043" name="Line 155"/>
            <p:cNvSpPr>
              <a:spLocks noChangeShapeType="1"/>
            </p:cNvSpPr>
            <p:nvPr/>
          </p:nvSpPr>
          <p:spPr bwMode="auto">
            <a:xfrm>
              <a:off x="3665" y="2024"/>
              <a:ext cx="0" cy="409"/>
            </a:xfrm>
            <a:prstGeom prst="line">
              <a:avLst/>
            </a:prstGeom>
            <a:noFill/>
            <a:ln w="28575">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044" name="Line 156"/>
            <p:cNvSpPr>
              <a:spLocks noChangeShapeType="1"/>
            </p:cNvSpPr>
            <p:nvPr/>
          </p:nvSpPr>
          <p:spPr bwMode="auto">
            <a:xfrm>
              <a:off x="4313" y="1253"/>
              <a:ext cx="0" cy="454"/>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045" name="Line 157"/>
            <p:cNvSpPr>
              <a:spLocks noChangeShapeType="1"/>
            </p:cNvSpPr>
            <p:nvPr/>
          </p:nvSpPr>
          <p:spPr bwMode="auto">
            <a:xfrm>
              <a:off x="4313" y="1798"/>
              <a:ext cx="0" cy="635"/>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046" name="Rectangle 158"/>
            <p:cNvSpPr>
              <a:spLocks noChangeArrowheads="1"/>
            </p:cNvSpPr>
            <p:nvPr/>
          </p:nvSpPr>
          <p:spPr bwMode="auto">
            <a:xfrm>
              <a:off x="3107" y="1661"/>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8047" name="Group 159"/>
            <p:cNvGrpSpPr>
              <a:grpSpLocks/>
            </p:cNvGrpSpPr>
            <p:nvPr/>
          </p:nvGrpSpPr>
          <p:grpSpPr bwMode="auto">
            <a:xfrm rot="5400000">
              <a:off x="3197" y="1526"/>
              <a:ext cx="499" cy="590"/>
              <a:chOff x="476" y="663"/>
              <a:chExt cx="771" cy="862"/>
            </a:xfrm>
          </p:grpSpPr>
          <p:sp>
            <p:nvSpPr>
              <p:cNvPr id="38048" name="AutoShape 160"/>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049" name="AutoShape 161"/>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050" name="AutoShape 162"/>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Tree>
    <p:extLst>
      <p:ext uri="{BB962C8B-B14F-4D97-AF65-F5344CB8AC3E}">
        <p14:creationId xmlns:p14="http://schemas.microsoft.com/office/powerpoint/2010/main" val="28171478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withEffect">
                                  <p:stCondLst>
                                    <p:cond delay="0"/>
                                  </p:stCondLst>
                                  <p:childTnLst>
                                    <p:set>
                                      <p:cBhvr>
                                        <p:cTn id="6" dur="1" fill="hold">
                                          <p:stCondLst>
                                            <p:cond delay="0"/>
                                          </p:stCondLst>
                                        </p:cTn>
                                        <p:tgtEl>
                                          <p:spTgt spid="37890"/>
                                        </p:tgtEl>
                                        <p:attrNameLst>
                                          <p:attrName>style.visibility</p:attrName>
                                        </p:attrNameLst>
                                      </p:cBhvr>
                                      <p:to>
                                        <p:strVal val="visible"/>
                                      </p:to>
                                    </p:set>
                                    <p:anim calcmode="lin" valueType="num">
                                      <p:cBhvr>
                                        <p:cTn id="7" dur="1000" fill="hold"/>
                                        <p:tgtEl>
                                          <p:spTgt spid="37890"/>
                                        </p:tgtEl>
                                        <p:attrNameLst>
                                          <p:attrName>ppt_w</p:attrName>
                                        </p:attrNameLst>
                                      </p:cBhvr>
                                      <p:tavLst>
                                        <p:tav tm="0">
                                          <p:val>
                                            <p:fltVal val="0"/>
                                          </p:val>
                                        </p:tav>
                                        <p:tav tm="100000">
                                          <p:val>
                                            <p:strVal val="#ppt_w"/>
                                          </p:val>
                                        </p:tav>
                                      </p:tavLst>
                                    </p:anim>
                                    <p:anim calcmode="lin" valueType="num">
                                      <p:cBhvr>
                                        <p:cTn id="8" dur="1000" fill="hold"/>
                                        <p:tgtEl>
                                          <p:spTgt spid="37890"/>
                                        </p:tgtEl>
                                        <p:attrNameLst>
                                          <p:attrName>ppt_h</p:attrName>
                                        </p:attrNameLst>
                                      </p:cBhvr>
                                      <p:tavLst>
                                        <p:tav tm="0">
                                          <p:val>
                                            <p:fltVal val="0"/>
                                          </p:val>
                                        </p:tav>
                                        <p:tav tm="100000">
                                          <p:val>
                                            <p:strVal val="#ppt_h"/>
                                          </p:val>
                                        </p:tav>
                                      </p:tavLst>
                                    </p:anim>
                                    <p:anim calcmode="lin" valueType="num">
                                      <p:cBhvr>
                                        <p:cTn id="9" dur="1000" fill="hold"/>
                                        <p:tgtEl>
                                          <p:spTgt spid="3789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7890"/>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3" presetClass="entr" presetSubtype="10" fill="hold" nodeType="afterEffect">
                                  <p:stCondLst>
                                    <p:cond delay="0"/>
                                  </p:stCondLst>
                                  <p:childTnLst>
                                    <p:set>
                                      <p:cBhvr>
                                        <p:cTn id="13" dur="1" fill="hold">
                                          <p:stCondLst>
                                            <p:cond delay="0"/>
                                          </p:stCondLst>
                                        </p:cTn>
                                        <p:tgtEl>
                                          <p:spTgt spid="37994"/>
                                        </p:tgtEl>
                                        <p:attrNameLst>
                                          <p:attrName>style.visibility</p:attrName>
                                        </p:attrNameLst>
                                      </p:cBhvr>
                                      <p:to>
                                        <p:strVal val="visible"/>
                                      </p:to>
                                    </p:set>
                                    <p:animEffect transition="in" filter="blinds(horizontal)">
                                      <p:cBhvr>
                                        <p:cTn id="14" dur="500"/>
                                        <p:tgtEl>
                                          <p:spTgt spid="37994"/>
                                        </p:tgtEl>
                                      </p:cBhvr>
                                    </p:animEffect>
                                  </p:childTnLst>
                                </p:cTn>
                              </p:par>
                            </p:childTnLst>
                          </p:cTn>
                        </p:par>
                        <p:par>
                          <p:cTn id="15" fill="hold" nodeType="afterGroup">
                            <p:stCondLst>
                              <p:cond delay="1500"/>
                            </p:stCondLst>
                            <p:childTnLst>
                              <p:par>
                                <p:cTn id="16" presetID="22" presetClass="entr" presetSubtype="1" fill="hold" nodeType="afterEffect">
                                  <p:stCondLst>
                                    <p:cond delay="0"/>
                                  </p:stCondLst>
                                  <p:childTnLst>
                                    <p:set>
                                      <p:cBhvr>
                                        <p:cTn id="17" dur="1" fill="hold">
                                          <p:stCondLst>
                                            <p:cond delay="0"/>
                                          </p:stCondLst>
                                        </p:cTn>
                                        <p:tgtEl>
                                          <p:spTgt spid="37892"/>
                                        </p:tgtEl>
                                        <p:attrNameLst>
                                          <p:attrName>style.visibility</p:attrName>
                                        </p:attrNameLst>
                                      </p:cBhvr>
                                      <p:to>
                                        <p:strVal val="visible"/>
                                      </p:to>
                                    </p:set>
                                    <p:animEffect transition="in" filter="wipe(up)">
                                      <p:cBhvr>
                                        <p:cTn id="18" dur="1000"/>
                                        <p:tgtEl>
                                          <p:spTgt spid="3789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37939"/>
                                        </p:tgtEl>
                                        <p:attrNameLst>
                                          <p:attrName>style.visibility</p:attrName>
                                        </p:attrNameLst>
                                      </p:cBhvr>
                                      <p:to>
                                        <p:strVal val="visible"/>
                                      </p:to>
                                    </p:set>
                                    <p:anim calcmode="lin" valueType="num">
                                      <p:cBhvr>
                                        <p:cTn id="23" dur="1000" fill="hold"/>
                                        <p:tgtEl>
                                          <p:spTgt spid="37939"/>
                                        </p:tgtEl>
                                        <p:attrNameLst>
                                          <p:attrName>ppt_w</p:attrName>
                                        </p:attrNameLst>
                                      </p:cBhvr>
                                      <p:tavLst>
                                        <p:tav tm="0">
                                          <p:val>
                                            <p:fltVal val="0"/>
                                          </p:val>
                                        </p:tav>
                                        <p:tav tm="100000">
                                          <p:val>
                                            <p:strVal val="#ppt_w"/>
                                          </p:val>
                                        </p:tav>
                                      </p:tavLst>
                                    </p:anim>
                                    <p:anim calcmode="lin" valueType="num">
                                      <p:cBhvr>
                                        <p:cTn id="24" dur="1000" fill="hold"/>
                                        <p:tgtEl>
                                          <p:spTgt spid="37939"/>
                                        </p:tgtEl>
                                        <p:attrNameLst>
                                          <p:attrName>ppt_h</p:attrName>
                                        </p:attrNameLst>
                                      </p:cBhvr>
                                      <p:tavLst>
                                        <p:tav tm="0">
                                          <p:val>
                                            <p:fltVal val="0"/>
                                          </p:val>
                                        </p:tav>
                                        <p:tav tm="100000">
                                          <p:val>
                                            <p:strVal val="#ppt_h"/>
                                          </p:val>
                                        </p:tav>
                                      </p:tavLst>
                                    </p:anim>
                                    <p:anim calcmode="lin" valueType="num">
                                      <p:cBhvr>
                                        <p:cTn id="25" dur="1000" fill="hold"/>
                                        <p:tgtEl>
                                          <p:spTgt spid="37939"/>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3793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37940"/>
                                        </p:tgtEl>
                                        <p:attrNameLst>
                                          <p:attrName>style.visibility</p:attrName>
                                        </p:attrNameLst>
                                      </p:cBhvr>
                                      <p:to>
                                        <p:strVal val="visible"/>
                                      </p:to>
                                    </p:set>
                                    <p:animEffect transition="in" filter="wipe(left)">
                                      <p:cBhvr>
                                        <p:cTn id="31" dur="1000"/>
                                        <p:tgtEl>
                                          <p:spTgt spid="3794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37941"/>
                                        </p:tgtEl>
                                        <p:attrNameLst>
                                          <p:attrName>style.visibility</p:attrName>
                                        </p:attrNameLst>
                                      </p:cBhvr>
                                      <p:to>
                                        <p:strVal val="visible"/>
                                      </p:to>
                                    </p:set>
                                    <p:animEffect transition="in" filter="wipe(left)">
                                      <p:cBhvr>
                                        <p:cTn id="36" dur="2000"/>
                                        <p:tgtEl>
                                          <p:spTgt spid="3794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37942"/>
                                        </p:tgtEl>
                                        <p:attrNameLst>
                                          <p:attrName>style.visibility</p:attrName>
                                        </p:attrNameLst>
                                      </p:cBhvr>
                                      <p:to>
                                        <p:strVal val="visible"/>
                                      </p:to>
                                    </p:set>
                                    <p:animEffect transition="in" filter="wipe(left)">
                                      <p:cBhvr>
                                        <p:cTn id="41" dur="2000"/>
                                        <p:tgtEl>
                                          <p:spTgt spid="3794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2" presetClass="entr" presetSubtype="8" fill="hold" nodeType="clickEffect">
                                  <p:stCondLst>
                                    <p:cond delay="0"/>
                                  </p:stCondLst>
                                  <p:childTnLst>
                                    <p:set>
                                      <p:cBhvr>
                                        <p:cTn id="45" dur="1" fill="hold">
                                          <p:stCondLst>
                                            <p:cond delay="0"/>
                                          </p:stCondLst>
                                        </p:cTn>
                                        <p:tgtEl>
                                          <p:spTgt spid="38019"/>
                                        </p:tgtEl>
                                        <p:attrNameLst>
                                          <p:attrName>style.visibility</p:attrName>
                                        </p:attrNameLst>
                                      </p:cBhvr>
                                      <p:to>
                                        <p:strVal val="visible"/>
                                      </p:to>
                                    </p:set>
                                    <p:animEffect transition="in" filter="slide(fromLeft)">
                                      <p:cBhvr>
                                        <p:cTn id="46" dur="500"/>
                                        <p:tgtEl>
                                          <p:spTgt spid="38019"/>
                                        </p:tgtEl>
                                      </p:cBhvr>
                                    </p:animEffect>
                                  </p:childTnLst>
                                </p:cTn>
                              </p:par>
                            </p:childTnLst>
                          </p:cTn>
                        </p:par>
                        <p:par>
                          <p:cTn id="47" fill="hold" nodeType="afterGroup">
                            <p:stCondLst>
                              <p:cond delay="500"/>
                            </p:stCondLst>
                            <p:childTnLst>
                              <p:par>
                                <p:cTn id="48" presetID="3" presetClass="entr" presetSubtype="10" fill="hold" nodeType="afterEffect">
                                  <p:stCondLst>
                                    <p:cond delay="0"/>
                                  </p:stCondLst>
                                  <p:childTnLst>
                                    <p:set>
                                      <p:cBhvr>
                                        <p:cTn id="49" dur="1" fill="hold">
                                          <p:stCondLst>
                                            <p:cond delay="0"/>
                                          </p:stCondLst>
                                        </p:cTn>
                                        <p:tgtEl>
                                          <p:spTgt spid="38020"/>
                                        </p:tgtEl>
                                        <p:attrNameLst>
                                          <p:attrName>style.visibility</p:attrName>
                                        </p:attrNameLst>
                                      </p:cBhvr>
                                      <p:to>
                                        <p:strVal val="visible"/>
                                      </p:to>
                                    </p:set>
                                    <p:animEffect transition="in" filter="blinds(horizontal)">
                                      <p:cBhvr>
                                        <p:cTn id="50" dur="500"/>
                                        <p:tgtEl>
                                          <p:spTgt spid="380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p:bldP spid="3793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4796" name="Object 44"/>
          <p:cNvGraphicFramePr>
            <a:graphicFrameLocks noChangeAspect="1"/>
          </p:cNvGraphicFramePr>
          <p:nvPr>
            <p:extLst>
              <p:ext uri="{D42A27DB-BD31-4B8C-83A1-F6EECF244321}">
                <p14:modId xmlns:p14="http://schemas.microsoft.com/office/powerpoint/2010/main" val="1670981107"/>
              </p:ext>
            </p:extLst>
          </p:nvPr>
        </p:nvGraphicFramePr>
        <p:xfrm>
          <a:off x="1879600" y="1858963"/>
          <a:ext cx="4162425" cy="1389062"/>
        </p:xfrm>
        <a:graphic>
          <a:graphicData uri="http://schemas.openxmlformats.org/presentationml/2006/ole">
            <mc:AlternateContent xmlns:mc="http://schemas.openxmlformats.org/markup-compatibility/2006">
              <mc:Choice xmlns:v="urn:schemas-microsoft-com:vml" Requires="v">
                <p:oleObj spid="_x0000_s110762" name="Equation" r:id="rId3" imgW="2234880" imgH="711000" progId="Equation.DSMT4">
                  <p:embed/>
                </p:oleObj>
              </mc:Choice>
              <mc:Fallback>
                <p:oleObj name="Equation" r:id="rId3" imgW="2234880" imgH="711000" progId="Equation.DSMT4">
                  <p:embed/>
                  <p:pic>
                    <p:nvPicPr>
                      <p:cNvPr id="74796" name="Object 44"/>
                      <p:cNvPicPr>
                        <a:picLocks noChangeAspect="1" noChangeArrowheads="1"/>
                      </p:cNvPicPr>
                      <p:nvPr/>
                    </p:nvPicPr>
                    <p:blipFill>
                      <a:blip r:embed="rId4"/>
                      <a:srcRect/>
                      <a:stretch>
                        <a:fillRect/>
                      </a:stretch>
                    </p:blipFill>
                    <p:spPr bwMode="auto">
                      <a:xfrm>
                        <a:off x="1879600" y="1858963"/>
                        <a:ext cx="4162425" cy="1389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4797" name="Object 45"/>
          <p:cNvGraphicFramePr>
            <a:graphicFrameLocks noChangeAspect="1"/>
          </p:cNvGraphicFramePr>
          <p:nvPr>
            <p:extLst>
              <p:ext uri="{D42A27DB-BD31-4B8C-83A1-F6EECF244321}">
                <p14:modId xmlns:p14="http://schemas.microsoft.com/office/powerpoint/2010/main" val="2572734733"/>
              </p:ext>
            </p:extLst>
          </p:nvPr>
        </p:nvGraphicFramePr>
        <p:xfrm>
          <a:off x="1709738" y="3541713"/>
          <a:ext cx="4025900" cy="531812"/>
        </p:xfrm>
        <a:graphic>
          <a:graphicData uri="http://schemas.openxmlformats.org/presentationml/2006/ole">
            <mc:AlternateContent xmlns:mc="http://schemas.openxmlformats.org/markup-compatibility/2006">
              <mc:Choice xmlns:v="urn:schemas-microsoft-com:vml" Requires="v">
                <p:oleObj spid="_x0000_s110763" name="Equation" r:id="rId5" imgW="1828800" imgH="241200" progId="Equation.DSMT4">
                  <p:embed/>
                </p:oleObj>
              </mc:Choice>
              <mc:Fallback>
                <p:oleObj name="Equation" r:id="rId5" imgW="1828800" imgH="241200" progId="Equation.DSMT4">
                  <p:embed/>
                  <p:pic>
                    <p:nvPicPr>
                      <p:cNvPr id="74797" name="Object 45"/>
                      <p:cNvPicPr>
                        <a:picLocks noChangeAspect="1" noChangeArrowheads="1"/>
                      </p:cNvPicPr>
                      <p:nvPr/>
                    </p:nvPicPr>
                    <p:blipFill>
                      <a:blip r:embed="rId6"/>
                      <a:srcRect/>
                      <a:stretch>
                        <a:fillRect/>
                      </a:stretch>
                    </p:blipFill>
                    <p:spPr bwMode="auto">
                      <a:xfrm>
                        <a:off x="1709738" y="3541713"/>
                        <a:ext cx="4025900" cy="531812"/>
                      </a:xfrm>
                      <a:prstGeom prst="rect">
                        <a:avLst/>
                      </a:prstGeom>
                      <a:noFill/>
                      <a:ln>
                        <a:noFill/>
                      </a:ln>
                      <a:effectLst/>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829" name="Object 77"/>
          <p:cNvGraphicFramePr>
            <a:graphicFrameLocks noChangeAspect="1"/>
          </p:cNvGraphicFramePr>
          <p:nvPr>
            <p:extLst>
              <p:ext uri="{D42A27DB-BD31-4B8C-83A1-F6EECF244321}">
                <p14:modId xmlns:p14="http://schemas.microsoft.com/office/powerpoint/2010/main" val="2823707642"/>
              </p:ext>
            </p:extLst>
          </p:nvPr>
        </p:nvGraphicFramePr>
        <p:xfrm>
          <a:off x="1770063" y="747713"/>
          <a:ext cx="4668837" cy="1019175"/>
        </p:xfrm>
        <a:graphic>
          <a:graphicData uri="http://schemas.openxmlformats.org/presentationml/2006/ole">
            <mc:AlternateContent xmlns:mc="http://schemas.openxmlformats.org/markup-compatibility/2006">
              <mc:Choice xmlns:v="urn:schemas-microsoft-com:vml" Requires="v">
                <p:oleObj spid="_x0000_s110764" name="Equation" r:id="rId7" imgW="2095200" imgH="457200" progId="Equation.DSMT4">
                  <p:embed/>
                </p:oleObj>
              </mc:Choice>
              <mc:Fallback>
                <p:oleObj name="Equation" r:id="rId7" imgW="2095200" imgH="457200" progId="Equation.DSMT4">
                  <p:embed/>
                  <p:pic>
                    <p:nvPicPr>
                      <p:cNvPr id="74829" name="Object 77"/>
                      <p:cNvPicPr>
                        <a:picLocks noChangeAspect="1" noChangeArrowheads="1"/>
                      </p:cNvPicPr>
                      <p:nvPr/>
                    </p:nvPicPr>
                    <p:blipFill>
                      <a:blip r:embed="rId8"/>
                      <a:srcRect/>
                      <a:stretch>
                        <a:fillRect/>
                      </a:stretch>
                    </p:blipFill>
                    <p:spPr bwMode="auto">
                      <a:xfrm>
                        <a:off x="1770063" y="747713"/>
                        <a:ext cx="4668837" cy="101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5" name="Group 132"/>
          <p:cNvGrpSpPr>
            <a:grpSpLocks/>
          </p:cNvGrpSpPr>
          <p:nvPr/>
        </p:nvGrpSpPr>
        <p:grpSpPr bwMode="auto">
          <a:xfrm>
            <a:off x="5364088" y="4509120"/>
            <a:ext cx="3209925" cy="1873250"/>
            <a:chOff x="2381" y="1253"/>
            <a:chExt cx="2022" cy="1180"/>
          </a:xfrm>
        </p:grpSpPr>
        <p:graphicFrame>
          <p:nvGraphicFramePr>
            <p:cNvPr id="46" name="Object 133"/>
            <p:cNvGraphicFramePr>
              <a:graphicFrameLocks noChangeAspect="1"/>
            </p:cNvGraphicFramePr>
            <p:nvPr>
              <p:extLst>
                <p:ext uri="{D42A27DB-BD31-4B8C-83A1-F6EECF244321}">
                  <p14:modId xmlns:p14="http://schemas.microsoft.com/office/powerpoint/2010/main" val="3410989827"/>
                </p:ext>
              </p:extLst>
            </p:nvPr>
          </p:nvGraphicFramePr>
          <p:xfrm>
            <a:off x="2796" y="1721"/>
            <a:ext cx="194" cy="240"/>
          </p:xfrm>
          <a:graphic>
            <a:graphicData uri="http://schemas.openxmlformats.org/presentationml/2006/ole">
              <mc:AlternateContent xmlns:mc="http://schemas.openxmlformats.org/markup-compatibility/2006">
                <mc:Choice xmlns:v="urn:schemas-microsoft-com:vml" Requires="v">
                  <p:oleObj spid="_x0000_s110765" name="Equation" r:id="rId9" imgW="164880" imgH="203040" progId="Equation.DSMT4">
                    <p:embed/>
                  </p:oleObj>
                </mc:Choice>
                <mc:Fallback>
                  <p:oleObj name="Equation" r:id="rId9" imgW="164880" imgH="203040" progId="Equation.DSMT4">
                    <p:embed/>
                    <p:pic>
                      <p:nvPicPr>
                        <p:cNvPr id="38021" name="Object 133"/>
                        <p:cNvPicPr>
                          <a:picLocks noChangeAspect="1" noChangeArrowheads="1"/>
                        </p:cNvPicPr>
                        <p:nvPr/>
                      </p:nvPicPr>
                      <p:blipFill>
                        <a:blip r:embed="rId10"/>
                        <a:srcRect/>
                        <a:stretch>
                          <a:fillRect/>
                        </a:stretch>
                      </p:blipFill>
                      <p:spPr bwMode="auto">
                        <a:xfrm>
                          <a:off x="2796" y="1721"/>
                          <a:ext cx="194"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 name="Text Box 134"/>
            <p:cNvSpPr txBox="1">
              <a:spLocks noChangeArrowheads="1"/>
            </p:cNvSpPr>
            <p:nvPr/>
          </p:nvSpPr>
          <p:spPr bwMode="auto">
            <a:xfrm>
              <a:off x="3775" y="1771"/>
              <a:ext cx="5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400" b="0" dirty="0">
                  <a:latin typeface="Times New Roman" panose="02020603050405020304" pitchFamily="18" charset="0"/>
                  <a:ea typeface="宋体" panose="02010600030101010101" pitchFamily="2" charset="-122"/>
                </a:rPr>
                <a:t>j20</a:t>
              </a:r>
              <a:r>
                <a:rPr kumimoji="1" lang="en-US" altLang="zh-CN" sz="2400" b="0" dirty="0">
                  <a:latin typeface="Symbol" panose="05050102010706020507" pitchFamily="18" charset="2"/>
                  <a:ea typeface="宋体" panose="02010600030101010101" pitchFamily="2" charset="-122"/>
                </a:rPr>
                <a:t>W</a:t>
              </a:r>
              <a:endParaRPr kumimoji="1" lang="en-US" altLang="zh-CN" sz="2400" b="0" dirty="0">
                <a:ea typeface="宋体" panose="02010600030101010101" pitchFamily="2" charset="-122"/>
              </a:endParaRPr>
            </a:p>
          </p:txBody>
        </p:sp>
        <p:sp>
          <p:nvSpPr>
            <p:cNvPr id="48" name="Text Box 135"/>
            <p:cNvSpPr txBox="1">
              <a:spLocks noChangeArrowheads="1"/>
            </p:cNvSpPr>
            <p:nvPr/>
          </p:nvSpPr>
          <p:spPr bwMode="auto">
            <a:xfrm>
              <a:off x="3692" y="1363"/>
              <a:ext cx="6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400" b="0">
                  <a:latin typeface="宋体" panose="02010600030101010101" pitchFamily="2" charset="-122"/>
                  <a:ea typeface="宋体" panose="02010600030101010101" pitchFamily="2" charset="-122"/>
                </a:rPr>
                <a:t>-</a:t>
              </a:r>
              <a:r>
                <a:rPr kumimoji="1" lang="en-US" altLang="zh-CN" sz="2400" b="0">
                  <a:latin typeface="Times New Roman" panose="02020603050405020304" pitchFamily="18" charset="0"/>
                  <a:ea typeface="宋体" panose="02010600030101010101" pitchFamily="2" charset="-122"/>
                </a:rPr>
                <a:t>j10</a:t>
              </a:r>
              <a:r>
                <a:rPr kumimoji="1" lang="en-US" altLang="zh-CN" sz="2400" b="0">
                  <a:latin typeface="Symbol" panose="05050102010706020507" pitchFamily="18" charset="2"/>
                  <a:ea typeface="宋体" panose="02010600030101010101" pitchFamily="2" charset="-122"/>
                </a:rPr>
                <a:t>W</a:t>
              </a:r>
              <a:endParaRPr kumimoji="1" lang="en-US" altLang="zh-CN" sz="2400" b="0">
                <a:ea typeface="宋体" panose="02010600030101010101" pitchFamily="2" charset="-122"/>
              </a:endParaRPr>
            </a:p>
          </p:txBody>
        </p:sp>
        <p:graphicFrame>
          <p:nvGraphicFramePr>
            <p:cNvPr id="49" name="Object 136"/>
            <p:cNvGraphicFramePr>
              <a:graphicFrameLocks noChangeAspect="1"/>
            </p:cNvGraphicFramePr>
            <p:nvPr>
              <p:extLst>
                <p:ext uri="{D42A27DB-BD31-4B8C-83A1-F6EECF244321}">
                  <p14:modId xmlns:p14="http://schemas.microsoft.com/office/powerpoint/2010/main" val="1502147741"/>
                </p:ext>
              </p:extLst>
            </p:nvPr>
          </p:nvGraphicFramePr>
          <p:xfrm>
            <a:off x="2887" y="2084"/>
            <a:ext cx="170" cy="297"/>
          </p:xfrm>
          <a:graphic>
            <a:graphicData uri="http://schemas.openxmlformats.org/presentationml/2006/ole">
              <mc:AlternateContent xmlns:mc="http://schemas.openxmlformats.org/markup-compatibility/2006">
                <mc:Choice xmlns:v="urn:schemas-microsoft-com:vml" Requires="v">
                  <p:oleObj spid="_x0000_s110766" name="Equation" r:id="rId11" imgW="139680" imgH="241200" progId="Equation.DSMT4">
                    <p:embed/>
                  </p:oleObj>
                </mc:Choice>
                <mc:Fallback>
                  <p:oleObj name="Equation" r:id="rId11" imgW="139680" imgH="241200" progId="Equation.DSMT4">
                    <p:embed/>
                    <p:pic>
                      <p:nvPicPr>
                        <p:cNvPr id="38024" name="Object 136"/>
                        <p:cNvPicPr>
                          <a:picLocks noChangeAspect="1" noChangeArrowheads="1"/>
                        </p:cNvPicPr>
                        <p:nvPr/>
                      </p:nvPicPr>
                      <p:blipFill>
                        <a:blip r:embed="rId12"/>
                        <a:srcRect/>
                        <a:stretch>
                          <a:fillRect/>
                        </a:stretch>
                      </p:blipFill>
                      <p:spPr bwMode="auto">
                        <a:xfrm>
                          <a:off x="2887" y="2084"/>
                          <a:ext cx="170" cy="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 name="Object 137"/>
            <p:cNvGraphicFramePr>
              <a:graphicFrameLocks noChangeAspect="1"/>
            </p:cNvGraphicFramePr>
            <p:nvPr>
              <p:extLst>
                <p:ext uri="{D42A27DB-BD31-4B8C-83A1-F6EECF244321}">
                  <p14:modId xmlns:p14="http://schemas.microsoft.com/office/powerpoint/2010/main" val="2406124903"/>
                </p:ext>
              </p:extLst>
            </p:nvPr>
          </p:nvGraphicFramePr>
          <p:xfrm>
            <a:off x="3296" y="2040"/>
            <a:ext cx="196" cy="313"/>
          </p:xfrm>
          <a:graphic>
            <a:graphicData uri="http://schemas.openxmlformats.org/presentationml/2006/ole">
              <mc:AlternateContent xmlns:mc="http://schemas.openxmlformats.org/markup-compatibility/2006">
                <mc:Choice xmlns:v="urn:schemas-microsoft-com:vml" Requires="v">
                  <p:oleObj spid="_x0000_s110767" name="Equation" r:id="rId13" imgW="152280" imgH="241200" progId="Equation.DSMT4">
                    <p:embed/>
                  </p:oleObj>
                </mc:Choice>
                <mc:Fallback>
                  <p:oleObj name="Equation" r:id="rId13" imgW="152280" imgH="241200" progId="Equation.DSMT4">
                    <p:embed/>
                    <p:pic>
                      <p:nvPicPr>
                        <p:cNvPr id="38025" name="Object 137"/>
                        <p:cNvPicPr>
                          <a:picLocks noChangeAspect="1" noChangeArrowheads="1"/>
                        </p:cNvPicPr>
                        <p:nvPr/>
                      </p:nvPicPr>
                      <p:blipFill>
                        <a:blip r:embed="rId14"/>
                        <a:srcRect/>
                        <a:stretch>
                          <a:fillRect/>
                        </a:stretch>
                      </p:blipFill>
                      <p:spPr bwMode="auto">
                        <a:xfrm>
                          <a:off x="3296" y="2040"/>
                          <a:ext cx="196" cy="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 name="Object 138"/>
            <p:cNvGraphicFramePr>
              <a:graphicFrameLocks noChangeAspect="1"/>
            </p:cNvGraphicFramePr>
            <p:nvPr>
              <p:extLst>
                <p:ext uri="{D42A27DB-BD31-4B8C-83A1-F6EECF244321}">
                  <p14:modId xmlns:p14="http://schemas.microsoft.com/office/powerpoint/2010/main" val="2361148967"/>
                </p:ext>
              </p:extLst>
            </p:nvPr>
          </p:nvGraphicFramePr>
          <p:xfrm>
            <a:off x="3977" y="2085"/>
            <a:ext cx="196" cy="312"/>
          </p:xfrm>
          <a:graphic>
            <a:graphicData uri="http://schemas.openxmlformats.org/presentationml/2006/ole">
              <mc:AlternateContent xmlns:mc="http://schemas.openxmlformats.org/markup-compatibility/2006">
                <mc:Choice xmlns:v="urn:schemas-microsoft-com:vml" Requires="v">
                  <p:oleObj spid="_x0000_s110768" name="Equation" r:id="rId15" imgW="152280" imgH="241200" progId="Equation.DSMT4">
                    <p:embed/>
                  </p:oleObj>
                </mc:Choice>
                <mc:Fallback>
                  <p:oleObj name="Equation" r:id="rId15" imgW="152280" imgH="241200" progId="Equation.DSMT4">
                    <p:embed/>
                    <p:pic>
                      <p:nvPicPr>
                        <p:cNvPr id="38026" name="Object 138"/>
                        <p:cNvPicPr>
                          <a:picLocks noChangeAspect="1" noChangeArrowheads="1"/>
                        </p:cNvPicPr>
                        <p:nvPr/>
                      </p:nvPicPr>
                      <p:blipFill>
                        <a:blip r:embed="rId16"/>
                        <a:srcRect/>
                        <a:stretch>
                          <a:fillRect/>
                        </a:stretch>
                      </p:blipFill>
                      <p:spPr bwMode="auto">
                        <a:xfrm>
                          <a:off x="3977" y="2085"/>
                          <a:ext cx="196"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 name="Object 139"/>
            <p:cNvGraphicFramePr>
              <a:graphicFrameLocks noChangeAspect="1"/>
            </p:cNvGraphicFramePr>
            <p:nvPr>
              <p:extLst>
                <p:ext uri="{D42A27DB-BD31-4B8C-83A1-F6EECF244321}">
                  <p14:modId xmlns:p14="http://schemas.microsoft.com/office/powerpoint/2010/main" val="3954391756"/>
                </p:ext>
              </p:extLst>
            </p:nvPr>
          </p:nvGraphicFramePr>
          <p:xfrm>
            <a:off x="2880" y="1405"/>
            <a:ext cx="163" cy="247"/>
          </p:xfrm>
          <a:graphic>
            <a:graphicData uri="http://schemas.openxmlformats.org/presentationml/2006/ole">
              <mc:AlternateContent xmlns:mc="http://schemas.openxmlformats.org/markup-compatibility/2006">
                <mc:Choice xmlns:v="urn:schemas-microsoft-com:vml" Requires="v">
                  <p:oleObj spid="_x0000_s110769" name="Equation" r:id="rId17" imgW="126720" imgH="190440" progId="Equation.DSMT4">
                    <p:embed/>
                  </p:oleObj>
                </mc:Choice>
                <mc:Fallback>
                  <p:oleObj name="Equation" r:id="rId17" imgW="126720" imgH="190440" progId="Equation.DSMT4">
                    <p:embed/>
                    <p:pic>
                      <p:nvPicPr>
                        <p:cNvPr id="38027" name="Object 139"/>
                        <p:cNvPicPr>
                          <a:picLocks noChangeAspect="1" noChangeArrowheads="1"/>
                        </p:cNvPicPr>
                        <p:nvPr/>
                      </p:nvPicPr>
                      <p:blipFill>
                        <a:blip r:embed="rId18"/>
                        <a:srcRect/>
                        <a:stretch>
                          <a:fillRect/>
                        </a:stretch>
                      </p:blipFill>
                      <p:spPr bwMode="auto">
                        <a:xfrm>
                          <a:off x="2880" y="1405"/>
                          <a:ext cx="163" cy="2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 name="Line 140"/>
            <p:cNvSpPr>
              <a:spLocks noChangeShapeType="1"/>
            </p:cNvSpPr>
            <p:nvPr/>
          </p:nvSpPr>
          <p:spPr bwMode="auto">
            <a:xfrm>
              <a:off x="3107" y="2115"/>
              <a:ext cx="0" cy="227"/>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141"/>
            <p:cNvSpPr>
              <a:spLocks noChangeShapeType="1"/>
            </p:cNvSpPr>
            <p:nvPr/>
          </p:nvSpPr>
          <p:spPr bwMode="auto">
            <a:xfrm>
              <a:off x="3560" y="2115"/>
              <a:ext cx="0" cy="27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Line 142"/>
            <p:cNvSpPr>
              <a:spLocks noChangeShapeType="1"/>
            </p:cNvSpPr>
            <p:nvPr/>
          </p:nvSpPr>
          <p:spPr bwMode="auto">
            <a:xfrm>
              <a:off x="4241" y="2069"/>
              <a:ext cx="0" cy="27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Oval 143"/>
            <p:cNvSpPr>
              <a:spLocks noChangeArrowheads="1"/>
            </p:cNvSpPr>
            <p:nvPr/>
          </p:nvSpPr>
          <p:spPr bwMode="auto">
            <a:xfrm>
              <a:off x="2381" y="1661"/>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Text Box 144"/>
            <p:cNvSpPr txBox="1">
              <a:spLocks noChangeArrowheads="1"/>
            </p:cNvSpPr>
            <p:nvPr/>
          </p:nvSpPr>
          <p:spPr bwMode="auto">
            <a:xfrm>
              <a:off x="2663" y="1499"/>
              <a:ext cx="224"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400" b="0">
                  <a:latin typeface="Times New Roman" panose="02020603050405020304" pitchFamily="18" charset="0"/>
                  <a:ea typeface="宋体" panose="02010600030101010101" pitchFamily="2" charset="-122"/>
                  <a:sym typeface="Symbol" panose="05050102010706020507" pitchFamily="18" charset="2"/>
                </a:rPr>
                <a:t>+</a:t>
              </a:r>
            </a:p>
          </p:txBody>
        </p:sp>
        <p:sp>
          <p:nvSpPr>
            <p:cNvPr id="58" name="Text Box 145"/>
            <p:cNvSpPr txBox="1">
              <a:spLocks noChangeArrowheads="1"/>
            </p:cNvSpPr>
            <p:nvPr/>
          </p:nvSpPr>
          <p:spPr bwMode="auto">
            <a:xfrm>
              <a:off x="2608" y="1816"/>
              <a:ext cx="212" cy="288"/>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400" b="0">
                  <a:latin typeface="Times New Roman" panose="02020603050405020304" pitchFamily="18" charset="0"/>
                  <a:ea typeface="宋体" panose="02010600030101010101" pitchFamily="2" charset="-122"/>
                  <a:sym typeface="Symbol" panose="05050102010706020507" pitchFamily="18" charset="2"/>
                </a:rPr>
                <a:t>_</a:t>
              </a:r>
            </a:p>
          </p:txBody>
        </p:sp>
        <p:sp>
          <p:nvSpPr>
            <p:cNvPr id="59" name="Line 146"/>
            <p:cNvSpPr>
              <a:spLocks noChangeShapeType="1"/>
            </p:cNvSpPr>
            <p:nvPr/>
          </p:nvSpPr>
          <p:spPr bwMode="auto">
            <a:xfrm flipV="1">
              <a:off x="4163" y="1702"/>
              <a:ext cx="240" cy="3"/>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Line 147"/>
            <p:cNvSpPr>
              <a:spLocks noChangeShapeType="1"/>
            </p:cNvSpPr>
            <p:nvPr/>
          </p:nvSpPr>
          <p:spPr bwMode="auto">
            <a:xfrm>
              <a:off x="4163" y="1797"/>
              <a:ext cx="240" cy="1"/>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Line 148"/>
            <p:cNvSpPr>
              <a:spLocks noChangeShapeType="1"/>
            </p:cNvSpPr>
            <p:nvPr/>
          </p:nvSpPr>
          <p:spPr bwMode="auto">
            <a:xfrm>
              <a:off x="2571" y="1253"/>
              <a:ext cx="1761"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2" name="Line 149"/>
            <p:cNvSpPr>
              <a:spLocks noChangeShapeType="1"/>
            </p:cNvSpPr>
            <p:nvPr/>
          </p:nvSpPr>
          <p:spPr bwMode="auto">
            <a:xfrm>
              <a:off x="2563" y="2433"/>
              <a:ext cx="1769"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3" name="Line 150"/>
            <p:cNvSpPr>
              <a:spLocks noChangeShapeType="1"/>
            </p:cNvSpPr>
            <p:nvPr/>
          </p:nvSpPr>
          <p:spPr bwMode="auto">
            <a:xfrm>
              <a:off x="2563" y="1253"/>
              <a:ext cx="8" cy="1169"/>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4" name="Text Box 151"/>
            <p:cNvSpPr txBox="1">
              <a:spLocks noChangeArrowheads="1"/>
            </p:cNvSpPr>
            <p:nvPr/>
          </p:nvSpPr>
          <p:spPr bwMode="auto">
            <a:xfrm>
              <a:off x="3180" y="1544"/>
              <a:ext cx="4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400" b="0">
                  <a:latin typeface="Times New Roman" panose="02020603050405020304" pitchFamily="18" charset="0"/>
                  <a:ea typeface="宋体" panose="02010600030101010101" pitchFamily="2" charset="-122"/>
                </a:rPr>
                <a:t>15</a:t>
              </a:r>
              <a:r>
                <a:rPr kumimoji="1" lang="en-US" altLang="zh-CN" sz="2400" b="0">
                  <a:latin typeface="Symbol" panose="05050102010706020507" pitchFamily="18" charset="2"/>
                  <a:ea typeface="宋体" panose="02010600030101010101" pitchFamily="2" charset="-122"/>
                </a:rPr>
                <a:t>W</a:t>
              </a:r>
              <a:endParaRPr kumimoji="1" lang="en-US" altLang="zh-CN" sz="2400" b="0">
                <a:ea typeface="宋体" panose="02010600030101010101" pitchFamily="2" charset="-122"/>
              </a:endParaRPr>
            </a:p>
          </p:txBody>
        </p:sp>
        <p:sp>
          <p:nvSpPr>
            <p:cNvPr id="65" name="Line 152"/>
            <p:cNvSpPr>
              <a:spLocks noChangeShapeType="1"/>
            </p:cNvSpPr>
            <p:nvPr/>
          </p:nvSpPr>
          <p:spPr bwMode="auto">
            <a:xfrm>
              <a:off x="2770" y="1344"/>
              <a:ext cx="240"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6" name="Line 153"/>
            <p:cNvSpPr>
              <a:spLocks noChangeShapeType="1"/>
            </p:cNvSpPr>
            <p:nvPr/>
          </p:nvSpPr>
          <p:spPr bwMode="auto">
            <a:xfrm>
              <a:off x="3179" y="1253"/>
              <a:ext cx="0" cy="1180"/>
            </a:xfrm>
            <a:prstGeom prst="line">
              <a:avLst/>
            </a:prstGeom>
            <a:noFill/>
            <a:ln w="28575">
              <a:solidFill>
                <a:srgbClr val="FFCC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 name="Line 154"/>
            <p:cNvSpPr>
              <a:spLocks noChangeShapeType="1"/>
            </p:cNvSpPr>
            <p:nvPr/>
          </p:nvSpPr>
          <p:spPr bwMode="auto">
            <a:xfrm flipH="1">
              <a:off x="3651" y="1253"/>
              <a:ext cx="14" cy="363"/>
            </a:xfrm>
            <a:prstGeom prst="line">
              <a:avLst/>
            </a:prstGeom>
            <a:noFill/>
            <a:ln w="28575">
              <a:solidFill>
                <a:srgbClr val="FFC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 name="Line 155"/>
            <p:cNvSpPr>
              <a:spLocks noChangeShapeType="1"/>
            </p:cNvSpPr>
            <p:nvPr/>
          </p:nvSpPr>
          <p:spPr bwMode="auto">
            <a:xfrm>
              <a:off x="3665" y="2024"/>
              <a:ext cx="0" cy="409"/>
            </a:xfrm>
            <a:prstGeom prst="line">
              <a:avLst/>
            </a:prstGeom>
            <a:noFill/>
            <a:ln w="28575">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 name="Line 156"/>
            <p:cNvSpPr>
              <a:spLocks noChangeShapeType="1"/>
            </p:cNvSpPr>
            <p:nvPr/>
          </p:nvSpPr>
          <p:spPr bwMode="auto">
            <a:xfrm>
              <a:off x="4313" y="1253"/>
              <a:ext cx="0" cy="454"/>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 name="Line 157"/>
            <p:cNvSpPr>
              <a:spLocks noChangeShapeType="1"/>
            </p:cNvSpPr>
            <p:nvPr/>
          </p:nvSpPr>
          <p:spPr bwMode="auto">
            <a:xfrm>
              <a:off x="4313" y="1798"/>
              <a:ext cx="0" cy="635"/>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 name="Rectangle 158"/>
            <p:cNvSpPr>
              <a:spLocks noChangeArrowheads="1"/>
            </p:cNvSpPr>
            <p:nvPr/>
          </p:nvSpPr>
          <p:spPr bwMode="auto">
            <a:xfrm>
              <a:off x="3107" y="1661"/>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2" name="Group 159"/>
            <p:cNvGrpSpPr>
              <a:grpSpLocks/>
            </p:cNvGrpSpPr>
            <p:nvPr/>
          </p:nvGrpSpPr>
          <p:grpSpPr bwMode="auto">
            <a:xfrm rot="5400000">
              <a:off x="3197" y="1526"/>
              <a:ext cx="499" cy="590"/>
              <a:chOff x="476" y="663"/>
              <a:chExt cx="771" cy="862"/>
            </a:xfrm>
          </p:grpSpPr>
          <p:sp>
            <p:nvSpPr>
              <p:cNvPr id="73" name="AutoShape 160"/>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AutoShape 161"/>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AutoShape 162"/>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Tree>
    <p:extLst>
      <p:ext uri="{BB962C8B-B14F-4D97-AF65-F5344CB8AC3E}">
        <p14:creationId xmlns:p14="http://schemas.microsoft.com/office/powerpoint/2010/main" val="34758040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blinds(horizontal)">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4829"/>
                                        </p:tgtEl>
                                        <p:attrNameLst>
                                          <p:attrName>style.visibility</p:attrName>
                                        </p:attrNameLst>
                                      </p:cBhvr>
                                      <p:to>
                                        <p:strVal val="visible"/>
                                      </p:to>
                                    </p:set>
                                    <p:animEffect transition="in" filter="wipe(left)">
                                      <p:cBhvr>
                                        <p:cTn id="12" dur="2000"/>
                                        <p:tgtEl>
                                          <p:spTgt spid="7482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74796"/>
                                        </p:tgtEl>
                                        <p:attrNameLst>
                                          <p:attrName>style.visibility</p:attrName>
                                        </p:attrNameLst>
                                      </p:cBhvr>
                                      <p:to>
                                        <p:strVal val="visible"/>
                                      </p:to>
                                    </p:set>
                                    <p:animEffect transition="in" filter="wipe(up)">
                                      <p:cBhvr>
                                        <p:cTn id="17" dur="2000"/>
                                        <p:tgtEl>
                                          <p:spTgt spid="7479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4797"/>
                                        </p:tgtEl>
                                        <p:attrNameLst>
                                          <p:attrName>style.visibility</p:attrName>
                                        </p:attrNameLst>
                                      </p:cBhvr>
                                      <p:to>
                                        <p:strVal val="visible"/>
                                      </p:to>
                                    </p:set>
                                    <p:animEffect transition="in" filter="wipe(left)">
                                      <p:cBhvr>
                                        <p:cTn id="22" dur="1000"/>
                                        <p:tgtEl>
                                          <p:spTgt spid="74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a:spLocks noChangeArrowheads="1"/>
          </p:cNvSpPr>
          <p:nvPr/>
        </p:nvSpPr>
        <p:spPr bwMode="auto">
          <a:xfrm>
            <a:off x="323850" y="476250"/>
            <a:ext cx="760543" cy="523220"/>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8000" rIns="198000">
            <a:spAutoFit/>
          </a:bodyPr>
          <a:lstStyle/>
          <a:p>
            <a:pPr>
              <a:spcBef>
                <a:spcPct val="50000"/>
              </a:spcBef>
            </a:pPr>
            <a:r>
              <a:rPr lang="zh-CN" altLang="en-US" sz="2800" dirty="0">
                <a:latin typeface="宋体" panose="02010600030101010101" pitchFamily="2" charset="-122"/>
                <a:ea typeface="宋体" panose="02010600030101010101" pitchFamily="2" charset="-122"/>
              </a:rPr>
              <a:t>例</a:t>
            </a:r>
            <a:endParaRPr lang="en-US" altLang="zh-CN" sz="2800" dirty="0">
              <a:latin typeface="宋体" panose="02010600030101010101" pitchFamily="2" charset="-122"/>
              <a:ea typeface="宋体" panose="02010600030101010101" pitchFamily="2" charset="-122"/>
            </a:endParaRPr>
          </a:p>
        </p:txBody>
      </p:sp>
      <p:graphicFrame>
        <p:nvGraphicFramePr>
          <p:cNvPr id="36867" name="Object 3"/>
          <p:cNvGraphicFramePr>
            <a:graphicFrameLocks noChangeAspect="1"/>
          </p:cNvGraphicFramePr>
          <p:nvPr>
            <p:extLst>
              <p:ext uri="{D42A27DB-BD31-4B8C-83A1-F6EECF244321}">
                <p14:modId xmlns:p14="http://schemas.microsoft.com/office/powerpoint/2010/main" val="1396284249"/>
              </p:ext>
            </p:extLst>
          </p:nvPr>
        </p:nvGraphicFramePr>
        <p:xfrm>
          <a:off x="1766888" y="503238"/>
          <a:ext cx="5289550" cy="539750"/>
        </p:xfrm>
        <a:graphic>
          <a:graphicData uri="http://schemas.openxmlformats.org/presentationml/2006/ole">
            <mc:AlternateContent xmlns:mc="http://schemas.openxmlformats.org/markup-compatibility/2006">
              <mc:Choice xmlns:v="urn:schemas-microsoft-com:vml" Requires="v">
                <p:oleObj spid="_x0000_s111807" name="Equation" r:id="rId3" imgW="2489040" imgH="253800" progId="Equation.DSMT4">
                  <p:embed/>
                </p:oleObj>
              </mc:Choice>
              <mc:Fallback>
                <p:oleObj name="Equation" r:id="rId3" imgW="2489040" imgH="253800" progId="Equation.DSMT4">
                  <p:embed/>
                  <p:pic>
                    <p:nvPicPr>
                      <p:cNvPr id="36867" name="Object 3"/>
                      <p:cNvPicPr>
                        <a:picLocks noChangeAspect="1" noChangeArrowheads="1"/>
                      </p:cNvPicPr>
                      <p:nvPr/>
                    </p:nvPicPr>
                    <p:blipFill>
                      <a:blip r:embed="rId4"/>
                      <a:srcRect/>
                      <a:stretch>
                        <a:fillRect/>
                      </a:stretch>
                    </p:blipFill>
                    <p:spPr bwMode="auto">
                      <a:xfrm>
                        <a:off x="1766888" y="503238"/>
                        <a:ext cx="5289550" cy="539750"/>
                      </a:xfrm>
                      <a:prstGeom prst="rect">
                        <a:avLst/>
                      </a:prstGeom>
                      <a:noFill/>
                      <a:ln>
                        <a:noFill/>
                      </a:ln>
                      <a:effectLst/>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98" name="Text Box 34"/>
          <p:cNvSpPr txBox="1">
            <a:spLocks noChangeArrowheads="1"/>
          </p:cNvSpPr>
          <p:nvPr/>
        </p:nvSpPr>
        <p:spPr bwMode="auto">
          <a:xfrm>
            <a:off x="539750" y="3213100"/>
            <a:ext cx="576263" cy="523220"/>
          </a:xfrm>
          <a:prstGeom prst="rect">
            <a:avLst/>
          </a:prstGeom>
          <a:solidFill>
            <a:srgbClr val="9900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dirty="0">
                <a:solidFill>
                  <a:schemeClr val="bg1"/>
                </a:solidFill>
                <a:latin typeface="宋体" panose="02010600030101010101" pitchFamily="2" charset="-122"/>
                <a:ea typeface="宋体" panose="02010600030101010101" pitchFamily="2" charset="-122"/>
              </a:rPr>
              <a:t>解</a:t>
            </a:r>
          </a:p>
        </p:txBody>
      </p:sp>
      <p:graphicFrame>
        <p:nvGraphicFramePr>
          <p:cNvPr id="36899" name="Object 35"/>
          <p:cNvGraphicFramePr>
            <a:graphicFrameLocks noChangeAspect="1"/>
          </p:cNvGraphicFramePr>
          <p:nvPr>
            <p:extLst>
              <p:ext uri="{D42A27DB-BD31-4B8C-83A1-F6EECF244321}">
                <p14:modId xmlns:p14="http://schemas.microsoft.com/office/powerpoint/2010/main" val="1651987459"/>
              </p:ext>
            </p:extLst>
          </p:nvPr>
        </p:nvGraphicFramePr>
        <p:xfrm>
          <a:off x="1498600" y="3240088"/>
          <a:ext cx="1395413" cy="439737"/>
        </p:xfrm>
        <a:graphic>
          <a:graphicData uri="http://schemas.openxmlformats.org/presentationml/2006/ole">
            <mc:AlternateContent xmlns:mc="http://schemas.openxmlformats.org/markup-compatibility/2006">
              <mc:Choice xmlns:v="urn:schemas-microsoft-com:vml" Requires="v">
                <p:oleObj spid="_x0000_s111808" name="Equation" r:id="rId5" imgW="647640" imgH="203040" progId="Equation.DSMT4">
                  <p:embed/>
                </p:oleObj>
              </mc:Choice>
              <mc:Fallback>
                <p:oleObj name="Equation" r:id="rId5" imgW="647640" imgH="203040" progId="Equation.DSMT4">
                  <p:embed/>
                  <p:pic>
                    <p:nvPicPr>
                      <p:cNvPr id="36899" name="Object 35"/>
                      <p:cNvPicPr>
                        <a:picLocks noChangeAspect="1" noChangeArrowheads="1"/>
                      </p:cNvPicPr>
                      <p:nvPr/>
                    </p:nvPicPr>
                    <p:blipFill>
                      <a:blip r:embed="rId6"/>
                      <a:srcRect/>
                      <a:stretch>
                        <a:fillRect/>
                      </a:stretch>
                    </p:blipFill>
                    <p:spPr bwMode="auto">
                      <a:xfrm>
                        <a:off x="1498600" y="3240088"/>
                        <a:ext cx="1395413" cy="439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900" name="Object 36"/>
          <p:cNvGraphicFramePr>
            <a:graphicFrameLocks noChangeAspect="1"/>
          </p:cNvGraphicFramePr>
          <p:nvPr>
            <p:extLst>
              <p:ext uri="{D42A27DB-BD31-4B8C-83A1-F6EECF244321}">
                <p14:modId xmlns:p14="http://schemas.microsoft.com/office/powerpoint/2010/main" val="4137066336"/>
              </p:ext>
            </p:extLst>
          </p:nvPr>
        </p:nvGraphicFramePr>
        <p:xfrm>
          <a:off x="1106488" y="3852863"/>
          <a:ext cx="4006850" cy="801687"/>
        </p:xfrm>
        <a:graphic>
          <a:graphicData uri="http://schemas.openxmlformats.org/presentationml/2006/ole">
            <mc:AlternateContent xmlns:mc="http://schemas.openxmlformats.org/markup-compatibility/2006">
              <mc:Choice xmlns:v="urn:schemas-microsoft-com:vml" Requires="v">
                <p:oleObj spid="_x0000_s111809" name="Equation" r:id="rId7" imgW="1981080" imgH="393480" progId="Equation.DSMT4">
                  <p:embed/>
                </p:oleObj>
              </mc:Choice>
              <mc:Fallback>
                <p:oleObj name="Equation" r:id="rId7" imgW="1981080" imgH="393480" progId="Equation.DSMT4">
                  <p:embed/>
                  <p:pic>
                    <p:nvPicPr>
                      <p:cNvPr id="36900" name="Object 36"/>
                      <p:cNvPicPr>
                        <a:picLocks noChangeAspect="1" noChangeArrowheads="1"/>
                      </p:cNvPicPr>
                      <p:nvPr/>
                    </p:nvPicPr>
                    <p:blipFill>
                      <a:blip r:embed="rId8"/>
                      <a:srcRect/>
                      <a:stretch>
                        <a:fillRect/>
                      </a:stretch>
                    </p:blipFill>
                    <p:spPr bwMode="auto">
                      <a:xfrm>
                        <a:off x="1106488" y="3852863"/>
                        <a:ext cx="4006850" cy="801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901" name="Object 37"/>
          <p:cNvGraphicFramePr>
            <a:graphicFrameLocks noChangeAspect="1"/>
          </p:cNvGraphicFramePr>
          <p:nvPr>
            <p:extLst>
              <p:ext uri="{D42A27DB-BD31-4B8C-83A1-F6EECF244321}">
                <p14:modId xmlns:p14="http://schemas.microsoft.com/office/powerpoint/2010/main" val="1505046628"/>
              </p:ext>
            </p:extLst>
          </p:nvPr>
        </p:nvGraphicFramePr>
        <p:xfrm>
          <a:off x="1122363" y="4841875"/>
          <a:ext cx="5645150" cy="1117600"/>
        </p:xfrm>
        <a:graphic>
          <a:graphicData uri="http://schemas.openxmlformats.org/presentationml/2006/ole">
            <mc:AlternateContent xmlns:mc="http://schemas.openxmlformats.org/markup-compatibility/2006">
              <mc:Choice xmlns:v="urn:schemas-microsoft-com:vml" Requires="v">
                <p:oleObj spid="_x0000_s111810" name="Equation" r:id="rId9" imgW="2450880" imgH="482400" progId="Equation.DSMT4">
                  <p:embed/>
                </p:oleObj>
              </mc:Choice>
              <mc:Fallback>
                <p:oleObj name="Equation" r:id="rId9" imgW="2450880" imgH="482400" progId="Equation.DSMT4">
                  <p:embed/>
                  <p:pic>
                    <p:nvPicPr>
                      <p:cNvPr id="36901" name="Object 37"/>
                      <p:cNvPicPr>
                        <a:picLocks noChangeAspect="1" noChangeArrowheads="1"/>
                      </p:cNvPicPr>
                      <p:nvPr/>
                    </p:nvPicPr>
                    <p:blipFill>
                      <a:blip r:embed="rId10"/>
                      <a:srcRect/>
                      <a:stretch>
                        <a:fillRect/>
                      </a:stretch>
                    </p:blipFill>
                    <p:spPr bwMode="auto">
                      <a:xfrm>
                        <a:off x="1122363" y="4841875"/>
                        <a:ext cx="5645150"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6939" name="Group 75"/>
          <p:cNvGrpSpPr>
            <a:grpSpLocks/>
          </p:cNvGrpSpPr>
          <p:nvPr/>
        </p:nvGrpSpPr>
        <p:grpSpPr bwMode="auto">
          <a:xfrm>
            <a:off x="5867400" y="3416300"/>
            <a:ext cx="2011363" cy="804863"/>
            <a:chOff x="884" y="2379"/>
            <a:chExt cx="1267" cy="507"/>
          </a:xfrm>
        </p:grpSpPr>
        <p:sp>
          <p:nvSpPr>
            <p:cNvPr id="36926" name="Line 62"/>
            <p:cNvSpPr>
              <a:spLocks noChangeShapeType="1"/>
            </p:cNvSpPr>
            <p:nvPr/>
          </p:nvSpPr>
          <p:spPr bwMode="auto">
            <a:xfrm flipV="1">
              <a:off x="884" y="2705"/>
              <a:ext cx="1088" cy="181"/>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36928" name="Line 64"/>
            <p:cNvSpPr>
              <a:spLocks noChangeShapeType="1"/>
            </p:cNvSpPr>
            <p:nvPr/>
          </p:nvSpPr>
          <p:spPr bwMode="auto">
            <a:xfrm>
              <a:off x="884" y="2886"/>
              <a:ext cx="816" cy="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36931" name="Object 67"/>
            <p:cNvGraphicFramePr>
              <a:graphicFrameLocks noChangeAspect="1"/>
            </p:cNvGraphicFramePr>
            <p:nvPr>
              <p:extLst>
                <p:ext uri="{D42A27DB-BD31-4B8C-83A1-F6EECF244321}">
                  <p14:modId xmlns:p14="http://schemas.microsoft.com/office/powerpoint/2010/main" val="382685035"/>
                </p:ext>
              </p:extLst>
            </p:nvPr>
          </p:nvGraphicFramePr>
          <p:xfrm>
            <a:off x="1708" y="2379"/>
            <a:ext cx="443" cy="303"/>
          </p:xfrm>
          <a:graphic>
            <a:graphicData uri="http://schemas.openxmlformats.org/presentationml/2006/ole">
              <mc:AlternateContent xmlns:mc="http://schemas.openxmlformats.org/markup-compatibility/2006">
                <mc:Choice xmlns:v="urn:schemas-microsoft-com:vml" Requires="v">
                  <p:oleObj spid="_x0000_s111811" name="Equation" r:id="rId11" imgW="355320" imgH="241200" progId="Equation.DSMT4">
                    <p:embed/>
                  </p:oleObj>
                </mc:Choice>
                <mc:Fallback>
                  <p:oleObj name="Equation" r:id="rId11" imgW="355320" imgH="241200" progId="Equation.DSMT4">
                    <p:embed/>
                    <p:pic>
                      <p:nvPicPr>
                        <p:cNvPr id="36931" name="Object 67"/>
                        <p:cNvPicPr>
                          <a:picLocks noChangeAspect="1" noChangeArrowheads="1"/>
                        </p:cNvPicPr>
                        <p:nvPr/>
                      </p:nvPicPr>
                      <p:blipFill>
                        <a:blip r:embed="rId12"/>
                        <a:srcRect/>
                        <a:stretch>
                          <a:fillRect/>
                        </a:stretch>
                      </p:blipFill>
                      <p:spPr bwMode="auto">
                        <a:xfrm>
                          <a:off x="1708" y="2379"/>
                          <a:ext cx="443"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6997" name="Group 133"/>
          <p:cNvGrpSpPr>
            <a:grpSpLocks/>
          </p:cNvGrpSpPr>
          <p:nvPr/>
        </p:nvGrpSpPr>
        <p:grpSpPr bwMode="auto">
          <a:xfrm>
            <a:off x="7572379" y="3933825"/>
            <a:ext cx="660059" cy="1727200"/>
            <a:chOff x="4740" y="2341"/>
            <a:chExt cx="461" cy="1089"/>
          </a:xfrm>
        </p:grpSpPr>
        <p:sp>
          <p:nvSpPr>
            <p:cNvPr id="36932" name="Line 68"/>
            <p:cNvSpPr>
              <a:spLocks noChangeShapeType="1"/>
            </p:cNvSpPr>
            <p:nvPr/>
          </p:nvSpPr>
          <p:spPr bwMode="auto">
            <a:xfrm>
              <a:off x="4740" y="2341"/>
              <a:ext cx="227" cy="1089"/>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36936" name="Object 72"/>
            <p:cNvGraphicFramePr>
              <a:graphicFrameLocks noChangeAspect="1"/>
            </p:cNvGraphicFramePr>
            <p:nvPr>
              <p:extLst>
                <p:ext uri="{D42A27DB-BD31-4B8C-83A1-F6EECF244321}">
                  <p14:modId xmlns:p14="http://schemas.microsoft.com/office/powerpoint/2010/main" val="1279418808"/>
                </p:ext>
              </p:extLst>
            </p:nvPr>
          </p:nvGraphicFramePr>
          <p:xfrm>
            <a:off x="4928" y="2720"/>
            <a:ext cx="273" cy="304"/>
          </p:xfrm>
          <a:graphic>
            <a:graphicData uri="http://schemas.openxmlformats.org/presentationml/2006/ole">
              <mc:AlternateContent xmlns:mc="http://schemas.openxmlformats.org/markup-compatibility/2006">
                <mc:Choice xmlns:v="urn:schemas-microsoft-com:vml" Requires="v">
                  <p:oleObj spid="_x0000_s111812" name="Equation" r:id="rId13" imgW="215640" imgH="241200" progId="Equation.DSMT4">
                    <p:embed/>
                  </p:oleObj>
                </mc:Choice>
                <mc:Fallback>
                  <p:oleObj name="Equation" r:id="rId13" imgW="215640" imgH="241200" progId="Equation.DSMT4">
                    <p:embed/>
                    <p:pic>
                      <p:nvPicPr>
                        <p:cNvPr id="36936" name="Object 72"/>
                        <p:cNvPicPr>
                          <a:picLocks noChangeAspect="1" noChangeArrowheads="1"/>
                        </p:cNvPicPr>
                        <p:nvPr/>
                      </p:nvPicPr>
                      <p:blipFill>
                        <a:blip r:embed="rId14"/>
                        <a:srcRect/>
                        <a:stretch>
                          <a:fillRect/>
                        </a:stretch>
                      </p:blipFill>
                      <p:spPr bwMode="auto">
                        <a:xfrm>
                          <a:off x="4928" y="2720"/>
                          <a:ext cx="273" cy="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6957" name="Group 93"/>
          <p:cNvGrpSpPr>
            <a:grpSpLocks/>
          </p:cNvGrpSpPr>
          <p:nvPr/>
        </p:nvGrpSpPr>
        <p:grpSpPr bwMode="auto">
          <a:xfrm>
            <a:off x="827088" y="1009650"/>
            <a:ext cx="2324100" cy="1987550"/>
            <a:chOff x="567" y="1815"/>
            <a:chExt cx="1464" cy="1252"/>
          </a:xfrm>
        </p:grpSpPr>
        <p:grpSp>
          <p:nvGrpSpPr>
            <p:cNvPr id="36958" name="Group 94"/>
            <p:cNvGrpSpPr>
              <a:grpSpLocks/>
            </p:cNvGrpSpPr>
            <p:nvPr/>
          </p:nvGrpSpPr>
          <p:grpSpPr bwMode="auto">
            <a:xfrm>
              <a:off x="1791" y="2523"/>
              <a:ext cx="240" cy="90"/>
              <a:chOff x="4604" y="2478"/>
              <a:chExt cx="240" cy="90"/>
            </a:xfrm>
          </p:grpSpPr>
          <p:sp>
            <p:nvSpPr>
              <p:cNvPr id="36959" name="Line 95"/>
              <p:cNvSpPr>
                <a:spLocks noChangeShapeType="1"/>
              </p:cNvSpPr>
              <p:nvPr/>
            </p:nvSpPr>
            <p:spPr bwMode="auto">
              <a:xfrm>
                <a:off x="4604" y="2478"/>
                <a:ext cx="240" cy="0"/>
              </a:xfrm>
              <a:prstGeom prst="line">
                <a:avLst/>
              </a:prstGeom>
              <a:noFill/>
              <a:ln w="5715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36960" name="Line 96"/>
              <p:cNvSpPr>
                <a:spLocks noChangeShapeType="1"/>
              </p:cNvSpPr>
              <p:nvPr/>
            </p:nvSpPr>
            <p:spPr bwMode="auto">
              <a:xfrm>
                <a:off x="4604" y="2568"/>
                <a:ext cx="240" cy="0"/>
              </a:xfrm>
              <a:prstGeom prst="line">
                <a:avLst/>
              </a:prstGeom>
              <a:noFill/>
              <a:ln w="5715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sp>
          <p:nvSpPr>
            <p:cNvPr id="36961" name="Oval 97"/>
            <p:cNvSpPr>
              <a:spLocks noChangeArrowheads="1"/>
            </p:cNvSpPr>
            <p:nvPr/>
          </p:nvSpPr>
          <p:spPr bwMode="auto">
            <a:xfrm>
              <a:off x="567" y="2387"/>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36962" name="Text Box 98"/>
            <p:cNvSpPr txBox="1">
              <a:spLocks noChangeArrowheads="1"/>
            </p:cNvSpPr>
            <p:nvPr/>
          </p:nvSpPr>
          <p:spPr bwMode="auto">
            <a:xfrm>
              <a:off x="843" y="2210"/>
              <a:ext cx="244" cy="330"/>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p>
          </p:txBody>
        </p:sp>
        <p:sp>
          <p:nvSpPr>
            <p:cNvPr id="36963" name="Text Box 99"/>
            <p:cNvSpPr txBox="1">
              <a:spLocks noChangeArrowheads="1"/>
            </p:cNvSpPr>
            <p:nvPr/>
          </p:nvSpPr>
          <p:spPr bwMode="auto">
            <a:xfrm>
              <a:off x="839" y="2703"/>
              <a:ext cx="212" cy="330"/>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0">
                  <a:latin typeface="Times New Roman" panose="02020603050405020304" pitchFamily="18" charset="0"/>
                  <a:ea typeface="宋体" panose="02010600030101010101" pitchFamily="2" charset="-122"/>
                  <a:sym typeface="Symbol" panose="05050102010706020507" pitchFamily="18" charset="2"/>
                </a:rPr>
                <a:t>_</a:t>
              </a:r>
            </a:p>
          </p:txBody>
        </p:sp>
        <p:sp>
          <p:nvSpPr>
            <p:cNvPr id="36964" name="Line 100"/>
            <p:cNvSpPr>
              <a:spLocks noChangeShapeType="1"/>
            </p:cNvSpPr>
            <p:nvPr/>
          </p:nvSpPr>
          <p:spPr bwMode="auto">
            <a:xfrm flipH="1">
              <a:off x="748" y="2115"/>
              <a:ext cx="0" cy="952"/>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36965" name="Text Box 101"/>
            <p:cNvSpPr txBox="1">
              <a:spLocks noChangeArrowheads="1"/>
            </p:cNvSpPr>
            <p:nvPr/>
          </p:nvSpPr>
          <p:spPr bwMode="auto">
            <a:xfrm>
              <a:off x="1245" y="2114"/>
              <a:ext cx="40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ea typeface="宋体" panose="02010600030101010101" pitchFamily="2" charset="-122"/>
                </a:rPr>
                <a:t>5</a:t>
              </a:r>
              <a:r>
                <a:rPr kumimoji="1" lang="en-US" altLang="zh-CN" sz="2800" b="0">
                  <a:latin typeface="Symbol" panose="05050102010706020507" pitchFamily="18" charset="2"/>
                  <a:ea typeface="宋体" panose="02010600030101010101" pitchFamily="2" charset="-122"/>
                </a:rPr>
                <a:t>W</a:t>
              </a:r>
              <a:endParaRPr kumimoji="1" lang="en-US" altLang="zh-CN" sz="2800" b="0">
                <a:ea typeface="宋体" panose="02010600030101010101" pitchFamily="2" charset="-122"/>
              </a:endParaRPr>
            </a:p>
          </p:txBody>
        </p:sp>
        <p:sp>
          <p:nvSpPr>
            <p:cNvPr id="36966" name="Line 102"/>
            <p:cNvSpPr>
              <a:spLocks noChangeShapeType="1"/>
            </p:cNvSpPr>
            <p:nvPr/>
          </p:nvSpPr>
          <p:spPr bwMode="auto">
            <a:xfrm>
              <a:off x="955" y="2160"/>
              <a:ext cx="240" cy="0"/>
            </a:xfrm>
            <a:prstGeom prst="line">
              <a:avLst/>
            </a:prstGeom>
            <a:noFill/>
            <a:ln w="38100">
              <a:solidFill>
                <a:srgbClr val="66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36967" name="Line 103"/>
            <p:cNvSpPr>
              <a:spLocks noChangeShapeType="1"/>
            </p:cNvSpPr>
            <p:nvPr/>
          </p:nvSpPr>
          <p:spPr bwMode="auto">
            <a:xfrm>
              <a:off x="1927" y="2115"/>
              <a:ext cx="0" cy="408"/>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36968" name="Line 104"/>
            <p:cNvSpPr>
              <a:spLocks noChangeShapeType="1"/>
            </p:cNvSpPr>
            <p:nvPr/>
          </p:nvSpPr>
          <p:spPr bwMode="auto">
            <a:xfrm>
              <a:off x="1927" y="2614"/>
              <a:ext cx="0" cy="453"/>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36969" name="Text Box 105"/>
            <p:cNvSpPr txBox="1">
              <a:spLocks noChangeArrowheads="1"/>
            </p:cNvSpPr>
            <p:nvPr/>
          </p:nvSpPr>
          <p:spPr bwMode="auto">
            <a:xfrm>
              <a:off x="930" y="2431"/>
              <a:ext cx="31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i="1">
                  <a:latin typeface="Times New Roman" panose="02020603050405020304" pitchFamily="18" charset="0"/>
                  <a:ea typeface="宋体" panose="02010600030101010101" pitchFamily="2" charset="-122"/>
                </a:rPr>
                <a:t>u</a:t>
              </a:r>
              <a:r>
                <a:rPr kumimoji="1" lang="en-US" altLang="zh-CN" sz="2800" b="0" baseline="-25000">
                  <a:latin typeface="Times New Roman" panose="02020603050405020304" pitchFamily="18" charset="0"/>
                  <a:ea typeface="宋体" panose="02010600030101010101" pitchFamily="2" charset="-122"/>
                </a:rPr>
                <a:t>S</a:t>
              </a:r>
            </a:p>
          </p:txBody>
        </p:sp>
        <p:sp>
          <p:nvSpPr>
            <p:cNvPr id="36970" name="Text Box 106"/>
            <p:cNvSpPr txBox="1">
              <a:spLocks noChangeArrowheads="1"/>
            </p:cNvSpPr>
            <p:nvPr/>
          </p:nvSpPr>
          <p:spPr bwMode="auto">
            <a:xfrm>
              <a:off x="1348" y="2638"/>
              <a:ext cx="65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0.2</a:t>
              </a: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r>
                <a:rPr kumimoji="1" lang="en-US" altLang="zh-CN" sz="2800" b="0">
                  <a:latin typeface="Times New Roman" panose="02020603050405020304" pitchFamily="18" charset="0"/>
                  <a:ea typeface="宋体" panose="02010600030101010101" pitchFamily="2" charset="-122"/>
                </a:rPr>
                <a:t>F</a:t>
              </a:r>
            </a:p>
          </p:txBody>
        </p:sp>
        <p:sp>
          <p:nvSpPr>
            <p:cNvPr id="36971" name="Text Box 107"/>
            <p:cNvSpPr txBox="1">
              <a:spLocks noChangeArrowheads="1"/>
            </p:cNvSpPr>
            <p:nvPr/>
          </p:nvSpPr>
          <p:spPr bwMode="auto">
            <a:xfrm>
              <a:off x="979" y="1815"/>
              <a:ext cx="179"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i="1">
                  <a:latin typeface="Times New Roman" panose="02020603050405020304" pitchFamily="18" charset="0"/>
                  <a:ea typeface="宋体" panose="02010600030101010101" pitchFamily="2" charset="-122"/>
                </a:rPr>
                <a:t>i</a:t>
              </a:r>
            </a:p>
          </p:txBody>
        </p:sp>
        <p:sp>
          <p:nvSpPr>
            <p:cNvPr id="36972" name="Line 108"/>
            <p:cNvSpPr>
              <a:spLocks noChangeShapeType="1"/>
            </p:cNvSpPr>
            <p:nvPr/>
          </p:nvSpPr>
          <p:spPr bwMode="auto">
            <a:xfrm>
              <a:off x="748" y="3067"/>
              <a:ext cx="1179"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36973" name="Line 109"/>
            <p:cNvSpPr>
              <a:spLocks noChangeShapeType="1"/>
            </p:cNvSpPr>
            <p:nvPr/>
          </p:nvSpPr>
          <p:spPr bwMode="auto">
            <a:xfrm>
              <a:off x="748" y="2114"/>
              <a:ext cx="1179"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36974" name="Rectangle 110"/>
            <p:cNvSpPr>
              <a:spLocks noChangeArrowheads="1"/>
            </p:cNvSpPr>
            <p:nvPr/>
          </p:nvSpPr>
          <p:spPr bwMode="auto">
            <a:xfrm>
              <a:off x="1292" y="2024"/>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grpSp>
        <p:nvGrpSpPr>
          <p:cNvPr id="36975" name="Group 111"/>
          <p:cNvGrpSpPr>
            <a:grpSpLocks/>
          </p:cNvGrpSpPr>
          <p:nvPr/>
        </p:nvGrpSpPr>
        <p:grpSpPr bwMode="auto">
          <a:xfrm>
            <a:off x="3348038" y="1844675"/>
            <a:ext cx="1839912" cy="646113"/>
            <a:chOff x="3127" y="1163"/>
            <a:chExt cx="1159" cy="407"/>
          </a:xfrm>
        </p:grpSpPr>
        <p:sp>
          <p:nvSpPr>
            <p:cNvPr id="36976" name="Line 112"/>
            <p:cNvSpPr>
              <a:spLocks noChangeShapeType="1"/>
            </p:cNvSpPr>
            <p:nvPr/>
          </p:nvSpPr>
          <p:spPr bwMode="auto">
            <a:xfrm>
              <a:off x="3198" y="1570"/>
              <a:ext cx="816" cy="0"/>
            </a:xfrm>
            <a:prstGeom prst="line">
              <a:avLst/>
            </a:prstGeom>
            <a:noFill/>
            <a:ln w="76200">
              <a:solidFill>
                <a:srgbClr val="33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36977" name="Text Box 113"/>
            <p:cNvSpPr txBox="1">
              <a:spLocks noChangeArrowheads="1"/>
            </p:cNvSpPr>
            <p:nvPr/>
          </p:nvSpPr>
          <p:spPr bwMode="auto">
            <a:xfrm>
              <a:off x="3127" y="1163"/>
              <a:ext cx="1159" cy="33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a:t>相量模型</a:t>
              </a:r>
            </a:p>
          </p:txBody>
        </p:sp>
      </p:grpSp>
      <p:grpSp>
        <p:nvGrpSpPr>
          <p:cNvPr id="36978" name="Group 114"/>
          <p:cNvGrpSpPr>
            <a:grpSpLocks/>
          </p:cNvGrpSpPr>
          <p:nvPr/>
        </p:nvGrpSpPr>
        <p:grpSpPr bwMode="auto">
          <a:xfrm>
            <a:off x="5148263" y="1152526"/>
            <a:ext cx="2324100" cy="1989138"/>
            <a:chOff x="476" y="1950"/>
            <a:chExt cx="1464" cy="1253"/>
          </a:xfrm>
        </p:grpSpPr>
        <p:grpSp>
          <p:nvGrpSpPr>
            <p:cNvPr id="36979" name="Group 115"/>
            <p:cNvGrpSpPr>
              <a:grpSpLocks/>
            </p:cNvGrpSpPr>
            <p:nvPr/>
          </p:nvGrpSpPr>
          <p:grpSpPr bwMode="auto">
            <a:xfrm>
              <a:off x="1700" y="2659"/>
              <a:ext cx="240" cy="90"/>
              <a:chOff x="4604" y="2478"/>
              <a:chExt cx="240" cy="90"/>
            </a:xfrm>
          </p:grpSpPr>
          <p:sp>
            <p:nvSpPr>
              <p:cNvPr id="36980" name="Line 116"/>
              <p:cNvSpPr>
                <a:spLocks noChangeShapeType="1"/>
              </p:cNvSpPr>
              <p:nvPr/>
            </p:nvSpPr>
            <p:spPr bwMode="auto">
              <a:xfrm>
                <a:off x="4604" y="2478"/>
                <a:ext cx="240" cy="0"/>
              </a:xfrm>
              <a:prstGeom prst="line">
                <a:avLst/>
              </a:prstGeom>
              <a:noFill/>
              <a:ln w="5715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36981" name="Line 117"/>
              <p:cNvSpPr>
                <a:spLocks noChangeShapeType="1"/>
              </p:cNvSpPr>
              <p:nvPr/>
            </p:nvSpPr>
            <p:spPr bwMode="auto">
              <a:xfrm>
                <a:off x="4604" y="2568"/>
                <a:ext cx="240" cy="0"/>
              </a:xfrm>
              <a:prstGeom prst="line">
                <a:avLst/>
              </a:prstGeom>
              <a:noFill/>
              <a:ln w="5715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sp>
          <p:nvSpPr>
            <p:cNvPr id="36982" name="Oval 118"/>
            <p:cNvSpPr>
              <a:spLocks noChangeArrowheads="1"/>
            </p:cNvSpPr>
            <p:nvPr/>
          </p:nvSpPr>
          <p:spPr bwMode="auto">
            <a:xfrm>
              <a:off x="476" y="2523"/>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36983" name="Text Box 119"/>
            <p:cNvSpPr txBox="1">
              <a:spLocks noChangeArrowheads="1"/>
            </p:cNvSpPr>
            <p:nvPr/>
          </p:nvSpPr>
          <p:spPr bwMode="auto">
            <a:xfrm>
              <a:off x="752" y="2346"/>
              <a:ext cx="244" cy="330"/>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p>
          </p:txBody>
        </p:sp>
        <p:sp>
          <p:nvSpPr>
            <p:cNvPr id="36984" name="Text Box 120"/>
            <p:cNvSpPr txBox="1">
              <a:spLocks noChangeArrowheads="1"/>
            </p:cNvSpPr>
            <p:nvPr/>
          </p:nvSpPr>
          <p:spPr bwMode="auto">
            <a:xfrm>
              <a:off x="748" y="2839"/>
              <a:ext cx="212" cy="330"/>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0">
                  <a:latin typeface="Times New Roman" panose="02020603050405020304" pitchFamily="18" charset="0"/>
                  <a:ea typeface="宋体" panose="02010600030101010101" pitchFamily="2" charset="-122"/>
                  <a:sym typeface="Symbol" panose="05050102010706020507" pitchFamily="18" charset="2"/>
                </a:rPr>
                <a:t>_</a:t>
              </a:r>
            </a:p>
          </p:txBody>
        </p:sp>
        <p:sp>
          <p:nvSpPr>
            <p:cNvPr id="36985" name="Line 121"/>
            <p:cNvSpPr>
              <a:spLocks noChangeShapeType="1"/>
            </p:cNvSpPr>
            <p:nvPr/>
          </p:nvSpPr>
          <p:spPr bwMode="auto">
            <a:xfrm flipH="1">
              <a:off x="657" y="2251"/>
              <a:ext cx="0" cy="952"/>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36986" name="Text Box 122"/>
            <p:cNvSpPr txBox="1">
              <a:spLocks noChangeArrowheads="1"/>
            </p:cNvSpPr>
            <p:nvPr/>
          </p:nvSpPr>
          <p:spPr bwMode="auto">
            <a:xfrm>
              <a:off x="1154" y="2250"/>
              <a:ext cx="40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ea typeface="宋体" panose="02010600030101010101" pitchFamily="2" charset="-122"/>
                </a:rPr>
                <a:t>5</a:t>
              </a:r>
              <a:r>
                <a:rPr kumimoji="1" lang="en-US" altLang="zh-CN" sz="2800" b="0">
                  <a:latin typeface="Symbol" panose="05050102010706020507" pitchFamily="18" charset="2"/>
                  <a:ea typeface="宋体" panose="02010600030101010101" pitchFamily="2" charset="-122"/>
                </a:rPr>
                <a:t>W</a:t>
              </a:r>
              <a:endParaRPr kumimoji="1" lang="en-US" altLang="zh-CN" sz="2800" b="0">
                <a:ea typeface="宋体" panose="02010600030101010101" pitchFamily="2" charset="-122"/>
              </a:endParaRPr>
            </a:p>
          </p:txBody>
        </p:sp>
        <p:sp>
          <p:nvSpPr>
            <p:cNvPr id="36987" name="Line 123"/>
            <p:cNvSpPr>
              <a:spLocks noChangeShapeType="1"/>
            </p:cNvSpPr>
            <p:nvPr/>
          </p:nvSpPr>
          <p:spPr bwMode="auto">
            <a:xfrm>
              <a:off x="864" y="2296"/>
              <a:ext cx="240" cy="0"/>
            </a:xfrm>
            <a:prstGeom prst="line">
              <a:avLst/>
            </a:prstGeom>
            <a:noFill/>
            <a:ln w="38100">
              <a:solidFill>
                <a:srgbClr val="66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36988" name="Line 124"/>
            <p:cNvSpPr>
              <a:spLocks noChangeShapeType="1"/>
            </p:cNvSpPr>
            <p:nvPr/>
          </p:nvSpPr>
          <p:spPr bwMode="auto">
            <a:xfrm>
              <a:off x="1836" y="2251"/>
              <a:ext cx="0" cy="408"/>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36989" name="Line 125"/>
            <p:cNvSpPr>
              <a:spLocks noChangeShapeType="1"/>
            </p:cNvSpPr>
            <p:nvPr/>
          </p:nvSpPr>
          <p:spPr bwMode="auto">
            <a:xfrm>
              <a:off x="1836" y="2750"/>
              <a:ext cx="0" cy="453"/>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36990" name="Line 126"/>
            <p:cNvSpPr>
              <a:spLocks noChangeShapeType="1"/>
            </p:cNvSpPr>
            <p:nvPr/>
          </p:nvSpPr>
          <p:spPr bwMode="auto">
            <a:xfrm>
              <a:off x="657" y="3203"/>
              <a:ext cx="1179"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36991" name="Line 127"/>
            <p:cNvSpPr>
              <a:spLocks noChangeShapeType="1"/>
            </p:cNvSpPr>
            <p:nvPr/>
          </p:nvSpPr>
          <p:spPr bwMode="auto">
            <a:xfrm>
              <a:off x="657" y="2250"/>
              <a:ext cx="1179"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36992" name="Rectangle 128"/>
            <p:cNvSpPr>
              <a:spLocks noChangeArrowheads="1"/>
            </p:cNvSpPr>
            <p:nvPr/>
          </p:nvSpPr>
          <p:spPr bwMode="auto">
            <a:xfrm>
              <a:off x="1201" y="2160"/>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aphicFrame>
          <p:nvGraphicFramePr>
            <p:cNvPr id="36993" name="Object 129"/>
            <p:cNvGraphicFramePr>
              <a:graphicFrameLocks noChangeAspect="1"/>
            </p:cNvGraphicFramePr>
            <p:nvPr>
              <p:extLst>
                <p:ext uri="{D42A27DB-BD31-4B8C-83A1-F6EECF244321}">
                  <p14:modId xmlns:p14="http://schemas.microsoft.com/office/powerpoint/2010/main" val="687126635"/>
                </p:ext>
              </p:extLst>
            </p:nvPr>
          </p:nvGraphicFramePr>
          <p:xfrm>
            <a:off x="884" y="1950"/>
            <a:ext cx="234" cy="257"/>
          </p:xfrm>
          <a:graphic>
            <a:graphicData uri="http://schemas.openxmlformats.org/presentationml/2006/ole">
              <mc:AlternateContent xmlns:mc="http://schemas.openxmlformats.org/markup-compatibility/2006">
                <mc:Choice xmlns:v="urn:schemas-microsoft-com:vml" Requires="v">
                  <p:oleObj spid="_x0000_s111813" name="Equation" r:id="rId15" imgW="126720" imgH="190440" progId="Equation.DSMT4">
                    <p:embed/>
                  </p:oleObj>
                </mc:Choice>
                <mc:Fallback>
                  <p:oleObj name="Equation" r:id="rId15" imgW="126720" imgH="190440" progId="Equation.DSMT4">
                    <p:embed/>
                    <p:pic>
                      <p:nvPicPr>
                        <p:cNvPr id="36993" name="Object 129"/>
                        <p:cNvPicPr>
                          <a:picLocks noChangeAspect="1" noChangeArrowheads="1"/>
                        </p:cNvPicPr>
                        <p:nvPr/>
                      </p:nvPicPr>
                      <p:blipFill>
                        <a:blip r:embed="rId16"/>
                        <a:srcRect/>
                        <a:stretch>
                          <a:fillRect/>
                        </a:stretch>
                      </p:blipFill>
                      <p:spPr bwMode="auto">
                        <a:xfrm>
                          <a:off x="884" y="1950"/>
                          <a:ext cx="234"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994" name="Text Box 130"/>
            <p:cNvSpPr txBox="1">
              <a:spLocks noChangeArrowheads="1"/>
            </p:cNvSpPr>
            <p:nvPr/>
          </p:nvSpPr>
          <p:spPr bwMode="auto">
            <a:xfrm>
              <a:off x="1292" y="2749"/>
              <a:ext cx="56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a:r>
                <a:rPr lang="en-US" altLang="zh-CN" sz="2800" b="0">
                  <a:ea typeface="宋体" panose="02010600030101010101" pitchFamily="2" charset="-122"/>
                </a:rPr>
                <a:t>-j5</a:t>
              </a:r>
              <a:r>
                <a:rPr lang="en-US" altLang="zh-CN" sz="2800" b="0">
                  <a:latin typeface="Symbol" panose="05050102010706020507" pitchFamily="18" charset="2"/>
                  <a:ea typeface="宋体" panose="02010600030101010101" pitchFamily="2" charset="-122"/>
                </a:rPr>
                <a:t>W</a:t>
              </a:r>
              <a:endParaRPr lang="en-US" altLang="zh-CN" sz="2800" b="0">
                <a:ea typeface="仿宋_GB2312" pitchFamily="49" charset="-122"/>
              </a:endParaRPr>
            </a:p>
          </p:txBody>
        </p:sp>
        <p:graphicFrame>
          <p:nvGraphicFramePr>
            <p:cNvPr id="36995" name="Object 131"/>
            <p:cNvGraphicFramePr>
              <a:graphicFrameLocks noChangeAspect="1"/>
            </p:cNvGraphicFramePr>
            <p:nvPr>
              <p:extLst>
                <p:ext uri="{D42A27DB-BD31-4B8C-83A1-F6EECF244321}">
                  <p14:modId xmlns:p14="http://schemas.microsoft.com/office/powerpoint/2010/main" val="846334465"/>
                </p:ext>
              </p:extLst>
            </p:nvPr>
          </p:nvGraphicFramePr>
          <p:xfrm>
            <a:off x="846" y="2674"/>
            <a:ext cx="196" cy="242"/>
          </p:xfrm>
          <a:graphic>
            <a:graphicData uri="http://schemas.openxmlformats.org/presentationml/2006/ole">
              <mc:AlternateContent xmlns:mc="http://schemas.openxmlformats.org/markup-compatibility/2006">
                <mc:Choice xmlns:v="urn:schemas-microsoft-com:vml" Requires="v">
                  <p:oleObj spid="_x0000_s111814" name="Equation" r:id="rId17" imgW="164880" imgH="203040" progId="Equation.DSMT4">
                    <p:embed/>
                  </p:oleObj>
                </mc:Choice>
                <mc:Fallback>
                  <p:oleObj name="Equation" r:id="rId17" imgW="164880" imgH="203040" progId="Equation.DSMT4">
                    <p:embed/>
                    <p:pic>
                      <p:nvPicPr>
                        <p:cNvPr id="36995" name="Object 131"/>
                        <p:cNvPicPr>
                          <a:picLocks noChangeAspect="1" noChangeArrowheads="1"/>
                        </p:cNvPicPr>
                        <p:nvPr/>
                      </p:nvPicPr>
                      <p:blipFill>
                        <a:blip r:embed="rId18"/>
                        <a:srcRect/>
                        <a:stretch>
                          <a:fillRect/>
                        </a:stretch>
                      </p:blipFill>
                      <p:spPr bwMode="auto">
                        <a:xfrm>
                          <a:off x="846" y="2674"/>
                          <a:ext cx="196"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6998" name="Group 134"/>
          <p:cNvGrpSpPr>
            <a:grpSpLocks/>
          </p:cNvGrpSpPr>
          <p:nvPr/>
        </p:nvGrpSpPr>
        <p:grpSpPr bwMode="auto">
          <a:xfrm>
            <a:off x="5867400" y="4221164"/>
            <a:ext cx="2436813" cy="1703823"/>
            <a:chOff x="3696" y="2523"/>
            <a:chExt cx="1535" cy="1092"/>
          </a:xfrm>
        </p:grpSpPr>
        <p:sp>
          <p:nvSpPr>
            <p:cNvPr id="36933" name="Line 69"/>
            <p:cNvSpPr>
              <a:spLocks noChangeShapeType="1"/>
            </p:cNvSpPr>
            <p:nvPr/>
          </p:nvSpPr>
          <p:spPr bwMode="auto">
            <a:xfrm>
              <a:off x="3696" y="2523"/>
              <a:ext cx="1271" cy="907"/>
            </a:xfrm>
            <a:prstGeom prst="line">
              <a:avLst/>
            </a:prstGeom>
            <a:noFill/>
            <a:ln w="28575">
              <a:solidFill>
                <a:schemeClr val="accent1">
                  <a:lumMod val="7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36996" name="Object 132"/>
            <p:cNvGraphicFramePr>
              <a:graphicFrameLocks noChangeAspect="1"/>
            </p:cNvGraphicFramePr>
            <p:nvPr>
              <p:extLst>
                <p:ext uri="{D42A27DB-BD31-4B8C-83A1-F6EECF244321}">
                  <p14:modId xmlns:p14="http://schemas.microsoft.com/office/powerpoint/2010/main" val="2402350555"/>
                </p:ext>
              </p:extLst>
            </p:nvPr>
          </p:nvGraphicFramePr>
          <p:xfrm>
            <a:off x="4975" y="3311"/>
            <a:ext cx="256" cy="304"/>
          </p:xfrm>
          <a:graphic>
            <a:graphicData uri="http://schemas.openxmlformats.org/presentationml/2006/ole">
              <mc:AlternateContent xmlns:mc="http://schemas.openxmlformats.org/markup-compatibility/2006">
                <mc:Choice xmlns:v="urn:schemas-microsoft-com:vml" Requires="v">
                  <p:oleObj spid="_x0000_s111815" name="Equation" r:id="rId19" imgW="203040" imgH="241200" progId="Equation.DSMT4">
                    <p:embed/>
                  </p:oleObj>
                </mc:Choice>
                <mc:Fallback>
                  <p:oleObj name="Equation" r:id="rId19" imgW="203040" imgH="241200" progId="Equation.DSMT4">
                    <p:embed/>
                    <p:pic>
                      <p:nvPicPr>
                        <p:cNvPr id="36996" name="Object 132"/>
                        <p:cNvPicPr>
                          <a:picLocks noChangeAspect="1" noChangeArrowheads="1"/>
                        </p:cNvPicPr>
                        <p:nvPr/>
                      </p:nvPicPr>
                      <p:blipFill>
                        <a:blip r:embed="rId20"/>
                        <a:srcRect/>
                        <a:stretch>
                          <a:fillRect/>
                        </a:stretch>
                      </p:blipFill>
                      <p:spPr bwMode="auto">
                        <a:xfrm>
                          <a:off x="4975" y="3311"/>
                          <a:ext cx="256" cy="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extLst>
      <p:ext uri="{BB962C8B-B14F-4D97-AF65-F5344CB8AC3E}">
        <p14:creationId xmlns:p14="http://schemas.microsoft.com/office/powerpoint/2010/main" val="6381072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withEffect">
                                  <p:stCondLst>
                                    <p:cond delay="0"/>
                                  </p:stCondLst>
                                  <p:childTnLst>
                                    <p:set>
                                      <p:cBhvr>
                                        <p:cTn id="6" dur="1" fill="hold">
                                          <p:stCondLst>
                                            <p:cond delay="0"/>
                                          </p:stCondLst>
                                        </p:cTn>
                                        <p:tgtEl>
                                          <p:spTgt spid="36866"/>
                                        </p:tgtEl>
                                        <p:attrNameLst>
                                          <p:attrName>style.visibility</p:attrName>
                                        </p:attrNameLst>
                                      </p:cBhvr>
                                      <p:to>
                                        <p:strVal val="visible"/>
                                      </p:to>
                                    </p:set>
                                    <p:anim calcmode="lin" valueType="num">
                                      <p:cBhvr>
                                        <p:cTn id="7" dur="1000" fill="hold"/>
                                        <p:tgtEl>
                                          <p:spTgt spid="36866"/>
                                        </p:tgtEl>
                                        <p:attrNameLst>
                                          <p:attrName>ppt_w</p:attrName>
                                        </p:attrNameLst>
                                      </p:cBhvr>
                                      <p:tavLst>
                                        <p:tav tm="0">
                                          <p:val>
                                            <p:fltVal val="0"/>
                                          </p:val>
                                        </p:tav>
                                        <p:tav tm="100000">
                                          <p:val>
                                            <p:strVal val="#ppt_w"/>
                                          </p:val>
                                        </p:tav>
                                      </p:tavLst>
                                    </p:anim>
                                    <p:anim calcmode="lin" valueType="num">
                                      <p:cBhvr>
                                        <p:cTn id="8" dur="1000" fill="hold"/>
                                        <p:tgtEl>
                                          <p:spTgt spid="36866"/>
                                        </p:tgtEl>
                                        <p:attrNameLst>
                                          <p:attrName>ppt_h</p:attrName>
                                        </p:attrNameLst>
                                      </p:cBhvr>
                                      <p:tavLst>
                                        <p:tav tm="0">
                                          <p:val>
                                            <p:fltVal val="0"/>
                                          </p:val>
                                        </p:tav>
                                        <p:tav tm="100000">
                                          <p:val>
                                            <p:strVal val="#ppt_h"/>
                                          </p:val>
                                        </p:tav>
                                      </p:tavLst>
                                    </p:anim>
                                    <p:anim calcmode="lin" valueType="num">
                                      <p:cBhvr>
                                        <p:cTn id="9" dur="1000" fill="hold"/>
                                        <p:tgtEl>
                                          <p:spTgt spid="36866"/>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6866"/>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3" presetClass="entr" presetSubtype="10" fill="hold" nodeType="afterEffect">
                                  <p:stCondLst>
                                    <p:cond delay="0"/>
                                  </p:stCondLst>
                                  <p:childTnLst>
                                    <p:set>
                                      <p:cBhvr>
                                        <p:cTn id="13" dur="1" fill="hold">
                                          <p:stCondLst>
                                            <p:cond delay="0"/>
                                          </p:stCondLst>
                                        </p:cTn>
                                        <p:tgtEl>
                                          <p:spTgt spid="36957"/>
                                        </p:tgtEl>
                                        <p:attrNameLst>
                                          <p:attrName>style.visibility</p:attrName>
                                        </p:attrNameLst>
                                      </p:cBhvr>
                                      <p:to>
                                        <p:strVal val="visible"/>
                                      </p:to>
                                    </p:set>
                                    <p:animEffect transition="in" filter="blinds(horizontal)">
                                      <p:cBhvr>
                                        <p:cTn id="14" dur="500"/>
                                        <p:tgtEl>
                                          <p:spTgt spid="36957"/>
                                        </p:tgtEl>
                                      </p:cBhvr>
                                    </p:animEffect>
                                  </p:childTnLst>
                                </p:cTn>
                              </p:par>
                            </p:childTnLst>
                          </p:cTn>
                        </p:par>
                        <p:par>
                          <p:cTn id="15" fill="hold" nodeType="afterGroup">
                            <p:stCondLst>
                              <p:cond delay="1500"/>
                            </p:stCondLst>
                            <p:childTnLst>
                              <p:par>
                                <p:cTn id="16" presetID="22" presetClass="entr" presetSubtype="8" fill="hold" nodeType="afterEffect">
                                  <p:stCondLst>
                                    <p:cond delay="0"/>
                                  </p:stCondLst>
                                  <p:childTnLst>
                                    <p:set>
                                      <p:cBhvr>
                                        <p:cTn id="17" dur="1" fill="hold">
                                          <p:stCondLst>
                                            <p:cond delay="0"/>
                                          </p:stCondLst>
                                        </p:cTn>
                                        <p:tgtEl>
                                          <p:spTgt spid="36867"/>
                                        </p:tgtEl>
                                        <p:attrNameLst>
                                          <p:attrName>style.visibility</p:attrName>
                                        </p:attrNameLst>
                                      </p:cBhvr>
                                      <p:to>
                                        <p:strVal val="visible"/>
                                      </p:to>
                                    </p:set>
                                    <p:animEffect transition="in" filter="wipe(left)">
                                      <p:cBhvr>
                                        <p:cTn id="18" dur="500"/>
                                        <p:tgtEl>
                                          <p:spTgt spid="3686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36898"/>
                                        </p:tgtEl>
                                        <p:attrNameLst>
                                          <p:attrName>style.visibility</p:attrName>
                                        </p:attrNameLst>
                                      </p:cBhvr>
                                      <p:to>
                                        <p:strVal val="visible"/>
                                      </p:to>
                                    </p:set>
                                    <p:anim calcmode="lin" valueType="num">
                                      <p:cBhvr>
                                        <p:cTn id="23" dur="1000" fill="hold"/>
                                        <p:tgtEl>
                                          <p:spTgt spid="36898"/>
                                        </p:tgtEl>
                                        <p:attrNameLst>
                                          <p:attrName>ppt_w</p:attrName>
                                        </p:attrNameLst>
                                      </p:cBhvr>
                                      <p:tavLst>
                                        <p:tav tm="0">
                                          <p:val>
                                            <p:fltVal val="0"/>
                                          </p:val>
                                        </p:tav>
                                        <p:tav tm="100000">
                                          <p:val>
                                            <p:strVal val="#ppt_w"/>
                                          </p:val>
                                        </p:tav>
                                      </p:tavLst>
                                    </p:anim>
                                    <p:anim calcmode="lin" valueType="num">
                                      <p:cBhvr>
                                        <p:cTn id="24" dur="1000" fill="hold"/>
                                        <p:tgtEl>
                                          <p:spTgt spid="36898"/>
                                        </p:tgtEl>
                                        <p:attrNameLst>
                                          <p:attrName>ppt_h</p:attrName>
                                        </p:attrNameLst>
                                      </p:cBhvr>
                                      <p:tavLst>
                                        <p:tav tm="0">
                                          <p:val>
                                            <p:fltVal val="0"/>
                                          </p:val>
                                        </p:tav>
                                        <p:tav tm="100000">
                                          <p:val>
                                            <p:strVal val="#ppt_h"/>
                                          </p:val>
                                        </p:tav>
                                      </p:tavLst>
                                    </p:anim>
                                    <p:anim calcmode="lin" valueType="num">
                                      <p:cBhvr>
                                        <p:cTn id="25" dur="1000" fill="hold"/>
                                        <p:tgtEl>
                                          <p:spTgt spid="36898"/>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3689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36899"/>
                                        </p:tgtEl>
                                        <p:attrNameLst>
                                          <p:attrName>style.visibility</p:attrName>
                                        </p:attrNameLst>
                                      </p:cBhvr>
                                      <p:to>
                                        <p:strVal val="visible"/>
                                      </p:to>
                                    </p:set>
                                    <p:animEffect transition="in" filter="wipe(left)">
                                      <p:cBhvr>
                                        <p:cTn id="31" dur="1000"/>
                                        <p:tgtEl>
                                          <p:spTgt spid="3689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36900"/>
                                        </p:tgtEl>
                                        <p:attrNameLst>
                                          <p:attrName>style.visibility</p:attrName>
                                        </p:attrNameLst>
                                      </p:cBhvr>
                                      <p:to>
                                        <p:strVal val="visible"/>
                                      </p:to>
                                    </p:set>
                                    <p:animEffect transition="in" filter="wipe(left)">
                                      <p:cBhvr>
                                        <p:cTn id="36" dur="2000"/>
                                        <p:tgtEl>
                                          <p:spTgt spid="3690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2" presetClass="entr" presetSubtype="8" fill="hold" nodeType="clickEffect">
                                  <p:stCondLst>
                                    <p:cond delay="0"/>
                                  </p:stCondLst>
                                  <p:childTnLst>
                                    <p:set>
                                      <p:cBhvr>
                                        <p:cTn id="40" dur="1" fill="hold">
                                          <p:stCondLst>
                                            <p:cond delay="0"/>
                                          </p:stCondLst>
                                        </p:cTn>
                                        <p:tgtEl>
                                          <p:spTgt spid="36975"/>
                                        </p:tgtEl>
                                        <p:attrNameLst>
                                          <p:attrName>style.visibility</p:attrName>
                                        </p:attrNameLst>
                                      </p:cBhvr>
                                      <p:to>
                                        <p:strVal val="visible"/>
                                      </p:to>
                                    </p:set>
                                    <p:animEffect transition="in" filter="slide(fromLeft)">
                                      <p:cBhvr>
                                        <p:cTn id="41" dur="500"/>
                                        <p:tgtEl>
                                          <p:spTgt spid="36975"/>
                                        </p:tgtEl>
                                      </p:cBhvr>
                                    </p:animEffect>
                                  </p:childTnLst>
                                </p:cTn>
                              </p:par>
                            </p:childTnLst>
                          </p:cTn>
                        </p:par>
                        <p:par>
                          <p:cTn id="42" fill="hold" nodeType="afterGroup">
                            <p:stCondLst>
                              <p:cond delay="500"/>
                            </p:stCondLst>
                            <p:childTnLst>
                              <p:par>
                                <p:cTn id="43" presetID="3" presetClass="entr" presetSubtype="10" fill="hold" nodeType="afterEffect">
                                  <p:stCondLst>
                                    <p:cond delay="0"/>
                                  </p:stCondLst>
                                  <p:childTnLst>
                                    <p:set>
                                      <p:cBhvr>
                                        <p:cTn id="44" dur="1" fill="hold">
                                          <p:stCondLst>
                                            <p:cond delay="0"/>
                                          </p:stCondLst>
                                        </p:cTn>
                                        <p:tgtEl>
                                          <p:spTgt spid="36978"/>
                                        </p:tgtEl>
                                        <p:attrNameLst>
                                          <p:attrName>style.visibility</p:attrName>
                                        </p:attrNameLst>
                                      </p:cBhvr>
                                      <p:to>
                                        <p:strVal val="visible"/>
                                      </p:to>
                                    </p:set>
                                    <p:animEffect transition="in" filter="blinds(horizontal)">
                                      <p:cBhvr>
                                        <p:cTn id="45" dur="500"/>
                                        <p:tgtEl>
                                          <p:spTgt spid="36978"/>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nodeType="clickEffect">
                                  <p:stCondLst>
                                    <p:cond delay="0"/>
                                  </p:stCondLst>
                                  <p:childTnLst>
                                    <p:set>
                                      <p:cBhvr>
                                        <p:cTn id="49" dur="1" fill="hold">
                                          <p:stCondLst>
                                            <p:cond delay="0"/>
                                          </p:stCondLst>
                                        </p:cTn>
                                        <p:tgtEl>
                                          <p:spTgt spid="36901"/>
                                        </p:tgtEl>
                                        <p:attrNameLst>
                                          <p:attrName>style.visibility</p:attrName>
                                        </p:attrNameLst>
                                      </p:cBhvr>
                                      <p:to>
                                        <p:strVal val="visible"/>
                                      </p:to>
                                    </p:set>
                                    <p:animEffect transition="in" filter="wipe(up)">
                                      <p:cBhvr>
                                        <p:cTn id="50" dur="2000"/>
                                        <p:tgtEl>
                                          <p:spTgt spid="36901"/>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36939"/>
                                        </p:tgtEl>
                                        <p:attrNameLst>
                                          <p:attrName>style.visibility</p:attrName>
                                        </p:attrNameLst>
                                      </p:cBhvr>
                                      <p:to>
                                        <p:strVal val="visible"/>
                                      </p:to>
                                    </p:set>
                                    <p:animEffect transition="in" filter="wipe(left)">
                                      <p:cBhvr>
                                        <p:cTn id="55" dur="2000"/>
                                        <p:tgtEl>
                                          <p:spTgt spid="36939"/>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1" fill="hold" nodeType="clickEffect">
                                  <p:stCondLst>
                                    <p:cond delay="0"/>
                                  </p:stCondLst>
                                  <p:childTnLst>
                                    <p:set>
                                      <p:cBhvr>
                                        <p:cTn id="59" dur="1" fill="hold">
                                          <p:stCondLst>
                                            <p:cond delay="0"/>
                                          </p:stCondLst>
                                        </p:cTn>
                                        <p:tgtEl>
                                          <p:spTgt spid="36997"/>
                                        </p:tgtEl>
                                        <p:attrNameLst>
                                          <p:attrName>style.visibility</p:attrName>
                                        </p:attrNameLst>
                                      </p:cBhvr>
                                      <p:to>
                                        <p:strVal val="visible"/>
                                      </p:to>
                                    </p:set>
                                    <p:animEffect transition="in" filter="wipe(up)">
                                      <p:cBhvr>
                                        <p:cTn id="60" dur="1000"/>
                                        <p:tgtEl>
                                          <p:spTgt spid="36997"/>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1" fill="hold" nodeType="clickEffect">
                                  <p:stCondLst>
                                    <p:cond delay="0"/>
                                  </p:stCondLst>
                                  <p:childTnLst>
                                    <p:set>
                                      <p:cBhvr>
                                        <p:cTn id="64" dur="1" fill="hold">
                                          <p:stCondLst>
                                            <p:cond delay="0"/>
                                          </p:stCondLst>
                                        </p:cTn>
                                        <p:tgtEl>
                                          <p:spTgt spid="36998"/>
                                        </p:tgtEl>
                                        <p:attrNameLst>
                                          <p:attrName>style.visibility</p:attrName>
                                        </p:attrNameLst>
                                      </p:cBhvr>
                                      <p:to>
                                        <p:strVal val="visible"/>
                                      </p:to>
                                    </p:set>
                                    <p:animEffect transition="in" filter="wipe(up)">
                                      <p:cBhvr>
                                        <p:cTn id="65" dur="1000"/>
                                        <p:tgtEl>
                                          <p:spTgt spid="369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p:bldP spid="36898"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
          <p:cNvSpPr txBox="1">
            <a:spLocks noChangeArrowheads="1"/>
          </p:cNvSpPr>
          <p:nvPr/>
        </p:nvSpPr>
        <p:spPr bwMode="auto">
          <a:xfrm>
            <a:off x="395288" y="549275"/>
            <a:ext cx="936625" cy="523220"/>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dirty="0">
                <a:latin typeface="宋体" panose="02010600030101010101" pitchFamily="2" charset="-122"/>
                <a:ea typeface="宋体" panose="02010600030101010101" pitchFamily="2" charset="-122"/>
              </a:rPr>
              <a:t>例</a:t>
            </a:r>
            <a:endParaRPr lang="en-US" altLang="zh-CN" sz="2800" b="0" dirty="0">
              <a:ea typeface="宋体" panose="02010600030101010101" pitchFamily="2" charset="-122"/>
            </a:endParaRPr>
          </a:p>
        </p:txBody>
      </p:sp>
      <p:graphicFrame>
        <p:nvGraphicFramePr>
          <p:cNvPr id="35843" name="Object 3"/>
          <p:cNvGraphicFramePr>
            <a:graphicFrameLocks noChangeAspect="1"/>
          </p:cNvGraphicFramePr>
          <p:nvPr>
            <p:extLst>
              <p:ext uri="{D42A27DB-BD31-4B8C-83A1-F6EECF244321}">
                <p14:modId xmlns:p14="http://schemas.microsoft.com/office/powerpoint/2010/main" val="914460281"/>
              </p:ext>
            </p:extLst>
          </p:nvPr>
        </p:nvGraphicFramePr>
        <p:xfrm>
          <a:off x="1557338" y="542924"/>
          <a:ext cx="5513387" cy="479425"/>
        </p:xfrm>
        <a:graphic>
          <a:graphicData uri="http://schemas.openxmlformats.org/presentationml/2006/ole">
            <mc:AlternateContent xmlns:mc="http://schemas.openxmlformats.org/markup-compatibility/2006">
              <mc:Choice xmlns:v="urn:schemas-microsoft-com:vml" Requires="v">
                <p:oleObj spid="_x0000_s112884" name="Equation" r:id="rId4" imgW="2869920" imgH="228600" progId="Equation.DSMT4">
                  <p:embed/>
                </p:oleObj>
              </mc:Choice>
              <mc:Fallback>
                <p:oleObj name="Equation" r:id="rId4" imgW="2869920" imgH="228600" progId="Equation.DSMT4">
                  <p:embed/>
                  <p:pic>
                    <p:nvPicPr>
                      <p:cNvPr id="35843" name="Object 3"/>
                      <p:cNvPicPr>
                        <a:picLocks noChangeAspect="1" noChangeArrowheads="1"/>
                      </p:cNvPicPr>
                      <p:nvPr/>
                    </p:nvPicPr>
                    <p:blipFill>
                      <a:blip r:embed="rId5"/>
                      <a:srcRect/>
                      <a:stretch>
                        <a:fillRect/>
                      </a:stretch>
                    </p:blipFill>
                    <p:spPr bwMode="auto">
                      <a:xfrm>
                        <a:off x="1557338" y="542924"/>
                        <a:ext cx="5513387" cy="479425"/>
                      </a:xfrm>
                      <a:prstGeom prst="rect">
                        <a:avLst/>
                      </a:prstGeom>
                      <a:noFill/>
                      <a:ln>
                        <a:noFill/>
                      </a:ln>
                      <a:effectLst/>
                      <a:extLst>
                        <a:ext uri="{909E8E84-426E-40DD-AFC4-6F175D3DCCD1}">
                          <a14:hiddenFill xmlns:a14="http://schemas.microsoft.com/office/drawing/2010/main">
                            <a:solidFill>
                              <a:srgbClr val="0033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5896" name="Group 56"/>
          <p:cNvGrpSpPr>
            <a:grpSpLocks/>
          </p:cNvGrpSpPr>
          <p:nvPr/>
        </p:nvGrpSpPr>
        <p:grpSpPr bwMode="auto">
          <a:xfrm>
            <a:off x="2411413" y="1844678"/>
            <a:ext cx="504825" cy="382588"/>
            <a:chOff x="3606" y="1162"/>
            <a:chExt cx="318" cy="241"/>
          </a:xfrm>
        </p:grpSpPr>
        <p:sp>
          <p:nvSpPr>
            <p:cNvPr id="35893" name="Line 53"/>
            <p:cNvSpPr>
              <a:spLocks noChangeShapeType="1"/>
            </p:cNvSpPr>
            <p:nvPr/>
          </p:nvSpPr>
          <p:spPr bwMode="auto">
            <a:xfrm>
              <a:off x="3606" y="1162"/>
              <a:ext cx="318"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35895" name="Object 55"/>
            <p:cNvGraphicFramePr>
              <a:graphicFrameLocks noChangeAspect="1"/>
            </p:cNvGraphicFramePr>
            <p:nvPr>
              <p:extLst>
                <p:ext uri="{D42A27DB-BD31-4B8C-83A1-F6EECF244321}">
                  <p14:modId xmlns:p14="http://schemas.microsoft.com/office/powerpoint/2010/main" val="2060681810"/>
                </p:ext>
              </p:extLst>
            </p:nvPr>
          </p:nvGraphicFramePr>
          <p:xfrm>
            <a:off x="3696" y="1162"/>
            <a:ext cx="161" cy="241"/>
          </p:xfrm>
          <a:graphic>
            <a:graphicData uri="http://schemas.openxmlformats.org/presentationml/2006/ole">
              <mc:AlternateContent xmlns:mc="http://schemas.openxmlformats.org/markup-compatibility/2006">
                <mc:Choice xmlns:v="urn:schemas-microsoft-com:vml" Requires="v">
                  <p:oleObj spid="_x0000_s112885" name="Equation" r:id="rId6" imgW="126720" imgH="190440" progId="Equation.DSMT4">
                    <p:embed/>
                  </p:oleObj>
                </mc:Choice>
                <mc:Fallback>
                  <p:oleObj name="Equation" r:id="rId6" imgW="126720" imgH="190440" progId="Equation.DSMT4">
                    <p:embed/>
                    <p:pic>
                      <p:nvPicPr>
                        <p:cNvPr id="35895" name="Object 55"/>
                        <p:cNvPicPr>
                          <a:picLocks noChangeAspect="1" noChangeArrowheads="1"/>
                        </p:cNvPicPr>
                        <p:nvPr/>
                      </p:nvPicPr>
                      <p:blipFill>
                        <a:blip r:embed="rId7"/>
                        <a:srcRect/>
                        <a:stretch>
                          <a:fillRect/>
                        </a:stretch>
                      </p:blipFill>
                      <p:spPr bwMode="auto">
                        <a:xfrm>
                          <a:off x="3696" y="1162"/>
                          <a:ext cx="161" cy="2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5897" name="Text Box 57"/>
          <p:cNvSpPr txBox="1">
            <a:spLocks noChangeArrowheads="1"/>
          </p:cNvSpPr>
          <p:nvPr/>
        </p:nvSpPr>
        <p:spPr bwMode="auto">
          <a:xfrm>
            <a:off x="395288" y="3284538"/>
            <a:ext cx="576262" cy="519112"/>
          </a:xfrm>
          <a:prstGeom prst="rect">
            <a:avLst/>
          </a:prstGeom>
          <a:solidFill>
            <a:srgbClr val="9900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a:solidFill>
                  <a:schemeClr val="bg1"/>
                </a:solidFill>
                <a:latin typeface="宋体" panose="02010600030101010101" pitchFamily="2" charset="-122"/>
                <a:ea typeface="宋体" panose="02010600030101010101" pitchFamily="2" charset="-122"/>
              </a:rPr>
              <a:t>解</a:t>
            </a:r>
          </a:p>
        </p:txBody>
      </p:sp>
      <p:graphicFrame>
        <p:nvGraphicFramePr>
          <p:cNvPr id="35898" name="Object 58"/>
          <p:cNvGraphicFramePr>
            <a:graphicFrameLocks noChangeAspect="1"/>
          </p:cNvGraphicFramePr>
          <p:nvPr>
            <p:extLst>
              <p:ext uri="{D42A27DB-BD31-4B8C-83A1-F6EECF244321}">
                <p14:modId xmlns:p14="http://schemas.microsoft.com/office/powerpoint/2010/main" val="1654297867"/>
              </p:ext>
            </p:extLst>
          </p:nvPr>
        </p:nvGraphicFramePr>
        <p:xfrm>
          <a:off x="1600200" y="3240088"/>
          <a:ext cx="3932238" cy="593725"/>
        </p:xfrm>
        <a:graphic>
          <a:graphicData uri="http://schemas.openxmlformats.org/presentationml/2006/ole">
            <mc:AlternateContent xmlns:mc="http://schemas.openxmlformats.org/markup-compatibility/2006">
              <mc:Choice xmlns:v="urn:schemas-microsoft-com:vml" Requires="v">
                <p:oleObj spid="_x0000_s112886" name="Equation" r:id="rId8" imgW="1866600" imgH="279360" progId="Equation.DSMT4">
                  <p:embed/>
                </p:oleObj>
              </mc:Choice>
              <mc:Fallback>
                <p:oleObj name="Equation" r:id="rId8" imgW="1866600" imgH="279360" progId="Equation.DSMT4">
                  <p:embed/>
                  <p:pic>
                    <p:nvPicPr>
                      <p:cNvPr id="35898" name="Object 58"/>
                      <p:cNvPicPr>
                        <a:picLocks noChangeAspect="1" noChangeArrowheads="1"/>
                      </p:cNvPicPr>
                      <p:nvPr/>
                    </p:nvPicPr>
                    <p:blipFill>
                      <a:blip r:embed="rId9"/>
                      <a:srcRect/>
                      <a:stretch>
                        <a:fillRect/>
                      </a:stretch>
                    </p:blipFill>
                    <p:spPr bwMode="auto">
                      <a:xfrm>
                        <a:off x="1600200" y="3240088"/>
                        <a:ext cx="3932238"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899" name="Line 59"/>
          <p:cNvSpPr>
            <a:spLocks noChangeShapeType="1"/>
          </p:cNvSpPr>
          <p:nvPr/>
        </p:nvSpPr>
        <p:spPr bwMode="auto">
          <a:xfrm>
            <a:off x="827088" y="4149725"/>
            <a:ext cx="792162" cy="0"/>
          </a:xfrm>
          <a:prstGeom prst="line">
            <a:avLst/>
          </a:prstGeom>
          <a:noFill/>
          <a:ln w="76200">
            <a:solidFill>
              <a:srgbClr val="33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35900" name="Object 60"/>
          <p:cNvGraphicFramePr>
            <a:graphicFrameLocks noChangeAspect="1"/>
          </p:cNvGraphicFramePr>
          <p:nvPr>
            <p:extLst>
              <p:ext uri="{D42A27DB-BD31-4B8C-83A1-F6EECF244321}">
                <p14:modId xmlns:p14="http://schemas.microsoft.com/office/powerpoint/2010/main" val="3313193019"/>
              </p:ext>
            </p:extLst>
          </p:nvPr>
        </p:nvGraphicFramePr>
        <p:xfrm>
          <a:off x="1968500" y="3948113"/>
          <a:ext cx="4649788" cy="528637"/>
        </p:xfrm>
        <a:graphic>
          <a:graphicData uri="http://schemas.openxmlformats.org/presentationml/2006/ole">
            <mc:AlternateContent xmlns:mc="http://schemas.openxmlformats.org/markup-compatibility/2006">
              <mc:Choice xmlns:v="urn:schemas-microsoft-com:vml" Requires="v">
                <p:oleObj spid="_x0000_s112887" name="Equation" r:id="rId10" imgW="2019240" imgH="228600" progId="Equation.DSMT4">
                  <p:embed/>
                </p:oleObj>
              </mc:Choice>
              <mc:Fallback>
                <p:oleObj name="Equation" r:id="rId10" imgW="2019240" imgH="228600" progId="Equation.DSMT4">
                  <p:embed/>
                  <p:pic>
                    <p:nvPicPr>
                      <p:cNvPr id="35900" name="Object 60"/>
                      <p:cNvPicPr>
                        <a:picLocks noChangeAspect="1" noChangeArrowheads="1"/>
                      </p:cNvPicPr>
                      <p:nvPr/>
                    </p:nvPicPr>
                    <p:blipFill>
                      <a:blip r:embed="rId11"/>
                      <a:srcRect/>
                      <a:stretch>
                        <a:fillRect/>
                      </a:stretch>
                    </p:blipFill>
                    <p:spPr bwMode="auto">
                      <a:xfrm>
                        <a:off x="1968500" y="3948113"/>
                        <a:ext cx="4649788"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5901" name="Object 61"/>
          <p:cNvGraphicFramePr>
            <a:graphicFrameLocks noChangeAspect="1"/>
          </p:cNvGraphicFramePr>
          <p:nvPr>
            <p:extLst>
              <p:ext uri="{D42A27DB-BD31-4B8C-83A1-F6EECF244321}">
                <p14:modId xmlns:p14="http://schemas.microsoft.com/office/powerpoint/2010/main" val="3362669323"/>
              </p:ext>
            </p:extLst>
          </p:nvPr>
        </p:nvGraphicFramePr>
        <p:xfrm>
          <a:off x="1798638" y="4595813"/>
          <a:ext cx="4641850" cy="679450"/>
        </p:xfrm>
        <a:graphic>
          <a:graphicData uri="http://schemas.openxmlformats.org/presentationml/2006/ole">
            <mc:AlternateContent xmlns:mc="http://schemas.openxmlformats.org/markup-compatibility/2006">
              <mc:Choice xmlns:v="urn:schemas-microsoft-com:vml" Requires="v">
                <p:oleObj spid="_x0000_s112888" name="Equation" r:id="rId12" imgW="2006280" imgH="291960" progId="Equation.DSMT4">
                  <p:embed/>
                </p:oleObj>
              </mc:Choice>
              <mc:Fallback>
                <p:oleObj name="Equation" r:id="rId12" imgW="2006280" imgH="291960" progId="Equation.DSMT4">
                  <p:embed/>
                  <p:pic>
                    <p:nvPicPr>
                      <p:cNvPr id="35901" name="Object 61"/>
                      <p:cNvPicPr>
                        <a:picLocks noChangeAspect="1" noChangeArrowheads="1"/>
                      </p:cNvPicPr>
                      <p:nvPr/>
                    </p:nvPicPr>
                    <p:blipFill>
                      <a:blip r:embed="rId13"/>
                      <a:srcRect/>
                      <a:stretch>
                        <a:fillRect/>
                      </a:stretch>
                    </p:blipFill>
                    <p:spPr bwMode="auto">
                      <a:xfrm>
                        <a:off x="1798638" y="4595813"/>
                        <a:ext cx="4641850" cy="67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902" name="Line 62"/>
          <p:cNvSpPr>
            <a:spLocks noChangeShapeType="1"/>
          </p:cNvSpPr>
          <p:nvPr/>
        </p:nvSpPr>
        <p:spPr bwMode="auto">
          <a:xfrm>
            <a:off x="755650" y="5805488"/>
            <a:ext cx="647700" cy="0"/>
          </a:xfrm>
          <a:prstGeom prst="line">
            <a:avLst/>
          </a:prstGeom>
          <a:noFill/>
          <a:ln w="76200">
            <a:solidFill>
              <a:srgbClr val="33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35903" name="Object 63"/>
          <p:cNvGraphicFramePr>
            <a:graphicFrameLocks noChangeAspect="1"/>
          </p:cNvGraphicFramePr>
          <p:nvPr>
            <p:extLst>
              <p:ext uri="{D42A27DB-BD31-4B8C-83A1-F6EECF244321}">
                <p14:modId xmlns:p14="http://schemas.microsoft.com/office/powerpoint/2010/main" val="793159708"/>
              </p:ext>
            </p:extLst>
          </p:nvPr>
        </p:nvGraphicFramePr>
        <p:xfrm>
          <a:off x="1814513" y="5473700"/>
          <a:ext cx="4700587" cy="650875"/>
        </p:xfrm>
        <a:graphic>
          <a:graphicData uri="http://schemas.openxmlformats.org/presentationml/2006/ole">
            <mc:AlternateContent xmlns:mc="http://schemas.openxmlformats.org/markup-compatibility/2006">
              <mc:Choice xmlns:v="urn:schemas-microsoft-com:vml" Requires="v">
                <p:oleObj spid="_x0000_s112889" name="Equation" r:id="rId14" imgW="2031840" imgH="279360" progId="Equation.DSMT4">
                  <p:embed/>
                </p:oleObj>
              </mc:Choice>
              <mc:Fallback>
                <p:oleObj name="Equation" r:id="rId14" imgW="2031840" imgH="279360" progId="Equation.DSMT4">
                  <p:embed/>
                  <p:pic>
                    <p:nvPicPr>
                      <p:cNvPr id="35903" name="Object 63"/>
                      <p:cNvPicPr>
                        <a:picLocks noChangeAspect="1" noChangeArrowheads="1"/>
                      </p:cNvPicPr>
                      <p:nvPr/>
                    </p:nvPicPr>
                    <p:blipFill>
                      <a:blip r:embed="rId15"/>
                      <a:srcRect/>
                      <a:stretch>
                        <a:fillRect/>
                      </a:stretch>
                    </p:blipFill>
                    <p:spPr bwMode="auto">
                      <a:xfrm>
                        <a:off x="1814513" y="5473700"/>
                        <a:ext cx="4700587"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5921" name="Group 81"/>
          <p:cNvGrpSpPr>
            <a:grpSpLocks/>
          </p:cNvGrpSpPr>
          <p:nvPr/>
        </p:nvGrpSpPr>
        <p:grpSpPr bwMode="auto">
          <a:xfrm>
            <a:off x="5892796" y="1841500"/>
            <a:ext cx="695325" cy="1584325"/>
            <a:chOff x="3712" y="981"/>
            <a:chExt cx="438" cy="998"/>
          </a:xfrm>
        </p:grpSpPr>
        <p:sp>
          <p:nvSpPr>
            <p:cNvPr id="35905" name="Line 65"/>
            <p:cNvSpPr>
              <a:spLocks noChangeShapeType="1"/>
            </p:cNvSpPr>
            <p:nvPr/>
          </p:nvSpPr>
          <p:spPr bwMode="auto">
            <a:xfrm flipV="1">
              <a:off x="4150" y="1162"/>
              <a:ext cx="0" cy="817"/>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35910" name="Object 70"/>
            <p:cNvGraphicFramePr>
              <a:graphicFrameLocks noChangeAspect="1"/>
            </p:cNvGraphicFramePr>
            <p:nvPr>
              <p:extLst>
                <p:ext uri="{D42A27DB-BD31-4B8C-83A1-F6EECF244321}">
                  <p14:modId xmlns:p14="http://schemas.microsoft.com/office/powerpoint/2010/main" val="1954946878"/>
                </p:ext>
              </p:extLst>
            </p:nvPr>
          </p:nvGraphicFramePr>
          <p:xfrm>
            <a:off x="3712" y="981"/>
            <a:ext cx="419" cy="289"/>
          </p:xfrm>
          <a:graphic>
            <a:graphicData uri="http://schemas.openxmlformats.org/presentationml/2006/ole">
              <mc:AlternateContent xmlns:mc="http://schemas.openxmlformats.org/markup-compatibility/2006">
                <mc:Choice xmlns:v="urn:schemas-microsoft-com:vml" Requires="v">
                  <p:oleObj spid="_x0000_s112890" name="Equation" r:id="rId16" imgW="330120" imgH="228600" progId="Equation.DSMT4">
                    <p:embed/>
                  </p:oleObj>
                </mc:Choice>
                <mc:Fallback>
                  <p:oleObj name="Equation" r:id="rId16" imgW="330120" imgH="228600" progId="Equation.DSMT4">
                    <p:embed/>
                    <p:pic>
                      <p:nvPicPr>
                        <p:cNvPr id="35910" name="Object 70"/>
                        <p:cNvPicPr>
                          <a:picLocks noChangeAspect="1" noChangeArrowheads="1"/>
                        </p:cNvPicPr>
                        <p:nvPr/>
                      </p:nvPicPr>
                      <p:blipFill>
                        <a:blip r:embed="rId17"/>
                        <a:srcRect/>
                        <a:stretch>
                          <a:fillRect/>
                        </a:stretch>
                      </p:blipFill>
                      <p:spPr bwMode="auto">
                        <a:xfrm>
                          <a:off x="3712" y="981"/>
                          <a:ext cx="419" cy="2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5920" name="Group 80"/>
          <p:cNvGrpSpPr>
            <a:grpSpLocks/>
          </p:cNvGrpSpPr>
          <p:nvPr/>
        </p:nvGrpSpPr>
        <p:grpSpPr bwMode="auto">
          <a:xfrm>
            <a:off x="6588123" y="3425825"/>
            <a:ext cx="1485900" cy="409575"/>
            <a:chOff x="4150" y="1979"/>
            <a:chExt cx="936" cy="258"/>
          </a:xfrm>
        </p:grpSpPr>
        <p:sp>
          <p:nvSpPr>
            <p:cNvPr id="35904" name="Line 64"/>
            <p:cNvSpPr>
              <a:spLocks noChangeShapeType="1"/>
            </p:cNvSpPr>
            <p:nvPr/>
          </p:nvSpPr>
          <p:spPr bwMode="auto">
            <a:xfrm>
              <a:off x="4150" y="1979"/>
              <a:ext cx="68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35911" name="Object 71"/>
            <p:cNvGraphicFramePr>
              <a:graphicFrameLocks noChangeAspect="1"/>
            </p:cNvGraphicFramePr>
            <p:nvPr>
              <p:extLst>
                <p:ext uri="{D42A27DB-BD31-4B8C-83A1-F6EECF244321}">
                  <p14:modId xmlns:p14="http://schemas.microsoft.com/office/powerpoint/2010/main" val="3261531135"/>
                </p:ext>
              </p:extLst>
            </p:nvPr>
          </p:nvGraphicFramePr>
          <p:xfrm>
            <a:off x="4748" y="1979"/>
            <a:ext cx="338" cy="258"/>
          </p:xfrm>
          <a:graphic>
            <a:graphicData uri="http://schemas.openxmlformats.org/presentationml/2006/ole">
              <mc:AlternateContent xmlns:mc="http://schemas.openxmlformats.org/markup-compatibility/2006">
                <mc:Choice xmlns:v="urn:schemas-microsoft-com:vml" Requires="v">
                  <p:oleObj spid="_x0000_s112891" name="Equation" r:id="rId18" imgW="266400" imgH="203040" progId="Equation.DSMT4">
                    <p:embed/>
                  </p:oleObj>
                </mc:Choice>
                <mc:Fallback>
                  <p:oleObj name="Equation" r:id="rId18" imgW="266400" imgH="203040" progId="Equation.DSMT4">
                    <p:embed/>
                    <p:pic>
                      <p:nvPicPr>
                        <p:cNvPr id="35911" name="Object 71"/>
                        <p:cNvPicPr>
                          <a:picLocks noChangeAspect="1" noChangeArrowheads="1"/>
                        </p:cNvPicPr>
                        <p:nvPr/>
                      </p:nvPicPr>
                      <p:blipFill>
                        <a:blip r:embed="rId19"/>
                        <a:srcRect/>
                        <a:stretch>
                          <a:fillRect/>
                        </a:stretch>
                      </p:blipFill>
                      <p:spPr bwMode="auto">
                        <a:xfrm>
                          <a:off x="4748" y="1979"/>
                          <a:ext cx="338"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5923" name="Group 83"/>
          <p:cNvGrpSpPr>
            <a:grpSpLocks/>
          </p:cNvGrpSpPr>
          <p:nvPr/>
        </p:nvGrpSpPr>
        <p:grpSpPr bwMode="auto">
          <a:xfrm>
            <a:off x="6588130" y="1120775"/>
            <a:ext cx="719138" cy="1008063"/>
            <a:chOff x="4150" y="527"/>
            <a:chExt cx="453" cy="635"/>
          </a:xfrm>
        </p:grpSpPr>
        <p:sp>
          <p:nvSpPr>
            <p:cNvPr id="35906" name="Line 66"/>
            <p:cNvSpPr>
              <a:spLocks noChangeShapeType="1"/>
            </p:cNvSpPr>
            <p:nvPr/>
          </p:nvSpPr>
          <p:spPr bwMode="auto">
            <a:xfrm flipV="1">
              <a:off x="4150" y="709"/>
              <a:ext cx="0" cy="453"/>
            </a:xfrm>
            <a:prstGeom prst="line">
              <a:avLst/>
            </a:prstGeom>
            <a:noFill/>
            <a:ln w="28575">
              <a:solidFill>
                <a:schemeClr val="accent1">
                  <a:lumMod val="7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35912" name="Object 72"/>
            <p:cNvGraphicFramePr>
              <a:graphicFrameLocks noChangeAspect="1"/>
            </p:cNvGraphicFramePr>
            <p:nvPr>
              <p:extLst>
                <p:ext uri="{D42A27DB-BD31-4B8C-83A1-F6EECF244321}">
                  <p14:modId xmlns:p14="http://schemas.microsoft.com/office/powerpoint/2010/main" val="1266774161"/>
                </p:ext>
              </p:extLst>
            </p:nvPr>
          </p:nvGraphicFramePr>
          <p:xfrm>
            <a:off x="4249" y="527"/>
            <a:ext cx="354" cy="306"/>
          </p:xfrm>
          <a:graphic>
            <a:graphicData uri="http://schemas.openxmlformats.org/presentationml/2006/ole">
              <mc:AlternateContent xmlns:mc="http://schemas.openxmlformats.org/markup-compatibility/2006">
                <mc:Choice xmlns:v="urn:schemas-microsoft-com:vml" Requires="v">
                  <p:oleObj spid="_x0000_s112892" name="Equation" r:id="rId20" imgW="279360" imgH="241200" progId="Equation.DSMT4">
                    <p:embed/>
                  </p:oleObj>
                </mc:Choice>
                <mc:Fallback>
                  <p:oleObj name="Equation" r:id="rId20" imgW="279360" imgH="241200" progId="Equation.DSMT4">
                    <p:embed/>
                    <p:pic>
                      <p:nvPicPr>
                        <p:cNvPr id="35912" name="Object 72"/>
                        <p:cNvPicPr>
                          <a:picLocks noChangeAspect="1" noChangeArrowheads="1"/>
                        </p:cNvPicPr>
                        <p:nvPr/>
                      </p:nvPicPr>
                      <p:blipFill>
                        <a:blip r:embed="rId21"/>
                        <a:srcRect/>
                        <a:stretch>
                          <a:fillRect/>
                        </a:stretch>
                      </p:blipFill>
                      <p:spPr bwMode="auto">
                        <a:xfrm>
                          <a:off x="4249" y="527"/>
                          <a:ext cx="354" cy="3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5922" name="Group 82"/>
          <p:cNvGrpSpPr>
            <a:grpSpLocks/>
          </p:cNvGrpSpPr>
          <p:nvPr/>
        </p:nvGrpSpPr>
        <p:grpSpPr bwMode="auto">
          <a:xfrm>
            <a:off x="6588127" y="2200275"/>
            <a:ext cx="1570038" cy="1225550"/>
            <a:chOff x="4150" y="1207"/>
            <a:chExt cx="989" cy="772"/>
          </a:xfrm>
        </p:grpSpPr>
        <p:sp>
          <p:nvSpPr>
            <p:cNvPr id="35907" name="Line 67"/>
            <p:cNvSpPr>
              <a:spLocks noChangeShapeType="1"/>
            </p:cNvSpPr>
            <p:nvPr/>
          </p:nvSpPr>
          <p:spPr bwMode="auto">
            <a:xfrm flipV="1">
              <a:off x="4150" y="1207"/>
              <a:ext cx="590" cy="772"/>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35913" name="Object 73"/>
            <p:cNvGraphicFramePr>
              <a:graphicFrameLocks noChangeAspect="1"/>
            </p:cNvGraphicFramePr>
            <p:nvPr>
              <p:extLst>
                <p:ext uri="{D42A27DB-BD31-4B8C-83A1-F6EECF244321}">
                  <p14:modId xmlns:p14="http://schemas.microsoft.com/office/powerpoint/2010/main" val="18430964"/>
                </p:ext>
              </p:extLst>
            </p:nvPr>
          </p:nvGraphicFramePr>
          <p:xfrm>
            <a:off x="4749" y="1244"/>
            <a:ext cx="390" cy="337"/>
          </p:xfrm>
          <a:graphic>
            <a:graphicData uri="http://schemas.openxmlformats.org/presentationml/2006/ole">
              <mc:AlternateContent xmlns:mc="http://schemas.openxmlformats.org/markup-compatibility/2006">
                <mc:Choice xmlns:v="urn:schemas-microsoft-com:vml" Requires="v">
                  <p:oleObj spid="_x0000_s112893" name="Equation" r:id="rId22" imgW="279360" imgH="241200" progId="Equation.DSMT4">
                    <p:embed/>
                  </p:oleObj>
                </mc:Choice>
                <mc:Fallback>
                  <p:oleObj name="Equation" r:id="rId22" imgW="279360" imgH="241200" progId="Equation.DSMT4">
                    <p:embed/>
                    <p:pic>
                      <p:nvPicPr>
                        <p:cNvPr id="35913" name="Object 73"/>
                        <p:cNvPicPr>
                          <a:picLocks noChangeAspect="1" noChangeArrowheads="1"/>
                        </p:cNvPicPr>
                        <p:nvPr/>
                      </p:nvPicPr>
                      <p:blipFill>
                        <a:blip r:embed="rId23"/>
                        <a:srcRect/>
                        <a:stretch>
                          <a:fillRect/>
                        </a:stretch>
                      </p:blipFill>
                      <p:spPr bwMode="auto">
                        <a:xfrm>
                          <a:off x="4749" y="1244"/>
                          <a:ext cx="390" cy="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5914" name="Line 74"/>
          <p:cNvSpPr>
            <a:spLocks noChangeShapeType="1"/>
          </p:cNvSpPr>
          <p:nvPr/>
        </p:nvSpPr>
        <p:spPr bwMode="auto">
          <a:xfrm flipV="1">
            <a:off x="6588125" y="1481138"/>
            <a:ext cx="1008063" cy="1944687"/>
          </a:xfrm>
          <a:prstGeom prst="line">
            <a:avLst/>
          </a:prstGeom>
          <a:noFill/>
          <a:ln w="28575">
            <a:solidFill>
              <a:srgbClr val="7030A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35915" name="Object 75"/>
          <p:cNvGraphicFramePr>
            <a:graphicFrameLocks noChangeAspect="1"/>
          </p:cNvGraphicFramePr>
          <p:nvPr>
            <p:extLst>
              <p:ext uri="{D42A27DB-BD31-4B8C-83A1-F6EECF244321}">
                <p14:modId xmlns:p14="http://schemas.microsoft.com/office/powerpoint/2010/main" val="722879423"/>
              </p:ext>
            </p:extLst>
          </p:nvPr>
        </p:nvGraphicFramePr>
        <p:xfrm>
          <a:off x="7680325" y="1481138"/>
          <a:ext cx="561975" cy="484187"/>
        </p:xfrm>
        <a:graphic>
          <a:graphicData uri="http://schemas.openxmlformats.org/presentationml/2006/ole">
            <mc:AlternateContent xmlns:mc="http://schemas.openxmlformats.org/markup-compatibility/2006">
              <mc:Choice xmlns:v="urn:schemas-microsoft-com:vml" Requires="v">
                <p:oleObj spid="_x0000_s112894" name="Equation" r:id="rId24" imgW="279360" imgH="241200" progId="Equation.DSMT4">
                  <p:embed/>
                </p:oleObj>
              </mc:Choice>
              <mc:Fallback>
                <p:oleObj name="Equation" r:id="rId24" imgW="279360" imgH="241200" progId="Equation.DSMT4">
                  <p:embed/>
                  <p:pic>
                    <p:nvPicPr>
                      <p:cNvPr id="35915" name="Object 75"/>
                      <p:cNvPicPr>
                        <a:picLocks noChangeAspect="1" noChangeArrowheads="1"/>
                      </p:cNvPicPr>
                      <p:nvPr/>
                    </p:nvPicPr>
                    <p:blipFill>
                      <a:blip r:embed="rId25"/>
                      <a:srcRect/>
                      <a:stretch>
                        <a:fillRect/>
                      </a:stretch>
                    </p:blipFill>
                    <p:spPr bwMode="auto">
                      <a:xfrm>
                        <a:off x="7680325" y="1481138"/>
                        <a:ext cx="561975"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5934" name="Group 94"/>
          <p:cNvGrpSpPr>
            <a:grpSpLocks/>
          </p:cNvGrpSpPr>
          <p:nvPr/>
        </p:nvGrpSpPr>
        <p:grpSpPr bwMode="auto">
          <a:xfrm>
            <a:off x="1187450" y="981075"/>
            <a:ext cx="3598863" cy="2174875"/>
            <a:chOff x="379" y="1797"/>
            <a:chExt cx="2267" cy="1370"/>
          </a:xfrm>
        </p:grpSpPr>
        <p:sp>
          <p:nvSpPr>
            <p:cNvPr id="35935" name="Text Box 95"/>
            <p:cNvSpPr txBox="1">
              <a:spLocks noChangeArrowheads="1"/>
            </p:cNvSpPr>
            <p:nvPr/>
          </p:nvSpPr>
          <p:spPr bwMode="auto">
            <a:xfrm>
              <a:off x="1655" y="1797"/>
              <a:ext cx="57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ea typeface="宋体" panose="02010600030101010101" pitchFamily="2" charset="-122"/>
                </a:rPr>
                <a:t>j40</a:t>
              </a:r>
              <a:r>
                <a:rPr kumimoji="1" lang="en-US" altLang="zh-CN" sz="2800" b="0">
                  <a:latin typeface="Symbol" panose="05050102010706020507" pitchFamily="18" charset="2"/>
                  <a:ea typeface="宋体" panose="02010600030101010101" pitchFamily="2" charset="-122"/>
                </a:rPr>
                <a:t>W</a:t>
              </a:r>
              <a:endParaRPr kumimoji="1" lang="en-US" altLang="zh-CN" sz="2800" b="0">
                <a:ea typeface="宋体" panose="02010600030101010101" pitchFamily="2" charset="-122"/>
              </a:endParaRPr>
            </a:p>
          </p:txBody>
        </p:sp>
        <p:sp>
          <p:nvSpPr>
            <p:cNvPr id="35936" name="Text Box 96"/>
            <p:cNvSpPr txBox="1">
              <a:spLocks noChangeArrowheads="1"/>
            </p:cNvSpPr>
            <p:nvPr/>
          </p:nvSpPr>
          <p:spPr bwMode="auto">
            <a:xfrm>
              <a:off x="1985" y="2432"/>
              <a:ext cx="40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j</a:t>
              </a:r>
              <a:r>
                <a:rPr kumimoji="1" lang="en-US" altLang="zh-CN" sz="2800" b="0" i="1">
                  <a:latin typeface="Times New Roman" panose="02020603050405020304" pitchFamily="18" charset="0"/>
                  <a:ea typeface="宋体" panose="02010600030101010101" pitchFamily="2" charset="-122"/>
                </a:rPr>
                <a:t>X</a:t>
              </a:r>
              <a:r>
                <a:rPr kumimoji="1" lang="en-US" altLang="zh-CN" sz="2800" b="0" baseline="-25000">
                  <a:latin typeface="Times New Roman" panose="02020603050405020304" pitchFamily="18" charset="0"/>
                  <a:ea typeface="宋体" panose="02010600030101010101" pitchFamily="2" charset="-122"/>
                </a:rPr>
                <a:t>L</a:t>
              </a:r>
            </a:p>
          </p:txBody>
        </p:sp>
        <p:sp>
          <p:nvSpPr>
            <p:cNvPr id="35937" name="Text Box 97"/>
            <p:cNvSpPr txBox="1">
              <a:spLocks noChangeArrowheads="1"/>
            </p:cNvSpPr>
            <p:nvPr/>
          </p:nvSpPr>
          <p:spPr bwMode="auto">
            <a:xfrm>
              <a:off x="947" y="1823"/>
              <a:ext cx="51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ea typeface="宋体" panose="02010600030101010101" pitchFamily="2" charset="-122"/>
                </a:rPr>
                <a:t>30</a:t>
              </a:r>
              <a:r>
                <a:rPr kumimoji="1" lang="en-US" altLang="zh-CN" sz="2800" b="0">
                  <a:latin typeface="Symbol" panose="05050102010706020507" pitchFamily="18" charset="2"/>
                  <a:ea typeface="宋体" panose="02010600030101010101" pitchFamily="2" charset="-122"/>
                </a:rPr>
                <a:t>W</a:t>
              </a:r>
              <a:endParaRPr kumimoji="1" lang="en-US" altLang="zh-CN" sz="2800" b="0">
                <a:ea typeface="宋体" panose="02010600030101010101" pitchFamily="2" charset="-122"/>
              </a:endParaRPr>
            </a:p>
          </p:txBody>
        </p:sp>
        <p:sp>
          <p:nvSpPr>
            <p:cNvPr id="35938" name="Line 98"/>
            <p:cNvSpPr>
              <a:spLocks noChangeShapeType="1"/>
            </p:cNvSpPr>
            <p:nvPr/>
          </p:nvSpPr>
          <p:spPr bwMode="auto">
            <a:xfrm flipV="1">
              <a:off x="748" y="2205"/>
              <a:ext cx="816"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35939" name="Line 99"/>
            <p:cNvSpPr>
              <a:spLocks noChangeShapeType="1"/>
            </p:cNvSpPr>
            <p:nvPr/>
          </p:nvSpPr>
          <p:spPr bwMode="auto">
            <a:xfrm>
              <a:off x="703" y="3022"/>
              <a:ext cx="1678"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35940" name="Line 100"/>
            <p:cNvSpPr>
              <a:spLocks noChangeShapeType="1"/>
            </p:cNvSpPr>
            <p:nvPr/>
          </p:nvSpPr>
          <p:spPr bwMode="auto">
            <a:xfrm>
              <a:off x="2381" y="2750"/>
              <a:ext cx="0" cy="272"/>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35941" name="Line 101"/>
            <p:cNvSpPr>
              <a:spLocks noChangeShapeType="1"/>
            </p:cNvSpPr>
            <p:nvPr/>
          </p:nvSpPr>
          <p:spPr bwMode="auto">
            <a:xfrm>
              <a:off x="1973" y="2205"/>
              <a:ext cx="408"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35942" name="Line 102"/>
            <p:cNvSpPr>
              <a:spLocks noChangeShapeType="1"/>
            </p:cNvSpPr>
            <p:nvPr/>
          </p:nvSpPr>
          <p:spPr bwMode="auto">
            <a:xfrm>
              <a:off x="2381" y="2205"/>
              <a:ext cx="0" cy="136"/>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35943" name="Oval 103"/>
            <p:cNvSpPr>
              <a:spLocks noChangeArrowheads="1"/>
            </p:cNvSpPr>
            <p:nvPr/>
          </p:nvSpPr>
          <p:spPr bwMode="auto">
            <a:xfrm>
              <a:off x="657" y="2159"/>
              <a:ext cx="91" cy="91"/>
            </a:xfrm>
            <a:prstGeom prst="ellipse">
              <a:avLst/>
            </a:prstGeom>
            <a:noFill/>
            <a:ln w="28575">
              <a:solidFill>
                <a:srgbClr val="FFCC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35944" name="Oval 104"/>
            <p:cNvSpPr>
              <a:spLocks noChangeArrowheads="1"/>
            </p:cNvSpPr>
            <p:nvPr/>
          </p:nvSpPr>
          <p:spPr bwMode="auto">
            <a:xfrm>
              <a:off x="612" y="2976"/>
              <a:ext cx="91" cy="91"/>
            </a:xfrm>
            <a:prstGeom prst="ellipse">
              <a:avLst/>
            </a:prstGeom>
            <a:noFill/>
            <a:ln w="28575">
              <a:solidFill>
                <a:srgbClr val="FFCC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35945" name="Text Box 105"/>
            <p:cNvSpPr txBox="1">
              <a:spLocks noChangeArrowheads="1"/>
            </p:cNvSpPr>
            <p:nvPr/>
          </p:nvSpPr>
          <p:spPr bwMode="auto">
            <a:xfrm>
              <a:off x="385" y="2840"/>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C</a:t>
              </a:r>
            </a:p>
          </p:txBody>
        </p:sp>
        <p:sp>
          <p:nvSpPr>
            <p:cNvPr id="35946" name="Text Box 106"/>
            <p:cNvSpPr txBox="1">
              <a:spLocks noChangeArrowheads="1"/>
            </p:cNvSpPr>
            <p:nvPr/>
          </p:nvSpPr>
          <p:spPr bwMode="auto">
            <a:xfrm>
              <a:off x="2381" y="1979"/>
              <a:ext cx="26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B</a:t>
              </a:r>
            </a:p>
          </p:txBody>
        </p:sp>
        <p:sp>
          <p:nvSpPr>
            <p:cNvPr id="35947" name="Text Box 107"/>
            <p:cNvSpPr txBox="1">
              <a:spLocks noChangeArrowheads="1"/>
            </p:cNvSpPr>
            <p:nvPr/>
          </p:nvSpPr>
          <p:spPr bwMode="auto">
            <a:xfrm>
              <a:off x="379" y="2024"/>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A</a:t>
              </a:r>
            </a:p>
          </p:txBody>
        </p:sp>
        <p:grpSp>
          <p:nvGrpSpPr>
            <p:cNvPr id="35948" name="Group 108"/>
            <p:cNvGrpSpPr>
              <a:grpSpLocks/>
            </p:cNvGrpSpPr>
            <p:nvPr/>
          </p:nvGrpSpPr>
          <p:grpSpPr bwMode="auto">
            <a:xfrm rot="5400000">
              <a:off x="1927" y="2251"/>
              <a:ext cx="499" cy="590"/>
              <a:chOff x="476" y="663"/>
              <a:chExt cx="771" cy="862"/>
            </a:xfrm>
          </p:grpSpPr>
          <p:sp>
            <p:nvSpPr>
              <p:cNvPr id="35949" name="AutoShape 109"/>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35950" name="AutoShape 110"/>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35951" name="AutoShape 111"/>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sp>
          <p:nvSpPr>
            <p:cNvPr id="35952" name="Rectangle 112"/>
            <p:cNvSpPr>
              <a:spLocks noChangeArrowheads="1"/>
            </p:cNvSpPr>
            <p:nvPr/>
          </p:nvSpPr>
          <p:spPr bwMode="auto">
            <a:xfrm>
              <a:off x="1020" y="2160"/>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35953" name="Group 113"/>
            <p:cNvGrpSpPr>
              <a:grpSpLocks/>
            </p:cNvGrpSpPr>
            <p:nvPr/>
          </p:nvGrpSpPr>
          <p:grpSpPr bwMode="auto">
            <a:xfrm>
              <a:off x="1519" y="2115"/>
              <a:ext cx="499" cy="590"/>
              <a:chOff x="476" y="663"/>
              <a:chExt cx="771" cy="862"/>
            </a:xfrm>
          </p:grpSpPr>
          <p:sp>
            <p:nvSpPr>
              <p:cNvPr id="35954" name="AutoShape 114"/>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35955" name="AutoShape 115"/>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35956" name="AutoShape 116"/>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grpSp>
    </p:spTree>
    <p:extLst>
      <p:ext uri="{BB962C8B-B14F-4D97-AF65-F5344CB8AC3E}">
        <p14:creationId xmlns:p14="http://schemas.microsoft.com/office/powerpoint/2010/main" val="16939328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withEffect">
                                  <p:stCondLst>
                                    <p:cond delay="0"/>
                                  </p:stCondLst>
                                  <p:childTnLst>
                                    <p:set>
                                      <p:cBhvr>
                                        <p:cTn id="6" dur="1" fill="hold">
                                          <p:stCondLst>
                                            <p:cond delay="0"/>
                                          </p:stCondLst>
                                        </p:cTn>
                                        <p:tgtEl>
                                          <p:spTgt spid="35842"/>
                                        </p:tgtEl>
                                        <p:attrNameLst>
                                          <p:attrName>style.visibility</p:attrName>
                                        </p:attrNameLst>
                                      </p:cBhvr>
                                      <p:to>
                                        <p:strVal val="visible"/>
                                      </p:to>
                                    </p:set>
                                    <p:anim calcmode="lin" valueType="num">
                                      <p:cBhvr>
                                        <p:cTn id="7" dur="1000" fill="hold"/>
                                        <p:tgtEl>
                                          <p:spTgt spid="35842"/>
                                        </p:tgtEl>
                                        <p:attrNameLst>
                                          <p:attrName>ppt_w</p:attrName>
                                        </p:attrNameLst>
                                      </p:cBhvr>
                                      <p:tavLst>
                                        <p:tav tm="0">
                                          <p:val>
                                            <p:fltVal val="0"/>
                                          </p:val>
                                        </p:tav>
                                        <p:tav tm="100000">
                                          <p:val>
                                            <p:strVal val="#ppt_w"/>
                                          </p:val>
                                        </p:tav>
                                      </p:tavLst>
                                    </p:anim>
                                    <p:anim calcmode="lin" valueType="num">
                                      <p:cBhvr>
                                        <p:cTn id="8" dur="1000" fill="hold"/>
                                        <p:tgtEl>
                                          <p:spTgt spid="35842"/>
                                        </p:tgtEl>
                                        <p:attrNameLst>
                                          <p:attrName>ppt_h</p:attrName>
                                        </p:attrNameLst>
                                      </p:cBhvr>
                                      <p:tavLst>
                                        <p:tav tm="0">
                                          <p:val>
                                            <p:fltVal val="0"/>
                                          </p:val>
                                        </p:tav>
                                        <p:tav tm="100000">
                                          <p:val>
                                            <p:strVal val="#ppt_h"/>
                                          </p:val>
                                        </p:tav>
                                      </p:tavLst>
                                    </p:anim>
                                    <p:anim calcmode="lin" valueType="num">
                                      <p:cBhvr>
                                        <p:cTn id="9" dur="1000" fill="hold"/>
                                        <p:tgtEl>
                                          <p:spTgt spid="3584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5842"/>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3" presetClass="entr" presetSubtype="10" fill="hold" nodeType="afterEffect">
                                  <p:stCondLst>
                                    <p:cond delay="0"/>
                                  </p:stCondLst>
                                  <p:childTnLst>
                                    <p:set>
                                      <p:cBhvr>
                                        <p:cTn id="13" dur="1" fill="hold">
                                          <p:stCondLst>
                                            <p:cond delay="0"/>
                                          </p:stCondLst>
                                        </p:cTn>
                                        <p:tgtEl>
                                          <p:spTgt spid="35934"/>
                                        </p:tgtEl>
                                        <p:attrNameLst>
                                          <p:attrName>style.visibility</p:attrName>
                                        </p:attrNameLst>
                                      </p:cBhvr>
                                      <p:to>
                                        <p:strVal val="visible"/>
                                      </p:to>
                                    </p:set>
                                    <p:animEffect transition="in" filter="blinds(horizontal)">
                                      <p:cBhvr>
                                        <p:cTn id="14" dur="500"/>
                                        <p:tgtEl>
                                          <p:spTgt spid="35934"/>
                                        </p:tgtEl>
                                      </p:cBhvr>
                                    </p:animEffect>
                                  </p:childTnLst>
                                </p:cTn>
                              </p:par>
                            </p:childTnLst>
                          </p:cTn>
                        </p:par>
                        <p:par>
                          <p:cTn id="15" fill="hold" nodeType="afterGroup">
                            <p:stCondLst>
                              <p:cond delay="1500"/>
                            </p:stCondLst>
                            <p:childTnLst>
                              <p:par>
                                <p:cTn id="16" presetID="22" presetClass="entr" presetSubtype="8" fill="hold" nodeType="afterEffect">
                                  <p:stCondLst>
                                    <p:cond delay="0"/>
                                  </p:stCondLst>
                                  <p:childTnLst>
                                    <p:set>
                                      <p:cBhvr>
                                        <p:cTn id="17" dur="1" fill="hold">
                                          <p:stCondLst>
                                            <p:cond delay="0"/>
                                          </p:stCondLst>
                                        </p:cTn>
                                        <p:tgtEl>
                                          <p:spTgt spid="35843"/>
                                        </p:tgtEl>
                                        <p:attrNameLst>
                                          <p:attrName>style.visibility</p:attrName>
                                        </p:attrNameLst>
                                      </p:cBhvr>
                                      <p:to>
                                        <p:strVal val="visible"/>
                                      </p:to>
                                    </p:set>
                                    <p:animEffect transition="in" filter="wipe(left)">
                                      <p:cBhvr>
                                        <p:cTn id="18" dur="1000"/>
                                        <p:tgtEl>
                                          <p:spTgt spid="3584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35897"/>
                                        </p:tgtEl>
                                        <p:attrNameLst>
                                          <p:attrName>style.visibility</p:attrName>
                                        </p:attrNameLst>
                                      </p:cBhvr>
                                      <p:to>
                                        <p:strVal val="visible"/>
                                      </p:to>
                                    </p:set>
                                    <p:anim calcmode="lin" valueType="num">
                                      <p:cBhvr>
                                        <p:cTn id="23" dur="1000" fill="hold"/>
                                        <p:tgtEl>
                                          <p:spTgt spid="35897"/>
                                        </p:tgtEl>
                                        <p:attrNameLst>
                                          <p:attrName>ppt_w</p:attrName>
                                        </p:attrNameLst>
                                      </p:cBhvr>
                                      <p:tavLst>
                                        <p:tav tm="0">
                                          <p:val>
                                            <p:fltVal val="0"/>
                                          </p:val>
                                        </p:tav>
                                        <p:tav tm="100000">
                                          <p:val>
                                            <p:strVal val="#ppt_w"/>
                                          </p:val>
                                        </p:tav>
                                      </p:tavLst>
                                    </p:anim>
                                    <p:anim calcmode="lin" valueType="num">
                                      <p:cBhvr>
                                        <p:cTn id="24" dur="1000" fill="hold"/>
                                        <p:tgtEl>
                                          <p:spTgt spid="35897"/>
                                        </p:tgtEl>
                                        <p:attrNameLst>
                                          <p:attrName>ppt_h</p:attrName>
                                        </p:attrNameLst>
                                      </p:cBhvr>
                                      <p:tavLst>
                                        <p:tav tm="0">
                                          <p:val>
                                            <p:fltVal val="0"/>
                                          </p:val>
                                        </p:tav>
                                        <p:tav tm="100000">
                                          <p:val>
                                            <p:strVal val="#ppt_h"/>
                                          </p:val>
                                        </p:tav>
                                      </p:tavLst>
                                    </p:anim>
                                    <p:anim calcmode="lin" valueType="num">
                                      <p:cBhvr>
                                        <p:cTn id="25" dur="1000" fill="hold"/>
                                        <p:tgtEl>
                                          <p:spTgt spid="35897"/>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3589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32" fill="hold" nodeType="clickEffect">
                                  <p:stCondLst>
                                    <p:cond delay="0"/>
                                  </p:stCondLst>
                                  <p:childTnLst>
                                    <p:set>
                                      <p:cBhvr>
                                        <p:cTn id="30" dur="1" fill="hold">
                                          <p:stCondLst>
                                            <p:cond delay="0"/>
                                          </p:stCondLst>
                                        </p:cTn>
                                        <p:tgtEl>
                                          <p:spTgt spid="35896"/>
                                        </p:tgtEl>
                                        <p:attrNameLst>
                                          <p:attrName>style.visibility</p:attrName>
                                        </p:attrNameLst>
                                      </p:cBhvr>
                                      <p:to>
                                        <p:strVal val="visible"/>
                                      </p:to>
                                    </p:set>
                                    <p:anim calcmode="lin" valueType="num">
                                      <p:cBhvr>
                                        <p:cTn id="31" dur="1000" fill="hold"/>
                                        <p:tgtEl>
                                          <p:spTgt spid="35896"/>
                                        </p:tgtEl>
                                        <p:attrNameLst>
                                          <p:attrName>ppt_w</p:attrName>
                                        </p:attrNameLst>
                                      </p:cBhvr>
                                      <p:tavLst>
                                        <p:tav tm="0">
                                          <p:val>
                                            <p:strVal val="4*#ppt_w"/>
                                          </p:val>
                                        </p:tav>
                                        <p:tav tm="100000">
                                          <p:val>
                                            <p:strVal val="#ppt_w"/>
                                          </p:val>
                                        </p:tav>
                                      </p:tavLst>
                                    </p:anim>
                                    <p:anim calcmode="lin" valueType="num">
                                      <p:cBhvr>
                                        <p:cTn id="32" dur="1000" fill="hold"/>
                                        <p:tgtEl>
                                          <p:spTgt spid="35896"/>
                                        </p:tgtEl>
                                        <p:attrNameLst>
                                          <p:attrName>ppt_h</p:attrName>
                                        </p:attrNameLst>
                                      </p:cBhvr>
                                      <p:tavLst>
                                        <p:tav tm="0">
                                          <p:val>
                                            <p:strVal val="4*#ppt_h"/>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35920"/>
                                        </p:tgtEl>
                                        <p:attrNameLst>
                                          <p:attrName>style.visibility</p:attrName>
                                        </p:attrNameLst>
                                      </p:cBhvr>
                                      <p:to>
                                        <p:strVal val="visible"/>
                                      </p:to>
                                    </p:set>
                                    <p:animEffect transition="in" filter="wipe(left)">
                                      <p:cBhvr>
                                        <p:cTn id="37" dur="1000"/>
                                        <p:tgtEl>
                                          <p:spTgt spid="3592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35921"/>
                                        </p:tgtEl>
                                        <p:attrNameLst>
                                          <p:attrName>style.visibility</p:attrName>
                                        </p:attrNameLst>
                                      </p:cBhvr>
                                      <p:to>
                                        <p:strVal val="visible"/>
                                      </p:to>
                                    </p:set>
                                    <p:animEffect transition="in" filter="wipe(down)">
                                      <p:cBhvr>
                                        <p:cTn id="42" dur="1000"/>
                                        <p:tgtEl>
                                          <p:spTgt spid="3592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35922"/>
                                        </p:tgtEl>
                                        <p:attrNameLst>
                                          <p:attrName>style.visibility</p:attrName>
                                        </p:attrNameLst>
                                      </p:cBhvr>
                                      <p:to>
                                        <p:strVal val="visible"/>
                                      </p:to>
                                    </p:set>
                                    <p:animEffect transition="in" filter="wipe(down)">
                                      <p:cBhvr>
                                        <p:cTn id="47" dur="1000"/>
                                        <p:tgtEl>
                                          <p:spTgt spid="3592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35898"/>
                                        </p:tgtEl>
                                        <p:attrNameLst>
                                          <p:attrName>style.visibility</p:attrName>
                                        </p:attrNameLst>
                                      </p:cBhvr>
                                      <p:to>
                                        <p:strVal val="visible"/>
                                      </p:to>
                                    </p:set>
                                    <p:animEffect transition="in" filter="wipe(left)">
                                      <p:cBhvr>
                                        <p:cTn id="52" dur="2000"/>
                                        <p:tgtEl>
                                          <p:spTgt spid="3589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8" fill="hold" nodeType="clickEffect">
                                  <p:stCondLst>
                                    <p:cond delay="0"/>
                                  </p:stCondLst>
                                  <p:childTnLst>
                                    <p:set>
                                      <p:cBhvr>
                                        <p:cTn id="56" dur="1" fill="hold">
                                          <p:stCondLst>
                                            <p:cond delay="0"/>
                                          </p:stCondLst>
                                        </p:cTn>
                                        <p:tgtEl>
                                          <p:spTgt spid="35899"/>
                                        </p:tgtEl>
                                        <p:attrNameLst>
                                          <p:attrName>style.visibility</p:attrName>
                                        </p:attrNameLst>
                                      </p:cBhvr>
                                      <p:to>
                                        <p:strVal val="visible"/>
                                      </p:to>
                                    </p:set>
                                    <p:animEffect transition="in" filter="slide(fromLeft)">
                                      <p:cBhvr>
                                        <p:cTn id="57" dur="500"/>
                                        <p:tgtEl>
                                          <p:spTgt spid="35899"/>
                                        </p:tgtEl>
                                      </p:cBhvr>
                                    </p:animEffect>
                                  </p:childTnLst>
                                </p:cTn>
                              </p:par>
                            </p:childTnLst>
                          </p:cTn>
                        </p:par>
                        <p:par>
                          <p:cTn id="58" fill="hold" nodeType="afterGroup">
                            <p:stCondLst>
                              <p:cond delay="500"/>
                            </p:stCondLst>
                            <p:childTnLst>
                              <p:par>
                                <p:cTn id="59" presetID="22" presetClass="entr" presetSubtype="8" fill="hold" nodeType="afterEffect">
                                  <p:stCondLst>
                                    <p:cond delay="0"/>
                                  </p:stCondLst>
                                  <p:childTnLst>
                                    <p:set>
                                      <p:cBhvr>
                                        <p:cTn id="60" dur="1" fill="hold">
                                          <p:stCondLst>
                                            <p:cond delay="0"/>
                                          </p:stCondLst>
                                        </p:cTn>
                                        <p:tgtEl>
                                          <p:spTgt spid="35900"/>
                                        </p:tgtEl>
                                        <p:attrNameLst>
                                          <p:attrName>style.visibility</p:attrName>
                                        </p:attrNameLst>
                                      </p:cBhvr>
                                      <p:to>
                                        <p:strVal val="visible"/>
                                      </p:to>
                                    </p:set>
                                    <p:animEffect transition="in" filter="wipe(left)">
                                      <p:cBhvr>
                                        <p:cTn id="61" dur="2000"/>
                                        <p:tgtEl>
                                          <p:spTgt spid="35900"/>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4" fill="hold" nodeType="clickEffect">
                                  <p:stCondLst>
                                    <p:cond delay="0"/>
                                  </p:stCondLst>
                                  <p:childTnLst>
                                    <p:set>
                                      <p:cBhvr>
                                        <p:cTn id="65" dur="1" fill="hold">
                                          <p:stCondLst>
                                            <p:cond delay="0"/>
                                          </p:stCondLst>
                                        </p:cTn>
                                        <p:tgtEl>
                                          <p:spTgt spid="35923"/>
                                        </p:tgtEl>
                                        <p:attrNameLst>
                                          <p:attrName>style.visibility</p:attrName>
                                        </p:attrNameLst>
                                      </p:cBhvr>
                                      <p:to>
                                        <p:strVal val="visible"/>
                                      </p:to>
                                    </p:set>
                                    <p:animEffect transition="in" filter="wipe(down)">
                                      <p:cBhvr>
                                        <p:cTn id="66" dur="1000"/>
                                        <p:tgtEl>
                                          <p:spTgt spid="35923"/>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4" fill="hold" nodeType="clickEffect">
                                  <p:stCondLst>
                                    <p:cond delay="0"/>
                                  </p:stCondLst>
                                  <p:childTnLst>
                                    <p:set>
                                      <p:cBhvr>
                                        <p:cTn id="70" dur="1" fill="hold">
                                          <p:stCondLst>
                                            <p:cond delay="0"/>
                                          </p:stCondLst>
                                        </p:cTn>
                                        <p:tgtEl>
                                          <p:spTgt spid="35914"/>
                                        </p:tgtEl>
                                        <p:attrNameLst>
                                          <p:attrName>style.visibility</p:attrName>
                                        </p:attrNameLst>
                                      </p:cBhvr>
                                      <p:to>
                                        <p:strVal val="visible"/>
                                      </p:to>
                                    </p:set>
                                    <p:animEffect transition="in" filter="wipe(down)">
                                      <p:cBhvr>
                                        <p:cTn id="71" dur="500"/>
                                        <p:tgtEl>
                                          <p:spTgt spid="35914"/>
                                        </p:tgtEl>
                                      </p:cBhvr>
                                    </p:animEffect>
                                  </p:childTnLst>
                                </p:cTn>
                              </p:par>
                            </p:childTnLst>
                          </p:cTn>
                        </p:par>
                        <p:par>
                          <p:cTn id="72" fill="hold" nodeType="afterGroup">
                            <p:stCondLst>
                              <p:cond delay="500"/>
                            </p:stCondLst>
                            <p:childTnLst>
                              <p:par>
                                <p:cTn id="73" presetID="12" presetClass="entr" presetSubtype="4" fill="hold" nodeType="afterEffect">
                                  <p:stCondLst>
                                    <p:cond delay="0"/>
                                  </p:stCondLst>
                                  <p:childTnLst>
                                    <p:set>
                                      <p:cBhvr>
                                        <p:cTn id="74" dur="1" fill="hold">
                                          <p:stCondLst>
                                            <p:cond delay="0"/>
                                          </p:stCondLst>
                                        </p:cTn>
                                        <p:tgtEl>
                                          <p:spTgt spid="35915"/>
                                        </p:tgtEl>
                                        <p:attrNameLst>
                                          <p:attrName>style.visibility</p:attrName>
                                        </p:attrNameLst>
                                      </p:cBhvr>
                                      <p:to>
                                        <p:strVal val="visible"/>
                                      </p:to>
                                    </p:set>
                                    <p:animEffect transition="in" filter="slide(fromBottom)">
                                      <p:cBhvr>
                                        <p:cTn id="75" dur="500"/>
                                        <p:tgtEl>
                                          <p:spTgt spid="35915"/>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35901"/>
                                        </p:tgtEl>
                                        <p:attrNameLst>
                                          <p:attrName>style.visibility</p:attrName>
                                        </p:attrNameLst>
                                      </p:cBhvr>
                                      <p:to>
                                        <p:strVal val="visible"/>
                                      </p:to>
                                    </p:set>
                                    <p:animEffect transition="in" filter="wipe(left)">
                                      <p:cBhvr>
                                        <p:cTn id="80" dur="2000"/>
                                        <p:tgtEl>
                                          <p:spTgt spid="35901"/>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12" presetClass="entr" presetSubtype="8" fill="hold" nodeType="clickEffect">
                                  <p:stCondLst>
                                    <p:cond delay="0"/>
                                  </p:stCondLst>
                                  <p:childTnLst>
                                    <p:set>
                                      <p:cBhvr>
                                        <p:cTn id="84" dur="1" fill="hold">
                                          <p:stCondLst>
                                            <p:cond delay="0"/>
                                          </p:stCondLst>
                                        </p:cTn>
                                        <p:tgtEl>
                                          <p:spTgt spid="35902"/>
                                        </p:tgtEl>
                                        <p:attrNameLst>
                                          <p:attrName>style.visibility</p:attrName>
                                        </p:attrNameLst>
                                      </p:cBhvr>
                                      <p:to>
                                        <p:strVal val="visible"/>
                                      </p:to>
                                    </p:set>
                                    <p:animEffect transition="in" filter="slide(fromLeft)">
                                      <p:cBhvr>
                                        <p:cTn id="85" dur="500"/>
                                        <p:tgtEl>
                                          <p:spTgt spid="35902"/>
                                        </p:tgtEl>
                                      </p:cBhvr>
                                    </p:animEffect>
                                  </p:childTnLst>
                                </p:cTn>
                              </p:par>
                            </p:childTnLst>
                          </p:cTn>
                        </p:par>
                        <p:par>
                          <p:cTn id="86" fill="hold" nodeType="afterGroup">
                            <p:stCondLst>
                              <p:cond delay="500"/>
                            </p:stCondLst>
                            <p:childTnLst>
                              <p:par>
                                <p:cTn id="87" presetID="22" presetClass="entr" presetSubtype="8" fill="hold" nodeType="afterEffect">
                                  <p:stCondLst>
                                    <p:cond delay="0"/>
                                  </p:stCondLst>
                                  <p:childTnLst>
                                    <p:set>
                                      <p:cBhvr>
                                        <p:cTn id="88" dur="1" fill="hold">
                                          <p:stCondLst>
                                            <p:cond delay="0"/>
                                          </p:stCondLst>
                                        </p:cTn>
                                        <p:tgtEl>
                                          <p:spTgt spid="35903"/>
                                        </p:tgtEl>
                                        <p:attrNameLst>
                                          <p:attrName>style.visibility</p:attrName>
                                        </p:attrNameLst>
                                      </p:cBhvr>
                                      <p:to>
                                        <p:strVal val="visible"/>
                                      </p:to>
                                    </p:set>
                                    <p:animEffect transition="in" filter="wipe(left)">
                                      <p:cBhvr>
                                        <p:cTn id="89" dur="2000"/>
                                        <p:tgtEl>
                                          <p:spTgt spid="359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p:bldP spid="3589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p:cNvSpPr txBox="1">
            <a:spLocks noChangeArrowheads="1"/>
          </p:cNvSpPr>
          <p:nvPr/>
        </p:nvSpPr>
        <p:spPr bwMode="auto">
          <a:xfrm>
            <a:off x="395288" y="549275"/>
            <a:ext cx="760543" cy="523220"/>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8000" rIns="198000">
            <a:spAutoFit/>
          </a:bodyPr>
          <a:lstStyle/>
          <a:p>
            <a:pPr>
              <a:spcBef>
                <a:spcPct val="50000"/>
              </a:spcBef>
            </a:pPr>
            <a:r>
              <a:rPr lang="zh-CN" altLang="en-US" sz="2800" dirty="0">
                <a:latin typeface="宋体" panose="02010600030101010101" pitchFamily="2" charset="-122"/>
                <a:ea typeface="宋体" panose="02010600030101010101" pitchFamily="2" charset="-122"/>
              </a:rPr>
              <a:t>例</a:t>
            </a:r>
            <a:endParaRPr lang="en-US" altLang="zh-CN" sz="2800" b="0" dirty="0">
              <a:ea typeface="宋体" panose="02010600030101010101" pitchFamily="2" charset="-122"/>
            </a:endParaRPr>
          </a:p>
        </p:txBody>
      </p:sp>
      <p:sp>
        <p:nvSpPr>
          <p:cNvPr id="53252" name="Text Box 4"/>
          <p:cNvSpPr txBox="1">
            <a:spLocks noChangeArrowheads="1"/>
          </p:cNvSpPr>
          <p:nvPr/>
        </p:nvSpPr>
        <p:spPr bwMode="auto">
          <a:xfrm>
            <a:off x="1331913" y="404813"/>
            <a:ext cx="7488237" cy="1126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zh-CN" altLang="en-US" sz="2800" dirty="0"/>
              <a:t>图示电路</a:t>
            </a:r>
            <a:r>
              <a:rPr lang="en-US" altLang="zh-CN" sz="2800" b="0" i="1" dirty="0">
                <a:ea typeface="仿宋_GB2312" pitchFamily="49" charset="-122"/>
              </a:rPr>
              <a:t>I</a:t>
            </a:r>
            <a:r>
              <a:rPr lang="en-US" altLang="zh-CN" sz="2800" b="0" baseline="-25000" dirty="0">
                <a:ea typeface="仿宋_GB2312" pitchFamily="49" charset="-122"/>
              </a:rPr>
              <a:t>1</a:t>
            </a:r>
            <a:r>
              <a:rPr lang="en-US" altLang="zh-CN" sz="2800" b="0" dirty="0">
                <a:ea typeface="仿宋_GB2312" pitchFamily="49" charset="-122"/>
              </a:rPr>
              <a:t>=</a:t>
            </a:r>
            <a:r>
              <a:rPr lang="en-US" altLang="zh-CN" sz="2800" b="0" i="1" dirty="0">
                <a:ea typeface="仿宋_GB2312" pitchFamily="49" charset="-122"/>
              </a:rPr>
              <a:t>I</a:t>
            </a:r>
            <a:r>
              <a:rPr lang="en-US" altLang="zh-CN" sz="2800" b="0" baseline="-25000" dirty="0">
                <a:ea typeface="仿宋_GB2312" pitchFamily="49" charset="-122"/>
              </a:rPr>
              <a:t>2</a:t>
            </a:r>
            <a:r>
              <a:rPr lang="en-US" altLang="zh-CN" sz="2800" b="0" dirty="0">
                <a:ea typeface="仿宋_GB2312" pitchFamily="49" charset="-122"/>
              </a:rPr>
              <a:t>=5A</a:t>
            </a:r>
            <a:r>
              <a:rPr lang="zh-CN" altLang="en-US" sz="2800" b="0" dirty="0">
                <a:ea typeface="仿宋_GB2312" pitchFamily="49" charset="-122"/>
              </a:rPr>
              <a:t>，</a:t>
            </a:r>
            <a:r>
              <a:rPr lang="en-US" altLang="zh-CN" sz="2800" b="0" i="1" dirty="0">
                <a:ea typeface="仿宋_GB2312" pitchFamily="49" charset="-122"/>
              </a:rPr>
              <a:t>U</a:t>
            </a:r>
            <a:r>
              <a:rPr lang="zh-CN" altLang="en-US" sz="2800" b="0" dirty="0">
                <a:ea typeface="仿宋_GB2312" pitchFamily="49" charset="-122"/>
              </a:rPr>
              <a:t>＝</a:t>
            </a:r>
            <a:r>
              <a:rPr lang="en-US" altLang="zh-CN" sz="2800" b="0" dirty="0">
                <a:ea typeface="仿宋_GB2312" pitchFamily="49" charset="-122"/>
              </a:rPr>
              <a:t>50V</a:t>
            </a:r>
            <a:r>
              <a:rPr lang="zh-CN" altLang="en-US" sz="2800" dirty="0">
                <a:ea typeface="仿宋_GB2312" pitchFamily="49" charset="-122"/>
              </a:rPr>
              <a:t>，</a:t>
            </a:r>
            <a:r>
              <a:rPr lang="zh-CN" altLang="en-US" sz="2800" dirty="0"/>
              <a:t>总电压与总电流同相位，求</a:t>
            </a:r>
            <a:r>
              <a:rPr lang="en-US" altLang="zh-CN" sz="2800" b="0" i="1" dirty="0">
                <a:ea typeface="仿宋_GB2312" pitchFamily="49" charset="-122"/>
              </a:rPr>
              <a:t>I</a:t>
            </a:r>
            <a:r>
              <a:rPr lang="zh-CN" altLang="en-US" sz="2800" b="0" i="1" dirty="0">
                <a:ea typeface="仿宋_GB2312" pitchFamily="49" charset="-122"/>
              </a:rPr>
              <a:t>、</a:t>
            </a:r>
            <a:r>
              <a:rPr lang="en-US" altLang="zh-CN" sz="2800" b="0" i="1" dirty="0">
                <a:ea typeface="仿宋_GB2312" pitchFamily="49" charset="-122"/>
              </a:rPr>
              <a:t>R</a:t>
            </a:r>
            <a:r>
              <a:rPr lang="zh-CN" altLang="en-US" sz="2800" b="0" i="1" dirty="0">
                <a:ea typeface="仿宋_GB2312" pitchFamily="49" charset="-122"/>
              </a:rPr>
              <a:t>、</a:t>
            </a:r>
            <a:r>
              <a:rPr lang="en-US" altLang="zh-CN" sz="2800" b="0" i="1" dirty="0">
                <a:ea typeface="仿宋_GB2312" pitchFamily="49" charset="-122"/>
              </a:rPr>
              <a:t>X</a:t>
            </a:r>
            <a:r>
              <a:rPr lang="en-US" altLang="zh-CN" sz="2800" b="0" baseline="-25000" dirty="0">
                <a:ea typeface="仿宋_GB2312" pitchFamily="49" charset="-122"/>
              </a:rPr>
              <a:t>C</a:t>
            </a:r>
            <a:r>
              <a:rPr lang="zh-CN" altLang="en-US" sz="2800" b="0" i="1" dirty="0">
                <a:ea typeface="仿宋_GB2312" pitchFamily="49" charset="-122"/>
              </a:rPr>
              <a:t>、</a:t>
            </a:r>
            <a:r>
              <a:rPr lang="en-US" altLang="zh-CN" sz="2800" b="0" i="1" dirty="0">
                <a:ea typeface="仿宋_GB2312" pitchFamily="49" charset="-122"/>
              </a:rPr>
              <a:t>X</a:t>
            </a:r>
            <a:r>
              <a:rPr lang="en-US" altLang="zh-CN" sz="2800" b="0" baseline="-25000" dirty="0">
                <a:ea typeface="仿宋_GB2312" pitchFamily="49" charset="-122"/>
              </a:rPr>
              <a:t>L</a:t>
            </a:r>
            <a:r>
              <a:rPr lang="zh-CN" altLang="en-US" sz="2800" i="1" dirty="0">
                <a:ea typeface="仿宋_GB2312" pitchFamily="49" charset="-122"/>
              </a:rPr>
              <a:t>。</a:t>
            </a:r>
          </a:p>
        </p:txBody>
      </p:sp>
      <p:graphicFrame>
        <p:nvGraphicFramePr>
          <p:cNvPr id="53253" name="Object 5"/>
          <p:cNvGraphicFramePr>
            <a:graphicFrameLocks noChangeAspect="1"/>
          </p:cNvGraphicFramePr>
          <p:nvPr>
            <p:extLst>
              <p:ext uri="{D42A27DB-BD31-4B8C-83A1-F6EECF244321}">
                <p14:modId xmlns:p14="http://schemas.microsoft.com/office/powerpoint/2010/main" val="3648670899"/>
              </p:ext>
            </p:extLst>
          </p:nvPr>
        </p:nvGraphicFramePr>
        <p:xfrm>
          <a:off x="1858963" y="1582738"/>
          <a:ext cx="2259012" cy="492125"/>
        </p:xfrm>
        <a:graphic>
          <a:graphicData uri="http://schemas.openxmlformats.org/presentationml/2006/ole">
            <mc:AlternateContent xmlns:mc="http://schemas.openxmlformats.org/markup-compatibility/2006">
              <mc:Choice xmlns:v="urn:schemas-microsoft-com:vml" Requires="v">
                <p:oleObj spid="_x0000_s113886" name="Equation" r:id="rId3" imgW="1117440" imgH="241200" progId="Equation.DSMT4">
                  <p:embed/>
                </p:oleObj>
              </mc:Choice>
              <mc:Fallback>
                <p:oleObj name="Equation" r:id="rId3" imgW="1117440" imgH="241200" progId="Equation.DSMT4">
                  <p:embed/>
                  <p:pic>
                    <p:nvPicPr>
                      <p:cNvPr id="53253" name="Object 5"/>
                      <p:cNvPicPr>
                        <a:picLocks noChangeAspect="1" noChangeArrowheads="1"/>
                      </p:cNvPicPr>
                      <p:nvPr/>
                    </p:nvPicPr>
                    <p:blipFill>
                      <a:blip r:embed="rId4"/>
                      <a:srcRect/>
                      <a:stretch>
                        <a:fillRect/>
                      </a:stretch>
                    </p:blipFill>
                    <p:spPr bwMode="auto">
                      <a:xfrm>
                        <a:off x="1858963" y="1582738"/>
                        <a:ext cx="2259012"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3321" name="Text Box 73"/>
          <p:cNvSpPr txBox="1">
            <a:spLocks noChangeArrowheads="1"/>
          </p:cNvSpPr>
          <p:nvPr/>
        </p:nvSpPr>
        <p:spPr bwMode="auto">
          <a:xfrm>
            <a:off x="395288" y="1557338"/>
            <a:ext cx="1152525" cy="523220"/>
          </a:xfrm>
          <a:prstGeom prst="rect">
            <a:avLst/>
          </a:prstGeom>
          <a:solidFill>
            <a:srgbClr val="9900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a:solidFill>
                  <a:schemeClr val="bg1"/>
                </a:solidFill>
                <a:latin typeface="宋体" panose="02010600030101010101" pitchFamily="2" charset="-122"/>
                <a:ea typeface="宋体" panose="02010600030101010101" pitchFamily="2" charset="-122"/>
              </a:rPr>
              <a:t>解法</a:t>
            </a:r>
            <a:r>
              <a:rPr lang="en-US" altLang="zh-CN" sz="2800">
                <a:solidFill>
                  <a:schemeClr val="bg1"/>
                </a:solidFill>
                <a:latin typeface="宋体" panose="02010600030101010101" pitchFamily="2" charset="-122"/>
                <a:ea typeface="宋体" panose="02010600030101010101" pitchFamily="2" charset="-122"/>
              </a:rPr>
              <a:t>1</a:t>
            </a:r>
          </a:p>
        </p:txBody>
      </p:sp>
      <p:sp>
        <p:nvSpPr>
          <p:cNvPr id="53322" name="Line 74"/>
          <p:cNvSpPr>
            <a:spLocks noChangeShapeType="1"/>
          </p:cNvSpPr>
          <p:nvPr/>
        </p:nvSpPr>
        <p:spPr bwMode="auto">
          <a:xfrm>
            <a:off x="539750" y="2420938"/>
            <a:ext cx="576263" cy="0"/>
          </a:xfrm>
          <a:prstGeom prst="line">
            <a:avLst/>
          </a:prstGeom>
          <a:noFill/>
          <a:ln w="76200">
            <a:solidFill>
              <a:srgbClr val="33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53323" name="Object 75"/>
          <p:cNvGraphicFramePr>
            <a:graphicFrameLocks noChangeAspect="1"/>
          </p:cNvGraphicFramePr>
          <p:nvPr>
            <p:extLst>
              <p:ext uri="{D42A27DB-BD31-4B8C-83A1-F6EECF244321}">
                <p14:modId xmlns:p14="http://schemas.microsoft.com/office/powerpoint/2010/main" val="4112111439"/>
              </p:ext>
            </p:extLst>
          </p:nvPr>
        </p:nvGraphicFramePr>
        <p:xfrm>
          <a:off x="1268413" y="2162175"/>
          <a:ext cx="3005137" cy="554038"/>
        </p:xfrm>
        <a:graphic>
          <a:graphicData uri="http://schemas.openxmlformats.org/presentationml/2006/ole">
            <mc:AlternateContent xmlns:mc="http://schemas.openxmlformats.org/markup-compatibility/2006">
              <mc:Choice xmlns:v="urn:schemas-microsoft-com:vml" Requires="v">
                <p:oleObj spid="_x0000_s113887" name="Equation" r:id="rId5" imgW="1244520" imgH="241200" progId="Equation.DSMT4">
                  <p:embed/>
                </p:oleObj>
              </mc:Choice>
              <mc:Fallback>
                <p:oleObj name="Equation" r:id="rId5" imgW="1244520" imgH="241200" progId="Equation.DSMT4">
                  <p:embed/>
                  <p:pic>
                    <p:nvPicPr>
                      <p:cNvPr id="53323" name="Object 75"/>
                      <p:cNvPicPr>
                        <a:picLocks noChangeAspect="1" noChangeArrowheads="1"/>
                      </p:cNvPicPr>
                      <p:nvPr/>
                    </p:nvPicPr>
                    <p:blipFill>
                      <a:blip r:embed="rId6"/>
                      <a:srcRect/>
                      <a:stretch>
                        <a:fillRect/>
                      </a:stretch>
                    </p:blipFill>
                    <p:spPr bwMode="auto">
                      <a:xfrm>
                        <a:off x="1268413" y="2162175"/>
                        <a:ext cx="3005137"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3324" name="Object 76"/>
          <p:cNvGraphicFramePr>
            <a:graphicFrameLocks noChangeAspect="1"/>
          </p:cNvGraphicFramePr>
          <p:nvPr>
            <p:extLst>
              <p:ext uri="{D42A27DB-BD31-4B8C-83A1-F6EECF244321}">
                <p14:modId xmlns:p14="http://schemas.microsoft.com/office/powerpoint/2010/main" val="2172526349"/>
              </p:ext>
            </p:extLst>
          </p:nvPr>
        </p:nvGraphicFramePr>
        <p:xfrm>
          <a:off x="1328738" y="2820988"/>
          <a:ext cx="2763837" cy="509587"/>
        </p:xfrm>
        <a:graphic>
          <a:graphicData uri="http://schemas.openxmlformats.org/presentationml/2006/ole">
            <mc:AlternateContent xmlns:mc="http://schemas.openxmlformats.org/markup-compatibility/2006">
              <mc:Choice xmlns:v="urn:schemas-microsoft-com:vml" Requires="v">
                <p:oleObj spid="_x0000_s113888" name="Equation" r:id="rId7" imgW="1320480" imgH="241200" progId="Equation.DSMT4">
                  <p:embed/>
                </p:oleObj>
              </mc:Choice>
              <mc:Fallback>
                <p:oleObj name="Equation" r:id="rId7" imgW="1320480" imgH="241200" progId="Equation.DSMT4">
                  <p:embed/>
                  <p:pic>
                    <p:nvPicPr>
                      <p:cNvPr id="53324" name="Object 76"/>
                      <p:cNvPicPr>
                        <a:picLocks noChangeAspect="1" noChangeArrowheads="1"/>
                      </p:cNvPicPr>
                      <p:nvPr/>
                    </p:nvPicPr>
                    <p:blipFill>
                      <a:blip r:embed="rId8"/>
                      <a:srcRect/>
                      <a:stretch>
                        <a:fillRect/>
                      </a:stretch>
                    </p:blipFill>
                    <p:spPr bwMode="auto">
                      <a:xfrm>
                        <a:off x="1328738" y="2820988"/>
                        <a:ext cx="2763837" cy="50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3325" name="Object 77"/>
          <p:cNvGraphicFramePr>
            <a:graphicFrameLocks noChangeAspect="1"/>
          </p:cNvGraphicFramePr>
          <p:nvPr>
            <p:extLst>
              <p:ext uri="{D42A27DB-BD31-4B8C-83A1-F6EECF244321}">
                <p14:modId xmlns:p14="http://schemas.microsoft.com/office/powerpoint/2010/main" val="1138147238"/>
              </p:ext>
            </p:extLst>
          </p:nvPr>
        </p:nvGraphicFramePr>
        <p:xfrm>
          <a:off x="1436688" y="3409950"/>
          <a:ext cx="5792787" cy="884238"/>
        </p:xfrm>
        <a:graphic>
          <a:graphicData uri="http://schemas.openxmlformats.org/presentationml/2006/ole">
            <mc:AlternateContent xmlns:mc="http://schemas.openxmlformats.org/markup-compatibility/2006">
              <mc:Choice xmlns:v="urn:schemas-microsoft-com:vml" Requires="v">
                <p:oleObj spid="_x0000_s113889" name="Equation" r:id="rId9" imgW="2768400" imgH="419040" progId="Equation.DSMT4">
                  <p:embed/>
                </p:oleObj>
              </mc:Choice>
              <mc:Fallback>
                <p:oleObj name="Equation" r:id="rId9" imgW="2768400" imgH="419040" progId="Equation.DSMT4">
                  <p:embed/>
                  <p:pic>
                    <p:nvPicPr>
                      <p:cNvPr id="53325" name="Object 77"/>
                      <p:cNvPicPr>
                        <a:picLocks noChangeAspect="1" noChangeArrowheads="1"/>
                      </p:cNvPicPr>
                      <p:nvPr/>
                    </p:nvPicPr>
                    <p:blipFill>
                      <a:blip r:embed="rId10"/>
                      <a:srcRect/>
                      <a:stretch>
                        <a:fillRect/>
                      </a:stretch>
                    </p:blipFill>
                    <p:spPr bwMode="auto">
                      <a:xfrm>
                        <a:off x="1436688" y="3409950"/>
                        <a:ext cx="5792787" cy="88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3326" name="AutoShape 78"/>
          <p:cNvSpPr>
            <a:spLocks/>
          </p:cNvSpPr>
          <p:nvPr/>
        </p:nvSpPr>
        <p:spPr bwMode="auto">
          <a:xfrm>
            <a:off x="1258888" y="4868863"/>
            <a:ext cx="73025" cy="1439862"/>
          </a:xfrm>
          <a:prstGeom prst="leftBrace">
            <a:avLst>
              <a:gd name="adj1" fmla="val 164312"/>
              <a:gd name="adj2" fmla="val 50000"/>
            </a:avLst>
          </a:pr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aphicFrame>
        <p:nvGraphicFramePr>
          <p:cNvPr id="53327" name="Object 79"/>
          <p:cNvGraphicFramePr>
            <a:graphicFrameLocks noChangeAspect="1"/>
          </p:cNvGraphicFramePr>
          <p:nvPr>
            <p:extLst>
              <p:ext uri="{D42A27DB-BD31-4B8C-83A1-F6EECF244321}">
                <p14:modId xmlns:p14="http://schemas.microsoft.com/office/powerpoint/2010/main" val="2336419704"/>
              </p:ext>
            </p:extLst>
          </p:nvPr>
        </p:nvGraphicFramePr>
        <p:xfrm>
          <a:off x="1714500" y="4895850"/>
          <a:ext cx="3560763" cy="534988"/>
        </p:xfrm>
        <a:graphic>
          <a:graphicData uri="http://schemas.openxmlformats.org/presentationml/2006/ole">
            <mc:AlternateContent xmlns:mc="http://schemas.openxmlformats.org/markup-compatibility/2006">
              <mc:Choice xmlns:v="urn:schemas-microsoft-com:vml" Requires="v">
                <p:oleObj spid="_x0000_s113890" name="Equation" r:id="rId11" imgW="1701720" imgH="253800" progId="Equation.DSMT4">
                  <p:embed/>
                </p:oleObj>
              </mc:Choice>
              <mc:Fallback>
                <p:oleObj name="Equation" r:id="rId11" imgW="1701720" imgH="253800" progId="Equation.DSMT4">
                  <p:embed/>
                  <p:pic>
                    <p:nvPicPr>
                      <p:cNvPr id="53327" name="Object 79"/>
                      <p:cNvPicPr>
                        <a:picLocks noChangeAspect="1" noChangeArrowheads="1"/>
                      </p:cNvPicPr>
                      <p:nvPr/>
                    </p:nvPicPr>
                    <p:blipFill>
                      <a:blip r:embed="rId12"/>
                      <a:srcRect/>
                      <a:stretch>
                        <a:fillRect/>
                      </a:stretch>
                    </p:blipFill>
                    <p:spPr bwMode="auto">
                      <a:xfrm>
                        <a:off x="1714500" y="4895850"/>
                        <a:ext cx="3560763" cy="53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3328" name="Object 80"/>
          <p:cNvGraphicFramePr>
            <a:graphicFrameLocks noChangeAspect="1"/>
          </p:cNvGraphicFramePr>
          <p:nvPr>
            <p:extLst>
              <p:ext uri="{D42A27DB-BD31-4B8C-83A1-F6EECF244321}">
                <p14:modId xmlns:p14="http://schemas.microsoft.com/office/powerpoint/2010/main" val="2367762756"/>
              </p:ext>
            </p:extLst>
          </p:nvPr>
        </p:nvGraphicFramePr>
        <p:xfrm>
          <a:off x="1830388" y="5497513"/>
          <a:ext cx="6216650" cy="884237"/>
        </p:xfrm>
        <a:graphic>
          <a:graphicData uri="http://schemas.openxmlformats.org/presentationml/2006/ole">
            <mc:AlternateContent xmlns:mc="http://schemas.openxmlformats.org/markup-compatibility/2006">
              <mc:Choice xmlns:v="urn:schemas-microsoft-com:vml" Requires="v">
                <p:oleObj spid="_x0000_s113891" name="Equation" r:id="rId13" imgW="2971800" imgH="419040" progId="Equation.DSMT4">
                  <p:embed/>
                </p:oleObj>
              </mc:Choice>
              <mc:Fallback>
                <p:oleObj name="Equation" r:id="rId13" imgW="2971800" imgH="419040" progId="Equation.DSMT4">
                  <p:embed/>
                  <p:pic>
                    <p:nvPicPr>
                      <p:cNvPr id="53328" name="Object 80"/>
                      <p:cNvPicPr>
                        <a:picLocks noChangeAspect="1" noChangeArrowheads="1"/>
                      </p:cNvPicPr>
                      <p:nvPr/>
                    </p:nvPicPr>
                    <p:blipFill>
                      <a:blip r:embed="rId14"/>
                      <a:srcRect/>
                      <a:stretch>
                        <a:fillRect/>
                      </a:stretch>
                    </p:blipFill>
                    <p:spPr bwMode="auto">
                      <a:xfrm>
                        <a:off x="1830388" y="5497513"/>
                        <a:ext cx="6216650" cy="884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3331" name="Text Box 83"/>
          <p:cNvSpPr txBox="1">
            <a:spLocks noChangeArrowheads="1"/>
          </p:cNvSpPr>
          <p:nvPr/>
        </p:nvSpPr>
        <p:spPr bwMode="auto">
          <a:xfrm>
            <a:off x="827088" y="4221163"/>
            <a:ext cx="7416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a:t>令等式两边实部等于实部，虚部等于虚部</a:t>
            </a:r>
          </a:p>
        </p:txBody>
      </p:sp>
      <p:grpSp>
        <p:nvGrpSpPr>
          <p:cNvPr id="53345" name="Group 97"/>
          <p:cNvGrpSpPr>
            <a:grpSpLocks/>
          </p:cNvGrpSpPr>
          <p:nvPr/>
        </p:nvGrpSpPr>
        <p:grpSpPr bwMode="auto">
          <a:xfrm>
            <a:off x="5003800" y="1557338"/>
            <a:ext cx="3884613" cy="1727200"/>
            <a:chOff x="476" y="2251"/>
            <a:chExt cx="2447" cy="1088"/>
          </a:xfrm>
        </p:grpSpPr>
        <p:sp>
          <p:nvSpPr>
            <p:cNvPr id="53346" name="Oval 98"/>
            <p:cNvSpPr>
              <a:spLocks noChangeArrowheads="1"/>
            </p:cNvSpPr>
            <p:nvPr/>
          </p:nvSpPr>
          <p:spPr bwMode="auto">
            <a:xfrm>
              <a:off x="476" y="2704"/>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aphicFrame>
          <p:nvGraphicFramePr>
            <p:cNvPr id="53347" name="Object 99"/>
            <p:cNvGraphicFramePr>
              <a:graphicFrameLocks noChangeAspect="1"/>
            </p:cNvGraphicFramePr>
            <p:nvPr>
              <p:extLst>
                <p:ext uri="{D42A27DB-BD31-4B8C-83A1-F6EECF244321}">
                  <p14:modId xmlns:p14="http://schemas.microsoft.com/office/powerpoint/2010/main" val="3407942603"/>
                </p:ext>
              </p:extLst>
            </p:nvPr>
          </p:nvGraphicFramePr>
          <p:xfrm>
            <a:off x="891" y="2765"/>
            <a:ext cx="194" cy="240"/>
          </p:xfrm>
          <a:graphic>
            <a:graphicData uri="http://schemas.openxmlformats.org/presentationml/2006/ole">
              <mc:AlternateContent xmlns:mc="http://schemas.openxmlformats.org/markup-compatibility/2006">
                <mc:Choice xmlns:v="urn:schemas-microsoft-com:vml" Requires="v">
                  <p:oleObj spid="_x0000_s113892" name="Equation" r:id="rId15" imgW="164880" imgH="203040" progId="Equation.DSMT4">
                    <p:embed/>
                  </p:oleObj>
                </mc:Choice>
                <mc:Fallback>
                  <p:oleObj name="Equation" r:id="rId15" imgW="164880" imgH="203040" progId="Equation.DSMT4">
                    <p:embed/>
                    <p:pic>
                      <p:nvPicPr>
                        <p:cNvPr id="53347" name="Object 99"/>
                        <p:cNvPicPr>
                          <a:picLocks noChangeAspect="1" noChangeArrowheads="1"/>
                        </p:cNvPicPr>
                        <p:nvPr/>
                      </p:nvPicPr>
                      <p:blipFill>
                        <a:blip r:embed="rId16"/>
                        <a:srcRect/>
                        <a:stretch>
                          <a:fillRect/>
                        </a:stretch>
                      </p:blipFill>
                      <p:spPr bwMode="auto">
                        <a:xfrm>
                          <a:off x="891" y="2765"/>
                          <a:ext cx="194"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3348" name="Text Box 100"/>
            <p:cNvSpPr txBox="1">
              <a:spLocks noChangeArrowheads="1"/>
            </p:cNvSpPr>
            <p:nvPr/>
          </p:nvSpPr>
          <p:spPr bwMode="auto">
            <a:xfrm>
              <a:off x="1924" y="2411"/>
              <a:ext cx="49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dirty="0">
                  <a:latin typeface="Times New Roman" panose="02020603050405020304" pitchFamily="18" charset="0"/>
                  <a:ea typeface="宋体" panose="02010600030101010101" pitchFamily="2" charset="-122"/>
                </a:rPr>
                <a:t>-</a:t>
              </a:r>
              <a:r>
                <a:rPr kumimoji="1" lang="en-US" altLang="zh-CN" sz="2800" b="0" dirty="0" err="1">
                  <a:latin typeface="Times New Roman" panose="02020603050405020304" pitchFamily="18" charset="0"/>
                  <a:ea typeface="宋体" panose="02010600030101010101" pitchFamily="2" charset="-122"/>
                </a:rPr>
                <a:t>j</a:t>
              </a:r>
              <a:r>
                <a:rPr kumimoji="1" lang="en-US" altLang="zh-CN" sz="2800" b="0" i="1" dirty="0" err="1">
                  <a:latin typeface="Times New Roman" panose="02020603050405020304" pitchFamily="18" charset="0"/>
                  <a:ea typeface="宋体" panose="02010600030101010101" pitchFamily="2" charset="-122"/>
                </a:rPr>
                <a:t>X</a:t>
              </a:r>
              <a:r>
                <a:rPr kumimoji="1" lang="en-US" altLang="zh-CN" sz="2800" b="0" baseline="-25000" dirty="0" err="1">
                  <a:latin typeface="Times New Roman" panose="02020603050405020304" pitchFamily="18" charset="0"/>
                  <a:ea typeface="宋体" panose="02010600030101010101" pitchFamily="2" charset="-122"/>
                </a:rPr>
                <a:t>C</a:t>
              </a:r>
              <a:endParaRPr kumimoji="1" lang="en-US" altLang="zh-CN" sz="2800" b="0" baseline="-25000" dirty="0">
                <a:latin typeface="Times New Roman" panose="02020603050405020304" pitchFamily="18" charset="0"/>
                <a:ea typeface="宋体" panose="02010600030101010101" pitchFamily="2" charset="-122"/>
              </a:endParaRPr>
            </a:p>
          </p:txBody>
        </p:sp>
        <p:graphicFrame>
          <p:nvGraphicFramePr>
            <p:cNvPr id="53349" name="Object 101"/>
            <p:cNvGraphicFramePr>
              <a:graphicFrameLocks noChangeAspect="1"/>
            </p:cNvGraphicFramePr>
            <p:nvPr>
              <p:extLst>
                <p:ext uri="{D42A27DB-BD31-4B8C-83A1-F6EECF244321}">
                  <p14:modId xmlns:p14="http://schemas.microsoft.com/office/powerpoint/2010/main" val="1817838056"/>
                </p:ext>
              </p:extLst>
            </p:nvPr>
          </p:nvGraphicFramePr>
          <p:xfrm>
            <a:off x="1526" y="2992"/>
            <a:ext cx="171" cy="296"/>
          </p:xfrm>
          <a:graphic>
            <a:graphicData uri="http://schemas.openxmlformats.org/presentationml/2006/ole">
              <mc:AlternateContent xmlns:mc="http://schemas.openxmlformats.org/markup-compatibility/2006">
                <mc:Choice xmlns:v="urn:schemas-microsoft-com:vml" Requires="v">
                  <p:oleObj spid="_x0000_s113893" name="Equation" r:id="rId17" imgW="139680" imgH="241200" progId="Equation.DSMT4">
                    <p:embed/>
                  </p:oleObj>
                </mc:Choice>
                <mc:Fallback>
                  <p:oleObj name="Equation" r:id="rId17" imgW="139680" imgH="241200" progId="Equation.DSMT4">
                    <p:embed/>
                    <p:pic>
                      <p:nvPicPr>
                        <p:cNvPr id="53349" name="Object 101"/>
                        <p:cNvPicPr>
                          <a:picLocks noChangeAspect="1" noChangeArrowheads="1"/>
                        </p:cNvPicPr>
                        <p:nvPr/>
                      </p:nvPicPr>
                      <p:blipFill>
                        <a:blip r:embed="rId18"/>
                        <a:srcRect/>
                        <a:stretch>
                          <a:fillRect/>
                        </a:stretch>
                      </p:blipFill>
                      <p:spPr bwMode="auto">
                        <a:xfrm>
                          <a:off x="1526" y="2992"/>
                          <a:ext cx="171" cy="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350" name="Object 102"/>
            <p:cNvGraphicFramePr>
              <a:graphicFrameLocks noChangeAspect="1"/>
            </p:cNvGraphicFramePr>
            <p:nvPr>
              <p:extLst>
                <p:ext uri="{D42A27DB-BD31-4B8C-83A1-F6EECF244321}">
                  <p14:modId xmlns:p14="http://schemas.microsoft.com/office/powerpoint/2010/main" val="3386159980"/>
                </p:ext>
              </p:extLst>
            </p:nvPr>
          </p:nvGraphicFramePr>
          <p:xfrm>
            <a:off x="2125" y="3014"/>
            <a:ext cx="196" cy="313"/>
          </p:xfrm>
          <a:graphic>
            <a:graphicData uri="http://schemas.openxmlformats.org/presentationml/2006/ole">
              <mc:AlternateContent xmlns:mc="http://schemas.openxmlformats.org/markup-compatibility/2006">
                <mc:Choice xmlns:v="urn:schemas-microsoft-com:vml" Requires="v">
                  <p:oleObj spid="_x0000_s113894" name="Equation" r:id="rId19" imgW="152280" imgH="241200" progId="Equation.DSMT4">
                    <p:embed/>
                  </p:oleObj>
                </mc:Choice>
                <mc:Fallback>
                  <p:oleObj name="Equation" r:id="rId19" imgW="152280" imgH="241200" progId="Equation.DSMT4">
                    <p:embed/>
                    <p:pic>
                      <p:nvPicPr>
                        <p:cNvPr id="53350" name="Object 102"/>
                        <p:cNvPicPr>
                          <a:picLocks noChangeAspect="1" noChangeArrowheads="1"/>
                        </p:cNvPicPr>
                        <p:nvPr/>
                      </p:nvPicPr>
                      <p:blipFill>
                        <a:blip r:embed="rId20"/>
                        <a:srcRect/>
                        <a:stretch>
                          <a:fillRect/>
                        </a:stretch>
                      </p:blipFill>
                      <p:spPr bwMode="auto">
                        <a:xfrm>
                          <a:off x="2125" y="3014"/>
                          <a:ext cx="196" cy="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351" name="Text Box 103"/>
            <p:cNvSpPr txBox="1">
              <a:spLocks noChangeArrowheads="1"/>
            </p:cNvSpPr>
            <p:nvPr/>
          </p:nvSpPr>
          <p:spPr bwMode="auto">
            <a:xfrm>
              <a:off x="648" y="2457"/>
              <a:ext cx="244" cy="330"/>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p>
          </p:txBody>
        </p:sp>
        <p:sp>
          <p:nvSpPr>
            <p:cNvPr id="53352" name="Text Box 104"/>
            <p:cNvSpPr txBox="1">
              <a:spLocks noChangeArrowheads="1"/>
            </p:cNvSpPr>
            <p:nvPr/>
          </p:nvSpPr>
          <p:spPr bwMode="auto">
            <a:xfrm>
              <a:off x="657" y="2955"/>
              <a:ext cx="212" cy="330"/>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0">
                  <a:latin typeface="Times New Roman" panose="02020603050405020304" pitchFamily="18" charset="0"/>
                  <a:ea typeface="宋体" panose="02010600030101010101" pitchFamily="2" charset="-122"/>
                  <a:sym typeface="Symbol" panose="05050102010706020507" pitchFamily="18" charset="2"/>
                </a:rPr>
                <a:t>_</a:t>
              </a:r>
            </a:p>
          </p:txBody>
        </p:sp>
        <p:sp>
          <p:nvSpPr>
            <p:cNvPr id="53353" name="Line 105"/>
            <p:cNvSpPr>
              <a:spLocks noChangeShapeType="1"/>
            </p:cNvSpPr>
            <p:nvPr/>
          </p:nvSpPr>
          <p:spPr bwMode="auto">
            <a:xfrm>
              <a:off x="657" y="3339"/>
              <a:ext cx="1769"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53354" name="Line 106"/>
            <p:cNvSpPr>
              <a:spLocks noChangeShapeType="1"/>
            </p:cNvSpPr>
            <p:nvPr/>
          </p:nvSpPr>
          <p:spPr bwMode="auto">
            <a:xfrm>
              <a:off x="657" y="2341"/>
              <a:ext cx="0" cy="998"/>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53355" name="Text Box 107"/>
            <p:cNvSpPr txBox="1">
              <a:spLocks noChangeArrowheads="1"/>
            </p:cNvSpPr>
            <p:nvPr/>
          </p:nvSpPr>
          <p:spPr bwMode="auto">
            <a:xfrm>
              <a:off x="1513" y="2638"/>
              <a:ext cx="25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i="1">
                  <a:latin typeface="Times New Roman" panose="02020603050405020304" pitchFamily="18" charset="0"/>
                  <a:ea typeface="宋体" panose="02010600030101010101" pitchFamily="2" charset="-122"/>
                </a:rPr>
                <a:t>R</a:t>
              </a:r>
            </a:p>
          </p:txBody>
        </p:sp>
        <p:sp>
          <p:nvSpPr>
            <p:cNvPr id="53356" name="Line 108"/>
            <p:cNvSpPr>
              <a:spLocks noChangeShapeType="1"/>
            </p:cNvSpPr>
            <p:nvPr/>
          </p:nvSpPr>
          <p:spPr bwMode="auto">
            <a:xfrm>
              <a:off x="793" y="2432"/>
              <a:ext cx="240"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53357" name="Line 109"/>
            <p:cNvSpPr>
              <a:spLocks noChangeShapeType="1"/>
            </p:cNvSpPr>
            <p:nvPr/>
          </p:nvSpPr>
          <p:spPr bwMode="auto">
            <a:xfrm flipH="1">
              <a:off x="1791" y="2341"/>
              <a:ext cx="0" cy="998"/>
            </a:xfrm>
            <a:prstGeom prst="line">
              <a:avLst/>
            </a:prstGeom>
            <a:noFill/>
            <a:ln w="28575">
              <a:solidFill>
                <a:srgbClr val="FFCC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53358" name="Line 110"/>
            <p:cNvSpPr>
              <a:spLocks noChangeShapeType="1"/>
            </p:cNvSpPr>
            <p:nvPr/>
          </p:nvSpPr>
          <p:spPr bwMode="auto">
            <a:xfrm>
              <a:off x="2426" y="2341"/>
              <a:ext cx="0" cy="454"/>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53359" name="Line 111"/>
            <p:cNvSpPr>
              <a:spLocks noChangeShapeType="1"/>
            </p:cNvSpPr>
            <p:nvPr/>
          </p:nvSpPr>
          <p:spPr bwMode="auto">
            <a:xfrm flipH="1">
              <a:off x="2426" y="2886"/>
              <a:ext cx="0" cy="453"/>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53360" name="Object 112"/>
            <p:cNvGraphicFramePr>
              <a:graphicFrameLocks noChangeAspect="1"/>
            </p:cNvGraphicFramePr>
            <p:nvPr>
              <p:extLst>
                <p:ext uri="{D42A27DB-BD31-4B8C-83A1-F6EECF244321}">
                  <p14:modId xmlns:p14="http://schemas.microsoft.com/office/powerpoint/2010/main" val="574316265"/>
                </p:ext>
              </p:extLst>
            </p:nvPr>
          </p:nvGraphicFramePr>
          <p:xfrm>
            <a:off x="930" y="2448"/>
            <a:ext cx="158" cy="240"/>
          </p:xfrm>
          <a:graphic>
            <a:graphicData uri="http://schemas.openxmlformats.org/presentationml/2006/ole">
              <mc:AlternateContent xmlns:mc="http://schemas.openxmlformats.org/markup-compatibility/2006">
                <mc:Choice xmlns:v="urn:schemas-microsoft-com:vml" Requires="v">
                  <p:oleObj spid="_x0000_s113895" name="Equation" r:id="rId21" imgW="126720" imgH="190440" progId="Equation.DSMT4">
                    <p:embed/>
                  </p:oleObj>
                </mc:Choice>
                <mc:Fallback>
                  <p:oleObj name="Equation" r:id="rId21" imgW="126720" imgH="190440" progId="Equation.DSMT4">
                    <p:embed/>
                    <p:pic>
                      <p:nvPicPr>
                        <p:cNvPr id="53360" name="Object 112"/>
                        <p:cNvPicPr>
                          <a:picLocks noChangeAspect="1" noChangeArrowheads="1"/>
                        </p:cNvPicPr>
                        <p:nvPr/>
                      </p:nvPicPr>
                      <p:blipFill>
                        <a:blip r:embed="rId22"/>
                        <a:srcRect/>
                        <a:stretch>
                          <a:fillRect/>
                        </a:stretch>
                      </p:blipFill>
                      <p:spPr bwMode="auto">
                        <a:xfrm>
                          <a:off x="930" y="2448"/>
                          <a:ext cx="158"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361" name="Line 113"/>
            <p:cNvSpPr>
              <a:spLocks noChangeShapeType="1"/>
            </p:cNvSpPr>
            <p:nvPr/>
          </p:nvSpPr>
          <p:spPr bwMode="auto">
            <a:xfrm>
              <a:off x="1746" y="3067"/>
              <a:ext cx="0" cy="227"/>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53362" name="Line 114"/>
            <p:cNvSpPr>
              <a:spLocks noChangeShapeType="1"/>
            </p:cNvSpPr>
            <p:nvPr/>
          </p:nvSpPr>
          <p:spPr bwMode="auto">
            <a:xfrm>
              <a:off x="2336" y="3022"/>
              <a:ext cx="0" cy="27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53363" name="Line 115"/>
            <p:cNvSpPr>
              <a:spLocks noChangeShapeType="1"/>
            </p:cNvSpPr>
            <p:nvPr/>
          </p:nvSpPr>
          <p:spPr bwMode="auto">
            <a:xfrm>
              <a:off x="657" y="2341"/>
              <a:ext cx="454"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53364" name="Line 116"/>
            <p:cNvSpPr>
              <a:spLocks noChangeShapeType="1"/>
            </p:cNvSpPr>
            <p:nvPr/>
          </p:nvSpPr>
          <p:spPr bwMode="auto">
            <a:xfrm>
              <a:off x="1519" y="2341"/>
              <a:ext cx="907"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53365" name="Text Box 117"/>
            <p:cNvSpPr txBox="1">
              <a:spLocks noChangeArrowheads="1"/>
            </p:cNvSpPr>
            <p:nvPr/>
          </p:nvSpPr>
          <p:spPr bwMode="auto">
            <a:xfrm>
              <a:off x="1147" y="2374"/>
              <a:ext cx="409"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dirty="0" err="1">
                  <a:latin typeface="Times New Roman" panose="02020603050405020304" pitchFamily="18" charset="0"/>
                  <a:ea typeface="宋体" panose="02010600030101010101" pitchFamily="2" charset="-122"/>
                </a:rPr>
                <a:t>j</a:t>
              </a:r>
              <a:r>
                <a:rPr kumimoji="1" lang="en-US" altLang="zh-CN" sz="2800" b="0" i="1" dirty="0" err="1">
                  <a:latin typeface="Times New Roman" panose="02020603050405020304" pitchFamily="18" charset="0"/>
                  <a:ea typeface="宋体" panose="02010600030101010101" pitchFamily="2" charset="-122"/>
                </a:rPr>
                <a:t>X</a:t>
              </a:r>
              <a:r>
                <a:rPr kumimoji="1" lang="en-US" altLang="zh-CN" sz="2800" b="0" baseline="-25000" dirty="0" err="1">
                  <a:latin typeface="Times New Roman" panose="02020603050405020304" pitchFamily="18" charset="0"/>
                  <a:ea typeface="宋体" panose="02010600030101010101" pitchFamily="2" charset="-122"/>
                </a:rPr>
                <a:t>L</a:t>
              </a:r>
              <a:endParaRPr kumimoji="1" lang="en-US" altLang="zh-CN" sz="2800" b="0" baseline="-25000" dirty="0">
                <a:latin typeface="Times New Roman" panose="02020603050405020304" pitchFamily="18" charset="0"/>
                <a:ea typeface="宋体" panose="02010600030101010101" pitchFamily="2" charset="-122"/>
              </a:endParaRPr>
            </a:p>
          </p:txBody>
        </p:sp>
        <p:sp>
          <p:nvSpPr>
            <p:cNvPr id="53366" name="Text Box 118"/>
            <p:cNvSpPr txBox="1">
              <a:spLocks noChangeArrowheads="1"/>
            </p:cNvSpPr>
            <p:nvPr/>
          </p:nvSpPr>
          <p:spPr bwMode="auto">
            <a:xfrm>
              <a:off x="2542" y="2683"/>
              <a:ext cx="38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i="1">
                  <a:latin typeface="Times New Roman" panose="02020603050405020304" pitchFamily="18" charset="0"/>
                  <a:ea typeface="宋体" panose="02010600030101010101" pitchFamily="2" charset="-122"/>
                </a:rPr>
                <a:t>U</a:t>
              </a:r>
              <a:r>
                <a:rPr kumimoji="1" lang="en-US" altLang="zh-CN" sz="2800" b="0" baseline="-25000">
                  <a:latin typeface="Times New Roman" panose="02020603050405020304" pitchFamily="18" charset="0"/>
                  <a:ea typeface="宋体" panose="02010600030101010101" pitchFamily="2" charset="-122"/>
                </a:rPr>
                <a:t>C</a:t>
              </a:r>
            </a:p>
          </p:txBody>
        </p:sp>
        <p:sp>
          <p:nvSpPr>
            <p:cNvPr id="53367" name="Text Box 119"/>
            <p:cNvSpPr txBox="1">
              <a:spLocks noChangeArrowheads="1"/>
            </p:cNvSpPr>
            <p:nvPr/>
          </p:nvSpPr>
          <p:spPr bwMode="auto">
            <a:xfrm>
              <a:off x="2417" y="2412"/>
              <a:ext cx="24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a:t>
              </a:r>
            </a:p>
          </p:txBody>
        </p:sp>
        <p:sp>
          <p:nvSpPr>
            <p:cNvPr id="53368" name="Text Box 120"/>
            <p:cNvSpPr txBox="1">
              <a:spLocks noChangeArrowheads="1"/>
            </p:cNvSpPr>
            <p:nvPr/>
          </p:nvSpPr>
          <p:spPr bwMode="auto">
            <a:xfrm>
              <a:off x="2417" y="3001"/>
              <a:ext cx="229"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宋体" panose="02010600030101010101" pitchFamily="2" charset="-122"/>
                  <a:ea typeface="宋体" panose="02010600030101010101" pitchFamily="2" charset="-122"/>
                </a:rPr>
                <a:t>-</a:t>
              </a:r>
              <a:endParaRPr kumimoji="1" lang="en-US" altLang="zh-CN" sz="2800" b="0" baseline="-25000">
                <a:ea typeface="宋体" panose="02010600030101010101" pitchFamily="2" charset="-122"/>
              </a:endParaRPr>
            </a:p>
          </p:txBody>
        </p:sp>
        <p:grpSp>
          <p:nvGrpSpPr>
            <p:cNvPr id="53369" name="Group 121"/>
            <p:cNvGrpSpPr>
              <a:grpSpLocks/>
            </p:cNvGrpSpPr>
            <p:nvPr/>
          </p:nvGrpSpPr>
          <p:grpSpPr bwMode="auto">
            <a:xfrm>
              <a:off x="2290" y="2795"/>
              <a:ext cx="240" cy="93"/>
              <a:chOff x="3787" y="2478"/>
              <a:chExt cx="240" cy="93"/>
            </a:xfrm>
          </p:grpSpPr>
          <p:sp>
            <p:nvSpPr>
              <p:cNvPr id="53370" name="Line 122"/>
              <p:cNvSpPr>
                <a:spLocks noChangeShapeType="1"/>
              </p:cNvSpPr>
              <p:nvPr/>
            </p:nvSpPr>
            <p:spPr bwMode="auto">
              <a:xfrm flipV="1">
                <a:off x="3787" y="2568"/>
                <a:ext cx="240" cy="3"/>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sz="2800"/>
              </a:p>
            </p:txBody>
          </p:sp>
          <p:sp>
            <p:nvSpPr>
              <p:cNvPr id="53371" name="Line 123"/>
              <p:cNvSpPr>
                <a:spLocks noChangeShapeType="1"/>
              </p:cNvSpPr>
              <p:nvPr/>
            </p:nvSpPr>
            <p:spPr bwMode="auto">
              <a:xfrm>
                <a:off x="3787" y="2478"/>
                <a:ext cx="240" cy="1"/>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sz="2800"/>
              </a:p>
            </p:txBody>
          </p:sp>
        </p:grpSp>
        <p:sp>
          <p:nvSpPr>
            <p:cNvPr id="53372" name="Rectangle 124"/>
            <p:cNvSpPr>
              <a:spLocks noChangeArrowheads="1"/>
            </p:cNvSpPr>
            <p:nvPr/>
          </p:nvSpPr>
          <p:spPr bwMode="auto">
            <a:xfrm>
              <a:off x="1746" y="2659"/>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53373" name="Group 125"/>
            <p:cNvGrpSpPr>
              <a:grpSpLocks/>
            </p:cNvGrpSpPr>
            <p:nvPr/>
          </p:nvGrpSpPr>
          <p:grpSpPr bwMode="auto">
            <a:xfrm>
              <a:off x="1066" y="2251"/>
              <a:ext cx="499" cy="590"/>
              <a:chOff x="476" y="663"/>
              <a:chExt cx="771" cy="862"/>
            </a:xfrm>
          </p:grpSpPr>
          <p:sp>
            <p:nvSpPr>
              <p:cNvPr id="53374" name="AutoShape 126"/>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53375" name="AutoShape 127"/>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53376" name="AutoShape 128"/>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grpSp>
    </p:spTree>
    <p:extLst>
      <p:ext uri="{BB962C8B-B14F-4D97-AF65-F5344CB8AC3E}">
        <p14:creationId xmlns:p14="http://schemas.microsoft.com/office/powerpoint/2010/main" val="13640470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withEffect">
                                  <p:stCondLst>
                                    <p:cond delay="0"/>
                                  </p:stCondLst>
                                  <p:childTnLst>
                                    <p:set>
                                      <p:cBhvr>
                                        <p:cTn id="6" dur="1" fill="hold">
                                          <p:stCondLst>
                                            <p:cond delay="0"/>
                                          </p:stCondLst>
                                        </p:cTn>
                                        <p:tgtEl>
                                          <p:spTgt spid="53250"/>
                                        </p:tgtEl>
                                        <p:attrNameLst>
                                          <p:attrName>style.visibility</p:attrName>
                                        </p:attrNameLst>
                                      </p:cBhvr>
                                      <p:to>
                                        <p:strVal val="visible"/>
                                      </p:to>
                                    </p:set>
                                    <p:anim calcmode="lin" valueType="num">
                                      <p:cBhvr>
                                        <p:cTn id="7" dur="1000" fill="hold"/>
                                        <p:tgtEl>
                                          <p:spTgt spid="53250"/>
                                        </p:tgtEl>
                                        <p:attrNameLst>
                                          <p:attrName>ppt_w</p:attrName>
                                        </p:attrNameLst>
                                      </p:cBhvr>
                                      <p:tavLst>
                                        <p:tav tm="0">
                                          <p:val>
                                            <p:fltVal val="0"/>
                                          </p:val>
                                        </p:tav>
                                        <p:tav tm="100000">
                                          <p:val>
                                            <p:strVal val="#ppt_w"/>
                                          </p:val>
                                        </p:tav>
                                      </p:tavLst>
                                    </p:anim>
                                    <p:anim calcmode="lin" valueType="num">
                                      <p:cBhvr>
                                        <p:cTn id="8" dur="1000" fill="hold"/>
                                        <p:tgtEl>
                                          <p:spTgt spid="53250"/>
                                        </p:tgtEl>
                                        <p:attrNameLst>
                                          <p:attrName>ppt_h</p:attrName>
                                        </p:attrNameLst>
                                      </p:cBhvr>
                                      <p:tavLst>
                                        <p:tav tm="0">
                                          <p:val>
                                            <p:fltVal val="0"/>
                                          </p:val>
                                        </p:tav>
                                        <p:tav tm="100000">
                                          <p:val>
                                            <p:strVal val="#ppt_h"/>
                                          </p:val>
                                        </p:tav>
                                      </p:tavLst>
                                    </p:anim>
                                    <p:anim calcmode="lin" valueType="num">
                                      <p:cBhvr>
                                        <p:cTn id="9" dur="1000" fill="hold"/>
                                        <p:tgtEl>
                                          <p:spTgt spid="5325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53250"/>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3" presetClass="entr" presetSubtype="10" fill="hold" nodeType="afterEffect">
                                  <p:stCondLst>
                                    <p:cond delay="0"/>
                                  </p:stCondLst>
                                  <p:childTnLst>
                                    <p:set>
                                      <p:cBhvr>
                                        <p:cTn id="13" dur="1" fill="hold">
                                          <p:stCondLst>
                                            <p:cond delay="0"/>
                                          </p:stCondLst>
                                        </p:cTn>
                                        <p:tgtEl>
                                          <p:spTgt spid="53345"/>
                                        </p:tgtEl>
                                        <p:attrNameLst>
                                          <p:attrName>style.visibility</p:attrName>
                                        </p:attrNameLst>
                                      </p:cBhvr>
                                      <p:to>
                                        <p:strVal val="visible"/>
                                      </p:to>
                                    </p:set>
                                    <p:animEffect transition="in" filter="blinds(horizontal)">
                                      <p:cBhvr>
                                        <p:cTn id="14" dur="500"/>
                                        <p:tgtEl>
                                          <p:spTgt spid="53345"/>
                                        </p:tgtEl>
                                      </p:cBhvr>
                                    </p:animEffect>
                                  </p:childTnLst>
                                </p:cTn>
                              </p:par>
                            </p:childTnLst>
                          </p:cTn>
                        </p:par>
                        <p:par>
                          <p:cTn id="15" fill="hold" nodeType="afterGroup">
                            <p:stCondLst>
                              <p:cond delay="1500"/>
                            </p:stCondLst>
                            <p:childTnLst>
                              <p:par>
                                <p:cTn id="16" presetID="2" presetClass="entr" presetSubtype="1" fill="hold" grpId="0" nodeType="afterEffect">
                                  <p:stCondLst>
                                    <p:cond delay="0"/>
                                  </p:stCondLst>
                                  <p:childTnLst>
                                    <p:set>
                                      <p:cBhvr>
                                        <p:cTn id="17" dur="1" fill="hold">
                                          <p:stCondLst>
                                            <p:cond delay="0"/>
                                          </p:stCondLst>
                                        </p:cTn>
                                        <p:tgtEl>
                                          <p:spTgt spid="53252"/>
                                        </p:tgtEl>
                                        <p:attrNameLst>
                                          <p:attrName>style.visibility</p:attrName>
                                        </p:attrNameLst>
                                      </p:cBhvr>
                                      <p:to>
                                        <p:strVal val="visible"/>
                                      </p:to>
                                    </p:set>
                                    <p:anim calcmode="lin" valueType="num">
                                      <p:cBhvr additive="base">
                                        <p:cTn id="18" dur="500" fill="hold"/>
                                        <p:tgtEl>
                                          <p:spTgt spid="53252"/>
                                        </p:tgtEl>
                                        <p:attrNameLst>
                                          <p:attrName>ppt_x</p:attrName>
                                        </p:attrNameLst>
                                      </p:cBhvr>
                                      <p:tavLst>
                                        <p:tav tm="0">
                                          <p:val>
                                            <p:strVal val="#ppt_x"/>
                                          </p:val>
                                        </p:tav>
                                        <p:tav tm="100000">
                                          <p:val>
                                            <p:strVal val="#ppt_x"/>
                                          </p:val>
                                        </p:tav>
                                      </p:tavLst>
                                    </p:anim>
                                    <p:anim calcmode="lin" valueType="num">
                                      <p:cBhvr additive="base">
                                        <p:cTn id="19" dur="500" fill="hold"/>
                                        <p:tgtEl>
                                          <p:spTgt spid="53252"/>
                                        </p:tgtEl>
                                        <p:attrNameLst>
                                          <p:attrName>ppt_y</p:attrName>
                                        </p:attrNameLst>
                                      </p:cBhvr>
                                      <p:tavLst>
                                        <p:tav tm="0">
                                          <p:val>
                                            <p:strVal val="0-#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5" presetClass="entr" presetSubtype="0" fill="hold" grpId="0" nodeType="clickEffect">
                                  <p:stCondLst>
                                    <p:cond delay="0"/>
                                  </p:stCondLst>
                                  <p:childTnLst>
                                    <p:set>
                                      <p:cBhvr>
                                        <p:cTn id="23" dur="1" fill="hold">
                                          <p:stCondLst>
                                            <p:cond delay="0"/>
                                          </p:stCondLst>
                                        </p:cTn>
                                        <p:tgtEl>
                                          <p:spTgt spid="53321"/>
                                        </p:tgtEl>
                                        <p:attrNameLst>
                                          <p:attrName>style.visibility</p:attrName>
                                        </p:attrNameLst>
                                      </p:cBhvr>
                                      <p:to>
                                        <p:strVal val="visible"/>
                                      </p:to>
                                    </p:set>
                                    <p:anim calcmode="lin" valueType="num">
                                      <p:cBhvr>
                                        <p:cTn id="24" dur="1000" fill="hold"/>
                                        <p:tgtEl>
                                          <p:spTgt spid="53321"/>
                                        </p:tgtEl>
                                        <p:attrNameLst>
                                          <p:attrName>ppt_w</p:attrName>
                                        </p:attrNameLst>
                                      </p:cBhvr>
                                      <p:tavLst>
                                        <p:tav tm="0">
                                          <p:val>
                                            <p:fltVal val="0"/>
                                          </p:val>
                                        </p:tav>
                                        <p:tav tm="100000">
                                          <p:val>
                                            <p:strVal val="#ppt_w"/>
                                          </p:val>
                                        </p:tav>
                                      </p:tavLst>
                                    </p:anim>
                                    <p:anim calcmode="lin" valueType="num">
                                      <p:cBhvr>
                                        <p:cTn id="25" dur="1000" fill="hold"/>
                                        <p:tgtEl>
                                          <p:spTgt spid="53321"/>
                                        </p:tgtEl>
                                        <p:attrNameLst>
                                          <p:attrName>ppt_h</p:attrName>
                                        </p:attrNameLst>
                                      </p:cBhvr>
                                      <p:tavLst>
                                        <p:tav tm="0">
                                          <p:val>
                                            <p:fltVal val="0"/>
                                          </p:val>
                                        </p:tav>
                                        <p:tav tm="100000">
                                          <p:val>
                                            <p:strVal val="#ppt_h"/>
                                          </p:val>
                                        </p:tav>
                                      </p:tavLst>
                                    </p:anim>
                                    <p:anim calcmode="lin" valueType="num">
                                      <p:cBhvr>
                                        <p:cTn id="26" dur="1000" fill="hold"/>
                                        <p:tgtEl>
                                          <p:spTgt spid="53321"/>
                                        </p:tgtEl>
                                        <p:attrNameLst>
                                          <p:attrName>ppt_x</p:attrName>
                                        </p:attrNameLst>
                                      </p:cBhvr>
                                      <p:tavLst>
                                        <p:tav tm="0" fmla="#ppt_x+(cos(-2*pi*(1-$))*-#ppt_x-sin(-2*pi*(1-$))*(1-#ppt_y))*(1-$)">
                                          <p:val>
                                            <p:fltVal val="0"/>
                                          </p:val>
                                        </p:tav>
                                        <p:tav tm="100000">
                                          <p:val>
                                            <p:fltVal val="1"/>
                                          </p:val>
                                        </p:tav>
                                      </p:tavLst>
                                    </p:anim>
                                    <p:anim calcmode="lin" valueType="num">
                                      <p:cBhvr>
                                        <p:cTn id="27" dur="1000" fill="hold"/>
                                        <p:tgtEl>
                                          <p:spTgt spid="53321"/>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3253"/>
                                        </p:tgtEl>
                                        <p:attrNameLst>
                                          <p:attrName>style.visibility</p:attrName>
                                        </p:attrNameLst>
                                      </p:cBhvr>
                                      <p:to>
                                        <p:strVal val="visible"/>
                                      </p:to>
                                    </p:set>
                                    <p:animEffect transition="in" filter="wipe(left)">
                                      <p:cBhvr>
                                        <p:cTn id="32" dur="500"/>
                                        <p:tgtEl>
                                          <p:spTgt spid="5325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8" fill="hold" nodeType="clickEffect">
                                  <p:stCondLst>
                                    <p:cond delay="0"/>
                                  </p:stCondLst>
                                  <p:childTnLst>
                                    <p:set>
                                      <p:cBhvr>
                                        <p:cTn id="36" dur="1" fill="hold">
                                          <p:stCondLst>
                                            <p:cond delay="0"/>
                                          </p:stCondLst>
                                        </p:cTn>
                                        <p:tgtEl>
                                          <p:spTgt spid="53322"/>
                                        </p:tgtEl>
                                        <p:attrNameLst>
                                          <p:attrName>style.visibility</p:attrName>
                                        </p:attrNameLst>
                                      </p:cBhvr>
                                      <p:to>
                                        <p:strVal val="visible"/>
                                      </p:to>
                                    </p:set>
                                    <p:animEffect transition="in" filter="slide(fromLeft)">
                                      <p:cBhvr>
                                        <p:cTn id="37" dur="500"/>
                                        <p:tgtEl>
                                          <p:spTgt spid="53322"/>
                                        </p:tgtEl>
                                      </p:cBhvr>
                                    </p:animEffect>
                                  </p:childTnLst>
                                </p:cTn>
                              </p:par>
                            </p:childTnLst>
                          </p:cTn>
                        </p:par>
                        <p:par>
                          <p:cTn id="38" fill="hold" nodeType="afterGroup">
                            <p:stCondLst>
                              <p:cond delay="500"/>
                            </p:stCondLst>
                            <p:childTnLst>
                              <p:par>
                                <p:cTn id="39" presetID="22" presetClass="entr" presetSubtype="8" fill="hold" nodeType="afterEffect">
                                  <p:stCondLst>
                                    <p:cond delay="0"/>
                                  </p:stCondLst>
                                  <p:childTnLst>
                                    <p:set>
                                      <p:cBhvr>
                                        <p:cTn id="40" dur="1" fill="hold">
                                          <p:stCondLst>
                                            <p:cond delay="0"/>
                                          </p:stCondLst>
                                        </p:cTn>
                                        <p:tgtEl>
                                          <p:spTgt spid="53323"/>
                                        </p:tgtEl>
                                        <p:attrNameLst>
                                          <p:attrName>style.visibility</p:attrName>
                                        </p:attrNameLst>
                                      </p:cBhvr>
                                      <p:to>
                                        <p:strVal val="visible"/>
                                      </p:to>
                                    </p:set>
                                    <p:animEffect transition="in" filter="wipe(left)">
                                      <p:cBhvr>
                                        <p:cTn id="41" dur="2000"/>
                                        <p:tgtEl>
                                          <p:spTgt spid="53323"/>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53324"/>
                                        </p:tgtEl>
                                        <p:attrNameLst>
                                          <p:attrName>style.visibility</p:attrName>
                                        </p:attrNameLst>
                                      </p:cBhvr>
                                      <p:to>
                                        <p:strVal val="visible"/>
                                      </p:to>
                                    </p:set>
                                    <p:animEffect transition="in" filter="wipe(left)">
                                      <p:cBhvr>
                                        <p:cTn id="46" dur="2000"/>
                                        <p:tgtEl>
                                          <p:spTgt spid="53324"/>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53325"/>
                                        </p:tgtEl>
                                        <p:attrNameLst>
                                          <p:attrName>style.visibility</p:attrName>
                                        </p:attrNameLst>
                                      </p:cBhvr>
                                      <p:to>
                                        <p:strVal val="visible"/>
                                      </p:to>
                                    </p:set>
                                    <p:animEffect transition="in" filter="wipe(left)">
                                      <p:cBhvr>
                                        <p:cTn id="51" dur="2000"/>
                                        <p:tgtEl>
                                          <p:spTgt spid="53325"/>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8" fill="hold" grpId="0" nodeType="clickEffect">
                                  <p:stCondLst>
                                    <p:cond delay="0"/>
                                  </p:stCondLst>
                                  <p:childTnLst>
                                    <p:set>
                                      <p:cBhvr>
                                        <p:cTn id="55" dur="1" fill="hold">
                                          <p:stCondLst>
                                            <p:cond delay="0"/>
                                          </p:stCondLst>
                                        </p:cTn>
                                        <p:tgtEl>
                                          <p:spTgt spid="53331"/>
                                        </p:tgtEl>
                                        <p:attrNameLst>
                                          <p:attrName>style.visibility</p:attrName>
                                        </p:attrNameLst>
                                      </p:cBhvr>
                                      <p:to>
                                        <p:strVal val="visible"/>
                                      </p:to>
                                    </p:set>
                                    <p:anim calcmode="lin" valueType="num">
                                      <p:cBhvr additive="base">
                                        <p:cTn id="56" dur="500" fill="hold"/>
                                        <p:tgtEl>
                                          <p:spTgt spid="53331"/>
                                        </p:tgtEl>
                                        <p:attrNameLst>
                                          <p:attrName>ppt_x</p:attrName>
                                        </p:attrNameLst>
                                      </p:cBhvr>
                                      <p:tavLst>
                                        <p:tav tm="0">
                                          <p:val>
                                            <p:strVal val="0-#ppt_w/2"/>
                                          </p:val>
                                        </p:tav>
                                        <p:tav tm="100000">
                                          <p:val>
                                            <p:strVal val="#ppt_x"/>
                                          </p:val>
                                        </p:tav>
                                      </p:tavLst>
                                    </p:anim>
                                    <p:anim calcmode="lin" valueType="num">
                                      <p:cBhvr additive="base">
                                        <p:cTn id="57" dur="500" fill="hold"/>
                                        <p:tgtEl>
                                          <p:spTgt spid="53331"/>
                                        </p:tgtEl>
                                        <p:attrNameLst>
                                          <p:attrName>ppt_y</p:attrName>
                                        </p:attrNameLst>
                                      </p:cBhvr>
                                      <p:tavLst>
                                        <p:tav tm="0">
                                          <p:val>
                                            <p:strVal val="#ppt_y"/>
                                          </p:val>
                                        </p:tav>
                                        <p:tav tm="100000">
                                          <p:val>
                                            <p:strVal val="#ppt_y"/>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nodeType="clickEffect">
                                  <p:stCondLst>
                                    <p:cond delay="0"/>
                                  </p:stCondLst>
                                  <p:childTnLst>
                                    <p:set>
                                      <p:cBhvr>
                                        <p:cTn id="61" dur="1" fill="hold">
                                          <p:stCondLst>
                                            <p:cond delay="0"/>
                                          </p:stCondLst>
                                        </p:cTn>
                                        <p:tgtEl>
                                          <p:spTgt spid="53326"/>
                                        </p:tgtEl>
                                        <p:attrNameLst>
                                          <p:attrName>style.visibility</p:attrName>
                                        </p:attrNameLst>
                                      </p:cBhvr>
                                      <p:to>
                                        <p:strVal val="visible"/>
                                      </p:to>
                                    </p:set>
                                  </p:childTnLst>
                                </p:cTn>
                              </p:par>
                            </p:childTnLst>
                          </p:cTn>
                        </p:par>
                        <p:par>
                          <p:cTn id="62" fill="hold" nodeType="afterGroup">
                            <p:stCondLst>
                              <p:cond delay="0"/>
                            </p:stCondLst>
                            <p:childTnLst>
                              <p:par>
                                <p:cTn id="63" presetID="22" presetClass="entr" presetSubtype="8" fill="hold" nodeType="afterEffect">
                                  <p:stCondLst>
                                    <p:cond delay="0"/>
                                  </p:stCondLst>
                                  <p:childTnLst>
                                    <p:set>
                                      <p:cBhvr>
                                        <p:cTn id="64" dur="1" fill="hold">
                                          <p:stCondLst>
                                            <p:cond delay="0"/>
                                          </p:stCondLst>
                                        </p:cTn>
                                        <p:tgtEl>
                                          <p:spTgt spid="53327"/>
                                        </p:tgtEl>
                                        <p:attrNameLst>
                                          <p:attrName>style.visibility</p:attrName>
                                        </p:attrNameLst>
                                      </p:cBhvr>
                                      <p:to>
                                        <p:strVal val="visible"/>
                                      </p:to>
                                    </p:set>
                                    <p:animEffect transition="in" filter="wipe(left)">
                                      <p:cBhvr>
                                        <p:cTn id="65" dur="2000"/>
                                        <p:tgtEl>
                                          <p:spTgt spid="53327"/>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53328"/>
                                        </p:tgtEl>
                                        <p:attrNameLst>
                                          <p:attrName>style.visibility</p:attrName>
                                        </p:attrNameLst>
                                      </p:cBhvr>
                                      <p:to>
                                        <p:strVal val="visible"/>
                                      </p:to>
                                    </p:set>
                                    <p:animEffect transition="in" filter="wipe(left)">
                                      <p:cBhvr>
                                        <p:cTn id="70" dur="2000"/>
                                        <p:tgtEl>
                                          <p:spTgt spid="533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p:bldP spid="53252" grpId="0"/>
      <p:bldP spid="53321" grpId="0" animBg="1"/>
      <p:bldP spid="5333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268" name="Object 44"/>
          <p:cNvGraphicFramePr>
            <a:graphicFrameLocks noChangeAspect="1"/>
          </p:cNvGraphicFramePr>
          <p:nvPr>
            <p:extLst>
              <p:ext uri="{D42A27DB-BD31-4B8C-83A1-F6EECF244321}">
                <p14:modId xmlns:p14="http://schemas.microsoft.com/office/powerpoint/2010/main" val="1213545343"/>
              </p:ext>
            </p:extLst>
          </p:nvPr>
        </p:nvGraphicFramePr>
        <p:xfrm>
          <a:off x="2411413" y="2491259"/>
          <a:ext cx="333375" cy="406400"/>
        </p:xfrm>
        <a:graphic>
          <a:graphicData uri="http://schemas.openxmlformats.org/presentationml/2006/ole">
            <mc:AlternateContent xmlns:mc="http://schemas.openxmlformats.org/markup-compatibility/2006">
              <mc:Choice xmlns:v="urn:schemas-microsoft-com:vml" Requires="v">
                <p:oleObj spid="_x0000_s114984" name="Equation" r:id="rId3" imgW="164880" imgH="203040" progId="Equation.DSMT4">
                  <p:embed/>
                </p:oleObj>
              </mc:Choice>
              <mc:Fallback>
                <p:oleObj name="Equation" r:id="rId3" imgW="164880" imgH="203040" progId="Equation.DSMT4">
                  <p:embed/>
                  <p:pic>
                    <p:nvPicPr>
                      <p:cNvPr id="52268" name="Object 44"/>
                      <p:cNvPicPr>
                        <a:picLocks noChangeAspect="1" noChangeArrowheads="1"/>
                      </p:cNvPicPr>
                      <p:nvPr/>
                    </p:nvPicPr>
                    <p:blipFill>
                      <a:blip r:embed="rId4"/>
                      <a:srcRect/>
                      <a:stretch>
                        <a:fillRect/>
                      </a:stretch>
                    </p:blipFill>
                    <p:spPr bwMode="auto">
                      <a:xfrm>
                        <a:off x="2411413" y="2491259"/>
                        <a:ext cx="333375"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2279" name="Group 55"/>
          <p:cNvGrpSpPr>
            <a:grpSpLocks/>
          </p:cNvGrpSpPr>
          <p:nvPr/>
        </p:nvGrpSpPr>
        <p:grpSpPr bwMode="auto">
          <a:xfrm>
            <a:off x="827088" y="3138957"/>
            <a:ext cx="1584325" cy="1441450"/>
            <a:chOff x="1111" y="2704"/>
            <a:chExt cx="998" cy="908"/>
          </a:xfrm>
        </p:grpSpPr>
        <p:graphicFrame>
          <p:nvGraphicFramePr>
            <p:cNvPr id="52262" name="Object 38"/>
            <p:cNvGraphicFramePr>
              <a:graphicFrameLocks noChangeAspect="1"/>
            </p:cNvGraphicFramePr>
            <p:nvPr>
              <p:extLst>
                <p:ext uri="{D42A27DB-BD31-4B8C-83A1-F6EECF244321}">
                  <p14:modId xmlns:p14="http://schemas.microsoft.com/office/powerpoint/2010/main" val="2308878442"/>
                </p:ext>
              </p:extLst>
            </p:nvPr>
          </p:nvGraphicFramePr>
          <p:xfrm>
            <a:off x="1217" y="2704"/>
            <a:ext cx="650" cy="263"/>
          </p:xfrm>
          <a:graphic>
            <a:graphicData uri="http://schemas.openxmlformats.org/presentationml/2006/ole">
              <mc:AlternateContent xmlns:mc="http://schemas.openxmlformats.org/markup-compatibility/2006">
                <mc:Choice xmlns:v="urn:schemas-microsoft-com:vml" Requires="v">
                  <p:oleObj spid="_x0000_s114985" name="Equation" r:id="rId5" imgW="533160" imgH="215640" progId="Equation.DSMT4">
                    <p:embed/>
                  </p:oleObj>
                </mc:Choice>
                <mc:Fallback>
                  <p:oleObj name="Equation" r:id="rId5" imgW="533160" imgH="215640" progId="Equation.DSMT4">
                    <p:embed/>
                    <p:pic>
                      <p:nvPicPr>
                        <p:cNvPr id="52262" name="Object 38"/>
                        <p:cNvPicPr>
                          <a:picLocks noChangeAspect="1" noChangeArrowheads="1"/>
                        </p:cNvPicPr>
                        <p:nvPr/>
                      </p:nvPicPr>
                      <p:blipFill>
                        <a:blip r:embed="rId6"/>
                        <a:srcRect/>
                        <a:stretch>
                          <a:fillRect/>
                        </a:stretch>
                      </p:blipFill>
                      <p:spPr bwMode="auto">
                        <a:xfrm>
                          <a:off x="1217" y="2704"/>
                          <a:ext cx="650"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70" name="Line 46"/>
            <p:cNvSpPr>
              <a:spLocks noChangeShapeType="1"/>
            </p:cNvSpPr>
            <p:nvPr/>
          </p:nvSpPr>
          <p:spPr bwMode="auto">
            <a:xfrm flipV="1">
              <a:off x="1111" y="2704"/>
              <a:ext cx="998" cy="908"/>
            </a:xfrm>
            <a:prstGeom prst="line">
              <a:avLst/>
            </a:prstGeom>
            <a:noFill/>
            <a:ln w="28575">
              <a:solidFill>
                <a:srgbClr val="66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pSp>
      <p:grpSp>
        <p:nvGrpSpPr>
          <p:cNvPr id="52277" name="Group 53"/>
          <p:cNvGrpSpPr>
            <a:grpSpLocks/>
          </p:cNvGrpSpPr>
          <p:nvPr/>
        </p:nvGrpSpPr>
        <p:grpSpPr bwMode="auto">
          <a:xfrm>
            <a:off x="827088" y="4580414"/>
            <a:ext cx="3859213" cy="534988"/>
            <a:chOff x="1111" y="3612"/>
            <a:chExt cx="2431" cy="337"/>
          </a:xfrm>
        </p:grpSpPr>
        <p:sp>
          <p:nvSpPr>
            <p:cNvPr id="52275" name="Line 51"/>
            <p:cNvSpPr>
              <a:spLocks noChangeShapeType="1"/>
            </p:cNvSpPr>
            <p:nvPr/>
          </p:nvSpPr>
          <p:spPr bwMode="auto">
            <a:xfrm>
              <a:off x="1111" y="3612"/>
              <a:ext cx="2087" cy="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52271" name="Object 47"/>
            <p:cNvGraphicFramePr>
              <a:graphicFrameLocks noChangeAspect="1"/>
            </p:cNvGraphicFramePr>
            <p:nvPr>
              <p:extLst>
                <p:ext uri="{D42A27DB-BD31-4B8C-83A1-F6EECF244321}">
                  <p14:modId xmlns:p14="http://schemas.microsoft.com/office/powerpoint/2010/main" val="2571050154"/>
                </p:ext>
              </p:extLst>
            </p:nvPr>
          </p:nvGraphicFramePr>
          <p:xfrm>
            <a:off x="2762" y="3613"/>
            <a:ext cx="780" cy="336"/>
          </p:xfrm>
          <a:graphic>
            <a:graphicData uri="http://schemas.openxmlformats.org/presentationml/2006/ole">
              <mc:AlternateContent xmlns:mc="http://schemas.openxmlformats.org/markup-compatibility/2006">
                <mc:Choice xmlns:v="urn:schemas-microsoft-com:vml" Requires="v">
                  <p:oleObj spid="_x0000_s114986" name="Equation" r:id="rId7" imgW="558720" imgH="241200" progId="Equation.DSMT4">
                    <p:embed/>
                  </p:oleObj>
                </mc:Choice>
                <mc:Fallback>
                  <p:oleObj name="Equation" r:id="rId7" imgW="558720" imgH="241200" progId="Equation.DSMT4">
                    <p:embed/>
                    <p:pic>
                      <p:nvPicPr>
                        <p:cNvPr id="52271" name="Object 47"/>
                        <p:cNvPicPr>
                          <a:picLocks noChangeAspect="1" noChangeArrowheads="1"/>
                        </p:cNvPicPr>
                        <p:nvPr/>
                      </p:nvPicPr>
                      <p:blipFill>
                        <a:blip r:embed="rId8"/>
                        <a:srcRect/>
                        <a:stretch>
                          <a:fillRect/>
                        </a:stretch>
                      </p:blipFill>
                      <p:spPr bwMode="auto">
                        <a:xfrm>
                          <a:off x="2762" y="3613"/>
                          <a:ext cx="780"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2278" name="Group 54"/>
          <p:cNvGrpSpPr>
            <a:grpSpLocks/>
          </p:cNvGrpSpPr>
          <p:nvPr/>
        </p:nvGrpSpPr>
        <p:grpSpPr bwMode="auto">
          <a:xfrm>
            <a:off x="390525" y="2635721"/>
            <a:ext cx="436563" cy="1944688"/>
            <a:chOff x="836" y="2387"/>
            <a:chExt cx="275" cy="1225"/>
          </a:xfrm>
        </p:grpSpPr>
        <p:sp>
          <p:nvSpPr>
            <p:cNvPr id="52261" name="Line 37"/>
            <p:cNvSpPr>
              <a:spLocks noChangeShapeType="1"/>
            </p:cNvSpPr>
            <p:nvPr/>
          </p:nvSpPr>
          <p:spPr bwMode="auto">
            <a:xfrm flipV="1">
              <a:off x="1111" y="2568"/>
              <a:ext cx="0" cy="1044"/>
            </a:xfrm>
            <a:prstGeom prst="line">
              <a:avLst/>
            </a:prstGeom>
            <a:noFill/>
            <a:ln w="28575">
              <a:solidFill>
                <a:srgbClr val="66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52273" name="Object 49"/>
            <p:cNvGraphicFramePr>
              <a:graphicFrameLocks noChangeAspect="1"/>
            </p:cNvGraphicFramePr>
            <p:nvPr>
              <p:extLst>
                <p:ext uri="{D42A27DB-BD31-4B8C-83A1-F6EECF244321}">
                  <p14:modId xmlns:p14="http://schemas.microsoft.com/office/powerpoint/2010/main" val="480005317"/>
                </p:ext>
              </p:extLst>
            </p:nvPr>
          </p:nvGraphicFramePr>
          <p:xfrm>
            <a:off x="836" y="2387"/>
            <a:ext cx="194" cy="305"/>
          </p:xfrm>
          <a:graphic>
            <a:graphicData uri="http://schemas.openxmlformats.org/presentationml/2006/ole">
              <mc:AlternateContent xmlns:mc="http://schemas.openxmlformats.org/markup-compatibility/2006">
                <mc:Choice xmlns:v="urn:schemas-microsoft-com:vml" Requires="v">
                  <p:oleObj spid="_x0000_s114987" name="Equation" r:id="rId9" imgW="152280" imgH="241200" progId="Equation.DSMT4">
                    <p:embed/>
                  </p:oleObj>
                </mc:Choice>
                <mc:Fallback>
                  <p:oleObj name="Equation" r:id="rId9" imgW="152280" imgH="241200" progId="Equation.DSMT4">
                    <p:embed/>
                    <p:pic>
                      <p:nvPicPr>
                        <p:cNvPr id="52273" name="Object 49"/>
                        <p:cNvPicPr>
                          <a:picLocks noChangeAspect="1" noChangeArrowheads="1"/>
                        </p:cNvPicPr>
                        <p:nvPr/>
                      </p:nvPicPr>
                      <p:blipFill>
                        <a:blip r:embed="rId10"/>
                        <a:srcRect/>
                        <a:stretch>
                          <a:fillRect/>
                        </a:stretch>
                      </p:blipFill>
                      <p:spPr bwMode="auto">
                        <a:xfrm>
                          <a:off x="836" y="2387"/>
                          <a:ext cx="194" cy="3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2276" name="Group 52"/>
          <p:cNvGrpSpPr>
            <a:grpSpLocks/>
          </p:cNvGrpSpPr>
          <p:nvPr/>
        </p:nvGrpSpPr>
        <p:grpSpPr bwMode="auto">
          <a:xfrm>
            <a:off x="827088" y="4580409"/>
            <a:ext cx="1817688" cy="542925"/>
            <a:chOff x="1111" y="3612"/>
            <a:chExt cx="1145" cy="342"/>
          </a:xfrm>
        </p:grpSpPr>
        <p:sp>
          <p:nvSpPr>
            <p:cNvPr id="52259" name="Line 35"/>
            <p:cNvSpPr>
              <a:spLocks noChangeShapeType="1"/>
            </p:cNvSpPr>
            <p:nvPr/>
          </p:nvSpPr>
          <p:spPr bwMode="auto">
            <a:xfrm>
              <a:off x="1111" y="3612"/>
              <a:ext cx="1089"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52265" name="Object 41"/>
            <p:cNvGraphicFramePr>
              <a:graphicFrameLocks noChangeAspect="1"/>
            </p:cNvGraphicFramePr>
            <p:nvPr>
              <p:extLst>
                <p:ext uri="{D42A27DB-BD31-4B8C-83A1-F6EECF244321}">
                  <p14:modId xmlns:p14="http://schemas.microsoft.com/office/powerpoint/2010/main" val="74481456"/>
                </p:ext>
              </p:extLst>
            </p:nvPr>
          </p:nvGraphicFramePr>
          <p:xfrm>
            <a:off x="2080" y="3649"/>
            <a:ext cx="176" cy="305"/>
          </p:xfrm>
          <a:graphic>
            <a:graphicData uri="http://schemas.openxmlformats.org/presentationml/2006/ole">
              <mc:AlternateContent xmlns:mc="http://schemas.openxmlformats.org/markup-compatibility/2006">
                <mc:Choice xmlns:v="urn:schemas-microsoft-com:vml" Requires="v">
                  <p:oleObj spid="_x0000_s114988" name="Equation" r:id="rId11" imgW="139680" imgH="241200" progId="Equation.DSMT4">
                    <p:embed/>
                  </p:oleObj>
                </mc:Choice>
                <mc:Fallback>
                  <p:oleObj name="Equation" r:id="rId11" imgW="139680" imgH="241200" progId="Equation.DSMT4">
                    <p:embed/>
                    <p:pic>
                      <p:nvPicPr>
                        <p:cNvPr id="52265" name="Object 41"/>
                        <p:cNvPicPr>
                          <a:picLocks noChangeAspect="1" noChangeArrowheads="1"/>
                        </p:cNvPicPr>
                        <p:nvPr/>
                      </p:nvPicPr>
                      <p:blipFill>
                        <a:blip r:embed="rId12"/>
                        <a:srcRect/>
                        <a:stretch>
                          <a:fillRect/>
                        </a:stretch>
                      </p:blipFill>
                      <p:spPr bwMode="auto">
                        <a:xfrm>
                          <a:off x="2080" y="3649"/>
                          <a:ext cx="176" cy="3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2280" name="Line 56"/>
          <p:cNvSpPr>
            <a:spLocks noChangeShapeType="1"/>
          </p:cNvSpPr>
          <p:nvPr/>
        </p:nvSpPr>
        <p:spPr bwMode="auto">
          <a:xfrm flipV="1">
            <a:off x="827088" y="2923059"/>
            <a:ext cx="1800225" cy="1657350"/>
          </a:xfrm>
          <a:prstGeom prst="line">
            <a:avLst/>
          </a:prstGeom>
          <a:noFill/>
          <a:ln w="28575">
            <a:solidFill>
              <a:srgbClr val="7030A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pSp>
        <p:nvGrpSpPr>
          <p:cNvPr id="52288" name="Group 64"/>
          <p:cNvGrpSpPr>
            <a:grpSpLocks/>
          </p:cNvGrpSpPr>
          <p:nvPr/>
        </p:nvGrpSpPr>
        <p:grpSpPr bwMode="auto">
          <a:xfrm>
            <a:off x="1258888" y="4075584"/>
            <a:ext cx="715962" cy="504825"/>
            <a:chOff x="1428" y="3022"/>
            <a:chExt cx="451" cy="318"/>
          </a:xfrm>
        </p:grpSpPr>
        <p:sp>
          <p:nvSpPr>
            <p:cNvPr id="52281" name="Freeform 57"/>
            <p:cNvSpPr>
              <a:spLocks/>
            </p:cNvSpPr>
            <p:nvPr/>
          </p:nvSpPr>
          <p:spPr bwMode="auto">
            <a:xfrm>
              <a:off x="1428" y="3113"/>
              <a:ext cx="91" cy="227"/>
            </a:xfrm>
            <a:custGeom>
              <a:avLst/>
              <a:gdLst>
                <a:gd name="T0" fmla="*/ 0 w 106"/>
                <a:gd name="T1" fmla="*/ 0 h 181"/>
                <a:gd name="T2" fmla="*/ 91 w 106"/>
                <a:gd name="T3" fmla="*/ 45 h 181"/>
                <a:gd name="T4" fmla="*/ 91 w 106"/>
                <a:gd name="T5" fmla="*/ 181 h 181"/>
              </a:gdLst>
              <a:ahLst/>
              <a:cxnLst>
                <a:cxn ang="0">
                  <a:pos x="T0" y="T1"/>
                </a:cxn>
                <a:cxn ang="0">
                  <a:pos x="T2" y="T3"/>
                </a:cxn>
                <a:cxn ang="0">
                  <a:pos x="T4" y="T5"/>
                </a:cxn>
              </a:cxnLst>
              <a:rect l="0" t="0" r="r" b="b"/>
              <a:pathLst>
                <a:path w="106" h="181">
                  <a:moveTo>
                    <a:pt x="0" y="0"/>
                  </a:moveTo>
                  <a:cubicBezTo>
                    <a:pt x="38" y="7"/>
                    <a:pt x="76" y="15"/>
                    <a:pt x="91" y="45"/>
                  </a:cubicBezTo>
                  <a:cubicBezTo>
                    <a:pt x="106" y="75"/>
                    <a:pt x="91" y="151"/>
                    <a:pt x="91" y="181"/>
                  </a:cubicBezTo>
                </a:path>
              </a:pathLst>
            </a:custGeom>
            <a:noFill/>
            <a:ln w="28575" cmpd="sng">
              <a:solidFill>
                <a:schemeClr val="accent1">
                  <a:lumMod val="75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52282" name="Object 58"/>
            <p:cNvGraphicFramePr>
              <a:graphicFrameLocks noChangeAspect="1"/>
            </p:cNvGraphicFramePr>
            <p:nvPr>
              <p:extLst>
                <p:ext uri="{D42A27DB-BD31-4B8C-83A1-F6EECF244321}">
                  <p14:modId xmlns:p14="http://schemas.microsoft.com/office/powerpoint/2010/main" val="1734495710"/>
                </p:ext>
              </p:extLst>
            </p:nvPr>
          </p:nvGraphicFramePr>
          <p:xfrm>
            <a:off x="1572" y="3022"/>
            <a:ext cx="307" cy="256"/>
          </p:xfrm>
          <a:graphic>
            <a:graphicData uri="http://schemas.openxmlformats.org/presentationml/2006/ole">
              <mc:AlternateContent xmlns:mc="http://schemas.openxmlformats.org/markup-compatibility/2006">
                <mc:Choice xmlns:v="urn:schemas-microsoft-com:vml" Requires="v">
                  <p:oleObj spid="_x0000_s114989" name="Equation" r:id="rId13" imgW="241200" imgH="203040" progId="Equation.DSMT4">
                    <p:embed/>
                  </p:oleObj>
                </mc:Choice>
                <mc:Fallback>
                  <p:oleObj name="Equation" r:id="rId13" imgW="241200" imgH="203040" progId="Equation.DSMT4">
                    <p:embed/>
                    <p:pic>
                      <p:nvPicPr>
                        <p:cNvPr id="52282" name="Object 58"/>
                        <p:cNvPicPr>
                          <a:picLocks noChangeAspect="1" noChangeArrowheads="1"/>
                        </p:cNvPicPr>
                        <p:nvPr/>
                      </p:nvPicPr>
                      <p:blipFill>
                        <a:blip r:embed="rId14"/>
                        <a:srcRect/>
                        <a:stretch>
                          <a:fillRect/>
                        </a:stretch>
                      </p:blipFill>
                      <p:spPr bwMode="auto">
                        <a:xfrm>
                          <a:off x="1572" y="3022"/>
                          <a:ext cx="307"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2284" name="Group 60"/>
          <p:cNvGrpSpPr>
            <a:grpSpLocks/>
          </p:cNvGrpSpPr>
          <p:nvPr/>
        </p:nvGrpSpPr>
        <p:grpSpPr bwMode="auto">
          <a:xfrm>
            <a:off x="2627313" y="2924646"/>
            <a:ext cx="1439862" cy="1584325"/>
            <a:chOff x="2245" y="2614"/>
            <a:chExt cx="907" cy="998"/>
          </a:xfrm>
        </p:grpSpPr>
        <p:sp>
          <p:nvSpPr>
            <p:cNvPr id="52272" name="Line 48"/>
            <p:cNvSpPr>
              <a:spLocks noChangeShapeType="1"/>
            </p:cNvSpPr>
            <p:nvPr/>
          </p:nvSpPr>
          <p:spPr bwMode="auto">
            <a:xfrm>
              <a:off x="2245" y="2614"/>
              <a:ext cx="907" cy="998"/>
            </a:xfrm>
            <a:prstGeom prst="line">
              <a:avLst/>
            </a:prstGeom>
            <a:noFill/>
            <a:ln w="28575">
              <a:solidFill>
                <a:srgbClr val="FF99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52283" name="Object 59"/>
            <p:cNvGraphicFramePr>
              <a:graphicFrameLocks noChangeAspect="1"/>
            </p:cNvGraphicFramePr>
            <p:nvPr>
              <p:extLst>
                <p:ext uri="{D42A27DB-BD31-4B8C-83A1-F6EECF244321}">
                  <p14:modId xmlns:p14="http://schemas.microsoft.com/office/powerpoint/2010/main" val="2526513314"/>
                </p:ext>
              </p:extLst>
            </p:nvPr>
          </p:nvGraphicFramePr>
          <p:xfrm>
            <a:off x="2667" y="2816"/>
            <a:ext cx="275" cy="304"/>
          </p:xfrm>
          <a:graphic>
            <a:graphicData uri="http://schemas.openxmlformats.org/presentationml/2006/ole">
              <mc:AlternateContent xmlns:mc="http://schemas.openxmlformats.org/markup-compatibility/2006">
                <mc:Choice xmlns:v="urn:schemas-microsoft-com:vml" Requires="v">
                  <p:oleObj spid="_x0000_s114990" name="Equation" r:id="rId15" imgW="215640" imgH="241200" progId="Equation.DSMT4">
                    <p:embed/>
                  </p:oleObj>
                </mc:Choice>
                <mc:Fallback>
                  <p:oleObj name="Equation" r:id="rId15" imgW="215640" imgH="241200" progId="Equation.DSMT4">
                    <p:embed/>
                    <p:pic>
                      <p:nvPicPr>
                        <p:cNvPr id="52283" name="Object 59"/>
                        <p:cNvPicPr>
                          <a:picLocks noChangeAspect="1" noChangeArrowheads="1"/>
                        </p:cNvPicPr>
                        <p:nvPr/>
                      </p:nvPicPr>
                      <p:blipFill>
                        <a:blip r:embed="rId16"/>
                        <a:srcRect/>
                        <a:stretch>
                          <a:fillRect/>
                        </a:stretch>
                      </p:blipFill>
                      <p:spPr bwMode="auto">
                        <a:xfrm>
                          <a:off x="2667" y="2816"/>
                          <a:ext cx="275"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52285" name="Object 61"/>
          <p:cNvGraphicFramePr>
            <a:graphicFrameLocks noChangeAspect="1"/>
          </p:cNvGraphicFramePr>
          <p:nvPr>
            <p:extLst>
              <p:ext uri="{D42A27DB-BD31-4B8C-83A1-F6EECF244321}">
                <p14:modId xmlns:p14="http://schemas.microsoft.com/office/powerpoint/2010/main" val="2197264065"/>
              </p:ext>
            </p:extLst>
          </p:nvPr>
        </p:nvGraphicFramePr>
        <p:xfrm>
          <a:off x="5622925" y="3873971"/>
          <a:ext cx="1846263" cy="457200"/>
        </p:xfrm>
        <a:graphic>
          <a:graphicData uri="http://schemas.openxmlformats.org/presentationml/2006/ole">
            <mc:AlternateContent xmlns:mc="http://schemas.openxmlformats.org/markup-compatibility/2006">
              <mc:Choice xmlns:v="urn:schemas-microsoft-com:vml" Requires="v">
                <p:oleObj spid="_x0000_s114991" name="Equation" r:id="rId17" imgW="914400" imgH="228600" progId="Equation.DSMT4">
                  <p:embed/>
                </p:oleObj>
              </mc:Choice>
              <mc:Fallback>
                <p:oleObj name="Equation" r:id="rId17" imgW="914400" imgH="228600" progId="Equation.DSMT4">
                  <p:embed/>
                  <p:pic>
                    <p:nvPicPr>
                      <p:cNvPr id="52285" name="Object 61"/>
                      <p:cNvPicPr>
                        <a:picLocks noChangeAspect="1" noChangeArrowheads="1"/>
                      </p:cNvPicPr>
                      <p:nvPr/>
                    </p:nvPicPr>
                    <p:blipFill>
                      <a:blip r:embed="rId18"/>
                      <a:srcRect/>
                      <a:stretch>
                        <a:fillRect/>
                      </a:stretch>
                    </p:blipFill>
                    <p:spPr bwMode="auto">
                      <a:xfrm>
                        <a:off x="5622925" y="3873971"/>
                        <a:ext cx="184626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86" name="Object 62"/>
          <p:cNvGraphicFramePr>
            <a:graphicFrameLocks noChangeAspect="1"/>
          </p:cNvGraphicFramePr>
          <p:nvPr>
            <p:extLst>
              <p:ext uri="{D42A27DB-BD31-4B8C-83A1-F6EECF244321}">
                <p14:modId xmlns:p14="http://schemas.microsoft.com/office/powerpoint/2010/main" val="3718883578"/>
              </p:ext>
            </p:extLst>
          </p:nvPr>
        </p:nvGraphicFramePr>
        <p:xfrm>
          <a:off x="5530850" y="4559771"/>
          <a:ext cx="2436813" cy="838200"/>
        </p:xfrm>
        <a:graphic>
          <a:graphicData uri="http://schemas.openxmlformats.org/presentationml/2006/ole">
            <mc:AlternateContent xmlns:mc="http://schemas.openxmlformats.org/markup-compatibility/2006">
              <mc:Choice xmlns:v="urn:schemas-microsoft-com:vml" Requires="v">
                <p:oleObj spid="_x0000_s114992" name="Equation" r:id="rId19" imgW="1206360" imgH="419040" progId="Equation.DSMT4">
                  <p:embed/>
                </p:oleObj>
              </mc:Choice>
              <mc:Fallback>
                <p:oleObj name="Equation" r:id="rId19" imgW="1206360" imgH="419040" progId="Equation.DSMT4">
                  <p:embed/>
                  <p:pic>
                    <p:nvPicPr>
                      <p:cNvPr id="52286" name="Object 62"/>
                      <p:cNvPicPr>
                        <a:picLocks noChangeAspect="1" noChangeArrowheads="1"/>
                      </p:cNvPicPr>
                      <p:nvPr/>
                    </p:nvPicPr>
                    <p:blipFill>
                      <a:blip r:embed="rId20"/>
                      <a:srcRect/>
                      <a:stretch>
                        <a:fillRect/>
                      </a:stretch>
                    </p:blipFill>
                    <p:spPr bwMode="auto">
                      <a:xfrm>
                        <a:off x="5530850" y="4559771"/>
                        <a:ext cx="2436813"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87" name="Object 63"/>
          <p:cNvGraphicFramePr>
            <a:graphicFrameLocks noChangeAspect="1"/>
          </p:cNvGraphicFramePr>
          <p:nvPr>
            <p:extLst>
              <p:ext uri="{D42A27DB-BD31-4B8C-83A1-F6EECF244321}">
                <p14:modId xmlns:p14="http://schemas.microsoft.com/office/powerpoint/2010/main" val="115358882"/>
              </p:ext>
            </p:extLst>
          </p:nvPr>
        </p:nvGraphicFramePr>
        <p:xfrm>
          <a:off x="4967288" y="5639271"/>
          <a:ext cx="3333750" cy="863600"/>
        </p:xfrm>
        <a:graphic>
          <a:graphicData uri="http://schemas.openxmlformats.org/presentationml/2006/ole">
            <mc:AlternateContent xmlns:mc="http://schemas.openxmlformats.org/markup-compatibility/2006">
              <mc:Choice xmlns:v="urn:schemas-microsoft-com:vml" Requires="v">
                <p:oleObj spid="_x0000_s114993" name="Equation" r:id="rId21" imgW="1650960" imgH="431640" progId="Equation.DSMT4">
                  <p:embed/>
                </p:oleObj>
              </mc:Choice>
              <mc:Fallback>
                <p:oleObj name="Equation" r:id="rId21" imgW="1650960" imgH="431640" progId="Equation.DSMT4">
                  <p:embed/>
                  <p:pic>
                    <p:nvPicPr>
                      <p:cNvPr id="52287" name="Object 63"/>
                      <p:cNvPicPr>
                        <a:picLocks noChangeAspect="1" noChangeArrowheads="1"/>
                      </p:cNvPicPr>
                      <p:nvPr/>
                    </p:nvPicPr>
                    <p:blipFill>
                      <a:blip r:embed="rId22"/>
                      <a:srcRect/>
                      <a:stretch>
                        <a:fillRect/>
                      </a:stretch>
                    </p:blipFill>
                    <p:spPr bwMode="auto">
                      <a:xfrm>
                        <a:off x="4967288" y="5639271"/>
                        <a:ext cx="333375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99" name="Text Box 75"/>
          <p:cNvSpPr txBox="1">
            <a:spLocks noChangeArrowheads="1"/>
          </p:cNvSpPr>
          <p:nvPr/>
        </p:nvSpPr>
        <p:spPr bwMode="auto">
          <a:xfrm>
            <a:off x="1763713" y="1484784"/>
            <a:ext cx="30956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a:t>画相量图计算</a:t>
            </a:r>
          </a:p>
        </p:txBody>
      </p:sp>
      <p:sp>
        <p:nvSpPr>
          <p:cNvPr id="52332" name="Text Box 108"/>
          <p:cNvSpPr txBox="1">
            <a:spLocks noChangeArrowheads="1"/>
          </p:cNvSpPr>
          <p:nvPr/>
        </p:nvSpPr>
        <p:spPr bwMode="auto">
          <a:xfrm>
            <a:off x="468313" y="1484784"/>
            <a:ext cx="1152525" cy="519112"/>
          </a:xfrm>
          <a:prstGeom prst="rect">
            <a:avLst/>
          </a:prstGeom>
          <a:solidFill>
            <a:srgbClr val="9900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dirty="0">
                <a:solidFill>
                  <a:schemeClr val="bg1"/>
                </a:solidFill>
                <a:latin typeface="宋体" panose="02010600030101010101" pitchFamily="2" charset="-122"/>
                <a:ea typeface="宋体" panose="02010600030101010101" pitchFamily="2" charset="-122"/>
              </a:rPr>
              <a:t>解法</a:t>
            </a:r>
            <a:r>
              <a:rPr lang="en-US" altLang="zh-CN" sz="2800" b="0" dirty="0">
                <a:solidFill>
                  <a:schemeClr val="bg1"/>
                </a:solidFill>
                <a:ea typeface="宋体" panose="02010600030101010101" pitchFamily="2" charset="-122"/>
              </a:rPr>
              <a:t>2</a:t>
            </a:r>
          </a:p>
        </p:txBody>
      </p:sp>
      <p:grpSp>
        <p:nvGrpSpPr>
          <p:cNvPr id="68" name="Group 97"/>
          <p:cNvGrpSpPr>
            <a:grpSpLocks/>
          </p:cNvGrpSpPr>
          <p:nvPr/>
        </p:nvGrpSpPr>
        <p:grpSpPr bwMode="auto">
          <a:xfrm>
            <a:off x="4972116" y="1759421"/>
            <a:ext cx="3884613" cy="1727200"/>
            <a:chOff x="476" y="2251"/>
            <a:chExt cx="2447" cy="1088"/>
          </a:xfrm>
        </p:grpSpPr>
        <p:sp>
          <p:nvSpPr>
            <p:cNvPr id="69" name="Oval 98"/>
            <p:cNvSpPr>
              <a:spLocks noChangeArrowheads="1"/>
            </p:cNvSpPr>
            <p:nvPr/>
          </p:nvSpPr>
          <p:spPr bwMode="auto">
            <a:xfrm>
              <a:off x="476" y="2704"/>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aphicFrame>
          <p:nvGraphicFramePr>
            <p:cNvPr id="70" name="Object 99"/>
            <p:cNvGraphicFramePr>
              <a:graphicFrameLocks noChangeAspect="1"/>
            </p:cNvGraphicFramePr>
            <p:nvPr>
              <p:extLst>
                <p:ext uri="{D42A27DB-BD31-4B8C-83A1-F6EECF244321}">
                  <p14:modId xmlns:p14="http://schemas.microsoft.com/office/powerpoint/2010/main" val="4054411108"/>
                </p:ext>
              </p:extLst>
            </p:nvPr>
          </p:nvGraphicFramePr>
          <p:xfrm>
            <a:off x="891" y="2765"/>
            <a:ext cx="194" cy="240"/>
          </p:xfrm>
          <a:graphic>
            <a:graphicData uri="http://schemas.openxmlformats.org/presentationml/2006/ole">
              <mc:AlternateContent xmlns:mc="http://schemas.openxmlformats.org/markup-compatibility/2006">
                <mc:Choice xmlns:v="urn:schemas-microsoft-com:vml" Requires="v">
                  <p:oleObj spid="_x0000_s114994" name="Equation" r:id="rId23" imgW="164880" imgH="203040" progId="Equation.DSMT4">
                    <p:embed/>
                  </p:oleObj>
                </mc:Choice>
                <mc:Fallback>
                  <p:oleObj name="Equation" r:id="rId23" imgW="164880" imgH="203040" progId="Equation.DSMT4">
                    <p:embed/>
                    <p:pic>
                      <p:nvPicPr>
                        <p:cNvPr id="53347" name="Object 99"/>
                        <p:cNvPicPr>
                          <a:picLocks noChangeAspect="1" noChangeArrowheads="1"/>
                        </p:cNvPicPr>
                        <p:nvPr/>
                      </p:nvPicPr>
                      <p:blipFill>
                        <a:blip r:embed="rId24"/>
                        <a:srcRect/>
                        <a:stretch>
                          <a:fillRect/>
                        </a:stretch>
                      </p:blipFill>
                      <p:spPr bwMode="auto">
                        <a:xfrm>
                          <a:off x="891" y="2765"/>
                          <a:ext cx="194"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 name="Text Box 100"/>
            <p:cNvSpPr txBox="1">
              <a:spLocks noChangeArrowheads="1"/>
            </p:cNvSpPr>
            <p:nvPr/>
          </p:nvSpPr>
          <p:spPr bwMode="auto">
            <a:xfrm>
              <a:off x="1924" y="2411"/>
              <a:ext cx="49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dirty="0">
                  <a:latin typeface="Times New Roman" panose="02020603050405020304" pitchFamily="18" charset="0"/>
                  <a:ea typeface="宋体" panose="02010600030101010101" pitchFamily="2" charset="-122"/>
                </a:rPr>
                <a:t>-</a:t>
              </a:r>
              <a:r>
                <a:rPr kumimoji="1" lang="en-US" altLang="zh-CN" sz="2800" b="0" dirty="0" err="1">
                  <a:latin typeface="Times New Roman" panose="02020603050405020304" pitchFamily="18" charset="0"/>
                  <a:ea typeface="宋体" panose="02010600030101010101" pitchFamily="2" charset="-122"/>
                </a:rPr>
                <a:t>j</a:t>
              </a:r>
              <a:r>
                <a:rPr kumimoji="1" lang="en-US" altLang="zh-CN" sz="2800" b="0" i="1" dirty="0" err="1">
                  <a:latin typeface="Times New Roman" panose="02020603050405020304" pitchFamily="18" charset="0"/>
                  <a:ea typeface="宋体" panose="02010600030101010101" pitchFamily="2" charset="-122"/>
                </a:rPr>
                <a:t>X</a:t>
              </a:r>
              <a:r>
                <a:rPr kumimoji="1" lang="en-US" altLang="zh-CN" sz="2800" b="0" baseline="-25000" dirty="0" err="1">
                  <a:latin typeface="Times New Roman" panose="02020603050405020304" pitchFamily="18" charset="0"/>
                  <a:ea typeface="宋体" panose="02010600030101010101" pitchFamily="2" charset="-122"/>
                </a:rPr>
                <a:t>C</a:t>
              </a:r>
              <a:endParaRPr kumimoji="1" lang="en-US" altLang="zh-CN" sz="2800" b="0" baseline="-25000" dirty="0">
                <a:latin typeface="Times New Roman" panose="02020603050405020304" pitchFamily="18" charset="0"/>
                <a:ea typeface="宋体" panose="02010600030101010101" pitchFamily="2" charset="-122"/>
              </a:endParaRPr>
            </a:p>
          </p:txBody>
        </p:sp>
        <p:graphicFrame>
          <p:nvGraphicFramePr>
            <p:cNvPr id="72" name="Object 101"/>
            <p:cNvGraphicFramePr>
              <a:graphicFrameLocks noChangeAspect="1"/>
            </p:cNvGraphicFramePr>
            <p:nvPr>
              <p:extLst>
                <p:ext uri="{D42A27DB-BD31-4B8C-83A1-F6EECF244321}">
                  <p14:modId xmlns:p14="http://schemas.microsoft.com/office/powerpoint/2010/main" val="1480982483"/>
                </p:ext>
              </p:extLst>
            </p:nvPr>
          </p:nvGraphicFramePr>
          <p:xfrm>
            <a:off x="1526" y="2992"/>
            <a:ext cx="171" cy="296"/>
          </p:xfrm>
          <a:graphic>
            <a:graphicData uri="http://schemas.openxmlformats.org/presentationml/2006/ole">
              <mc:AlternateContent xmlns:mc="http://schemas.openxmlformats.org/markup-compatibility/2006">
                <mc:Choice xmlns:v="urn:schemas-microsoft-com:vml" Requires="v">
                  <p:oleObj spid="_x0000_s114995" name="Equation" r:id="rId25" imgW="139680" imgH="241200" progId="Equation.DSMT4">
                    <p:embed/>
                  </p:oleObj>
                </mc:Choice>
                <mc:Fallback>
                  <p:oleObj name="Equation" r:id="rId25" imgW="139680" imgH="241200" progId="Equation.DSMT4">
                    <p:embed/>
                    <p:pic>
                      <p:nvPicPr>
                        <p:cNvPr id="53349" name="Object 101"/>
                        <p:cNvPicPr>
                          <a:picLocks noChangeAspect="1" noChangeArrowheads="1"/>
                        </p:cNvPicPr>
                        <p:nvPr/>
                      </p:nvPicPr>
                      <p:blipFill>
                        <a:blip r:embed="rId26"/>
                        <a:srcRect/>
                        <a:stretch>
                          <a:fillRect/>
                        </a:stretch>
                      </p:blipFill>
                      <p:spPr bwMode="auto">
                        <a:xfrm>
                          <a:off x="1526" y="2992"/>
                          <a:ext cx="171" cy="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 name="Object 102"/>
            <p:cNvGraphicFramePr>
              <a:graphicFrameLocks noChangeAspect="1"/>
            </p:cNvGraphicFramePr>
            <p:nvPr>
              <p:extLst>
                <p:ext uri="{D42A27DB-BD31-4B8C-83A1-F6EECF244321}">
                  <p14:modId xmlns:p14="http://schemas.microsoft.com/office/powerpoint/2010/main" val="2127474776"/>
                </p:ext>
              </p:extLst>
            </p:nvPr>
          </p:nvGraphicFramePr>
          <p:xfrm>
            <a:off x="2125" y="3014"/>
            <a:ext cx="196" cy="313"/>
          </p:xfrm>
          <a:graphic>
            <a:graphicData uri="http://schemas.openxmlformats.org/presentationml/2006/ole">
              <mc:AlternateContent xmlns:mc="http://schemas.openxmlformats.org/markup-compatibility/2006">
                <mc:Choice xmlns:v="urn:schemas-microsoft-com:vml" Requires="v">
                  <p:oleObj spid="_x0000_s114996" name="Equation" r:id="rId27" imgW="152280" imgH="241200" progId="Equation.DSMT4">
                    <p:embed/>
                  </p:oleObj>
                </mc:Choice>
                <mc:Fallback>
                  <p:oleObj name="Equation" r:id="rId27" imgW="152280" imgH="241200" progId="Equation.DSMT4">
                    <p:embed/>
                    <p:pic>
                      <p:nvPicPr>
                        <p:cNvPr id="53350" name="Object 102"/>
                        <p:cNvPicPr>
                          <a:picLocks noChangeAspect="1" noChangeArrowheads="1"/>
                        </p:cNvPicPr>
                        <p:nvPr/>
                      </p:nvPicPr>
                      <p:blipFill>
                        <a:blip r:embed="rId28"/>
                        <a:srcRect/>
                        <a:stretch>
                          <a:fillRect/>
                        </a:stretch>
                      </p:blipFill>
                      <p:spPr bwMode="auto">
                        <a:xfrm>
                          <a:off x="2125" y="3014"/>
                          <a:ext cx="196" cy="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 name="Text Box 103"/>
            <p:cNvSpPr txBox="1">
              <a:spLocks noChangeArrowheads="1"/>
            </p:cNvSpPr>
            <p:nvPr/>
          </p:nvSpPr>
          <p:spPr bwMode="auto">
            <a:xfrm>
              <a:off x="648" y="2457"/>
              <a:ext cx="244" cy="330"/>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p>
          </p:txBody>
        </p:sp>
        <p:sp>
          <p:nvSpPr>
            <p:cNvPr id="75" name="Text Box 104"/>
            <p:cNvSpPr txBox="1">
              <a:spLocks noChangeArrowheads="1"/>
            </p:cNvSpPr>
            <p:nvPr/>
          </p:nvSpPr>
          <p:spPr bwMode="auto">
            <a:xfrm>
              <a:off x="657" y="2955"/>
              <a:ext cx="212" cy="330"/>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0">
                  <a:latin typeface="Times New Roman" panose="02020603050405020304" pitchFamily="18" charset="0"/>
                  <a:ea typeface="宋体" panose="02010600030101010101" pitchFamily="2" charset="-122"/>
                  <a:sym typeface="Symbol" panose="05050102010706020507" pitchFamily="18" charset="2"/>
                </a:rPr>
                <a:t>_</a:t>
              </a:r>
            </a:p>
          </p:txBody>
        </p:sp>
        <p:sp>
          <p:nvSpPr>
            <p:cNvPr id="76" name="Line 105"/>
            <p:cNvSpPr>
              <a:spLocks noChangeShapeType="1"/>
            </p:cNvSpPr>
            <p:nvPr/>
          </p:nvSpPr>
          <p:spPr bwMode="auto">
            <a:xfrm>
              <a:off x="657" y="3339"/>
              <a:ext cx="1769"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7" name="Line 106"/>
            <p:cNvSpPr>
              <a:spLocks noChangeShapeType="1"/>
            </p:cNvSpPr>
            <p:nvPr/>
          </p:nvSpPr>
          <p:spPr bwMode="auto">
            <a:xfrm>
              <a:off x="657" y="2341"/>
              <a:ext cx="0" cy="998"/>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8" name="Text Box 107"/>
            <p:cNvSpPr txBox="1">
              <a:spLocks noChangeArrowheads="1"/>
            </p:cNvSpPr>
            <p:nvPr/>
          </p:nvSpPr>
          <p:spPr bwMode="auto">
            <a:xfrm>
              <a:off x="1513" y="2638"/>
              <a:ext cx="25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i="1">
                  <a:latin typeface="Times New Roman" panose="02020603050405020304" pitchFamily="18" charset="0"/>
                  <a:ea typeface="宋体" panose="02010600030101010101" pitchFamily="2" charset="-122"/>
                </a:rPr>
                <a:t>R</a:t>
              </a:r>
            </a:p>
          </p:txBody>
        </p:sp>
        <p:sp>
          <p:nvSpPr>
            <p:cNvPr id="79" name="Line 108"/>
            <p:cNvSpPr>
              <a:spLocks noChangeShapeType="1"/>
            </p:cNvSpPr>
            <p:nvPr/>
          </p:nvSpPr>
          <p:spPr bwMode="auto">
            <a:xfrm>
              <a:off x="793" y="2432"/>
              <a:ext cx="240"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80" name="Line 109"/>
            <p:cNvSpPr>
              <a:spLocks noChangeShapeType="1"/>
            </p:cNvSpPr>
            <p:nvPr/>
          </p:nvSpPr>
          <p:spPr bwMode="auto">
            <a:xfrm flipH="1">
              <a:off x="1791" y="2341"/>
              <a:ext cx="0" cy="998"/>
            </a:xfrm>
            <a:prstGeom prst="line">
              <a:avLst/>
            </a:prstGeom>
            <a:noFill/>
            <a:ln w="28575">
              <a:solidFill>
                <a:srgbClr val="FFCC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1" name="Line 110"/>
            <p:cNvSpPr>
              <a:spLocks noChangeShapeType="1"/>
            </p:cNvSpPr>
            <p:nvPr/>
          </p:nvSpPr>
          <p:spPr bwMode="auto">
            <a:xfrm>
              <a:off x="2426" y="2341"/>
              <a:ext cx="0" cy="454"/>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2" name="Line 111"/>
            <p:cNvSpPr>
              <a:spLocks noChangeShapeType="1"/>
            </p:cNvSpPr>
            <p:nvPr/>
          </p:nvSpPr>
          <p:spPr bwMode="auto">
            <a:xfrm flipH="1">
              <a:off x="2426" y="2886"/>
              <a:ext cx="0" cy="453"/>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83" name="Object 112"/>
            <p:cNvGraphicFramePr>
              <a:graphicFrameLocks noChangeAspect="1"/>
            </p:cNvGraphicFramePr>
            <p:nvPr>
              <p:extLst>
                <p:ext uri="{D42A27DB-BD31-4B8C-83A1-F6EECF244321}">
                  <p14:modId xmlns:p14="http://schemas.microsoft.com/office/powerpoint/2010/main" val="482889751"/>
                </p:ext>
              </p:extLst>
            </p:nvPr>
          </p:nvGraphicFramePr>
          <p:xfrm>
            <a:off x="930" y="2448"/>
            <a:ext cx="158" cy="240"/>
          </p:xfrm>
          <a:graphic>
            <a:graphicData uri="http://schemas.openxmlformats.org/presentationml/2006/ole">
              <mc:AlternateContent xmlns:mc="http://schemas.openxmlformats.org/markup-compatibility/2006">
                <mc:Choice xmlns:v="urn:schemas-microsoft-com:vml" Requires="v">
                  <p:oleObj spid="_x0000_s114997" name="Equation" r:id="rId29" imgW="126720" imgH="190440" progId="Equation.DSMT4">
                    <p:embed/>
                  </p:oleObj>
                </mc:Choice>
                <mc:Fallback>
                  <p:oleObj name="Equation" r:id="rId29" imgW="126720" imgH="190440" progId="Equation.DSMT4">
                    <p:embed/>
                    <p:pic>
                      <p:nvPicPr>
                        <p:cNvPr id="53360" name="Object 112"/>
                        <p:cNvPicPr>
                          <a:picLocks noChangeAspect="1" noChangeArrowheads="1"/>
                        </p:cNvPicPr>
                        <p:nvPr/>
                      </p:nvPicPr>
                      <p:blipFill>
                        <a:blip r:embed="rId30"/>
                        <a:srcRect/>
                        <a:stretch>
                          <a:fillRect/>
                        </a:stretch>
                      </p:blipFill>
                      <p:spPr bwMode="auto">
                        <a:xfrm>
                          <a:off x="930" y="2448"/>
                          <a:ext cx="158"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 name="Line 113"/>
            <p:cNvSpPr>
              <a:spLocks noChangeShapeType="1"/>
            </p:cNvSpPr>
            <p:nvPr/>
          </p:nvSpPr>
          <p:spPr bwMode="auto">
            <a:xfrm>
              <a:off x="1746" y="3067"/>
              <a:ext cx="0" cy="227"/>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5" name="Line 114"/>
            <p:cNvSpPr>
              <a:spLocks noChangeShapeType="1"/>
            </p:cNvSpPr>
            <p:nvPr/>
          </p:nvSpPr>
          <p:spPr bwMode="auto">
            <a:xfrm>
              <a:off x="2336" y="3022"/>
              <a:ext cx="0" cy="27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6" name="Line 115"/>
            <p:cNvSpPr>
              <a:spLocks noChangeShapeType="1"/>
            </p:cNvSpPr>
            <p:nvPr/>
          </p:nvSpPr>
          <p:spPr bwMode="auto">
            <a:xfrm>
              <a:off x="657" y="2341"/>
              <a:ext cx="454"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7" name="Line 116"/>
            <p:cNvSpPr>
              <a:spLocks noChangeShapeType="1"/>
            </p:cNvSpPr>
            <p:nvPr/>
          </p:nvSpPr>
          <p:spPr bwMode="auto">
            <a:xfrm>
              <a:off x="1519" y="2341"/>
              <a:ext cx="907"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8" name="Text Box 117"/>
            <p:cNvSpPr txBox="1">
              <a:spLocks noChangeArrowheads="1"/>
            </p:cNvSpPr>
            <p:nvPr/>
          </p:nvSpPr>
          <p:spPr bwMode="auto">
            <a:xfrm>
              <a:off x="1147" y="2374"/>
              <a:ext cx="409"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dirty="0" err="1">
                  <a:latin typeface="Times New Roman" panose="02020603050405020304" pitchFamily="18" charset="0"/>
                  <a:ea typeface="宋体" panose="02010600030101010101" pitchFamily="2" charset="-122"/>
                </a:rPr>
                <a:t>j</a:t>
              </a:r>
              <a:r>
                <a:rPr kumimoji="1" lang="en-US" altLang="zh-CN" sz="2800" b="0" i="1" dirty="0" err="1">
                  <a:latin typeface="Times New Roman" panose="02020603050405020304" pitchFamily="18" charset="0"/>
                  <a:ea typeface="宋体" panose="02010600030101010101" pitchFamily="2" charset="-122"/>
                </a:rPr>
                <a:t>X</a:t>
              </a:r>
              <a:r>
                <a:rPr kumimoji="1" lang="en-US" altLang="zh-CN" sz="2800" b="0" baseline="-25000" dirty="0" err="1">
                  <a:latin typeface="Times New Roman" panose="02020603050405020304" pitchFamily="18" charset="0"/>
                  <a:ea typeface="宋体" panose="02010600030101010101" pitchFamily="2" charset="-122"/>
                </a:rPr>
                <a:t>L</a:t>
              </a:r>
              <a:endParaRPr kumimoji="1" lang="en-US" altLang="zh-CN" sz="2800" b="0" baseline="-25000" dirty="0">
                <a:latin typeface="Times New Roman" panose="02020603050405020304" pitchFamily="18" charset="0"/>
                <a:ea typeface="宋体" panose="02010600030101010101" pitchFamily="2" charset="-122"/>
              </a:endParaRPr>
            </a:p>
          </p:txBody>
        </p:sp>
        <p:sp>
          <p:nvSpPr>
            <p:cNvPr id="89" name="Text Box 118"/>
            <p:cNvSpPr txBox="1">
              <a:spLocks noChangeArrowheads="1"/>
            </p:cNvSpPr>
            <p:nvPr/>
          </p:nvSpPr>
          <p:spPr bwMode="auto">
            <a:xfrm>
              <a:off x="2542" y="2683"/>
              <a:ext cx="38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i="1">
                  <a:latin typeface="Times New Roman" panose="02020603050405020304" pitchFamily="18" charset="0"/>
                  <a:ea typeface="宋体" panose="02010600030101010101" pitchFamily="2" charset="-122"/>
                </a:rPr>
                <a:t>U</a:t>
              </a:r>
              <a:r>
                <a:rPr kumimoji="1" lang="en-US" altLang="zh-CN" sz="2800" b="0" baseline="-25000">
                  <a:latin typeface="Times New Roman" panose="02020603050405020304" pitchFamily="18" charset="0"/>
                  <a:ea typeface="宋体" panose="02010600030101010101" pitchFamily="2" charset="-122"/>
                </a:rPr>
                <a:t>C</a:t>
              </a:r>
            </a:p>
          </p:txBody>
        </p:sp>
        <p:sp>
          <p:nvSpPr>
            <p:cNvPr id="90" name="Text Box 119"/>
            <p:cNvSpPr txBox="1">
              <a:spLocks noChangeArrowheads="1"/>
            </p:cNvSpPr>
            <p:nvPr/>
          </p:nvSpPr>
          <p:spPr bwMode="auto">
            <a:xfrm>
              <a:off x="2417" y="2412"/>
              <a:ext cx="24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a:t>
              </a:r>
            </a:p>
          </p:txBody>
        </p:sp>
        <p:sp>
          <p:nvSpPr>
            <p:cNvPr id="91" name="Text Box 120"/>
            <p:cNvSpPr txBox="1">
              <a:spLocks noChangeArrowheads="1"/>
            </p:cNvSpPr>
            <p:nvPr/>
          </p:nvSpPr>
          <p:spPr bwMode="auto">
            <a:xfrm>
              <a:off x="2417" y="3001"/>
              <a:ext cx="229"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宋体" panose="02010600030101010101" pitchFamily="2" charset="-122"/>
                  <a:ea typeface="宋体" panose="02010600030101010101" pitchFamily="2" charset="-122"/>
                </a:rPr>
                <a:t>-</a:t>
              </a:r>
              <a:endParaRPr kumimoji="1" lang="en-US" altLang="zh-CN" sz="2800" b="0" baseline="-25000">
                <a:ea typeface="宋体" panose="02010600030101010101" pitchFamily="2" charset="-122"/>
              </a:endParaRPr>
            </a:p>
          </p:txBody>
        </p:sp>
        <p:grpSp>
          <p:nvGrpSpPr>
            <p:cNvPr id="92" name="Group 121"/>
            <p:cNvGrpSpPr>
              <a:grpSpLocks/>
            </p:cNvGrpSpPr>
            <p:nvPr/>
          </p:nvGrpSpPr>
          <p:grpSpPr bwMode="auto">
            <a:xfrm>
              <a:off x="2290" y="2795"/>
              <a:ext cx="240" cy="93"/>
              <a:chOff x="3787" y="2478"/>
              <a:chExt cx="240" cy="93"/>
            </a:xfrm>
          </p:grpSpPr>
          <p:sp>
            <p:nvSpPr>
              <p:cNvPr id="98" name="Line 122"/>
              <p:cNvSpPr>
                <a:spLocks noChangeShapeType="1"/>
              </p:cNvSpPr>
              <p:nvPr/>
            </p:nvSpPr>
            <p:spPr bwMode="auto">
              <a:xfrm flipV="1">
                <a:off x="3787" y="2568"/>
                <a:ext cx="240" cy="3"/>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sz="2800"/>
              </a:p>
            </p:txBody>
          </p:sp>
          <p:sp>
            <p:nvSpPr>
              <p:cNvPr id="99" name="Line 123"/>
              <p:cNvSpPr>
                <a:spLocks noChangeShapeType="1"/>
              </p:cNvSpPr>
              <p:nvPr/>
            </p:nvSpPr>
            <p:spPr bwMode="auto">
              <a:xfrm>
                <a:off x="3787" y="2478"/>
                <a:ext cx="240" cy="1"/>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sz="2800"/>
              </a:p>
            </p:txBody>
          </p:sp>
        </p:grpSp>
        <p:sp>
          <p:nvSpPr>
            <p:cNvPr id="93" name="Rectangle 124"/>
            <p:cNvSpPr>
              <a:spLocks noChangeArrowheads="1"/>
            </p:cNvSpPr>
            <p:nvPr/>
          </p:nvSpPr>
          <p:spPr bwMode="auto">
            <a:xfrm>
              <a:off x="1746" y="2659"/>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94" name="Group 125"/>
            <p:cNvGrpSpPr>
              <a:grpSpLocks/>
            </p:cNvGrpSpPr>
            <p:nvPr/>
          </p:nvGrpSpPr>
          <p:grpSpPr bwMode="auto">
            <a:xfrm>
              <a:off x="1066" y="2251"/>
              <a:ext cx="499" cy="590"/>
              <a:chOff x="476" y="663"/>
              <a:chExt cx="771" cy="862"/>
            </a:xfrm>
          </p:grpSpPr>
          <p:sp>
            <p:nvSpPr>
              <p:cNvPr id="95" name="AutoShape 126"/>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96" name="AutoShape 127"/>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97" name="AutoShape 128"/>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grpSp>
      <p:sp>
        <p:nvSpPr>
          <p:cNvPr id="100" name="Text Box 2"/>
          <p:cNvSpPr txBox="1">
            <a:spLocks noChangeArrowheads="1"/>
          </p:cNvSpPr>
          <p:nvPr/>
        </p:nvSpPr>
        <p:spPr bwMode="auto">
          <a:xfrm>
            <a:off x="382930" y="441666"/>
            <a:ext cx="760543" cy="523220"/>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8000" rIns="198000">
            <a:spAutoFit/>
          </a:bodyPr>
          <a:lstStyle/>
          <a:p>
            <a:pPr>
              <a:spcBef>
                <a:spcPct val="50000"/>
              </a:spcBef>
            </a:pPr>
            <a:r>
              <a:rPr lang="zh-CN" altLang="en-US" sz="2800" dirty="0">
                <a:latin typeface="宋体" panose="02010600030101010101" pitchFamily="2" charset="-122"/>
                <a:ea typeface="宋体" panose="02010600030101010101" pitchFamily="2" charset="-122"/>
              </a:rPr>
              <a:t>例</a:t>
            </a:r>
            <a:endParaRPr lang="en-US" altLang="zh-CN" sz="2800" b="0" dirty="0">
              <a:ea typeface="宋体" panose="02010600030101010101" pitchFamily="2" charset="-122"/>
            </a:endParaRPr>
          </a:p>
        </p:txBody>
      </p:sp>
      <p:sp>
        <p:nvSpPr>
          <p:cNvPr id="101" name="Text Box 4"/>
          <p:cNvSpPr txBox="1">
            <a:spLocks noChangeArrowheads="1"/>
          </p:cNvSpPr>
          <p:nvPr/>
        </p:nvSpPr>
        <p:spPr bwMode="auto">
          <a:xfrm>
            <a:off x="1319555" y="297204"/>
            <a:ext cx="7488237" cy="1126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zh-CN" altLang="en-US" sz="2800" dirty="0"/>
              <a:t>图示电路</a:t>
            </a:r>
            <a:r>
              <a:rPr lang="en-US" altLang="zh-CN" sz="2800" b="0" i="1" dirty="0">
                <a:ea typeface="仿宋_GB2312" pitchFamily="49" charset="-122"/>
              </a:rPr>
              <a:t>I</a:t>
            </a:r>
            <a:r>
              <a:rPr lang="en-US" altLang="zh-CN" sz="2800" b="0" baseline="-25000" dirty="0">
                <a:ea typeface="仿宋_GB2312" pitchFamily="49" charset="-122"/>
              </a:rPr>
              <a:t>1</a:t>
            </a:r>
            <a:r>
              <a:rPr lang="en-US" altLang="zh-CN" sz="2800" b="0" dirty="0">
                <a:ea typeface="仿宋_GB2312" pitchFamily="49" charset="-122"/>
              </a:rPr>
              <a:t>=</a:t>
            </a:r>
            <a:r>
              <a:rPr lang="en-US" altLang="zh-CN" sz="2800" b="0" i="1" dirty="0">
                <a:ea typeface="仿宋_GB2312" pitchFamily="49" charset="-122"/>
              </a:rPr>
              <a:t>I</a:t>
            </a:r>
            <a:r>
              <a:rPr lang="en-US" altLang="zh-CN" sz="2800" b="0" baseline="-25000" dirty="0">
                <a:ea typeface="仿宋_GB2312" pitchFamily="49" charset="-122"/>
              </a:rPr>
              <a:t>2</a:t>
            </a:r>
            <a:r>
              <a:rPr lang="en-US" altLang="zh-CN" sz="2800" b="0" dirty="0">
                <a:ea typeface="仿宋_GB2312" pitchFamily="49" charset="-122"/>
              </a:rPr>
              <a:t>=5A</a:t>
            </a:r>
            <a:r>
              <a:rPr lang="zh-CN" altLang="en-US" sz="2800" b="0" dirty="0">
                <a:ea typeface="仿宋_GB2312" pitchFamily="49" charset="-122"/>
              </a:rPr>
              <a:t>，</a:t>
            </a:r>
            <a:r>
              <a:rPr lang="en-US" altLang="zh-CN" sz="2800" b="0" i="1" dirty="0">
                <a:ea typeface="仿宋_GB2312" pitchFamily="49" charset="-122"/>
              </a:rPr>
              <a:t>U</a:t>
            </a:r>
            <a:r>
              <a:rPr lang="zh-CN" altLang="en-US" sz="2800" b="0" dirty="0">
                <a:ea typeface="仿宋_GB2312" pitchFamily="49" charset="-122"/>
              </a:rPr>
              <a:t>＝</a:t>
            </a:r>
            <a:r>
              <a:rPr lang="en-US" altLang="zh-CN" sz="2800" b="0" dirty="0">
                <a:ea typeface="仿宋_GB2312" pitchFamily="49" charset="-122"/>
              </a:rPr>
              <a:t>50V</a:t>
            </a:r>
            <a:r>
              <a:rPr lang="zh-CN" altLang="en-US" sz="2800" dirty="0">
                <a:ea typeface="仿宋_GB2312" pitchFamily="49" charset="-122"/>
              </a:rPr>
              <a:t>，</a:t>
            </a:r>
            <a:r>
              <a:rPr lang="zh-CN" altLang="en-US" sz="2800" dirty="0"/>
              <a:t>总电压与总电流同相位，求</a:t>
            </a:r>
            <a:r>
              <a:rPr lang="en-US" altLang="zh-CN" sz="2800" b="0" i="1" dirty="0">
                <a:ea typeface="仿宋_GB2312" pitchFamily="49" charset="-122"/>
              </a:rPr>
              <a:t>I</a:t>
            </a:r>
            <a:r>
              <a:rPr lang="zh-CN" altLang="en-US" sz="2800" b="0" i="1" dirty="0">
                <a:ea typeface="仿宋_GB2312" pitchFamily="49" charset="-122"/>
              </a:rPr>
              <a:t>、</a:t>
            </a:r>
            <a:r>
              <a:rPr lang="en-US" altLang="zh-CN" sz="2800" b="0" i="1" dirty="0">
                <a:ea typeface="仿宋_GB2312" pitchFamily="49" charset="-122"/>
              </a:rPr>
              <a:t>R</a:t>
            </a:r>
            <a:r>
              <a:rPr lang="zh-CN" altLang="en-US" sz="2800" b="0" i="1" dirty="0">
                <a:ea typeface="仿宋_GB2312" pitchFamily="49" charset="-122"/>
              </a:rPr>
              <a:t>、</a:t>
            </a:r>
            <a:r>
              <a:rPr lang="en-US" altLang="zh-CN" sz="2800" b="0" i="1" dirty="0">
                <a:ea typeface="仿宋_GB2312" pitchFamily="49" charset="-122"/>
              </a:rPr>
              <a:t>X</a:t>
            </a:r>
            <a:r>
              <a:rPr lang="en-US" altLang="zh-CN" sz="2800" b="0" baseline="-25000" dirty="0">
                <a:ea typeface="仿宋_GB2312" pitchFamily="49" charset="-122"/>
              </a:rPr>
              <a:t>C</a:t>
            </a:r>
            <a:r>
              <a:rPr lang="zh-CN" altLang="en-US" sz="2800" b="0" i="1" dirty="0">
                <a:ea typeface="仿宋_GB2312" pitchFamily="49" charset="-122"/>
              </a:rPr>
              <a:t>、</a:t>
            </a:r>
            <a:r>
              <a:rPr lang="en-US" altLang="zh-CN" sz="2800" b="0" i="1" dirty="0">
                <a:ea typeface="仿宋_GB2312" pitchFamily="49" charset="-122"/>
              </a:rPr>
              <a:t>X</a:t>
            </a:r>
            <a:r>
              <a:rPr lang="en-US" altLang="zh-CN" sz="2800" b="0" baseline="-25000" dirty="0">
                <a:ea typeface="仿宋_GB2312" pitchFamily="49" charset="-122"/>
              </a:rPr>
              <a:t>L</a:t>
            </a:r>
            <a:r>
              <a:rPr lang="zh-CN" altLang="en-US" sz="2800" i="1" dirty="0">
                <a:ea typeface="仿宋_GB2312" pitchFamily="49" charset="-122"/>
              </a:rPr>
              <a:t>。</a:t>
            </a:r>
          </a:p>
        </p:txBody>
      </p:sp>
    </p:spTree>
    <p:extLst>
      <p:ext uri="{BB962C8B-B14F-4D97-AF65-F5344CB8AC3E}">
        <p14:creationId xmlns:p14="http://schemas.microsoft.com/office/powerpoint/2010/main" val="8266119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52332"/>
                                        </p:tgtEl>
                                        <p:attrNameLst>
                                          <p:attrName>style.visibility</p:attrName>
                                        </p:attrNameLst>
                                      </p:cBhvr>
                                      <p:to>
                                        <p:strVal val="visible"/>
                                      </p:to>
                                    </p:set>
                                    <p:anim calcmode="lin" valueType="num">
                                      <p:cBhvr>
                                        <p:cTn id="7" dur="1000" fill="hold"/>
                                        <p:tgtEl>
                                          <p:spTgt spid="52332"/>
                                        </p:tgtEl>
                                        <p:attrNameLst>
                                          <p:attrName>ppt_w</p:attrName>
                                        </p:attrNameLst>
                                      </p:cBhvr>
                                      <p:tavLst>
                                        <p:tav tm="0">
                                          <p:val>
                                            <p:fltVal val="0"/>
                                          </p:val>
                                        </p:tav>
                                        <p:tav tm="100000">
                                          <p:val>
                                            <p:strVal val="#ppt_w"/>
                                          </p:val>
                                        </p:tav>
                                      </p:tavLst>
                                    </p:anim>
                                    <p:anim calcmode="lin" valueType="num">
                                      <p:cBhvr>
                                        <p:cTn id="8" dur="1000" fill="hold"/>
                                        <p:tgtEl>
                                          <p:spTgt spid="52332"/>
                                        </p:tgtEl>
                                        <p:attrNameLst>
                                          <p:attrName>ppt_h</p:attrName>
                                        </p:attrNameLst>
                                      </p:cBhvr>
                                      <p:tavLst>
                                        <p:tav tm="0">
                                          <p:val>
                                            <p:fltVal val="0"/>
                                          </p:val>
                                        </p:tav>
                                        <p:tav tm="100000">
                                          <p:val>
                                            <p:strVal val="#ppt_h"/>
                                          </p:val>
                                        </p:tav>
                                      </p:tavLst>
                                    </p:anim>
                                    <p:anim calcmode="lin" valueType="num">
                                      <p:cBhvr>
                                        <p:cTn id="9" dur="1000" fill="hold"/>
                                        <p:tgtEl>
                                          <p:spTgt spid="5233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52332"/>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22" presetClass="entr" presetSubtype="8" fill="hold" grpId="0" nodeType="afterEffect">
                                  <p:stCondLst>
                                    <p:cond delay="0"/>
                                  </p:stCondLst>
                                  <p:childTnLst>
                                    <p:set>
                                      <p:cBhvr>
                                        <p:cTn id="13" dur="1" fill="hold">
                                          <p:stCondLst>
                                            <p:cond delay="0"/>
                                          </p:stCondLst>
                                        </p:cTn>
                                        <p:tgtEl>
                                          <p:spTgt spid="52299"/>
                                        </p:tgtEl>
                                        <p:attrNameLst>
                                          <p:attrName>style.visibility</p:attrName>
                                        </p:attrNameLst>
                                      </p:cBhvr>
                                      <p:to>
                                        <p:strVal val="visible"/>
                                      </p:to>
                                    </p:set>
                                    <p:animEffect transition="in" filter="wipe(left)">
                                      <p:cBhvr>
                                        <p:cTn id="14" dur="1000"/>
                                        <p:tgtEl>
                                          <p:spTgt spid="52299"/>
                                        </p:tgtEl>
                                      </p:cBhvr>
                                    </p:animEffect>
                                  </p:childTnLst>
                                </p:cTn>
                              </p:par>
                            </p:childTnLst>
                          </p:cTn>
                        </p:par>
                        <p:par>
                          <p:cTn id="15" fill="hold" nodeType="withGroup">
                            <p:stCondLst>
                              <p:cond delay="2000"/>
                            </p:stCondLst>
                            <p:childTnLst>
                              <p:par>
                                <p:cTn id="16" presetID="3" presetClass="entr" presetSubtype="10" fill="hold" nodeType="afterEffect">
                                  <p:stCondLst>
                                    <p:cond delay="0"/>
                                  </p:stCondLst>
                                  <p:childTnLst>
                                    <p:set>
                                      <p:cBhvr>
                                        <p:cTn id="17" dur="1" fill="hold">
                                          <p:stCondLst>
                                            <p:cond delay="0"/>
                                          </p:stCondLst>
                                        </p:cTn>
                                        <p:tgtEl>
                                          <p:spTgt spid="68"/>
                                        </p:tgtEl>
                                        <p:attrNameLst>
                                          <p:attrName>style.visibility</p:attrName>
                                        </p:attrNameLst>
                                      </p:cBhvr>
                                      <p:to>
                                        <p:strVal val="visible"/>
                                      </p:to>
                                    </p:set>
                                    <p:animEffect transition="in" filter="blinds(horizontal)">
                                      <p:cBhvr>
                                        <p:cTn id="18" dur="500"/>
                                        <p:tgtEl>
                                          <p:spTgt spid="6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52276"/>
                                        </p:tgtEl>
                                        <p:attrNameLst>
                                          <p:attrName>style.visibility</p:attrName>
                                        </p:attrNameLst>
                                      </p:cBhvr>
                                      <p:to>
                                        <p:strVal val="visible"/>
                                      </p:to>
                                    </p:set>
                                    <p:animEffect transition="in" filter="wipe(left)">
                                      <p:cBhvr>
                                        <p:cTn id="23" dur="1000"/>
                                        <p:tgtEl>
                                          <p:spTgt spid="5227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52277"/>
                                        </p:tgtEl>
                                        <p:attrNameLst>
                                          <p:attrName>style.visibility</p:attrName>
                                        </p:attrNameLst>
                                      </p:cBhvr>
                                      <p:to>
                                        <p:strVal val="visible"/>
                                      </p:to>
                                    </p:set>
                                    <p:animEffect transition="in" filter="wipe(left)">
                                      <p:cBhvr>
                                        <p:cTn id="28" dur="1000"/>
                                        <p:tgtEl>
                                          <p:spTgt spid="5227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nodeType="clickEffect">
                                  <p:stCondLst>
                                    <p:cond delay="0"/>
                                  </p:stCondLst>
                                  <p:childTnLst>
                                    <p:set>
                                      <p:cBhvr>
                                        <p:cTn id="32" dur="1" fill="hold">
                                          <p:stCondLst>
                                            <p:cond delay="0"/>
                                          </p:stCondLst>
                                        </p:cTn>
                                        <p:tgtEl>
                                          <p:spTgt spid="52278"/>
                                        </p:tgtEl>
                                        <p:attrNameLst>
                                          <p:attrName>style.visibility</p:attrName>
                                        </p:attrNameLst>
                                      </p:cBhvr>
                                      <p:to>
                                        <p:strVal val="visible"/>
                                      </p:to>
                                    </p:set>
                                    <p:animEffect transition="in" filter="wipe(down)">
                                      <p:cBhvr>
                                        <p:cTn id="33" dur="1000"/>
                                        <p:tgtEl>
                                          <p:spTgt spid="5227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4" fill="hold" nodeType="clickEffect">
                                  <p:stCondLst>
                                    <p:cond delay="0"/>
                                  </p:stCondLst>
                                  <p:childTnLst>
                                    <p:set>
                                      <p:cBhvr>
                                        <p:cTn id="37" dur="1" fill="hold">
                                          <p:stCondLst>
                                            <p:cond delay="0"/>
                                          </p:stCondLst>
                                        </p:cTn>
                                        <p:tgtEl>
                                          <p:spTgt spid="52279"/>
                                        </p:tgtEl>
                                        <p:attrNameLst>
                                          <p:attrName>style.visibility</p:attrName>
                                        </p:attrNameLst>
                                      </p:cBhvr>
                                      <p:to>
                                        <p:strVal val="visible"/>
                                      </p:to>
                                    </p:set>
                                    <p:animEffect transition="in" filter="wipe(down)">
                                      <p:cBhvr>
                                        <p:cTn id="38" dur="1000"/>
                                        <p:tgtEl>
                                          <p:spTgt spid="52279"/>
                                        </p:tgtEl>
                                      </p:cBhvr>
                                    </p:animEffect>
                                  </p:childTnLst>
                                </p:cTn>
                              </p:par>
                            </p:childTnLst>
                          </p:cTn>
                        </p:par>
                        <p:par>
                          <p:cTn id="39" fill="hold" nodeType="afterGroup">
                            <p:stCondLst>
                              <p:cond delay="1000"/>
                            </p:stCondLst>
                            <p:childTnLst>
                              <p:par>
                                <p:cTn id="40" presetID="1" presetClass="entr" presetSubtype="0" fill="hold" nodeType="afterEffect">
                                  <p:stCondLst>
                                    <p:cond delay="0"/>
                                  </p:stCondLst>
                                  <p:childTnLst>
                                    <p:set>
                                      <p:cBhvr>
                                        <p:cTn id="41" dur="1" fill="hold">
                                          <p:stCondLst>
                                            <p:cond delay="0"/>
                                          </p:stCondLst>
                                        </p:cTn>
                                        <p:tgtEl>
                                          <p:spTgt spid="52288"/>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4" fill="hold" nodeType="clickEffect">
                                  <p:stCondLst>
                                    <p:cond delay="0"/>
                                  </p:stCondLst>
                                  <p:childTnLst>
                                    <p:set>
                                      <p:cBhvr>
                                        <p:cTn id="45" dur="1" fill="hold">
                                          <p:stCondLst>
                                            <p:cond delay="0"/>
                                          </p:stCondLst>
                                        </p:cTn>
                                        <p:tgtEl>
                                          <p:spTgt spid="52280"/>
                                        </p:tgtEl>
                                        <p:attrNameLst>
                                          <p:attrName>style.visibility</p:attrName>
                                        </p:attrNameLst>
                                      </p:cBhvr>
                                      <p:to>
                                        <p:strVal val="visible"/>
                                      </p:to>
                                    </p:set>
                                    <p:animEffect transition="in" filter="wipe(down)">
                                      <p:cBhvr>
                                        <p:cTn id="46" dur="1000"/>
                                        <p:tgtEl>
                                          <p:spTgt spid="52280"/>
                                        </p:tgtEl>
                                      </p:cBhvr>
                                    </p:animEffect>
                                  </p:childTnLst>
                                </p:cTn>
                              </p:par>
                            </p:childTnLst>
                          </p:cTn>
                        </p:par>
                        <p:par>
                          <p:cTn id="47" fill="hold" nodeType="afterGroup">
                            <p:stCondLst>
                              <p:cond delay="1000"/>
                            </p:stCondLst>
                            <p:childTnLst>
                              <p:par>
                                <p:cTn id="48" presetID="12" presetClass="entr" presetSubtype="8" fill="hold" nodeType="afterEffect">
                                  <p:stCondLst>
                                    <p:cond delay="0"/>
                                  </p:stCondLst>
                                  <p:childTnLst>
                                    <p:set>
                                      <p:cBhvr>
                                        <p:cTn id="49" dur="1" fill="hold">
                                          <p:stCondLst>
                                            <p:cond delay="0"/>
                                          </p:stCondLst>
                                        </p:cTn>
                                        <p:tgtEl>
                                          <p:spTgt spid="52268"/>
                                        </p:tgtEl>
                                        <p:attrNameLst>
                                          <p:attrName>style.visibility</p:attrName>
                                        </p:attrNameLst>
                                      </p:cBhvr>
                                      <p:to>
                                        <p:strVal val="visible"/>
                                      </p:to>
                                    </p:set>
                                    <p:animEffect transition="in" filter="slide(fromLeft)">
                                      <p:cBhvr>
                                        <p:cTn id="50" dur="500"/>
                                        <p:tgtEl>
                                          <p:spTgt spid="5226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1" fill="hold" nodeType="clickEffect">
                                  <p:stCondLst>
                                    <p:cond delay="0"/>
                                  </p:stCondLst>
                                  <p:childTnLst>
                                    <p:set>
                                      <p:cBhvr>
                                        <p:cTn id="54" dur="1" fill="hold">
                                          <p:stCondLst>
                                            <p:cond delay="0"/>
                                          </p:stCondLst>
                                        </p:cTn>
                                        <p:tgtEl>
                                          <p:spTgt spid="52284"/>
                                        </p:tgtEl>
                                        <p:attrNameLst>
                                          <p:attrName>style.visibility</p:attrName>
                                        </p:attrNameLst>
                                      </p:cBhvr>
                                      <p:to>
                                        <p:strVal val="visible"/>
                                      </p:to>
                                    </p:set>
                                    <p:animEffect transition="in" filter="wipe(up)">
                                      <p:cBhvr>
                                        <p:cTn id="55" dur="1000"/>
                                        <p:tgtEl>
                                          <p:spTgt spid="52284"/>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2" presetClass="entr" presetSubtype="8" fill="hold" nodeType="clickEffect">
                                  <p:stCondLst>
                                    <p:cond delay="0"/>
                                  </p:stCondLst>
                                  <p:childTnLst>
                                    <p:set>
                                      <p:cBhvr>
                                        <p:cTn id="59" dur="1" fill="hold">
                                          <p:stCondLst>
                                            <p:cond delay="0"/>
                                          </p:stCondLst>
                                        </p:cTn>
                                        <p:tgtEl>
                                          <p:spTgt spid="52285"/>
                                        </p:tgtEl>
                                        <p:attrNameLst>
                                          <p:attrName>style.visibility</p:attrName>
                                        </p:attrNameLst>
                                      </p:cBhvr>
                                      <p:to>
                                        <p:strVal val="visible"/>
                                      </p:to>
                                    </p:set>
                                    <p:animEffect transition="in" filter="slide(fromLeft)">
                                      <p:cBhvr>
                                        <p:cTn id="60" dur="500"/>
                                        <p:tgtEl>
                                          <p:spTgt spid="52285"/>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2" presetClass="entr" presetSubtype="8" fill="hold" nodeType="clickEffect">
                                  <p:stCondLst>
                                    <p:cond delay="0"/>
                                  </p:stCondLst>
                                  <p:childTnLst>
                                    <p:set>
                                      <p:cBhvr>
                                        <p:cTn id="64" dur="1" fill="hold">
                                          <p:stCondLst>
                                            <p:cond delay="0"/>
                                          </p:stCondLst>
                                        </p:cTn>
                                        <p:tgtEl>
                                          <p:spTgt spid="52286"/>
                                        </p:tgtEl>
                                        <p:attrNameLst>
                                          <p:attrName>style.visibility</p:attrName>
                                        </p:attrNameLst>
                                      </p:cBhvr>
                                      <p:to>
                                        <p:strVal val="visible"/>
                                      </p:to>
                                    </p:set>
                                    <p:animEffect transition="in" filter="slide(fromLeft)">
                                      <p:cBhvr>
                                        <p:cTn id="65" dur="500"/>
                                        <p:tgtEl>
                                          <p:spTgt spid="52286"/>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3" presetClass="entr" presetSubtype="10" fill="hold" nodeType="clickEffect">
                                  <p:stCondLst>
                                    <p:cond delay="0"/>
                                  </p:stCondLst>
                                  <p:childTnLst>
                                    <p:set>
                                      <p:cBhvr>
                                        <p:cTn id="69" dur="1" fill="hold">
                                          <p:stCondLst>
                                            <p:cond delay="0"/>
                                          </p:stCondLst>
                                        </p:cTn>
                                        <p:tgtEl>
                                          <p:spTgt spid="52287"/>
                                        </p:tgtEl>
                                        <p:attrNameLst>
                                          <p:attrName>style.visibility</p:attrName>
                                        </p:attrNameLst>
                                      </p:cBhvr>
                                      <p:to>
                                        <p:strVal val="visible"/>
                                      </p:to>
                                    </p:set>
                                    <p:animEffect transition="in" filter="blinds(horizontal)">
                                      <p:cBhvr>
                                        <p:cTn id="70" dur="500"/>
                                        <p:tgtEl>
                                          <p:spTgt spid="52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99" grpId="0"/>
      <p:bldP spid="5233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Text Box 3"/>
          <p:cNvSpPr txBox="1">
            <a:spLocks noChangeArrowheads="1"/>
          </p:cNvSpPr>
          <p:nvPr/>
        </p:nvSpPr>
        <p:spPr bwMode="auto">
          <a:xfrm>
            <a:off x="468312" y="908050"/>
            <a:ext cx="4319711"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l">
              <a:spcBef>
                <a:spcPct val="0"/>
              </a:spcBef>
            </a:pPr>
            <a:r>
              <a:rPr kumimoji="1" lang="en-US" altLang="zh-CN" sz="2400" b="1" dirty="0">
                <a:solidFill>
                  <a:srgbClr val="FF0000"/>
                </a:solidFill>
                <a:latin typeface="Times New Roman" panose="02020603050405020304" pitchFamily="18" charset="0"/>
              </a:rPr>
              <a:t>1.  </a:t>
            </a:r>
            <a:r>
              <a:rPr kumimoji="1" lang="zh-CN" altLang="en-US" sz="2400" b="1" dirty="0">
                <a:solidFill>
                  <a:srgbClr val="FF0000"/>
                </a:solidFill>
                <a:latin typeface="Times New Roman" panose="02020603050405020304" pitchFamily="18" charset="0"/>
              </a:rPr>
              <a:t>复阻抗</a:t>
            </a:r>
            <a:r>
              <a:rPr kumimoji="1" lang="en-US" altLang="zh-CN" sz="2400" b="1" dirty="0">
                <a:solidFill>
                  <a:srgbClr val="FF0000"/>
                </a:solidFill>
                <a:latin typeface="Times New Roman" panose="02020603050405020304" pitchFamily="18" charset="0"/>
              </a:rPr>
              <a:t>(</a:t>
            </a:r>
            <a:r>
              <a:rPr kumimoji="1" lang="en-US" altLang="zh-CN" sz="2400" b="1" i="1" dirty="0">
                <a:solidFill>
                  <a:srgbClr val="FF0000"/>
                </a:solidFill>
                <a:latin typeface="Times New Roman" panose="02020603050405020304" pitchFamily="18" charset="0"/>
              </a:rPr>
              <a:t>complex</a:t>
            </a:r>
            <a:r>
              <a:rPr kumimoji="1" lang="en-US" altLang="zh-CN" sz="2400" b="1" dirty="0">
                <a:solidFill>
                  <a:srgbClr val="FF0000"/>
                </a:solidFill>
                <a:latin typeface="Times New Roman" panose="02020603050405020304" pitchFamily="18" charset="0"/>
              </a:rPr>
              <a:t> </a:t>
            </a:r>
            <a:r>
              <a:rPr kumimoji="1" lang="en-US" altLang="zh-CN" sz="2400" b="1" i="1" dirty="0">
                <a:solidFill>
                  <a:srgbClr val="FF0000"/>
                </a:solidFill>
                <a:latin typeface="Times New Roman" panose="02020603050405020304" pitchFamily="18" charset="0"/>
              </a:rPr>
              <a:t>impedance</a:t>
            </a:r>
            <a:r>
              <a:rPr kumimoji="1" lang="en-US" altLang="zh-CN" sz="2400" b="1" dirty="0">
                <a:solidFill>
                  <a:srgbClr val="FF0000"/>
                </a:solidFill>
                <a:latin typeface="Times New Roman" panose="02020603050405020304" pitchFamily="18" charset="0"/>
              </a:rPr>
              <a:t>)</a:t>
            </a:r>
            <a:endParaRPr kumimoji="1" lang="en-US" altLang="zh-CN" sz="2400" b="1" dirty="0">
              <a:latin typeface="Times New Roman" panose="02020603050405020304" pitchFamily="18" charset="0"/>
            </a:endParaRPr>
          </a:p>
        </p:txBody>
      </p:sp>
      <p:sp>
        <p:nvSpPr>
          <p:cNvPr id="77865" name="Text Box 41"/>
          <p:cNvSpPr txBox="1">
            <a:spLocks noChangeArrowheads="1"/>
          </p:cNvSpPr>
          <p:nvPr/>
        </p:nvSpPr>
        <p:spPr bwMode="auto">
          <a:xfrm>
            <a:off x="179388" y="296863"/>
            <a:ext cx="3198311" cy="461665"/>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wrap="none">
            <a:spAutoFit/>
          </a:bodyPr>
          <a:lstStyle/>
          <a:p>
            <a:pPr algn="l">
              <a:spcBef>
                <a:spcPct val="0"/>
              </a:spcBef>
            </a:pPr>
            <a:r>
              <a:rPr kumimoji="1" lang="en-US" altLang="zh-CN" sz="2400" b="1" dirty="0">
                <a:latin typeface="Times New Roman" panose="02020603050405020304" pitchFamily="18" charset="0"/>
              </a:rPr>
              <a:t>10.4</a:t>
            </a:r>
            <a:r>
              <a:rPr kumimoji="1" lang="zh-CN" altLang="en-US" sz="2400" b="1" dirty="0">
                <a:latin typeface="Times New Roman" panose="02020603050405020304" pitchFamily="18" charset="0"/>
              </a:rPr>
              <a:t>、复阻抗和复导纳</a:t>
            </a:r>
          </a:p>
        </p:txBody>
      </p:sp>
      <p:sp>
        <p:nvSpPr>
          <p:cNvPr id="77870" name="AutoShape 46"/>
          <p:cNvSpPr>
            <a:spLocks noChangeArrowheads="1"/>
          </p:cNvSpPr>
          <p:nvPr/>
        </p:nvSpPr>
        <p:spPr bwMode="auto">
          <a:xfrm>
            <a:off x="6804025" y="4213051"/>
            <a:ext cx="738188" cy="444500"/>
          </a:xfrm>
          <a:prstGeom prst="wedgeRoundRectCallout">
            <a:avLst>
              <a:gd name="adj1" fmla="val -56880"/>
              <a:gd name="adj2" fmla="val -90713"/>
              <a:gd name="adj3" fmla="val 16667"/>
            </a:avLst>
          </a:prstGeom>
          <a:solidFill>
            <a:srgbClr val="0000FF"/>
          </a:solidFill>
          <a:ln>
            <a:noFill/>
          </a:ln>
          <a:effectLst/>
          <a:extLs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r>
              <a:rPr kumimoji="1" lang="zh-CN" altLang="en-US" sz="2400" b="1">
                <a:solidFill>
                  <a:schemeClr val="bg1"/>
                </a:solidFill>
                <a:latin typeface="Times New Roman" panose="02020603050405020304" pitchFamily="18" charset="0"/>
              </a:rPr>
              <a:t>电抗</a:t>
            </a:r>
          </a:p>
        </p:txBody>
      </p:sp>
      <p:sp>
        <p:nvSpPr>
          <p:cNvPr id="77871" name="AutoShape 47"/>
          <p:cNvSpPr>
            <a:spLocks noChangeArrowheads="1"/>
          </p:cNvSpPr>
          <p:nvPr/>
        </p:nvSpPr>
        <p:spPr bwMode="auto">
          <a:xfrm>
            <a:off x="5327650" y="4249564"/>
            <a:ext cx="796925" cy="396875"/>
          </a:xfrm>
          <a:prstGeom prst="wedgeRoundRectCallout">
            <a:avLst>
              <a:gd name="adj1" fmla="val 40440"/>
              <a:gd name="adj2" fmla="val -94801"/>
              <a:gd name="adj3" fmla="val 16667"/>
            </a:avLst>
          </a:prstGeom>
          <a:solidFill>
            <a:srgbClr val="0000FF"/>
          </a:solidFill>
          <a:ln>
            <a:noFill/>
          </a:ln>
          <a:effectLst/>
          <a:extLs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r>
              <a:rPr kumimoji="1" lang="zh-CN" altLang="en-US" sz="2400" b="1">
                <a:solidFill>
                  <a:schemeClr val="bg1"/>
                </a:solidFill>
                <a:latin typeface="Times New Roman" panose="02020603050405020304" pitchFamily="18" charset="0"/>
              </a:rPr>
              <a:t>电阻</a:t>
            </a:r>
            <a:endParaRPr kumimoji="1" lang="zh-CN" altLang="en-US" sz="2800" b="1">
              <a:solidFill>
                <a:schemeClr val="bg1"/>
              </a:solidFill>
              <a:latin typeface="Times New Roman" panose="02020603050405020304" pitchFamily="18" charset="0"/>
            </a:endParaRPr>
          </a:p>
        </p:txBody>
      </p:sp>
      <p:grpSp>
        <p:nvGrpSpPr>
          <p:cNvPr id="77872" name="Group 48"/>
          <p:cNvGrpSpPr>
            <a:grpSpLocks/>
          </p:cNvGrpSpPr>
          <p:nvPr/>
        </p:nvGrpSpPr>
        <p:grpSpPr bwMode="auto">
          <a:xfrm>
            <a:off x="827088" y="1412875"/>
            <a:ext cx="3357562" cy="2214563"/>
            <a:chOff x="349" y="133"/>
            <a:chExt cx="2115" cy="1395"/>
          </a:xfrm>
        </p:grpSpPr>
        <p:graphicFrame>
          <p:nvGraphicFramePr>
            <p:cNvPr id="77873" name="Object 49"/>
            <p:cNvGraphicFramePr>
              <a:graphicFrameLocks noChangeAspect="1"/>
            </p:cNvGraphicFramePr>
            <p:nvPr/>
          </p:nvGraphicFramePr>
          <p:xfrm>
            <a:off x="537" y="133"/>
            <a:ext cx="151" cy="319"/>
          </p:xfrm>
          <a:graphic>
            <a:graphicData uri="http://schemas.openxmlformats.org/presentationml/2006/ole">
              <mc:AlternateContent xmlns:mc="http://schemas.openxmlformats.org/markup-compatibility/2006">
                <mc:Choice xmlns:v="urn:schemas-microsoft-com:vml" Requires="v">
                  <p:oleObj spid="_x0000_s67088" name="公式" r:id="rId4" imgW="126720" imgH="266400" progId="Equation.3">
                    <p:embed/>
                  </p:oleObj>
                </mc:Choice>
                <mc:Fallback>
                  <p:oleObj name="公式" r:id="rId4" imgW="126720" imgH="266400" progId="Equation.3">
                    <p:embed/>
                    <p:pic>
                      <p:nvPicPr>
                        <p:cNvPr id="77873" name="Object 4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7" y="133"/>
                          <a:ext cx="151" cy="3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874" name="Line 50"/>
            <p:cNvSpPr>
              <a:spLocks noChangeShapeType="1"/>
            </p:cNvSpPr>
            <p:nvPr/>
          </p:nvSpPr>
          <p:spPr bwMode="auto">
            <a:xfrm>
              <a:off x="1933" y="1028"/>
              <a:ext cx="221"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75" name="Line 51"/>
            <p:cNvSpPr>
              <a:spLocks noChangeShapeType="1"/>
            </p:cNvSpPr>
            <p:nvPr/>
          </p:nvSpPr>
          <p:spPr bwMode="auto">
            <a:xfrm flipV="1">
              <a:off x="1933" y="1121"/>
              <a:ext cx="221" cy="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76" name="Freeform 52"/>
            <p:cNvSpPr>
              <a:spLocks noChangeArrowheads="1"/>
            </p:cNvSpPr>
            <p:nvPr/>
          </p:nvSpPr>
          <p:spPr bwMode="auto">
            <a:xfrm>
              <a:off x="2040" y="596"/>
              <a:ext cx="1" cy="432"/>
            </a:xfrm>
            <a:custGeom>
              <a:avLst/>
              <a:gdLst>
                <a:gd name="T0" fmla="*/ 0 w 1"/>
                <a:gd name="T1" fmla="*/ 0 h 432"/>
                <a:gd name="T2" fmla="*/ 1 w 1"/>
                <a:gd name="T3" fmla="*/ 6 h 432"/>
                <a:gd name="T4" fmla="*/ 1 w 1"/>
                <a:gd name="T5" fmla="*/ 432 h 432"/>
              </a:gdLst>
              <a:ahLst/>
              <a:cxnLst>
                <a:cxn ang="0">
                  <a:pos x="T0" y="T1"/>
                </a:cxn>
                <a:cxn ang="0">
                  <a:pos x="T2" y="T3"/>
                </a:cxn>
                <a:cxn ang="0">
                  <a:pos x="T4" y="T5"/>
                </a:cxn>
              </a:cxnLst>
              <a:rect l="0" t="0" r="r" b="b"/>
              <a:pathLst>
                <a:path w="1" h="432">
                  <a:moveTo>
                    <a:pt x="0" y="0"/>
                  </a:moveTo>
                  <a:lnTo>
                    <a:pt x="1" y="6"/>
                  </a:lnTo>
                  <a:lnTo>
                    <a:pt x="1" y="432"/>
                  </a:lnTo>
                </a:path>
              </a:pathLst>
            </a:custGeom>
            <a:solidFill>
              <a:srgbClr val="FFFFFF"/>
            </a:solidFill>
            <a:ln w="19050" cmpd="sng">
              <a:solidFill>
                <a:srgbClr val="000000"/>
              </a:solidFill>
              <a:round/>
              <a:headEnd/>
              <a:tailEnd/>
            </a:ln>
          </p:spPr>
          <p:txBody>
            <a:bodyPr/>
            <a:lstStyle/>
            <a:p>
              <a:endParaRPr lang="zh-CN" altLang="en-US"/>
            </a:p>
          </p:txBody>
        </p:sp>
        <p:sp>
          <p:nvSpPr>
            <p:cNvPr id="77877" name="Freeform 53"/>
            <p:cNvSpPr>
              <a:spLocks noChangeArrowheads="1"/>
            </p:cNvSpPr>
            <p:nvPr/>
          </p:nvSpPr>
          <p:spPr bwMode="auto">
            <a:xfrm>
              <a:off x="2040" y="1120"/>
              <a:ext cx="1" cy="388"/>
            </a:xfrm>
            <a:custGeom>
              <a:avLst/>
              <a:gdLst>
                <a:gd name="T0" fmla="*/ 0 w 1"/>
                <a:gd name="T1" fmla="*/ 0 h 388"/>
                <a:gd name="T2" fmla="*/ 1 w 1"/>
                <a:gd name="T3" fmla="*/ 388 h 388"/>
                <a:gd name="T4" fmla="*/ 1 w 1"/>
                <a:gd name="T5" fmla="*/ 382 h 388"/>
              </a:gdLst>
              <a:ahLst/>
              <a:cxnLst>
                <a:cxn ang="0">
                  <a:pos x="T0" y="T1"/>
                </a:cxn>
                <a:cxn ang="0">
                  <a:pos x="T2" y="T3"/>
                </a:cxn>
                <a:cxn ang="0">
                  <a:pos x="T4" y="T5"/>
                </a:cxn>
              </a:cxnLst>
              <a:rect l="0" t="0" r="r" b="b"/>
              <a:pathLst>
                <a:path w="1" h="388">
                  <a:moveTo>
                    <a:pt x="0" y="0"/>
                  </a:moveTo>
                  <a:lnTo>
                    <a:pt x="1" y="388"/>
                  </a:lnTo>
                  <a:lnTo>
                    <a:pt x="1" y="382"/>
                  </a:lnTo>
                </a:path>
              </a:pathLst>
            </a:custGeom>
            <a:solidFill>
              <a:srgbClr val="FFFFFF"/>
            </a:solidFill>
            <a:ln w="19050" cmpd="sng">
              <a:solidFill>
                <a:srgbClr val="000000"/>
              </a:solidFill>
              <a:round/>
              <a:headEnd/>
              <a:tailEnd/>
            </a:ln>
          </p:spPr>
          <p:txBody>
            <a:bodyPr/>
            <a:lstStyle/>
            <a:p>
              <a:endParaRPr lang="zh-CN" altLang="en-US"/>
            </a:p>
          </p:txBody>
        </p:sp>
        <p:sp>
          <p:nvSpPr>
            <p:cNvPr id="77878" name="Rectangle 54"/>
            <p:cNvSpPr>
              <a:spLocks noChangeArrowheads="1"/>
            </p:cNvSpPr>
            <p:nvPr/>
          </p:nvSpPr>
          <p:spPr bwMode="auto">
            <a:xfrm rot="5400000">
              <a:off x="882" y="457"/>
              <a:ext cx="102" cy="272"/>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77879" name="Freeform 55"/>
            <p:cNvSpPr>
              <a:spLocks/>
            </p:cNvSpPr>
            <p:nvPr/>
          </p:nvSpPr>
          <p:spPr bwMode="auto">
            <a:xfrm>
              <a:off x="517" y="1502"/>
              <a:ext cx="1518" cy="1"/>
            </a:xfrm>
            <a:custGeom>
              <a:avLst/>
              <a:gdLst>
                <a:gd name="T0" fmla="*/ 1518 w 1518"/>
                <a:gd name="T1" fmla="*/ 0 h 1"/>
                <a:gd name="T2" fmla="*/ 0 w 1518"/>
                <a:gd name="T3" fmla="*/ 0 h 1"/>
              </a:gdLst>
              <a:ahLst/>
              <a:cxnLst>
                <a:cxn ang="0">
                  <a:pos x="T0" y="T1"/>
                </a:cxn>
                <a:cxn ang="0">
                  <a:pos x="T2" y="T3"/>
                </a:cxn>
              </a:cxnLst>
              <a:rect l="0" t="0" r="r" b="b"/>
              <a:pathLst>
                <a:path w="1518" h="1">
                  <a:moveTo>
                    <a:pt x="1518" y="0"/>
                  </a:moveTo>
                  <a:lnTo>
                    <a:pt x="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7880" name="Text Box 56"/>
            <p:cNvSpPr txBox="1">
              <a:spLocks noChangeArrowheads="1"/>
            </p:cNvSpPr>
            <p:nvPr/>
          </p:nvSpPr>
          <p:spPr bwMode="auto">
            <a:xfrm>
              <a:off x="1323" y="212"/>
              <a:ext cx="56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a:latin typeface="Times New Roman" panose="02020603050405020304" pitchFamily="18" charset="0"/>
                </a:rPr>
                <a:t>j</a:t>
              </a:r>
              <a:r>
                <a:rPr kumimoji="1" lang="en-US" altLang="zh-CN" sz="2400" b="1" i="1">
                  <a:latin typeface="Times New Roman" panose="02020603050405020304" pitchFamily="18" charset="0"/>
                  <a:sym typeface="Symbol" panose="05050102010706020507" pitchFamily="18" charset="2"/>
                </a:rPr>
                <a:t></a:t>
              </a:r>
              <a:r>
                <a:rPr kumimoji="1" lang="en-US" altLang="zh-CN" sz="2400" b="1" i="1">
                  <a:latin typeface="Times New Roman" panose="02020603050405020304" pitchFamily="18" charset="0"/>
                </a:rPr>
                <a:t>L</a:t>
              </a:r>
            </a:p>
          </p:txBody>
        </p:sp>
        <p:sp>
          <p:nvSpPr>
            <p:cNvPr id="77881" name="Text Box 57"/>
            <p:cNvSpPr txBox="1">
              <a:spLocks noChangeArrowheads="1"/>
            </p:cNvSpPr>
            <p:nvPr/>
          </p:nvSpPr>
          <p:spPr bwMode="auto">
            <a:xfrm>
              <a:off x="825" y="260"/>
              <a:ext cx="24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R</a:t>
              </a:r>
            </a:p>
          </p:txBody>
        </p:sp>
        <p:sp>
          <p:nvSpPr>
            <p:cNvPr id="77882" name="Line 58"/>
            <p:cNvSpPr>
              <a:spLocks noChangeShapeType="1"/>
            </p:cNvSpPr>
            <p:nvPr/>
          </p:nvSpPr>
          <p:spPr bwMode="auto">
            <a:xfrm>
              <a:off x="445" y="452"/>
              <a:ext cx="288" cy="0"/>
            </a:xfrm>
            <a:prstGeom prst="line">
              <a:avLst/>
            </a:prstGeom>
            <a:noFill/>
            <a:ln w="952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77883" name="Group 59"/>
            <p:cNvGrpSpPr>
              <a:grpSpLocks/>
            </p:cNvGrpSpPr>
            <p:nvPr/>
          </p:nvGrpSpPr>
          <p:grpSpPr bwMode="auto">
            <a:xfrm>
              <a:off x="1357" y="548"/>
              <a:ext cx="384" cy="57"/>
              <a:chOff x="576" y="711"/>
              <a:chExt cx="384" cy="57"/>
            </a:xfrm>
          </p:grpSpPr>
          <p:sp>
            <p:nvSpPr>
              <p:cNvPr id="77884" name="Freeform 60"/>
              <p:cNvSpPr>
                <a:spLocks/>
              </p:cNvSpPr>
              <p:nvPr/>
            </p:nvSpPr>
            <p:spPr bwMode="auto">
              <a:xfrm>
                <a:off x="576" y="711"/>
                <a:ext cx="98" cy="57"/>
              </a:xfrm>
              <a:custGeom>
                <a:avLst/>
                <a:gdLst>
                  <a:gd name="T0" fmla="*/ 0 w 98"/>
                  <a:gd name="T1" fmla="*/ 57 h 57"/>
                  <a:gd name="T2" fmla="*/ 18 w 98"/>
                  <a:gd name="T3" fmla="*/ 14 h 57"/>
                  <a:gd name="T4" fmla="*/ 47 w 98"/>
                  <a:gd name="T5" fmla="*/ 0 h 57"/>
                  <a:gd name="T6" fmla="*/ 80 w 98"/>
                  <a:gd name="T7" fmla="*/ 14 h 57"/>
                  <a:gd name="T8" fmla="*/ 98 w 98"/>
                  <a:gd name="T9" fmla="*/ 48 h 57"/>
                </a:gdLst>
                <a:ahLst/>
                <a:cxnLst>
                  <a:cxn ang="0">
                    <a:pos x="T0" y="T1"/>
                  </a:cxn>
                  <a:cxn ang="0">
                    <a:pos x="T2" y="T3"/>
                  </a:cxn>
                  <a:cxn ang="0">
                    <a:pos x="T4" y="T5"/>
                  </a:cxn>
                  <a:cxn ang="0">
                    <a:pos x="T6" y="T7"/>
                  </a:cxn>
                  <a:cxn ang="0">
                    <a:pos x="T8" y="T9"/>
                  </a:cxn>
                </a:cxnLst>
                <a:rect l="0" t="0" r="r" b="b"/>
                <a:pathLst>
                  <a:path w="98" h="57">
                    <a:moveTo>
                      <a:pt x="0" y="57"/>
                    </a:moveTo>
                    <a:cubicBezTo>
                      <a:pt x="3" y="50"/>
                      <a:pt x="10" y="23"/>
                      <a:pt x="18" y="14"/>
                    </a:cubicBezTo>
                    <a:cubicBezTo>
                      <a:pt x="26" y="5"/>
                      <a:pt x="37" y="0"/>
                      <a:pt x="47" y="0"/>
                    </a:cubicBezTo>
                    <a:cubicBezTo>
                      <a:pt x="57" y="0"/>
                      <a:pt x="71" y="6"/>
                      <a:pt x="80" y="14"/>
                    </a:cubicBezTo>
                    <a:cubicBezTo>
                      <a:pt x="89" y="22"/>
                      <a:pt x="94" y="42"/>
                      <a:pt x="98" y="48"/>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7885" name="Freeform 61"/>
              <p:cNvSpPr>
                <a:spLocks/>
              </p:cNvSpPr>
              <p:nvPr/>
            </p:nvSpPr>
            <p:spPr bwMode="auto">
              <a:xfrm>
                <a:off x="674" y="711"/>
                <a:ext cx="95" cy="51"/>
              </a:xfrm>
              <a:custGeom>
                <a:avLst/>
                <a:gdLst>
                  <a:gd name="T0" fmla="*/ 0 w 121"/>
                  <a:gd name="T1" fmla="*/ 54 h 54"/>
                  <a:gd name="T2" fmla="*/ 24 w 121"/>
                  <a:gd name="T3" fmla="*/ 15 h 54"/>
                  <a:gd name="T4" fmla="*/ 66 w 121"/>
                  <a:gd name="T5" fmla="*/ 0 h 54"/>
                  <a:gd name="T6" fmla="*/ 103 w 121"/>
                  <a:gd name="T7" fmla="*/ 15 h 54"/>
                  <a:gd name="T8" fmla="*/ 121 w 121"/>
                  <a:gd name="T9" fmla="*/ 51 h 54"/>
                </a:gdLst>
                <a:ahLst/>
                <a:cxnLst>
                  <a:cxn ang="0">
                    <a:pos x="T0" y="T1"/>
                  </a:cxn>
                  <a:cxn ang="0">
                    <a:pos x="T2" y="T3"/>
                  </a:cxn>
                  <a:cxn ang="0">
                    <a:pos x="T4" y="T5"/>
                  </a:cxn>
                  <a:cxn ang="0">
                    <a:pos x="T6" y="T7"/>
                  </a:cxn>
                  <a:cxn ang="0">
                    <a:pos x="T8" y="T9"/>
                  </a:cxn>
                </a:cxnLst>
                <a:rect l="0" t="0" r="r" b="b"/>
                <a:pathLst>
                  <a:path w="121" h="54">
                    <a:moveTo>
                      <a:pt x="0" y="54"/>
                    </a:moveTo>
                    <a:cubicBezTo>
                      <a:pt x="4" y="47"/>
                      <a:pt x="13" y="24"/>
                      <a:pt x="24" y="15"/>
                    </a:cubicBezTo>
                    <a:cubicBezTo>
                      <a:pt x="35" y="6"/>
                      <a:pt x="53" y="0"/>
                      <a:pt x="66" y="0"/>
                    </a:cubicBezTo>
                    <a:cubicBezTo>
                      <a:pt x="79" y="0"/>
                      <a:pt x="94" y="7"/>
                      <a:pt x="103" y="15"/>
                    </a:cubicBezTo>
                    <a:cubicBezTo>
                      <a:pt x="112" y="23"/>
                      <a:pt x="117" y="44"/>
                      <a:pt x="121"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7886" name="Freeform 62"/>
              <p:cNvSpPr>
                <a:spLocks/>
              </p:cNvSpPr>
              <p:nvPr/>
            </p:nvSpPr>
            <p:spPr bwMode="auto">
              <a:xfrm>
                <a:off x="769" y="711"/>
                <a:ext cx="94" cy="48"/>
              </a:xfrm>
              <a:custGeom>
                <a:avLst/>
                <a:gdLst>
                  <a:gd name="T0" fmla="*/ 0 w 119"/>
                  <a:gd name="T1" fmla="*/ 51 h 51"/>
                  <a:gd name="T2" fmla="*/ 17 w 119"/>
                  <a:gd name="T3" fmla="*/ 15 h 51"/>
                  <a:gd name="T4" fmla="*/ 59 w 119"/>
                  <a:gd name="T5" fmla="*/ 0 h 51"/>
                  <a:gd name="T6" fmla="*/ 96 w 119"/>
                  <a:gd name="T7" fmla="*/ 15 h 51"/>
                  <a:gd name="T8" fmla="*/ 119 w 119"/>
                  <a:gd name="T9" fmla="*/ 51 h 51"/>
                </a:gdLst>
                <a:ahLst/>
                <a:cxnLst>
                  <a:cxn ang="0">
                    <a:pos x="T0" y="T1"/>
                  </a:cxn>
                  <a:cxn ang="0">
                    <a:pos x="T2" y="T3"/>
                  </a:cxn>
                  <a:cxn ang="0">
                    <a:pos x="T4" y="T5"/>
                  </a:cxn>
                  <a:cxn ang="0">
                    <a:pos x="T6" y="T7"/>
                  </a:cxn>
                  <a:cxn ang="0">
                    <a:pos x="T8" y="T9"/>
                  </a:cxn>
                </a:cxnLst>
                <a:rect l="0" t="0" r="r" b="b"/>
                <a:pathLst>
                  <a:path w="119" h="51">
                    <a:moveTo>
                      <a:pt x="0" y="51"/>
                    </a:moveTo>
                    <a:cubicBezTo>
                      <a:pt x="3" y="45"/>
                      <a:pt x="7" y="24"/>
                      <a:pt x="17" y="15"/>
                    </a:cubicBezTo>
                    <a:cubicBezTo>
                      <a:pt x="27" y="6"/>
                      <a:pt x="46" y="0"/>
                      <a:pt x="59" y="0"/>
                    </a:cubicBezTo>
                    <a:cubicBezTo>
                      <a:pt x="72" y="0"/>
                      <a:pt x="86" y="7"/>
                      <a:pt x="96" y="15"/>
                    </a:cubicBezTo>
                    <a:cubicBezTo>
                      <a:pt x="106" y="23"/>
                      <a:pt x="114" y="44"/>
                      <a:pt x="119"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77887" name="Freeform 63"/>
              <p:cNvSpPr>
                <a:spLocks/>
              </p:cNvSpPr>
              <p:nvPr/>
            </p:nvSpPr>
            <p:spPr bwMode="auto">
              <a:xfrm>
                <a:off x="863" y="711"/>
                <a:ext cx="97" cy="54"/>
              </a:xfrm>
              <a:custGeom>
                <a:avLst/>
                <a:gdLst>
                  <a:gd name="T0" fmla="*/ 0 w 123"/>
                  <a:gd name="T1" fmla="*/ 51 h 57"/>
                  <a:gd name="T2" fmla="*/ 23 w 123"/>
                  <a:gd name="T3" fmla="*/ 15 h 57"/>
                  <a:gd name="T4" fmla="*/ 65 w 123"/>
                  <a:gd name="T5" fmla="*/ 0 h 57"/>
                  <a:gd name="T6" fmla="*/ 102 w 123"/>
                  <a:gd name="T7" fmla="*/ 15 h 57"/>
                  <a:gd name="T8" fmla="*/ 123 w 123"/>
                  <a:gd name="T9" fmla="*/ 57 h 57"/>
                </a:gdLst>
                <a:ahLst/>
                <a:cxnLst>
                  <a:cxn ang="0">
                    <a:pos x="T0" y="T1"/>
                  </a:cxn>
                  <a:cxn ang="0">
                    <a:pos x="T2" y="T3"/>
                  </a:cxn>
                  <a:cxn ang="0">
                    <a:pos x="T4" y="T5"/>
                  </a:cxn>
                  <a:cxn ang="0">
                    <a:pos x="T6" y="T7"/>
                  </a:cxn>
                  <a:cxn ang="0">
                    <a:pos x="T8" y="T9"/>
                  </a:cxn>
                </a:cxnLst>
                <a:rect l="0" t="0" r="r" b="b"/>
                <a:pathLst>
                  <a:path w="123" h="57">
                    <a:moveTo>
                      <a:pt x="0" y="51"/>
                    </a:moveTo>
                    <a:cubicBezTo>
                      <a:pt x="3" y="45"/>
                      <a:pt x="12" y="24"/>
                      <a:pt x="23" y="15"/>
                    </a:cubicBezTo>
                    <a:cubicBezTo>
                      <a:pt x="34" y="6"/>
                      <a:pt x="52" y="0"/>
                      <a:pt x="65" y="0"/>
                    </a:cubicBezTo>
                    <a:cubicBezTo>
                      <a:pt x="78" y="0"/>
                      <a:pt x="92" y="6"/>
                      <a:pt x="102" y="15"/>
                    </a:cubicBezTo>
                    <a:cubicBezTo>
                      <a:pt x="112" y="24"/>
                      <a:pt x="119" y="48"/>
                      <a:pt x="123" y="57"/>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sp>
          <p:nvSpPr>
            <p:cNvPr id="77888" name="Text Box 64"/>
            <p:cNvSpPr txBox="1">
              <a:spLocks noChangeArrowheads="1"/>
            </p:cNvSpPr>
            <p:nvPr/>
          </p:nvSpPr>
          <p:spPr bwMode="auto">
            <a:xfrm>
              <a:off x="356" y="596"/>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a:t>
              </a:r>
            </a:p>
          </p:txBody>
        </p:sp>
        <p:sp>
          <p:nvSpPr>
            <p:cNvPr id="77889" name="Text Box 65"/>
            <p:cNvSpPr txBox="1">
              <a:spLocks noChangeArrowheads="1"/>
            </p:cNvSpPr>
            <p:nvPr/>
          </p:nvSpPr>
          <p:spPr bwMode="auto">
            <a:xfrm>
              <a:off x="349" y="1220"/>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宋体" panose="02010600030101010101" pitchFamily="2" charset="-122"/>
                </a:rPr>
                <a:t>-</a:t>
              </a:r>
              <a:endParaRPr kumimoji="1" lang="en-US" altLang="zh-CN" sz="2400" b="1">
                <a:latin typeface="Times New Roman" panose="02020603050405020304" pitchFamily="18" charset="0"/>
              </a:endParaRPr>
            </a:p>
          </p:txBody>
        </p:sp>
        <p:sp>
          <p:nvSpPr>
            <p:cNvPr id="77890" name="Line 66"/>
            <p:cNvSpPr>
              <a:spLocks noChangeShapeType="1"/>
            </p:cNvSpPr>
            <p:nvPr/>
          </p:nvSpPr>
          <p:spPr bwMode="auto">
            <a:xfrm>
              <a:off x="1069" y="596"/>
              <a:ext cx="288"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891" name="Freeform 67"/>
            <p:cNvSpPr>
              <a:spLocks/>
            </p:cNvSpPr>
            <p:nvPr/>
          </p:nvSpPr>
          <p:spPr bwMode="auto">
            <a:xfrm>
              <a:off x="1741" y="590"/>
              <a:ext cx="306" cy="6"/>
            </a:xfrm>
            <a:custGeom>
              <a:avLst/>
              <a:gdLst>
                <a:gd name="T0" fmla="*/ 0 w 306"/>
                <a:gd name="T1" fmla="*/ 6 h 6"/>
                <a:gd name="T2" fmla="*/ 306 w 306"/>
                <a:gd name="T3" fmla="*/ 0 h 6"/>
              </a:gdLst>
              <a:ahLst/>
              <a:cxnLst>
                <a:cxn ang="0">
                  <a:pos x="T0" y="T1"/>
                </a:cxn>
                <a:cxn ang="0">
                  <a:pos x="T2" y="T3"/>
                </a:cxn>
              </a:cxnLst>
              <a:rect l="0" t="0" r="r" b="b"/>
              <a:pathLst>
                <a:path w="306" h="6">
                  <a:moveTo>
                    <a:pt x="0" y="6"/>
                  </a:moveTo>
                  <a:lnTo>
                    <a:pt x="306"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892" name="Text Box 68"/>
            <p:cNvSpPr txBox="1">
              <a:spLocks noChangeArrowheads="1"/>
            </p:cNvSpPr>
            <p:nvPr/>
          </p:nvSpPr>
          <p:spPr bwMode="auto">
            <a:xfrm>
              <a:off x="2077" y="692"/>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a:t>
              </a:r>
            </a:p>
          </p:txBody>
        </p:sp>
        <p:sp>
          <p:nvSpPr>
            <p:cNvPr id="77893" name="Text Box 69"/>
            <p:cNvSpPr txBox="1">
              <a:spLocks noChangeArrowheads="1"/>
            </p:cNvSpPr>
            <p:nvPr/>
          </p:nvSpPr>
          <p:spPr bwMode="auto">
            <a:xfrm>
              <a:off x="2077" y="1172"/>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宋体" panose="02010600030101010101" pitchFamily="2" charset="-122"/>
                </a:rPr>
                <a:t>-</a:t>
              </a:r>
              <a:endParaRPr kumimoji="1" lang="en-US" altLang="zh-CN" sz="2400" b="1">
                <a:latin typeface="Times New Roman" panose="02020603050405020304" pitchFamily="18" charset="0"/>
              </a:endParaRPr>
            </a:p>
          </p:txBody>
        </p:sp>
        <p:sp>
          <p:nvSpPr>
            <p:cNvPr id="77894" name="Text Box 70"/>
            <p:cNvSpPr txBox="1">
              <a:spLocks noChangeArrowheads="1"/>
            </p:cNvSpPr>
            <p:nvPr/>
          </p:nvSpPr>
          <p:spPr bwMode="auto">
            <a:xfrm>
              <a:off x="1231" y="548"/>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a:t>
              </a:r>
            </a:p>
          </p:txBody>
        </p:sp>
        <p:sp>
          <p:nvSpPr>
            <p:cNvPr id="77895" name="Text Box 71"/>
            <p:cNvSpPr txBox="1">
              <a:spLocks noChangeArrowheads="1"/>
            </p:cNvSpPr>
            <p:nvPr/>
          </p:nvSpPr>
          <p:spPr bwMode="auto">
            <a:xfrm>
              <a:off x="1648" y="548"/>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宋体" panose="02010600030101010101" pitchFamily="2" charset="-122"/>
                </a:rPr>
                <a:t>-</a:t>
              </a:r>
              <a:endParaRPr kumimoji="1" lang="en-US" altLang="zh-CN" sz="2400" b="1">
                <a:latin typeface="Times New Roman" panose="02020603050405020304" pitchFamily="18" charset="0"/>
              </a:endParaRPr>
            </a:p>
          </p:txBody>
        </p:sp>
        <p:sp>
          <p:nvSpPr>
            <p:cNvPr id="77896" name="Freeform 72"/>
            <p:cNvSpPr>
              <a:spLocks/>
            </p:cNvSpPr>
            <p:nvPr/>
          </p:nvSpPr>
          <p:spPr bwMode="auto">
            <a:xfrm>
              <a:off x="493" y="579"/>
              <a:ext cx="300" cy="7"/>
            </a:xfrm>
            <a:custGeom>
              <a:avLst/>
              <a:gdLst>
                <a:gd name="T0" fmla="*/ 300 w 300"/>
                <a:gd name="T1" fmla="*/ 0 h 7"/>
                <a:gd name="T2" fmla="*/ 0 w 300"/>
                <a:gd name="T3" fmla="*/ 7 h 7"/>
              </a:gdLst>
              <a:ahLst/>
              <a:cxnLst>
                <a:cxn ang="0">
                  <a:pos x="T0" y="T1"/>
                </a:cxn>
                <a:cxn ang="0">
                  <a:pos x="T2" y="T3"/>
                </a:cxn>
              </a:cxnLst>
              <a:rect l="0" t="0" r="r" b="b"/>
              <a:pathLst>
                <a:path w="300" h="7">
                  <a:moveTo>
                    <a:pt x="300" y="0"/>
                  </a:moveTo>
                  <a:lnTo>
                    <a:pt x="0" y="7"/>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897" name="Oval 73"/>
            <p:cNvSpPr>
              <a:spLocks noChangeArrowheads="1"/>
            </p:cNvSpPr>
            <p:nvPr/>
          </p:nvSpPr>
          <p:spPr bwMode="auto">
            <a:xfrm>
              <a:off x="445" y="1460"/>
              <a:ext cx="68" cy="68"/>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898" name="Oval 74"/>
            <p:cNvSpPr>
              <a:spLocks noChangeArrowheads="1"/>
            </p:cNvSpPr>
            <p:nvPr/>
          </p:nvSpPr>
          <p:spPr bwMode="auto">
            <a:xfrm>
              <a:off x="425" y="548"/>
              <a:ext cx="68" cy="68"/>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77899" name="Object 75"/>
            <p:cNvGraphicFramePr>
              <a:graphicFrameLocks noChangeAspect="1"/>
            </p:cNvGraphicFramePr>
            <p:nvPr/>
          </p:nvGraphicFramePr>
          <p:xfrm>
            <a:off x="349" y="884"/>
            <a:ext cx="197" cy="336"/>
          </p:xfrm>
          <a:graphic>
            <a:graphicData uri="http://schemas.openxmlformats.org/presentationml/2006/ole">
              <mc:AlternateContent xmlns:mc="http://schemas.openxmlformats.org/markup-compatibility/2006">
                <mc:Choice xmlns:v="urn:schemas-microsoft-com:vml" Requires="v">
                  <p:oleObj spid="_x0000_s67089" name="公式" r:id="rId6" imgW="164880" imgH="279360" progId="Equation.3">
                    <p:embed/>
                  </p:oleObj>
                </mc:Choice>
                <mc:Fallback>
                  <p:oleObj name="公式" r:id="rId6" imgW="164880" imgH="279360" progId="Equation.3">
                    <p:embed/>
                    <p:pic>
                      <p:nvPicPr>
                        <p:cNvPr id="77899" name="Object 7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9" y="884"/>
                          <a:ext cx="197"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900" name="Object 76"/>
            <p:cNvGraphicFramePr>
              <a:graphicFrameLocks noChangeAspect="1"/>
            </p:cNvGraphicFramePr>
            <p:nvPr/>
          </p:nvGraphicFramePr>
          <p:xfrm>
            <a:off x="1404" y="548"/>
            <a:ext cx="289" cy="336"/>
          </p:xfrm>
          <a:graphic>
            <a:graphicData uri="http://schemas.openxmlformats.org/presentationml/2006/ole">
              <mc:AlternateContent xmlns:mc="http://schemas.openxmlformats.org/markup-compatibility/2006">
                <mc:Choice xmlns:v="urn:schemas-microsoft-com:vml" Requires="v">
                  <p:oleObj spid="_x0000_s67090" name="公式" r:id="rId8" imgW="241200" imgH="279360" progId="Equation.3">
                    <p:embed/>
                  </p:oleObj>
                </mc:Choice>
                <mc:Fallback>
                  <p:oleObj name="公式" r:id="rId8" imgW="241200" imgH="279360" progId="Equation.3">
                    <p:embed/>
                    <p:pic>
                      <p:nvPicPr>
                        <p:cNvPr id="77900" name="Object 7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04" y="548"/>
                          <a:ext cx="289"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901" name="Object 77"/>
            <p:cNvGraphicFramePr>
              <a:graphicFrameLocks noChangeAspect="1"/>
            </p:cNvGraphicFramePr>
            <p:nvPr/>
          </p:nvGraphicFramePr>
          <p:xfrm>
            <a:off x="2175" y="884"/>
            <a:ext cx="289" cy="336"/>
          </p:xfrm>
          <a:graphic>
            <a:graphicData uri="http://schemas.openxmlformats.org/presentationml/2006/ole">
              <mc:AlternateContent xmlns:mc="http://schemas.openxmlformats.org/markup-compatibility/2006">
                <mc:Choice xmlns:v="urn:schemas-microsoft-com:vml" Requires="v">
                  <p:oleObj spid="_x0000_s67091" name="公式" r:id="rId10" imgW="241200" imgH="279360" progId="Equation.3">
                    <p:embed/>
                  </p:oleObj>
                </mc:Choice>
                <mc:Fallback>
                  <p:oleObj name="公式" r:id="rId10" imgW="241200" imgH="279360" progId="Equation.3">
                    <p:embed/>
                    <p:pic>
                      <p:nvPicPr>
                        <p:cNvPr id="77901" name="Object 7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75" y="884"/>
                          <a:ext cx="289"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902" name="Object 78"/>
            <p:cNvGraphicFramePr>
              <a:graphicFrameLocks noChangeAspect="1"/>
            </p:cNvGraphicFramePr>
            <p:nvPr/>
          </p:nvGraphicFramePr>
          <p:xfrm>
            <a:off x="1441" y="847"/>
            <a:ext cx="444" cy="517"/>
          </p:xfrm>
          <a:graphic>
            <a:graphicData uri="http://schemas.openxmlformats.org/presentationml/2006/ole">
              <mc:AlternateContent xmlns:mc="http://schemas.openxmlformats.org/markup-compatibility/2006">
                <mc:Choice xmlns:v="urn:schemas-microsoft-com:vml" Requires="v">
                  <p:oleObj spid="_x0000_s67092" name="公式" r:id="rId12" imgW="368280" imgH="431640" progId="Equation.3">
                    <p:embed/>
                  </p:oleObj>
                </mc:Choice>
                <mc:Fallback>
                  <p:oleObj name="公式" r:id="rId12" imgW="368280" imgH="431640" progId="Equation.3">
                    <p:embed/>
                    <p:pic>
                      <p:nvPicPr>
                        <p:cNvPr id="77902" name="Object 7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41" y="847"/>
                          <a:ext cx="444" cy="5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903" name="Text Box 79"/>
            <p:cNvSpPr txBox="1">
              <a:spLocks noChangeArrowheads="1"/>
            </p:cNvSpPr>
            <p:nvPr/>
          </p:nvSpPr>
          <p:spPr bwMode="auto">
            <a:xfrm>
              <a:off x="589" y="616"/>
              <a:ext cx="24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en-US" altLang="zh-CN" sz="2400" b="1">
                  <a:latin typeface="Times New Roman" panose="02020603050405020304" pitchFamily="18" charset="0"/>
                </a:rPr>
                <a:t>+</a:t>
              </a:r>
            </a:p>
          </p:txBody>
        </p:sp>
        <p:sp>
          <p:nvSpPr>
            <p:cNvPr id="77904" name="Text Box 80"/>
            <p:cNvSpPr txBox="1">
              <a:spLocks noChangeArrowheads="1"/>
            </p:cNvSpPr>
            <p:nvPr/>
          </p:nvSpPr>
          <p:spPr bwMode="auto">
            <a:xfrm>
              <a:off x="1002" y="616"/>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宋体" panose="02010600030101010101" pitchFamily="2" charset="-122"/>
                </a:rPr>
                <a:t>-</a:t>
              </a:r>
              <a:endParaRPr kumimoji="1" lang="en-US" altLang="zh-CN" sz="2400" b="1">
                <a:latin typeface="Times New Roman" panose="02020603050405020304" pitchFamily="18" charset="0"/>
              </a:endParaRPr>
            </a:p>
          </p:txBody>
        </p:sp>
        <p:graphicFrame>
          <p:nvGraphicFramePr>
            <p:cNvPr id="77905" name="Object 81"/>
            <p:cNvGraphicFramePr>
              <a:graphicFrameLocks noChangeAspect="1"/>
            </p:cNvGraphicFramePr>
            <p:nvPr/>
          </p:nvGraphicFramePr>
          <p:xfrm>
            <a:off x="784" y="664"/>
            <a:ext cx="312" cy="312"/>
          </p:xfrm>
          <a:graphic>
            <a:graphicData uri="http://schemas.openxmlformats.org/presentationml/2006/ole">
              <mc:AlternateContent xmlns:mc="http://schemas.openxmlformats.org/markup-compatibility/2006">
                <mc:Choice xmlns:v="urn:schemas-microsoft-com:vml" Requires="v">
                  <p:oleObj spid="_x0000_s67093" name="公式" r:id="rId14" imgW="228600" imgH="228600" progId="Equation.3">
                    <p:embed/>
                  </p:oleObj>
                </mc:Choice>
                <mc:Fallback>
                  <p:oleObj name="公式" r:id="rId14" imgW="228600" imgH="228600" progId="Equation.3">
                    <p:embed/>
                    <p:pic>
                      <p:nvPicPr>
                        <p:cNvPr id="77905" name="Object 8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84" y="664"/>
                          <a:ext cx="312"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77906" name="Object 82"/>
          <p:cNvGraphicFramePr>
            <a:graphicFrameLocks noChangeAspect="1"/>
          </p:cNvGraphicFramePr>
          <p:nvPr/>
        </p:nvGraphicFramePr>
        <p:xfrm>
          <a:off x="4176713" y="1196975"/>
          <a:ext cx="4149725" cy="846138"/>
        </p:xfrm>
        <a:graphic>
          <a:graphicData uri="http://schemas.openxmlformats.org/presentationml/2006/ole">
            <mc:AlternateContent xmlns:mc="http://schemas.openxmlformats.org/markup-compatibility/2006">
              <mc:Choice xmlns:v="urn:schemas-microsoft-com:vml" Requires="v">
                <p:oleObj spid="_x0000_s67094" name="公式" r:id="rId16" imgW="2057400" imgH="419040" progId="Equation.3">
                  <p:embed/>
                </p:oleObj>
              </mc:Choice>
              <mc:Fallback>
                <p:oleObj name="公式" r:id="rId16" imgW="2057400" imgH="419040" progId="Equation.3">
                  <p:embed/>
                  <p:pic>
                    <p:nvPicPr>
                      <p:cNvPr id="77906" name="Object 8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76713" y="1196975"/>
                        <a:ext cx="4149725" cy="846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907" name="Object 83"/>
          <p:cNvGraphicFramePr>
            <a:graphicFrameLocks noChangeAspect="1"/>
          </p:cNvGraphicFramePr>
          <p:nvPr/>
        </p:nvGraphicFramePr>
        <p:xfrm>
          <a:off x="5616575" y="1916113"/>
          <a:ext cx="2189163" cy="822325"/>
        </p:xfrm>
        <a:graphic>
          <a:graphicData uri="http://schemas.openxmlformats.org/presentationml/2006/ole">
            <mc:AlternateContent xmlns:mc="http://schemas.openxmlformats.org/markup-compatibility/2006">
              <mc:Choice xmlns:v="urn:schemas-microsoft-com:vml" Requires="v">
                <p:oleObj spid="_x0000_s67095" name="公式" r:id="rId18" imgW="1117440" imgH="419040" progId="Equation.3">
                  <p:embed/>
                </p:oleObj>
              </mc:Choice>
              <mc:Fallback>
                <p:oleObj name="公式" r:id="rId18" imgW="1117440" imgH="419040" progId="Equation.3">
                  <p:embed/>
                  <p:pic>
                    <p:nvPicPr>
                      <p:cNvPr id="77907" name="Object 8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616575" y="1916113"/>
                        <a:ext cx="2189163"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908" name="Object 84"/>
          <p:cNvGraphicFramePr>
            <a:graphicFrameLocks noChangeAspect="1"/>
          </p:cNvGraphicFramePr>
          <p:nvPr/>
        </p:nvGraphicFramePr>
        <p:xfrm>
          <a:off x="5629275" y="2605088"/>
          <a:ext cx="2239963" cy="769937"/>
        </p:xfrm>
        <a:graphic>
          <a:graphicData uri="http://schemas.openxmlformats.org/presentationml/2006/ole">
            <mc:AlternateContent xmlns:mc="http://schemas.openxmlformats.org/markup-compatibility/2006">
              <mc:Choice xmlns:v="urn:schemas-microsoft-com:vml" Requires="v">
                <p:oleObj spid="_x0000_s67096" name="公式" r:id="rId20" imgW="1143000" imgH="393480" progId="Equation.3">
                  <p:embed/>
                </p:oleObj>
              </mc:Choice>
              <mc:Fallback>
                <p:oleObj name="公式" r:id="rId20" imgW="1143000" imgH="393480" progId="Equation.3">
                  <p:embed/>
                  <p:pic>
                    <p:nvPicPr>
                      <p:cNvPr id="77908" name="Object 8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629275" y="2605088"/>
                        <a:ext cx="2239963" cy="769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909" name="Object 85"/>
          <p:cNvGraphicFramePr>
            <a:graphicFrameLocks noChangeAspect="1"/>
          </p:cNvGraphicFramePr>
          <p:nvPr>
            <p:extLst>
              <p:ext uri="{D42A27DB-BD31-4B8C-83A1-F6EECF244321}">
                <p14:modId xmlns:p14="http://schemas.microsoft.com/office/powerpoint/2010/main" val="1365232231"/>
              </p:ext>
            </p:extLst>
          </p:nvPr>
        </p:nvGraphicFramePr>
        <p:xfrm>
          <a:off x="5654675" y="3765376"/>
          <a:ext cx="1216025" cy="395288"/>
        </p:xfrm>
        <a:graphic>
          <a:graphicData uri="http://schemas.openxmlformats.org/presentationml/2006/ole">
            <mc:AlternateContent xmlns:mc="http://schemas.openxmlformats.org/markup-compatibility/2006">
              <mc:Choice xmlns:v="urn:schemas-microsoft-com:vml" Requires="v">
                <p:oleObj spid="_x0000_s67097" name="公式" r:id="rId22" imgW="622080" imgH="203040" progId="Equation.3">
                  <p:embed/>
                </p:oleObj>
              </mc:Choice>
              <mc:Fallback>
                <p:oleObj name="公式" r:id="rId22" imgW="622080" imgH="203040" progId="Equation.3">
                  <p:embed/>
                  <p:pic>
                    <p:nvPicPr>
                      <p:cNvPr id="77909" name="Object 8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654675" y="3765376"/>
                        <a:ext cx="1216025" cy="395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7910" name="Group 86"/>
          <p:cNvGrpSpPr>
            <a:grpSpLocks/>
          </p:cNvGrpSpPr>
          <p:nvPr/>
        </p:nvGrpSpPr>
        <p:grpSpPr bwMode="auto">
          <a:xfrm>
            <a:off x="5219700" y="4755976"/>
            <a:ext cx="2139950" cy="2057400"/>
            <a:chOff x="3504" y="2544"/>
            <a:chExt cx="1348" cy="1296"/>
          </a:xfrm>
        </p:grpSpPr>
        <p:sp>
          <p:nvSpPr>
            <p:cNvPr id="77911" name="Line 87"/>
            <p:cNvSpPr>
              <a:spLocks noChangeShapeType="1"/>
            </p:cNvSpPr>
            <p:nvPr/>
          </p:nvSpPr>
          <p:spPr bwMode="auto">
            <a:xfrm>
              <a:off x="3504" y="3312"/>
              <a:ext cx="105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912" name="Line 88"/>
            <p:cNvSpPr>
              <a:spLocks noChangeShapeType="1"/>
            </p:cNvSpPr>
            <p:nvPr/>
          </p:nvSpPr>
          <p:spPr bwMode="auto">
            <a:xfrm flipV="1">
              <a:off x="4560" y="2544"/>
              <a:ext cx="0" cy="7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913" name="Line 89"/>
            <p:cNvSpPr>
              <a:spLocks noChangeShapeType="1"/>
            </p:cNvSpPr>
            <p:nvPr/>
          </p:nvSpPr>
          <p:spPr bwMode="auto">
            <a:xfrm flipH="1">
              <a:off x="3504" y="2544"/>
              <a:ext cx="1056" cy="7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914" name="Freeform 90"/>
            <p:cNvSpPr>
              <a:spLocks/>
            </p:cNvSpPr>
            <p:nvPr/>
          </p:nvSpPr>
          <p:spPr bwMode="auto">
            <a:xfrm>
              <a:off x="3648" y="3204"/>
              <a:ext cx="60" cy="108"/>
            </a:xfrm>
            <a:custGeom>
              <a:avLst/>
              <a:gdLst>
                <a:gd name="T0" fmla="*/ 0 w 60"/>
                <a:gd name="T1" fmla="*/ 0 h 108"/>
                <a:gd name="T2" fmla="*/ 60 w 60"/>
                <a:gd name="T3" fmla="*/ 108 h 108"/>
              </a:gdLst>
              <a:ahLst/>
              <a:cxnLst>
                <a:cxn ang="0">
                  <a:pos x="T0" y="T1"/>
                </a:cxn>
                <a:cxn ang="0">
                  <a:pos x="T2" y="T3"/>
                </a:cxn>
              </a:cxnLst>
              <a:rect l="0" t="0" r="r" b="b"/>
              <a:pathLst>
                <a:path w="60" h="108">
                  <a:moveTo>
                    <a:pt x="0" y="0"/>
                  </a:moveTo>
                  <a:cubicBezTo>
                    <a:pt x="41" y="27"/>
                    <a:pt x="60" y="55"/>
                    <a:pt x="60" y="108"/>
                  </a:cubicBezTo>
                </a:path>
              </a:pathLst>
            </a:custGeom>
            <a:noFill/>
            <a:ln w="9525">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77915" name="Text Box 91"/>
            <p:cNvSpPr txBox="1">
              <a:spLocks noChangeArrowheads="1"/>
            </p:cNvSpPr>
            <p:nvPr/>
          </p:nvSpPr>
          <p:spPr bwMode="auto">
            <a:xfrm>
              <a:off x="3744" y="2640"/>
              <a:ext cx="31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|Z|</a:t>
              </a:r>
            </a:p>
          </p:txBody>
        </p:sp>
        <p:sp>
          <p:nvSpPr>
            <p:cNvPr id="77916" name="Text Box 92"/>
            <p:cNvSpPr txBox="1">
              <a:spLocks noChangeArrowheads="1"/>
            </p:cNvSpPr>
            <p:nvPr/>
          </p:nvSpPr>
          <p:spPr bwMode="auto">
            <a:xfrm>
              <a:off x="3984" y="3312"/>
              <a:ext cx="24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R</a:t>
              </a:r>
            </a:p>
          </p:txBody>
        </p:sp>
        <p:sp>
          <p:nvSpPr>
            <p:cNvPr id="77917" name="Text Box 93"/>
            <p:cNvSpPr txBox="1">
              <a:spLocks noChangeArrowheads="1"/>
            </p:cNvSpPr>
            <p:nvPr/>
          </p:nvSpPr>
          <p:spPr bwMode="auto">
            <a:xfrm>
              <a:off x="4608" y="2832"/>
              <a:ext cx="24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X</a:t>
              </a:r>
            </a:p>
          </p:txBody>
        </p:sp>
        <p:sp>
          <p:nvSpPr>
            <p:cNvPr id="77918" name="Text Box 94"/>
            <p:cNvSpPr txBox="1">
              <a:spLocks noChangeArrowheads="1"/>
            </p:cNvSpPr>
            <p:nvPr/>
          </p:nvSpPr>
          <p:spPr bwMode="auto">
            <a:xfrm>
              <a:off x="3696" y="3024"/>
              <a:ext cx="23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Symbol" panose="05050102010706020507" pitchFamily="18" charset="2"/>
                </a:rPr>
                <a:t>j</a:t>
              </a:r>
              <a:endParaRPr kumimoji="1" lang="en-US" altLang="zh-CN" sz="2400" b="1" i="1">
                <a:latin typeface="Times New Roman" panose="02020603050405020304" pitchFamily="18" charset="0"/>
              </a:endParaRPr>
            </a:p>
          </p:txBody>
        </p:sp>
        <p:sp>
          <p:nvSpPr>
            <p:cNvPr id="77919" name="Text Box 95"/>
            <p:cNvSpPr txBox="1">
              <a:spLocks noChangeArrowheads="1"/>
            </p:cNvSpPr>
            <p:nvPr/>
          </p:nvSpPr>
          <p:spPr bwMode="auto">
            <a:xfrm>
              <a:off x="3648" y="3552"/>
              <a:ext cx="1081"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latin typeface="Times New Roman" panose="02020603050405020304" pitchFamily="18" charset="0"/>
                </a:rPr>
                <a:t>阻抗三角形</a:t>
              </a:r>
            </a:p>
          </p:txBody>
        </p:sp>
        <p:sp>
          <p:nvSpPr>
            <p:cNvPr id="77920" name="Freeform 96"/>
            <p:cNvSpPr>
              <a:spLocks/>
            </p:cNvSpPr>
            <p:nvPr/>
          </p:nvSpPr>
          <p:spPr bwMode="auto">
            <a:xfrm>
              <a:off x="4416" y="3168"/>
              <a:ext cx="144" cy="144"/>
            </a:xfrm>
            <a:custGeom>
              <a:avLst/>
              <a:gdLst>
                <a:gd name="T0" fmla="*/ 96 w 96"/>
                <a:gd name="T1" fmla="*/ 0 h 144"/>
                <a:gd name="T2" fmla="*/ 0 w 96"/>
                <a:gd name="T3" fmla="*/ 0 h 144"/>
                <a:gd name="T4" fmla="*/ 0 w 96"/>
                <a:gd name="T5" fmla="*/ 144 h 144"/>
              </a:gdLst>
              <a:ahLst/>
              <a:cxnLst>
                <a:cxn ang="0">
                  <a:pos x="T0" y="T1"/>
                </a:cxn>
                <a:cxn ang="0">
                  <a:pos x="T2" y="T3"/>
                </a:cxn>
                <a:cxn ang="0">
                  <a:pos x="T4" y="T5"/>
                </a:cxn>
              </a:cxnLst>
              <a:rect l="0" t="0" r="r" b="b"/>
              <a:pathLst>
                <a:path w="96" h="144">
                  <a:moveTo>
                    <a:pt x="96" y="0"/>
                  </a:moveTo>
                  <a:lnTo>
                    <a:pt x="0" y="0"/>
                  </a:lnTo>
                  <a:lnTo>
                    <a:pt x="0" y="144"/>
                  </a:lnTo>
                </a:path>
              </a:pathLst>
            </a:custGeom>
            <a:noFill/>
            <a:ln w="9525"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aphicFrame>
        <p:nvGraphicFramePr>
          <p:cNvPr id="77921" name="Object 97"/>
          <p:cNvGraphicFramePr>
            <a:graphicFrameLocks noChangeAspect="1"/>
          </p:cNvGraphicFramePr>
          <p:nvPr/>
        </p:nvGraphicFramePr>
        <p:xfrm>
          <a:off x="762000" y="5721350"/>
          <a:ext cx="1406525" cy="428625"/>
        </p:xfrm>
        <a:graphic>
          <a:graphicData uri="http://schemas.openxmlformats.org/presentationml/2006/ole">
            <mc:AlternateContent xmlns:mc="http://schemas.openxmlformats.org/markup-compatibility/2006">
              <mc:Choice xmlns:v="urn:schemas-microsoft-com:vml" Requires="v">
                <p:oleObj spid="_x0000_s67098" name="公式" r:id="rId24" imgW="749160" imgH="228600" progId="Equation.3">
                  <p:embed/>
                </p:oleObj>
              </mc:Choice>
              <mc:Fallback>
                <p:oleObj name="公式" r:id="rId24" imgW="749160" imgH="228600" progId="Equation.3">
                  <p:embed/>
                  <p:pic>
                    <p:nvPicPr>
                      <p:cNvPr id="77921" name="Object 97"/>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62000" y="5721350"/>
                        <a:ext cx="1406525"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922" name="Text Box 98"/>
          <p:cNvSpPr txBox="1">
            <a:spLocks noChangeArrowheads="1"/>
          </p:cNvSpPr>
          <p:nvPr/>
        </p:nvSpPr>
        <p:spPr bwMode="auto">
          <a:xfrm>
            <a:off x="3198813" y="5022850"/>
            <a:ext cx="1336675" cy="457200"/>
          </a:xfrm>
          <a:prstGeom prst="rect">
            <a:avLst/>
          </a:prstGeom>
          <a:solidFill>
            <a:srgbClr val="FFFFCC"/>
          </a:solidFill>
          <a:ln>
            <a:noFill/>
          </a:ln>
          <a:effectLst/>
          <a:extLs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rPr>
              <a:t>单位：</a:t>
            </a:r>
            <a:r>
              <a:rPr kumimoji="1" lang="zh-CN" altLang="en-US" sz="2400" b="1">
                <a:latin typeface="Times New Roman" panose="02020603050405020304" pitchFamily="18" charset="0"/>
                <a:sym typeface="Symbol" panose="05050102010706020507" pitchFamily="18" charset="2"/>
              </a:rPr>
              <a:t></a:t>
            </a:r>
            <a:endParaRPr kumimoji="1" lang="zh-CN" altLang="en-US" sz="2400" b="1">
              <a:latin typeface="Times New Roman" panose="02020603050405020304" pitchFamily="18" charset="0"/>
            </a:endParaRPr>
          </a:p>
        </p:txBody>
      </p:sp>
      <p:graphicFrame>
        <p:nvGraphicFramePr>
          <p:cNvPr id="77923" name="Object 99"/>
          <p:cNvGraphicFramePr>
            <a:graphicFrameLocks noChangeAspect="1"/>
          </p:cNvGraphicFramePr>
          <p:nvPr/>
        </p:nvGraphicFramePr>
        <p:xfrm>
          <a:off x="747713" y="4791075"/>
          <a:ext cx="990600" cy="790575"/>
        </p:xfrm>
        <a:graphic>
          <a:graphicData uri="http://schemas.openxmlformats.org/presentationml/2006/ole">
            <mc:AlternateContent xmlns:mc="http://schemas.openxmlformats.org/markup-compatibility/2006">
              <mc:Choice xmlns:v="urn:schemas-microsoft-com:vml" Requires="v">
                <p:oleObj spid="_x0000_s67099" name="公式" r:id="rId26" imgW="507960" imgH="406080" progId="Equation.3">
                  <p:embed/>
                </p:oleObj>
              </mc:Choice>
              <mc:Fallback>
                <p:oleObj name="公式" r:id="rId26" imgW="507960" imgH="406080" progId="Equation.3">
                  <p:embed/>
                  <p:pic>
                    <p:nvPicPr>
                      <p:cNvPr id="77923" name="Object 99"/>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47713" y="4791075"/>
                        <a:ext cx="990600" cy="790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924" name="Text Box 100"/>
          <p:cNvSpPr txBox="1">
            <a:spLocks noChangeArrowheads="1"/>
          </p:cNvSpPr>
          <p:nvPr/>
        </p:nvSpPr>
        <p:spPr bwMode="auto">
          <a:xfrm>
            <a:off x="2027238" y="4997450"/>
            <a:ext cx="11033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solidFill>
                  <a:srgbClr val="FF0000"/>
                </a:solidFill>
                <a:latin typeface="Times New Roman" panose="02020603050405020304" pitchFamily="18" charset="0"/>
              </a:rPr>
              <a:t>阻抗模</a:t>
            </a:r>
            <a:endParaRPr kumimoji="1" lang="zh-CN" altLang="en-US" sz="2400" b="1">
              <a:latin typeface="Times New Roman" panose="02020603050405020304" pitchFamily="18" charset="0"/>
            </a:endParaRPr>
          </a:p>
        </p:txBody>
      </p:sp>
      <p:sp>
        <p:nvSpPr>
          <p:cNvPr id="77925" name="Text Box 101"/>
          <p:cNvSpPr txBox="1">
            <a:spLocks noChangeArrowheads="1"/>
          </p:cNvSpPr>
          <p:nvPr/>
        </p:nvSpPr>
        <p:spPr bwMode="auto">
          <a:xfrm>
            <a:off x="2459038" y="5746750"/>
            <a:ext cx="11033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solidFill>
                  <a:srgbClr val="FF0000"/>
                </a:solidFill>
                <a:latin typeface="Times New Roman" panose="02020603050405020304" pitchFamily="18" charset="0"/>
              </a:rPr>
              <a:t>阻抗角</a:t>
            </a:r>
            <a:endParaRPr kumimoji="1" lang="zh-CN" altLang="en-US" sz="2400" b="1">
              <a:latin typeface="Times New Roman" panose="02020603050405020304" pitchFamily="18" charset="0"/>
            </a:endParaRPr>
          </a:p>
        </p:txBody>
      </p:sp>
      <p:sp>
        <p:nvSpPr>
          <p:cNvPr id="77926" name="AutoShape 102"/>
          <p:cNvSpPr>
            <a:spLocks/>
          </p:cNvSpPr>
          <p:nvPr/>
        </p:nvSpPr>
        <p:spPr bwMode="auto">
          <a:xfrm>
            <a:off x="595313" y="5124450"/>
            <a:ext cx="76200" cy="838200"/>
          </a:xfrm>
          <a:prstGeom prst="leftBrace">
            <a:avLst>
              <a:gd name="adj1" fmla="val 91667"/>
              <a:gd name="adj2" fmla="val 50000"/>
            </a:avLst>
          </a:prstGeom>
          <a:noFill/>
          <a:ln w="25400">
            <a:solidFill>
              <a:srgbClr val="FF00FF"/>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77927" name="Object 103"/>
          <p:cNvGraphicFramePr>
            <a:graphicFrameLocks noChangeAspect="1"/>
          </p:cNvGraphicFramePr>
          <p:nvPr/>
        </p:nvGraphicFramePr>
        <p:xfrm>
          <a:off x="857250" y="4078288"/>
          <a:ext cx="2562225" cy="495300"/>
        </p:xfrm>
        <a:graphic>
          <a:graphicData uri="http://schemas.openxmlformats.org/presentationml/2006/ole">
            <mc:AlternateContent xmlns:mc="http://schemas.openxmlformats.org/markup-compatibility/2006">
              <mc:Choice xmlns:v="urn:schemas-microsoft-com:vml" Requires="v">
                <p:oleObj spid="_x0000_s67100" name="公式" r:id="rId28" imgW="1307880" imgH="253800" progId="Equation.3">
                  <p:embed/>
                </p:oleObj>
              </mc:Choice>
              <mc:Fallback>
                <p:oleObj name="公式" r:id="rId28" imgW="1307880" imgH="253800" progId="Equation.3">
                  <p:embed/>
                  <p:pic>
                    <p:nvPicPr>
                      <p:cNvPr id="77927" name="Object 103"/>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857250" y="4078288"/>
                        <a:ext cx="2562225"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 name="Object 85"/>
          <p:cNvGraphicFramePr>
            <a:graphicFrameLocks noChangeAspect="1"/>
          </p:cNvGraphicFramePr>
          <p:nvPr>
            <p:extLst>
              <p:ext uri="{D42A27DB-BD31-4B8C-83A1-F6EECF244321}">
                <p14:modId xmlns:p14="http://schemas.microsoft.com/office/powerpoint/2010/main" val="3574319148"/>
              </p:ext>
            </p:extLst>
          </p:nvPr>
        </p:nvGraphicFramePr>
        <p:xfrm>
          <a:off x="5613587" y="3342953"/>
          <a:ext cx="2159000" cy="446087"/>
        </p:xfrm>
        <a:graphic>
          <a:graphicData uri="http://schemas.openxmlformats.org/presentationml/2006/ole">
            <mc:AlternateContent xmlns:mc="http://schemas.openxmlformats.org/markup-compatibility/2006">
              <mc:Choice xmlns:v="urn:schemas-microsoft-com:vml" Requires="v">
                <p:oleObj spid="_x0000_s67101" name="Equation" r:id="rId30" imgW="1104840" imgH="228600" progId="Equation.DSMT4">
                  <p:embed/>
                </p:oleObj>
              </mc:Choice>
              <mc:Fallback>
                <p:oleObj name="Equation" r:id="rId30" imgW="1104840" imgH="228600" progId="Equation.DSMT4">
                  <p:embed/>
                  <p:pic>
                    <p:nvPicPr>
                      <p:cNvPr id="77909" name="Object 85"/>
                      <p:cNvPicPr>
                        <a:picLocks noChangeAspect="1" noChangeArrowheads="1"/>
                      </p:cNvPicPr>
                      <p:nvPr/>
                    </p:nvPicPr>
                    <p:blipFill>
                      <a:blip r:embed="rId31"/>
                      <a:srcRect/>
                      <a:stretch>
                        <a:fillRect/>
                      </a:stretch>
                    </p:blipFill>
                    <p:spPr bwMode="auto">
                      <a:xfrm>
                        <a:off x="5613587" y="3342953"/>
                        <a:ext cx="2159000" cy="446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4056786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528" fill="hold" grpId="0" nodeType="afterEffect">
                                  <p:stCondLst>
                                    <p:cond delay="0"/>
                                  </p:stCondLst>
                                  <p:childTnLst>
                                    <p:set>
                                      <p:cBhvr>
                                        <p:cTn id="6" dur="1" fill="hold">
                                          <p:stCondLst>
                                            <p:cond delay="0"/>
                                          </p:stCondLst>
                                        </p:cTn>
                                        <p:tgtEl>
                                          <p:spTgt spid="77865"/>
                                        </p:tgtEl>
                                        <p:attrNameLst>
                                          <p:attrName>style.visibility</p:attrName>
                                        </p:attrNameLst>
                                      </p:cBhvr>
                                      <p:to>
                                        <p:strVal val="visible"/>
                                      </p:to>
                                    </p:set>
                                    <p:anim calcmode="lin" valueType="num">
                                      <p:cBhvr>
                                        <p:cTn id="7" dur="500" fill="hold"/>
                                        <p:tgtEl>
                                          <p:spTgt spid="77865"/>
                                        </p:tgtEl>
                                        <p:attrNameLst>
                                          <p:attrName>ppt_w</p:attrName>
                                        </p:attrNameLst>
                                      </p:cBhvr>
                                      <p:tavLst>
                                        <p:tav tm="0">
                                          <p:val>
                                            <p:fltVal val="0"/>
                                          </p:val>
                                        </p:tav>
                                        <p:tav tm="100000">
                                          <p:val>
                                            <p:strVal val="#ppt_w"/>
                                          </p:val>
                                        </p:tav>
                                      </p:tavLst>
                                    </p:anim>
                                    <p:anim calcmode="lin" valueType="num">
                                      <p:cBhvr>
                                        <p:cTn id="8" dur="500" fill="hold"/>
                                        <p:tgtEl>
                                          <p:spTgt spid="77865"/>
                                        </p:tgtEl>
                                        <p:attrNameLst>
                                          <p:attrName>ppt_h</p:attrName>
                                        </p:attrNameLst>
                                      </p:cBhvr>
                                      <p:tavLst>
                                        <p:tav tm="0">
                                          <p:val>
                                            <p:fltVal val="0"/>
                                          </p:val>
                                        </p:tav>
                                        <p:tav tm="100000">
                                          <p:val>
                                            <p:strVal val="#ppt_h"/>
                                          </p:val>
                                        </p:tav>
                                      </p:tavLst>
                                    </p:anim>
                                    <p:anim calcmode="lin" valueType="num">
                                      <p:cBhvr>
                                        <p:cTn id="9" dur="500" fill="hold"/>
                                        <p:tgtEl>
                                          <p:spTgt spid="77865"/>
                                        </p:tgtEl>
                                        <p:attrNameLst>
                                          <p:attrName>ppt_x</p:attrName>
                                        </p:attrNameLst>
                                      </p:cBhvr>
                                      <p:tavLst>
                                        <p:tav tm="0">
                                          <p:val>
                                            <p:fltVal val="0.5"/>
                                          </p:val>
                                        </p:tav>
                                        <p:tav tm="100000">
                                          <p:val>
                                            <p:strVal val="#ppt_x"/>
                                          </p:val>
                                        </p:tav>
                                      </p:tavLst>
                                    </p:anim>
                                    <p:anim calcmode="lin" valueType="num">
                                      <p:cBhvr>
                                        <p:cTn id="10" dur="500" fill="hold"/>
                                        <p:tgtEl>
                                          <p:spTgt spid="77865"/>
                                        </p:tgtEl>
                                        <p:attrNameLst>
                                          <p:attrName>ppt_y</p:attrName>
                                        </p:attrNameLst>
                                      </p:cBhvr>
                                      <p:tavLst>
                                        <p:tav tm="0">
                                          <p:val>
                                            <p:fltVal val="0.5"/>
                                          </p:val>
                                        </p:tav>
                                        <p:tav tm="100000">
                                          <p:val>
                                            <p:strVal val="#ppt_y"/>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77827"/>
                                        </p:tgtEl>
                                        <p:attrNameLst>
                                          <p:attrName>style.visibility</p:attrName>
                                        </p:attrNameLst>
                                      </p:cBhvr>
                                      <p:to>
                                        <p:strVal val="visible"/>
                                      </p:to>
                                    </p:set>
                                    <p:anim calcmode="lin" valueType="num">
                                      <p:cBhvr additive="base">
                                        <p:cTn id="15" dur="500" fill="hold"/>
                                        <p:tgtEl>
                                          <p:spTgt spid="77827"/>
                                        </p:tgtEl>
                                        <p:attrNameLst>
                                          <p:attrName>ppt_x</p:attrName>
                                        </p:attrNameLst>
                                      </p:cBhvr>
                                      <p:tavLst>
                                        <p:tav tm="0">
                                          <p:val>
                                            <p:strVal val="0-#ppt_w/2"/>
                                          </p:val>
                                        </p:tav>
                                        <p:tav tm="100000">
                                          <p:val>
                                            <p:strVal val="#ppt_x"/>
                                          </p:val>
                                        </p:tav>
                                      </p:tavLst>
                                    </p:anim>
                                    <p:anim calcmode="lin" valueType="num">
                                      <p:cBhvr additive="base">
                                        <p:cTn id="16" dur="500" fill="hold"/>
                                        <p:tgtEl>
                                          <p:spTgt spid="77827"/>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3" presetClass="entr" presetSubtype="16" fill="hold" nodeType="clickEffect">
                                  <p:stCondLst>
                                    <p:cond delay="0"/>
                                  </p:stCondLst>
                                  <p:childTnLst>
                                    <p:set>
                                      <p:cBhvr>
                                        <p:cTn id="20" dur="1" fill="hold">
                                          <p:stCondLst>
                                            <p:cond delay="0"/>
                                          </p:stCondLst>
                                        </p:cTn>
                                        <p:tgtEl>
                                          <p:spTgt spid="77872"/>
                                        </p:tgtEl>
                                        <p:attrNameLst>
                                          <p:attrName>style.visibility</p:attrName>
                                        </p:attrNameLst>
                                      </p:cBhvr>
                                      <p:to>
                                        <p:strVal val="visible"/>
                                      </p:to>
                                    </p:set>
                                    <p:anim calcmode="lin" valueType="num">
                                      <p:cBhvr>
                                        <p:cTn id="21" dur="500" fill="hold"/>
                                        <p:tgtEl>
                                          <p:spTgt spid="77872"/>
                                        </p:tgtEl>
                                        <p:attrNameLst>
                                          <p:attrName>ppt_w</p:attrName>
                                        </p:attrNameLst>
                                      </p:cBhvr>
                                      <p:tavLst>
                                        <p:tav tm="0">
                                          <p:val>
                                            <p:fltVal val="0"/>
                                          </p:val>
                                        </p:tav>
                                        <p:tav tm="100000">
                                          <p:val>
                                            <p:strVal val="#ppt_w"/>
                                          </p:val>
                                        </p:tav>
                                      </p:tavLst>
                                    </p:anim>
                                    <p:anim calcmode="lin" valueType="num">
                                      <p:cBhvr>
                                        <p:cTn id="22" dur="500" fill="hold"/>
                                        <p:tgtEl>
                                          <p:spTgt spid="77872"/>
                                        </p:tgtEl>
                                        <p:attrNameLst>
                                          <p:attrName>ppt_h</p:attrName>
                                        </p:attrNameLst>
                                      </p:cBhvr>
                                      <p:tavLst>
                                        <p:tav tm="0">
                                          <p:val>
                                            <p:fltVal val="0"/>
                                          </p:val>
                                        </p:tav>
                                        <p:tav tm="100000">
                                          <p:val>
                                            <p:strVal val="#ppt_h"/>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2" fill="hold" nodeType="clickEffect">
                                  <p:stCondLst>
                                    <p:cond delay="0"/>
                                  </p:stCondLst>
                                  <p:childTnLst>
                                    <p:set>
                                      <p:cBhvr>
                                        <p:cTn id="26" dur="1" fill="hold">
                                          <p:stCondLst>
                                            <p:cond delay="0"/>
                                          </p:stCondLst>
                                        </p:cTn>
                                        <p:tgtEl>
                                          <p:spTgt spid="77906"/>
                                        </p:tgtEl>
                                        <p:attrNameLst>
                                          <p:attrName>style.visibility</p:attrName>
                                        </p:attrNameLst>
                                      </p:cBhvr>
                                      <p:to>
                                        <p:strVal val="visible"/>
                                      </p:to>
                                    </p:set>
                                    <p:anim calcmode="lin" valueType="num">
                                      <p:cBhvr additive="base">
                                        <p:cTn id="27" dur="500" fill="hold"/>
                                        <p:tgtEl>
                                          <p:spTgt spid="77906"/>
                                        </p:tgtEl>
                                        <p:attrNameLst>
                                          <p:attrName>ppt_x</p:attrName>
                                        </p:attrNameLst>
                                      </p:cBhvr>
                                      <p:tavLst>
                                        <p:tav tm="0">
                                          <p:val>
                                            <p:strVal val="1+#ppt_w/2"/>
                                          </p:val>
                                        </p:tav>
                                        <p:tav tm="100000">
                                          <p:val>
                                            <p:strVal val="#ppt_x"/>
                                          </p:val>
                                        </p:tav>
                                      </p:tavLst>
                                    </p:anim>
                                    <p:anim calcmode="lin" valueType="num">
                                      <p:cBhvr additive="base">
                                        <p:cTn id="28" dur="500" fill="hold"/>
                                        <p:tgtEl>
                                          <p:spTgt spid="77906"/>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77907"/>
                                        </p:tgtEl>
                                        <p:attrNameLst>
                                          <p:attrName>style.visibility</p:attrName>
                                        </p:attrNameLst>
                                      </p:cBhvr>
                                      <p:to>
                                        <p:strVal val="visible"/>
                                      </p:to>
                                    </p:set>
                                    <p:animEffect transition="in" filter="wipe(left)">
                                      <p:cBhvr>
                                        <p:cTn id="33" dur="500"/>
                                        <p:tgtEl>
                                          <p:spTgt spid="7790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77908"/>
                                        </p:tgtEl>
                                        <p:attrNameLst>
                                          <p:attrName>style.visibility</p:attrName>
                                        </p:attrNameLst>
                                      </p:cBhvr>
                                      <p:to>
                                        <p:strVal val="visible"/>
                                      </p:to>
                                    </p:set>
                                    <p:animEffect transition="in" filter="wipe(left)">
                                      <p:cBhvr>
                                        <p:cTn id="38" dur="500"/>
                                        <p:tgtEl>
                                          <p:spTgt spid="77908"/>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62"/>
                                        </p:tgtEl>
                                        <p:attrNameLst>
                                          <p:attrName>style.visibility</p:attrName>
                                        </p:attrNameLst>
                                      </p:cBhvr>
                                      <p:to>
                                        <p:strVal val="visible"/>
                                      </p:to>
                                    </p:set>
                                    <p:animEffect transition="in" filter="wipe(left)">
                                      <p:cBhvr>
                                        <p:cTn id="43" dur="500"/>
                                        <p:tgtEl>
                                          <p:spTgt spid="62"/>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77909"/>
                                        </p:tgtEl>
                                        <p:attrNameLst>
                                          <p:attrName>style.visibility</p:attrName>
                                        </p:attrNameLst>
                                      </p:cBhvr>
                                      <p:to>
                                        <p:strVal val="visible"/>
                                      </p:to>
                                    </p:set>
                                    <p:animEffect transition="in" filter="wipe(left)">
                                      <p:cBhvr>
                                        <p:cTn id="48" dur="500"/>
                                        <p:tgtEl>
                                          <p:spTgt spid="77909"/>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77871"/>
                                        </p:tgtEl>
                                        <p:attrNameLst>
                                          <p:attrName>style.visibility</p:attrName>
                                        </p:attrNameLst>
                                      </p:cBhvr>
                                      <p:to>
                                        <p:strVal val="visible"/>
                                      </p:to>
                                    </p:set>
                                    <p:animEffect transition="in" filter="wipe(up)">
                                      <p:cBhvr>
                                        <p:cTn id="53" dur="500"/>
                                        <p:tgtEl>
                                          <p:spTgt spid="77871"/>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77870"/>
                                        </p:tgtEl>
                                        <p:attrNameLst>
                                          <p:attrName>style.visibility</p:attrName>
                                        </p:attrNameLst>
                                      </p:cBhvr>
                                      <p:to>
                                        <p:strVal val="visible"/>
                                      </p:to>
                                    </p:set>
                                    <p:animEffect transition="in" filter="wipe(up)">
                                      <p:cBhvr>
                                        <p:cTn id="58" dur="500"/>
                                        <p:tgtEl>
                                          <p:spTgt spid="77870"/>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77927"/>
                                        </p:tgtEl>
                                        <p:attrNameLst>
                                          <p:attrName>style.visibility</p:attrName>
                                        </p:attrNameLst>
                                      </p:cBhvr>
                                      <p:to>
                                        <p:strVal val="visible"/>
                                      </p:to>
                                    </p:set>
                                    <p:animEffect transition="in" filter="wipe(left)">
                                      <p:cBhvr>
                                        <p:cTn id="63" dur="500"/>
                                        <p:tgtEl>
                                          <p:spTgt spid="77927"/>
                                        </p:tgtEl>
                                      </p:cBhvr>
                                    </p:animEffect>
                                  </p:childTnLst>
                                </p:cTn>
                              </p:par>
                            </p:childTnLst>
                          </p:cTn>
                        </p:par>
                        <p:par>
                          <p:cTn id="64" fill="hold" nodeType="afterGroup">
                            <p:stCondLst>
                              <p:cond delay="500"/>
                            </p:stCondLst>
                            <p:childTnLst>
                              <p:par>
                                <p:cTn id="65" presetID="9" presetClass="entr" presetSubtype="0" fill="hold" nodeType="afterEffect">
                                  <p:stCondLst>
                                    <p:cond delay="0"/>
                                  </p:stCondLst>
                                  <p:childTnLst>
                                    <p:set>
                                      <p:cBhvr>
                                        <p:cTn id="66" dur="1" fill="hold">
                                          <p:stCondLst>
                                            <p:cond delay="0"/>
                                          </p:stCondLst>
                                        </p:cTn>
                                        <p:tgtEl>
                                          <p:spTgt spid="77926"/>
                                        </p:tgtEl>
                                        <p:attrNameLst>
                                          <p:attrName>style.visibility</p:attrName>
                                        </p:attrNameLst>
                                      </p:cBhvr>
                                      <p:to>
                                        <p:strVal val="visible"/>
                                      </p:to>
                                    </p:set>
                                    <p:animEffect transition="in" filter="dissolve">
                                      <p:cBhvr>
                                        <p:cTn id="67" dur="500"/>
                                        <p:tgtEl>
                                          <p:spTgt spid="7792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77923"/>
                                        </p:tgtEl>
                                        <p:attrNameLst>
                                          <p:attrName>style.visibility</p:attrName>
                                        </p:attrNameLst>
                                      </p:cBhvr>
                                      <p:to>
                                        <p:strVal val="visible"/>
                                      </p:to>
                                    </p:set>
                                    <p:animEffect transition="in" filter="wipe(left)">
                                      <p:cBhvr>
                                        <p:cTn id="72" dur="500"/>
                                        <p:tgtEl>
                                          <p:spTgt spid="77923"/>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4" presetClass="entr" presetSubtype="32" fill="hold" grpId="0" nodeType="clickEffect">
                                  <p:stCondLst>
                                    <p:cond delay="0"/>
                                  </p:stCondLst>
                                  <p:childTnLst>
                                    <p:set>
                                      <p:cBhvr>
                                        <p:cTn id="76" dur="1" fill="hold">
                                          <p:stCondLst>
                                            <p:cond delay="0"/>
                                          </p:stCondLst>
                                        </p:cTn>
                                        <p:tgtEl>
                                          <p:spTgt spid="77924"/>
                                        </p:tgtEl>
                                        <p:attrNameLst>
                                          <p:attrName>style.visibility</p:attrName>
                                        </p:attrNameLst>
                                      </p:cBhvr>
                                      <p:to>
                                        <p:strVal val="visible"/>
                                      </p:to>
                                    </p:set>
                                    <p:animEffect transition="in" filter="box(out)">
                                      <p:cBhvr>
                                        <p:cTn id="77" dur="500"/>
                                        <p:tgtEl>
                                          <p:spTgt spid="77924"/>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4" presetClass="entr" presetSubtype="10" fill="hold" grpId="0" nodeType="clickEffect">
                                  <p:stCondLst>
                                    <p:cond delay="0"/>
                                  </p:stCondLst>
                                  <p:childTnLst>
                                    <p:set>
                                      <p:cBhvr>
                                        <p:cTn id="81" dur="1" fill="hold">
                                          <p:stCondLst>
                                            <p:cond delay="0"/>
                                          </p:stCondLst>
                                        </p:cTn>
                                        <p:tgtEl>
                                          <p:spTgt spid="77922"/>
                                        </p:tgtEl>
                                        <p:attrNameLst>
                                          <p:attrName>style.visibility</p:attrName>
                                        </p:attrNameLst>
                                      </p:cBhvr>
                                      <p:to>
                                        <p:strVal val="visible"/>
                                      </p:to>
                                    </p:set>
                                    <p:animEffect transition="in" filter="randombar(horizontal)">
                                      <p:cBhvr>
                                        <p:cTn id="82" dur="500"/>
                                        <p:tgtEl>
                                          <p:spTgt spid="77922"/>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77921"/>
                                        </p:tgtEl>
                                        <p:attrNameLst>
                                          <p:attrName>style.visibility</p:attrName>
                                        </p:attrNameLst>
                                      </p:cBhvr>
                                      <p:to>
                                        <p:strVal val="visible"/>
                                      </p:to>
                                    </p:set>
                                    <p:animEffect transition="in" filter="wipe(left)">
                                      <p:cBhvr>
                                        <p:cTn id="87" dur="500"/>
                                        <p:tgtEl>
                                          <p:spTgt spid="77921"/>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4" presetClass="entr" presetSubtype="32" fill="hold" grpId="0" nodeType="clickEffect">
                                  <p:stCondLst>
                                    <p:cond delay="0"/>
                                  </p:stCondLst>
                                  <p:childTnLst>
                                    <p:set>
                                      <p:cBhvr>
                                        <p:cTn id="91" dur="1" fill="hold">
                                          <p:stCondLst>
                                            <p:cond delay="0"/>
                                          </p:stCondLst>
                                        </p:cTn>
                                        <p:tgtEl>
                                          <p:spTgt spid="77925"/>
                                        </p:tgtEl>
                                        <p:attrNameLst>
                                          <p:attrName>style.visibility</p:attrName>
                                        </p:attrNameLst>
                                      </p:cBhvr>
                                      <p:to>
                                        <p:strVal val="visible"/>
                                      </p:to>
                                    </p:set>
                                    <p:animEffect transition="in" filter="box(out)">
                                      <p:cBhvr>
                                        <p:cTn id="92" dur="500"/>
                                        <p:tgtEl>
                                          <p:spTgt spid="77925"/>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 presetClass="entr" presetSubtype="2" fill="hold" nodeType="clickEffect">
                                  <p:stCondLst>
                                    <p:cond delay="0"/>
                                  </p:stCondLst>
                                  <p:childTnLst>
                                    <p:set>
                                      <p:cBhvr>
                                        <p:cTn id="96" dur="1" fill="hold">
                                          <p:stCondLst>
                                            <p:cond delay="0"/>
                                          </p:stCondLst>
                                        </p:cTn>
                                        <p:tgtEl>
                                          <p:spTgt spid="77910"/>
                                        </p:tgtEl>
                                        <p:attrNameLst>
                                          <p:attrName>style.visibility</p:attrName>
                                        </p:attrNameLst>
                                      </p:cBhvr>
                                      <p:to>
                                        <p:strVal val="visible"/>
                                      </p:to>
                                    </p:set>
                                    <p:anim calcmode="lin" valueType="num">
                                      <p:cBhvr additive="base">
                                        <p:cTn id="97" dur="500" fill="hold"/>
                                        <p:tgtEl>
                                          <p:spTgt spid="77910"/>
                                        </p:tgtEl>
                                        <p:attrNameLst>
                                          <p:attrName>ppt_x</p:attrName>
                                        </p:attrNameLst>
                                      </p:cBhvr>
                                      <p:tavLst>
                                        <p:tav tm="0">
                                          <p:val>
                                            <p:strVal val="1+#ppt_w/2"/>
                                          </p:val>
                                        </p:tav>
                                        <p:tav tm="100000">
                                          <p:val>
                                            <p:strVal val="#ppt_x"/>
                                          </p:val>
                                        </p:tav>
                                      </p:tavLst>
                                    </p:anim>
                                    <p:anim calcmode="lin" valueType="num">
                                      <p:cBhvr additive="base">
                                        <p:cTn id="98" dur="500" fill="hold"/>
                                        <p:tgtEl>
                                          <p:spTgt spid="779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autoUpdateAnimBg="0"/>
      <p:bldP spid="77865" grpId="0"/>
      <p:bldP spid="77870" grpId="0" animBg="1"/>
      <p:bldP spid="77871" grpId="0" animBg="1"/>
      <p:bldP spid="77922" grpId="0" animBg="1" autoUpdateAnimBg="0"/>
      <p:bldP spid="77924" grpId="0" autoUpdateAnimBg="0"/>
      <p:bldP spid="77925"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p:cNvSpPr txBox="1">
            <a:spLocks noChangeArrowheads="1"/>
          </p:cNvSpPr>
          <p:nvPr/>
        </p:nvSpPr>
        <p:spPr bwMode="auto">
          <a:xfrm>
            <a:off x="406400" y="244475"/>
            <a:ext cx="42989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solidFill>
                  <a:srgbClr val="6600FF"/>
                </a:solidFill>
                <a:latin typeface="Times New Roman" panose="02020603050405020304" pitchFamily="18" charset="0"/>
              </a:rPr>
              <a:t>具体分析一下 </a:t>
            </a:r>
            <a:r>
              <a:rPr kumimoji="1" lang="en-US" altLang="zh-CN" sz="2400" b="1" i="1">
                <a:solidFill>
                  <a:srgbClr val="6600FF"/>
                </a:solidFill>
                <a:latin typeface="Times New Roman" panose="02020603050405020304" pitchFamily="18" charset="0"/>
              </a:rPr>
              <a:t>RLC </a:t>
            </a:r>
            <a:r>
              <a:rPr kumimoji="1" lang="zh-CN" altLang="en-US" sz="2400" b="1">
                <a:solidFill>
                  <a:srgbClr val="6600FF"/>
                </a:solidFill>
                <a:latin typeface="Times New Roman" panose="02020603050405020304" pitchFamily="18" charset="0"/>
              </a:rPr>
              <a:t>串联电路：</a:t>
            </a:r>
          </a:p>
        </p:txBody>
      </p:sp>
      <p:sp>
        <p:nvSpPr>
          <p:cNvPr id="81923" name="Text Box 3"/>
          <p:cNvSpPr txBox="1">
            <a:spLocks noChangeArrowheads="1"/>
          </p:cNvSpPr>
          <p:nvPr/>
        </p:nvSpPr>
        <p:spPr bwMode="auto">
          <a:xfrm>
            <a:off x="838200" y="762000"/>
            <a:ext cx="39624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i="1">
                <a:latin typeface="Times New Roman" panose="02020603050405020304" pitchFamily="18" charset="0"/>
              </a:rPr>
              <a:t>Z=R+</a:t>
            </a:r>
            <a:r>
              <a:rPr kumimoji="1" lang="en-US" altLang="zh-CN" sz="2400" b="1">
                <a:latin typeface="Times New Roman" panose="02020603050405020304" pitchFamily="18" charset="0"/>
              </a:rPr>
              <a:t>j(</a:t>
            </a: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L</a:t>
            </a:r>
            <a:r>
              <a:rPr kumimoji="1" lang="en-US" altLang="zh-CN" sz="2400" b="1" i="1">
                <a:latin typeface="宋体" panose="02010600030101010101" pitchFamily="2" charset="-122"/>
              </a:rPr>
              <a:t>-</a:t>
            </a:r>
            <a:r>
              <a:rPr kumimoji="1" lang="en-US" altLang="zh-CN" sz="2400" b="1">
                <a:latin typeface="Times New Roman" panose="02020603050405020304" pitchFamily="18" charset="0"/>
              </a:rPr>
              <a:t>1</a:t>
            </a:r>
            <a:r>
              <a:rPr kumimoji="1" lang="en-US" altLang="zh-CN" sz="2400" b="1" i="1">
                <a:latin typeface="Times New Roman" panose="02020603050405020304" pitchFamily="18" charset="0"/>
              </a:rPr>
              <a:t>/</a:t>
            </a: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C</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=|Z|∠</a:t>
            </a:r>
            <a:r>
              <a:rPr kumimoji="1" lang="en-US" altLang="zh-CN" sz="2400" b="1" i="1">
                <a:latin typeface="Symbol" panose="05050102010706020507" pitchFamily="18" charset="2"/>
              </a:rPr>
              <a:t>j</a:t>
            </a:r>
            <a:endParaRPr kumimoji="1" lang="en-US" altLang="zh-CN" sz="2400" b="1" i="1">
              <a:latin typeface="Times New Roman" panose="02020603050405020304" pitchFamily="18" charset="0"/>
            </a:endParaRPr>
          </a:p>
        </p:txBody>
      </p:sp>
      <p:sp>
        <p:nvSpPr>
          <p:cNvPr id="81924" name="Text Box 4"/>
          <p:cNvSpPr txBox="1">
            <a:spLocks noChangeArrowheads="1"/>
          </p:cNvSpPr>
          <p:nvPr/>
        </p:nvSpPr>
        <p:spPr bwMode="auto">
          <a:xfrm>
            <a:off x="685800" y="1295400"/>
            <a:ext cx="7875588"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L</a:t>
            </a:r>
            <a:r>
              <a:rPr kumimoji="1" lang="en-US" altLang="zh-CN" sz="2400" b="1">
                <a:latin typeface="Times New Roman" panose="02020603050405020304" pitchFamily="18" charset="0"/>
              </a:rPr>
              <a:t> &gt; 1</a:t>
            </a:r>
            <a:r>
              <a:rPr kumimoji="1" lang="en-US" altLang="zh-CN" sz="2400" b="1" i="1">
                <a:latin typeface="Times New Roman" panose="02020603050405020304" pitchFamily="18" charset="0"/>
              </a:rPr>
              <a:t>/</a:t>
            </a: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C</a:t>
            </a:r>
            <a:r>
              <a:rPr kumimoji="1" lang="en-US" altLang="zh-CN" sz="2400" b="1">
                <a:latin typeface="Times New Roman" panose="02020603050405020304" pitchFamily="18" charset="0"/>
              </a:rPr>
              <a:t> </a:t>
            </a:r>
            <a:r>
              <a:rPr kumimoji="1" lang="zh-CN" altLang="en-US" sz="2400" b="1">
                <a:latin typeface="Times New Roman" panose="02020603050405020304" pitchFamily="18" charset="0"/>
              </a:rPr>
              <a:t>，</a:t>
            </a:r>
            <a:r>
              <a:rPr kumimoji="1" lang="en-US" altLang="zh-CN" sz="2400" b="1" i="1">
                <a:latin typeface="Times New Roman" panose="02020603050405020304" pitchFamily="18" charset="0"/>
              </a:rPr>
              <a:t>X</a:t>
            </a:r>
            <a:r>
              <a:rPr kumimoji="1" lang="en-US" altLang="zh-CN" sz="2400" b="1">
                <a:latin typeface="Times New Roman" panose="02020603050405020304" pitchFamily="18" charset="0"/>
              </a:rPr>
              <a:t>&gt;0</a:t>
            </a:r>
            <a:r>
              <a:rPr kumimoji="1" lang="zh-CN" altLang="en-US" sz="2400" b="1">
                <a:latin typeface="Times New Roman" panose="02020603050405020304" pitchFamily="18" charset="0"/>
              </a:rPr>
              <a:t>， </a:t>
            </a:r>
            <a:r>
              <a:rPr kumimoji="1" lang="en-US" altLang="zh-CN" sz="2400" b="1" i="1">
                <a:latin typeface="Symbol" panose="05050102010706020507" pitchFamily="18" charset="2"/>
              </a:rPr>
              <a:t>j</a:t>
            </a:r>
            <a:r>
              <a:rPr kumimoji="1" lang="en-US" altLang="zh-CN" sz="2400" b="1" i="1">
                <a:latin typeface="Times New Roman" panose="02020603050405020304" pitchFamily="18" charset="0"/>
              </a:rPr>
              <a:t> </a:t>
            </a:r>
            <a:r>
              <a:rPr kumimoji="1" lang="en-US" altLang="zh-CN" sz="2400" b="1">
                <a:latin typeface="Times New Roman" panose="02020603050405020304" pitchFamily="18" charset="0"/>
              </a:rPr>
              <a:t>&gt;0</a:t>
            </a:r>
            <a:r>
              <a:rPr kumimoji="1" lang="zh-CN" altLang="en-US" sz="2400" b="1">
                <a:latin typeface="Times New Roman" panose="02020603050405020304" pitchFamily="18" charset="0"/>
              </a:rPr>
              <a:t>，电压领先电流，电路呈感性；</a:t>
            </a:r>
          </a:p>
        </p:txBody>
      </p:sp>
      <p:sp>
        <p:nvSpPr>
          <p:cNvPr id="81925" name="Text Box 5"/>
          <p:cNvSpPr txBox="1">
            <a:spLocks noChangeArrowheads="1"/>
          </p:cNvSpPr>
          <p:nvPr/>
        </p:nvSpPr>
        <p:spPr bwMode="auto">
          <a:xfrm>
            <a:off x="685800" y="1870075"/>
            <a:ext cx="7875588"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L</a:t>
            </a:r>
            <a:r>
              <a:rPr kumimoji="1" lang="en-US" altLang="zh-CN" sz="2400" b="1">
                <a:latin typeface="Times New Roman" panose="02020603050405020304" pitchFamily="18" charset="0"/>
              </a:rPr>
              <a:t>&lt;1</a:t>
            </a:r>
            <a:r>
              <a:rPr kumimoji="1" lang="en-US" altLang="zh-CN" sz="2400" b="1" i="1">
                <a:latin typeface="Times New Roman" panose="02020603050405020304" pitchFamily="18" charset="0"/>
              </a:rPr>
              <a:t>/</a:t>
            </a: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C</a:t>
            </a:r>
            <a:r>
              <a:rPr kumimoji="1" lang="en-US" altLang="zh-CN" sz="2400" b="1">
                <a:latin typeface="Times New Roman" panose="02020603050405020304" pitchFamily="18" charset="0"/>
              </a:rPr>
              <a:t>   </a:t>
            </a:r>
            <a:r>
              <a:rPr kumimoji="1" lang="zh-CN" altLang="en-US" sz="2400" b="1">
                <a:latin typeface="Times New Roman" panose="02020603050405020304" pitchFamily="18" charset="0"/>
              </a:rPr>
              <a:t>，</a:t>
            </a:r>
            <a:r>
              <a:rPr kumimoji="1" lang="en-US" altLang="zh-CN" sz="2400" b="1" i="1">
                <a:latin typeface="Times New Roman" panose="02020603050405020304" pitchFamily="18" charset="0"/>
              </a:rPr>
              <a:t>X</a:t>
            </a:r>
            <a:r>
              <a:rPr kumimoji="1" lang="en-US" altLang="zh-CN" sz="2400" b="1">
                <a:latin typeface="Times New Roman" panose="02020603050405020304" pitchFamily="18" charset="0"/>
              </a:rPr>
              <a:t>&lt;0</a:t>
            </a:r>
            <a:r>
              <a:rPr kumimoji="1" lang="zh-CN" altLang="en-US" sz="2400" b="1" i="1">
                <a:latin typeface="Times New Roman" panose="02020603050405020304" pitchFamily="18" charset="0"/>
              </a:rPr>
              <a:t>， </a:t>
            </a:r>
            <a:r>
              <a:rPr kumimoji="1" lang="en-US" altLang="zh-CN" sz="2400" b="1" i="1">
                <a:latin typeface="Symbol" panose="05050102010706020507" pitchFamily="18" charset="2"/>
              </a:rPr>
              <a:t>j</a:t>
            </a:r>
            <a:r>
              <a:rPr kumimoji="1" lang="en-US" altLang="zh-CN" sz="2400" b="1">
                <a:latin typeface="Times New Roman" panose="02020603050405020304" pitchFamily="18" charset="0"/>
              </a:rPr>
              <a:t> &lt;0</a:t>
            </a:r>
            <a:r>
              <a:rPr kumimoji="1" lang="zh-CN" altLang="en-US" sz="2400" b="1">
                <a:latin typeface="Times New Roman" panose="02020603050405020304" pitchFamily="18" charset="0"/>
              </a:rPr>
              <a:t>，电压落后电流，电路呈容性；</a:t>
            </a:r>
          </a:p>
        </p:txBody>
      </p:sp>
      <p:sp>
        <p:nvSpPr>
          <p:cNvPr id="81926" name="Text Box 6"/>
          <p:cNvSpPr txBox="1">
            <a:spLocks noChangeArrowheads="1"/>
          </p:cNvSpPr>
          <p:nvPr/>
        </p:nvSpPr>
        <p:spPr bwMode="auto">
          <a:xfrm>
            <a:off x="762000" y="3086100"/>
            <a:ext cx="5976938"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solidFill>
                  <a:srgbClr val="FF0000"/>
                </a:solidFill>
                <a:latin typeface="Times New Roman" panose="02020603050405020304" pitchFamily="18" charset="0"/>
              </a:rPr>
              <a:t>画相量图</a:t>
            </a:r>
            <a:r>
              <a:rPr kumimoji="1" lang="zh-CN" altLang="en-US" sz="2400" b="1">
                <a:latin typeface="Times New Roman" panose="02020603050405020304" pitchFamily="18" charset="0"/>
              </a:rPr>
              <a:t>：选电流为参考向量</a:t>
            </a:r>
            <a:r>
              <a:rPr kumimoji="1" lang="en-US" altLang="zh-CN" sz="2400" b="1">
                <a:latin typeface="Times New Roman" panose="02020603050405020304" pitchFamily="18" charset="0"/>
              </a:rPr>
              <a:t>(</a:t>
            </a: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L</a:t>
            </a:r>
            <a:r>
              <a:rPr kumimoji="1" lang="en-US" altLang="zh-CN" sz="2400" b="1">
                <a:latin typeface="Times New Roman" panose="02020603050405020304" pitchFamily="18" charset="0"/>
              </a:rPr>
              <a:t> &gt; 1</a:t>
            </a:r>
            <a:r>
              <a:rPr kumimoji="1" lang="en-US" altLang="zh-CN" sz="2400" b="1" i="1">
                <a:latin typeface="Times New Roman" panose="02020603050405020304" pitchFamily="18" charset="0"/>
              </a:rPr>
              <a:t>/</a:t>
            </a: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C</a:t>
            </a:r>
            <a:r>
              <a:rPr kumimoji="1" lang="en-US" altLang="zh-CN" sz="2400" b="1">
                <a:latin typeface="Times New Roman" panose="02020603050405020304" pitchFamily="18" charset="0"/>
              </a:rPr>
              <a:t> )</a:t>
            </a:r>
          </a:p>
        </p:txBody>
      </p:sp>
      <p:grpSp>
        <p:nvGrpSpPr>
          <p:cNvPr id="81927" name="Group 7"/>
          <p:cNvGrpSpPr>
            <a:grpSpLocks/>
          </p:cNvGrpSpPr>
          <p:nvPr/>
        </p:nvGrpSpPr>
        <p:grpSpPr bwMode="auto">
          <a:xfrm>
            <a:off x="1897063" y="3830638"/>
            <a:ext cx="468312" cy="749300"/>
            <a:chOff x="1651" y="2533"/>
            <a:chExt cx="295" cy="472"/>
          </a:xfrm>
        </p:grpSpPr>
        <p:sp>
          <p:nvSpPr>
            <p:cNvPr id="81928" name="Line 8"/>
            <p:cNvSpPr>
              <a:spLocks noChangeShapeType="1"/>
            </p:cNvSpPr>
            <p:nvPr/>
          </p:nvSpPr>
          <p:spPr bwMode="auto">
            <a:xfrm>
              <a:off x="1651" y="2533"/>
              <a:ext cx="0" cy="408"/>
            </a:xfrm>
            <a:prstGeom prst="line">
              <a:avLst/>
            </a:prstGeom>
            <a:noFill/>
            <a:ln w="2857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1929" name="Object 9"/>
            <p:cNvGraphicFramePr>
              <a:graphicFrameLocks noChangeAspect="1"/>
            </p:cNvGraphicFramePr>
            <p:nvPr/>
          </p:nvGraphicFramePr>
          <p:xfrm>
            <a:off x="1722" y="2782"/>
            <a:ext cx="224" cy="223"/>
          </p:xfrm>
          <a:graphic>
            <a:graphicData uri="http://schemas.openxmlformats.org/presentationml/2006/ole">
              <mc:AlternateContent xmlns:mc="http://schemas.openxmlformats.org/markup-compatibility/2006">
                <mc:Choice xmlns:v="urn:schemas-microsoft-com:vml" Requires="v">
                  <p:oleObj spid="_x0000_s67845" name="公式" r:id="rId4" imgW="228600" imgH="241200" progId="Equation.3">
                    <p:embed/>
                  </p:oleObj>
                </mc:Choice>
                <mc:Fallback>
                  <p:oleObj name="公式" r:id="rId4" imgW="228600" imgH="241200" progId="Equation.3">
                    <p:embed/>
                    <p:pic>
                      <p:nvPicPr>
                        <p:cNvPr id="81929"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22" y="2782"/>
                          <a:ext cx="224" cy="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1930" name="Group 10"/>
          <p:cNvGrpSpPr>
            <a:grpSpLocks/>
          </p:cNvGrpSpPr>
          <p:nvPr/>
        </p:nvGrpSpPr>
        <p:grpSpPr bwMode="auto">
          <a:xfrm>
            <a:off x="509588" y="5276850"/>
            <a:ext cx="2347912" cy="395288"/>
            <a:chOff x="777" y="3444"/>
            <a:chExt cx="1479" cy="249"/>
          </a:xfrm>
        </p:grpSpPr>
        <p:sp>
          <p:nvSpPr>
            <p:cNvPr id="81931" name="Freeform 11"/>
            <p:cNvSpPr>
              <a:spLocks/>
            </p:cNvSpPr>
            <p:nvPr/>
          </p:nvSpPr>
          <p:spPr bwMode="auto">
            <a:xfrm>
              <a:off x="777" y="3444"/>
              <a:ext cx="1479" cy="5"/>
            </a:xfrm>
            <a:custGeom>
              <a:avLst/>
              <a:gdLst>
                <a:gd name="T0" fmla="*/ 0 w 1488"/>
                <a:gd name="T1" fmla="*/ 0 h 6"/>
                <a:gd name="T2" fmla="*/ 1449 w 1488"/>
                <a:gd name="T3" fmla="*/ 3 h 6"/>
                <a:gd name="T4" fmla="*/ 1488 w 1488"/>
                <a:gd name="T5" fmla="*/ 6 h 6"/>
              </a:gdLst>
              <a:ahLst/>
              <a:cxnLst>
                <a:cxn ang="0">
                  <a:pos x="T0" y="T1"/>
                </a:cxn>
                <a:cxn ang="0">
                  <a:pos x="T2" y="T3"/>
                </a:cxn>
                <a:cxn ang="0">
                  <a:pos x="T4" y="T5"/>
                </a:cxn>
              </a:cxnLst>
              <a:rect l="0" t="0" r="r" b="b"/>
              <a:pathLst>
                <a:path w="1488" h="6">
                  <a:moveTo>
                    <a:pt x="0" y="0"/>
                  </a:moveTo>
                  <a:lnTo>
                    <a:pt x="1449" y="3"/>
                  </a:lnTo>
                  <a:lnTo>
                    <a:pt x="1488" y="6"/>
                  </a:lnTo>
                </a:path>
              </a:pathLst>
            </a:custGeom>
            <a:noFill/>
            <a:ln w="28575" cmpd="sng">
              <a:solidFill>
                <a:srgbClr val="6600FF"/>
              </a:solidFill>
              <a:round/>
              <a:headEnd/>
              <a:tailEnd type="stealth"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81932" name="Object 12"/>
            <p:cNvGraphicFramePr>
              <a:graphicFrameLocks noChangeAspect="1"/>
            </p:cNvGraphicFramePr>
            <p:nvPr/>
          </p:nvGraphicFramePr>
          <p:xfrm>
            <a:off x="2128" y="3505"/>
            <a:ext cx="119" cy="188"/>
          </p:xfrm>
          <a:graphic>
            <a:graphicData uri="http://schemas.openxmlformats.org/presentationml/2006/ole">
              <mc:AlternateContent xmlns:mc="http://schemas.openxmlformats.org/markup-compatibility/2006">
                <mc:Choice xmlns:v="urn:schemas-microsoft-com:vml" Requires="v">
                  <p:oleObj spid="_x0000_s67846" name="公式" r:id="rId6" imgW="190440" imgH="317160" progId="Equation.3">
                    <p:embed/>
                  </p:oleObj>
                </mc:Choice>
                <mc:Fallback>
                  <p:oleObj name="公式" r:id="rId6" imgW="190440" imgH="317160" progId="Equation.3">
                    <p:embed/>
                    <p:pic>
                      <p:nvPicPr>
                        <p:cNvPr id="81932"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28" y="3505"/>
                          <a:ext cx="119" cy="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1933" name="Group 13"/>
          <p:cNvGrpSpPr>
            <a:grpSpLocks/>
          </p:cNvGrpSpPr>
          <p:nvPr/>
        </p:nvGrpSpPr>
        <p:grpSpPr bwMode="auto">
          <a:xfrm>
            <a:off x="495300" y="5221288"/>
            <a:ext cx="1403350" cy="468312"/>
            <a:chOff x="312" y="3297"/>
            <a:chExt cx="884" cy="295"/>
          </a:xfrm>
        </p:grpSpPr>
        <p:sp>
          <p:nvSpPr>
            <p:cNvPr id="81934" name="Line 14"/>
            <p:cNvSpPr>
              <a:spLocks noChangeShapeType="1"/>
            </p:cNvSpPr>
            <p:nvPr/>
          </p:nvSpPr>
          <p:spPr bwMode="auto">
            <a:xfrm>
              <a:off x="312" y="3297"/>
              <a:ext cx="859" cy="0"/>
            </a:xfrm>
            <a:prstGeom prst="line">
              <a:avLst/>
            </a:prstGeom>
            <a:noFill/>
            <a:ln w="2857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1935" name="Object 15"/>
            <p:cNvGraphicFramePr>
              <a:graphicFrameLocks noChangeAspect="1"/>
            </p:cNvGraphicFramePr>
            <p:nvPr/>
          </p:nvGraphicFramePr>
          <p:xfrm>
            <a:off x="932" y="3342"/>
            <a:ext cx="264" cy="250"/>
          </p:xfrm>
          <a:graphic>
            <a:graphicData uri="http://schemas.openxmlformats.org/presentationml/2006/ole">
              <mc:AlternateContent xmlns:mc="http://schemas.openxmlformats.org/markup-compatibility/2006">
                <mc:Choice xmlns:v="urn:schemas-microsoft-com:vml" Requires="v">
                  <p:oleObj spid="_x0000_s67847" name="公式" r:id="rId8" imgW="228600" imgH="228600" progId="Equation.3">
                    <p:embed/>
                  </p:oleObj>
                </mc:Choice>
                <mc:Fallback>
                  <p:oleObj name="公式" r:id="rId8" imgW="228600" imgH="228600" progId="Equation.3">
                    <p:embed/>
                    <p:pic>
                      <p:nvPicPr>
                        <p:cNvPr id="81935"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32" y="3342"/>
                          <a:ext cx="26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1936" name="Group 16"/>
          <p:cNvGrpSpPr>
            <a:grpSpLocks/>
          </p:cNvGrpSpPr>
          <p:nvPr/>
        </p:nvGrpSpPr>
        <p:grpSpPr bwMode="auto">
          <a:xfrm>
            <a:off x="1392238" y="3709988"/>
            <a:ext cx="449262" cy="1511300"/>
            <a:chOff x="1341" y="2465"/>
            <a:chExt cx="283" cy="952"/>
          </a:xfrm>
        </p:grpSpPr>
        <p:grpSp>
          <p:nvGrpSpPr>
            <p:cNvPr id="81937" name="Group 17"/>
            <p:cNvGrpSpPr>
              <a:grpSpLocks/>
            </p:cNvGrpSpPr>
            <p:nvPr/>
          </p:nvGrpSpPr>
          <p:grpSpPr bwMode="auto">
            <a:xfrm>
              <a:off x="1341" y="2465"/>
              <a:ext cx="283" cy="952"/>
              <a:chOff x="1341" y="2465"/>
              <a:chExt cx="283" cy="952"/>
            </a:xfrm>
          </p:grpSpPr>
          <p:sp>
            <p:nvSpPr>
              <p:cNvPr id="81938" name="Line 18"/>
              <p:cNvSpPr>
                <a:spLocks noChangeShapeType="1"/>
              </p:cNvSpPr>
              <p:nvPr/>
            </p:nvSpPr>
            <p:spPr bwMode="auto">
              <a:xfrm flipV="1">
                <a:off x="1603" y="2510"/>
                <a:ext cx="0" cy="907"/>
              </a:xfrm>
              <a:prstGeom prst="line">
                <a:avLst/>
              </a:prstGeom>
              <a:noFill/>
              <a:ln w="2857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1939" name="Object 19"/>
              <p:cNvGraphicFramePr>
                <a:graphicFrameLocks noChangeAspect="1"/>
              </p:cNvGraphicFramePr>
              <p:nvPr/>
            </p:nvGraphicFramePr>
            <p:xfrm>
              <a:off x="1341" y="2465"/>
              <a:ext cx="283" cy="269"/>
            </p:xfrm>
            <a:graphic>
              <a:graphicData uri="http://schemas.openxmlformats.org/presentationml/2006/ole">
                <mc:AlternateContent xmlns:mc="http://schemas.openxmlformats.org/markup-compatibility/2006">
                  <mc:Choice xmlns:v="urn:schemas-microsoft-com:vml" Requires="v">
                    <p:oleObj spid="_x0000_s67848" name="公式" r:id="rId10" imgW="228600" imgH="228600" progId="Equation.3">
                      <p:embed/>
                    </p:oleObj>
                  </mc:Choice>
                  <mc:Fallback>
                    <p:oleObj name="公式" r:id="rId10" imgW="228600" imgH="228600" progId="Equation.3">
                      <p:embed/>
                      <p:pic>
                        <p:nvPicPr>
                          <p:cNvPr id="81939" name="Object 1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41" y="2465"/>
                            <a:ext cx="283" cy="2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1940" name="Freeform 20"/>
            <p:cNvSpPr>
              <a:spLocks/>
            </p:cNvSpPr>
            <p:nvPr/>
          </p:nvSpPr>
          <p:spPr bwMode="auto">
            <a:xfrm>
              <a:off x="1484" y="3326"/>
              <a:ext cx="119" cy="91"/>
            </a:xfrm>
            <a:custGeom>
              <a:avLst/>
              <a:gdLst>
                <a:gd name="T0" fmla="*/ 120 w 120"/>
                <a:gd name="T1" fmla="*/ 0 h 96"/>
                <a:gd name="T2" fmla="*/ 0 w 120"/>
                <a:gd name="T3" fmla="*/ 0 h 96"/>
                <a:gd name="T4" fmla="*/ 0 w 120"/>
                <a:gd name="T5" fmla="*/ 96 h 96"/>
              </a:gdLst>
              <a:ahLst/>
              <a:cxnLst>
                <a:cxn ang="0">
                  <a:pos x="T0" y="T1"/>
                </a:cxn>
                <a:cxn ang="0">
                  <a:pos x="T2" y="T3"/>
                </a:cxn>
                <a:cxn ang="0">
                  <a:pos x="T4" y="T5"/>
                </a:cxn>
              </a:cxnLst>
              <a:rect l="0" t="0" r="r" b="b"/>
              <a:pathLst>
                <a:path w="120" h="96">
                  <a:moveTo>
                    <a:pt x="120" y="0"/>
                  </a:moveTo>
                  <a:lnTo>
                    <a:pt x="0" y="0"/>
                  </a:lnTo>
                  <a:lnTo>
                    <a:pt x="0" y="96"/>
                  </a:lnTo>
                </a:path>
              </a:pathLst>
            </a:custGeom>
            <a:noFill/>
            <a:ln w="9525" cap="flat" cmpd="sng">
              <a:solidFill>
                <a:srgbClr val="FF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81941" name="Group 21"/>
          <p:cNvGrpSpPr>
            <a:grpSpLocks/>
          </p:cNvGrpSpPr>
          <p:nvPr/>
        </p:nvGrpSpPr>
        <p:grpSpPr bwMode="auto">
          <a:xfrm>
            <a:off x="495300" y="4370388"/>
            <a:ext cx="1316038" cy="889000"/>
            <a:chOff x="312" y="2753"/>
            <a:chExt cx="829" cy="560"/>
          </a:xfrm>
        </p:grpSpPr>
        <p:sp>
          <p:nvSpPr>
            <p:cNvPr id="81942" name="Freeform 22"/>
            <p:cNvSpPr>
              <a:spLocks/>
            </p:cNvSpPr>
            <p:nvPr/>
          </p:nvSpPr>
          <p:spPr bwMode="auto">
            <a:xfrm>
              <a:off x="312" y="2787"/>
              <a:ext cx="829" cy="510"/>
            </a:xfrm>
            <a:custGeom>
              <a:avLst/>
              <a:gdLst>
                <a:gd name="T0" fmla="*/ 0 w 834"/>
                <a:gd name="T1" fmla="*/ 540 h 540"/>
                <a:gd name="T2" fmla="*/ 834 w 834"/>
                <a:gd name="T3" fmla="*/ 0 h 540"/>
              </a:gdLst>
              <a:ahLst/>
              <a:cxnLst>
                <a:cxn ang="0">
                  <a:pos x="T0" y="T1"/>
                </a:cxn>
                <a:cxn ang="0">
                  <a:pos x="T2" y="T3"/>
                </a:cxn>
              </a:cxnLst>
              <a:rect l="0" t="0" r="r" b="b"/>
              <a:pathLst>
                <a:path w="834" h="540">
                  <a:moveTo>
                    <a:pt x="0" y="540"/>
                  </a:moveTo>
                  <a:lnTo>
                    <a:pt x="834" y="0"/>
                  </a:lnTo>
                </a:path>
              </a:pathLst>
            </a:custGeom>
            <a:noFill/>
            <a:ln w="28575" cmpd="sng">
              <a:solidFill>
                <a:srgbClr val="6600FF"/>
              </a:solidFill>
              <a:round/>
              <a:headEnd/>
              <a:tailEnd type="stealth"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1943" name="Freeform 23"/>
            <p:cNvSpPr>
              <a:spLocks/>
            </p:cNvSpPr>
            <p:nvPr/>
          </p:nvSpPr>
          <p:spPr bwMode="auto">
            <a:xfrm>
              <a:off x="500" y="3184"/>
              <a:ext cx="27" cy="105"/>
            </a:xfrm>
            <a:custGeom>
              <a:avLst/>
              <a:gdLst>
                <a:gd name="T0" fmla="*/ 0 w 27"/>
                <a:gd name="T1" fmla="*/ 0 h 111"/>
                <a:gd name="T2" fmla="*/ 21 w 27"/>
                <a:gd name="T3" fmla="*/ 57 h 111"/>
                <a:gd name="T4" fmla="*/ 27 w 27"/>
                <a:gd name="T5" fmla="*/ 111 h 111"/>
              </a:gdLst>
              <a:ahLst/>
              <a:cxnLst>
                <a:cxn ang="0">
                  <a:pos x="T0" y="T1"/>
                </a:cxn>
                <a:cxn ang="0">
                  <a:pos x="T2" y="T3"/>
                </a:cxn>
                <a:cxn ang="0">
                  <a:pos x="T4" y="T5"/>
                </a:cxn>
              </a:cxnLst>
              <a:rect l="0" t="0" r="r" b="b"/>
              <a:pathLst>
                <a:path w="27" h="111">
                  <a:moveTo>
                    <a:pt x="0" y="0"/>
                  </a:moveTo>
                  <a:cubicBezTo>
                    <a:pt x="3" y="10"/>
                    <a:pt x="17" y="39"/>
                    <a:pt x="21" y="57"/>
                  </a:cubicBezTo>
                  <a:cubicBezTo>
                    <a:pt x="25" y="75"/>
                    <a:pt x="26" y="100"/>
                    <a:pt x="27" y="111"/>
                  </a:cubicBezTo>
                </a:path>
              </a:pathLst>
            </a:custGeom>
            <a:noFill/>
            <a:ln w="9525" cap="flat" cmpd="sng">
              <a:solidFill>
                <a:srgbClr val="6600FF"/>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81944" name="Group 24"/>
            <p:cNvGrpSpPr>
              <a:grpSpLocks/>
            </p:cNvGrpSpPr>
            <p:nvPr/>
          </p:nvGrpSpPr>
          <p:grpSpPr bwMode="auto">
            <a:xfrm>
              <a:off x="551" y="2753"/>
              <a:ext cx="342" cy="560"/>
              <a:chOff x="1007" y="2873"/>
              <a:chExt cx="342" cy="560"/>
            </a:xfrm>
          </p:grpSpPr>
          <p:graphicFrame>
            <p:nvGraphicFramePr>
              <p:cNvPr id="81945" name="Object 25"/>
              <p:cNvGraphicFramePr>
                <a:graphicFrameLocks noChangeAspect="1"/>
              </p:cNvGraphicFramePr>
              <p:nvPr/>
            </p:nvGraphicFramePr>
            <p:xfrm>
              <a:off x="1150" y="2873"/>
              <a:ext cx="199" cy="234"/>
            </p:xfrm>
            <a:graphic>
              <a:graphicData uri="http://schemas.openxmlformats.org/presentationml/2006/ole">
                <mc:AlternateContent xmlns:mc="http://schemas.openxmlformats.org/markup-compatibility/2006">
                  <mc:Choice xmlns:v="urn:schemas-microsoft-com:vml" Requires="v">
                    <p:oleObj spid="_x0000_s67849" name="公式" r:id="rId12" imgW="164880" imgH="203040" progId="Equation.3">
                      <p:embed/>
                    </p:oleObj>
                  </mc:Choice>
                  <mc:Fallback>
                    <p:oleObj name="公式" r:id="rId12" imgW="164880" imgH="203040" progId="Equation.3">
                      <p:embed/>
                      <p:pic>
                        <p:nvPicPr>
                          <p:cNvPr id="81945" name="Object 2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50" y="2873"/>
                            <a:ext cx="199"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46" name="Text Box 26"/>
              <p:cNvSpPr txBox="1">
                <a:spLocks noChangeArrowheads="1"/>
              </p:cNvSpPr>
              <p:nvPr/>
            </p:nvSpPr>
            <p:spPr bwMode="auto">
              <a:xfrm>
                <a:off x="1007" y="3145"/>
                <a:ext cx="28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en-US" altLang="zh-CN" sz="2400" b="1" i="1">
                    <a:solidFill>
                      <a:srgbClr val="6600FF"/>
                    </a:solidFill>
                    <a:latin typeface="Times New Roman" panose="02020603050405020304" pitchFamily="18" charset="0"/>
                    <a:sym typeface="Symbol" panose="05050102010706020507" pitchFamily="18" charset="2"/>
                  </a:rPr>
                  <a:t></a:t>
                </a:r>
                <a:endParaRPr kumimoji="1" lang="en-US" altLang="zh-CN" sz="2400" b="1" i="1">
                  <a:solidFill>
                    <a:srgbClr val="6600FF"/>
                  </a:solidFill>
                  <a:latin typeface="Times New Roman" panose="02020603050405020304" pitchFamily="18" charset="0"/>
                </a:endParaRPr>
              </a:p>
            </p:txBody>
          </p:sp>
        </p:grpSp>
      </p:grpSp>
      <p:graphicFrame>
        <p:nvGraphicFramePr>
          <p:cNvPr id="81947" name="Object 27"/>
          <p:cNvGraphicFramePr>
            <a:graphicFrameLocks noChangeAspect="1"/>
          </p:cNvGraphicFramePr>
          <p:nvPr/>
        </p:nvGraphicFramePr>
        <p:xfrm>
          <a:off x="6473825" y="3768725"/>
          <a:ext cx="2208213" cy="598488"/>
        </p:xfrm>
        <a:graphic>
          <a:graphicData uri="http://schemas.openxmlformats.org/presentationml/2006/ole">
            <mc:AlternateContent xmlns:mc="http://schemas.openxmlformats.org/markup-compatibility/2006">
              <mc:Choice xmlns:v="urn:schemas-microsoft-com:vml" Requires="v">
                <p:oleObj spid="_x0000_s67850" name="公式" r:id="rId14" imgW="1028520" imgH="279360" progId="Equation.3">
                  <p:embed/>
                </p:oleObj>
              </mc:Choice>
              <mc:Fallback>
                <p:oleObj name="公式" r:id="rId14" imgW="1028520" imgH="279360" progId="Equation.3">
                  <p:embed/>
                  <p:pic>
                    <p:nvPicPr>
                      <p:cNvPr id="81947" name="Object 2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473825" y="3768725"/>
                        <a:ext cx="2208213" cy="598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48" name="Text Box 28"/>
          <p:cNvSpPr txBox="1">
            <a:spLocks noChangeArrowheads="1"/>
          </p:cNvSpPr>
          <p:nvPr/>
        </p:nvSpPr>
        <p:spPr bwMode="auto">
          <a:xfrm>
            <a:off x="4225925" y="5076825"/>
            <a:ext cx="17176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solidFill>
                  <a:srgbClr val="FF0000"/>
                </a:solidFill>
                <a:latin typeface="Times New Roman" panose="02020603050405020304" pitchFamily="18" charset="0"/>
              </a:rPr>
              <a:t>电压三角形</a:t>
            </a:r>
            <a:endParaRPr kumimoji="1" lang="zh-CN" altLang="en-US" sz="2400" b="1">
              <a:latin typeface="Times New Roman" panose="02020603050405020304" pitchFamily="18" charset="0"/>
            </a:endParaRPr>
          </a:p>
        </p:txBody>
      </p:sp>
      <p:grpSp>
        <p:nvGrpSpPr>
          <p:cNvPr id="81949" name="Group 29"/>
          <p:cNvGrpSpPr>
            <a:grpSpLocks/>
          </p:cNvGrpSpPr>
          <p:nvPr/>
        </p:nvGrpSpPr>
        <p:grpSpPr bwMode="auto">
          <a:xfrm>
            <a:off x="4214813" y="3784600"/>
            <a:ext cx="1778000" cy="1266825"/>
            <a:chOff x="2600" y="2650"/>
            <a:chExt cx="1120" cy="798"/>
          </a:xfrm>
        </p:grpSpPr>
        <p:grpSp>
          <p:nvGrpSpPr>
            <p:cNvPr id="81950" name="Group 30"/>
            <p:cNvGrpSpPr>
              <a:grpSpLocks/>
            </p:cNvGrpSpPr>
            <p:nvPr/>
          </p:nvGrpSpPr>
          <p:grpSpPr bwMode="auto">
            <a:xfrm>
              <a:off x="2600" y="2650"/>
              <a:ext cx="1120" cy="798"/>
              <a:chOff x="1784" y="3290"/>
              <a:chExt cx="1120" cy="798"/>
            </a:xfrm>
          </p:grpSpPr>
          <p:sp>
            <p:nvSpPr>
              <p:cNvPr id="81951" name="Text Box 31"/>
              <p:cNvSpPr txBox="1">
                <a:spLocks noChangeArrowheads="1"/>
              </p:cNvSpPr>
              <p:nvPr/>
            </p:nvSpPr>
            <p:spPr bwMode="auto">
              <a:xfrm>
                <a:off x="2563" y="3446"/>
                <a:ext cx="34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en-US" altLang="zh-CN" sz="2400" b="1" i="1">
                    <a:latin typeface="Times New Roman" panose="02020603050405020304" pitchFamily="18" charset="0"/>
                  </a:rPr>
                  <a:t>U</a:t>
                </a:r>
                <a:r>
                  <a:rPr kumimoji="1" lang="en-US" altLang="zh-CN" sz="2400" b="1" i="1" baseline="-25000">
                    <a:latin typeface="Times New Roman" panose="02020603050405020304" pitchFamily="18" charset="0"/>
                  </a:rPr>
                  <a:t>X</a:t>
                </a:r>
              </a:p>
            </p:txBody>
          </p:sp>
          <p:sp>
            <p:nvSpPr>
              <p:cNvPr id="81952" name="Line 32"/>
              <p:cNvSpPr>
                <a:spLocks noChangeShapeType="1"/>
              </p:cNvSpPr>
              <p:nvPr/>
            </p:nvSpPr>
            <p:spPr bwMode="auto">
              <a:xfrm flipV="1">
                <a:off x="1816" y="3825"/>
                <a:ext cx="803" cy="8"/>
              </a:xfrm>
              <a:prstGeom prst="line">
                <a:avLst/>
              </a:prstGeom>
              <a:noFill/>
              <a:ln w="28575">
                <a:solidFill>
                  <a:srgbClr val="FF0000"/>
                </a:solidFill>
                <a:round/>
                <a:headEn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1953" name="Object 33"/>
              <p:cNvGraphicFramePr>
                <a:graphicFrameLocks noChangeAspect="1"/>
              </p:cNvGraphicFramePr>
              <p:nvPr/>
            </p:nvGraphicFramePr>
            <p:xfrm>
              <a:off x="2108" y="3854"/>
              <a:ext cx="264" cy="234"/>
            </p:xfrm>
            <a:graphic>
              <a:graphicData uri="http://schemas.openxmlformats.org/presentationml/2006/ole">
                <mc:AlternateContent xmlns:mc="http://schemas.openxmlformats.org/markup-compatibility/2006">
                  <mc:Choice xmlns:v="urn:schemas-microsoft-com:vml" Requires="v">
                    <p:oleObj spid="_x0000_s67851" name="公式" r:id="rId16" imgW="228600" imgH="215640" progId="Equation.3">
                      <p:embed/>
                    </p:oleObj>
                  </mc:Choice>
                  <mc:Fallback>
                    <p:oleObj name="公式" r:id="rId16" imgW="228600" imgH="215640" progId="Equation.3">
                      <p:embed/>
                      <p:pic>
                        <p:nvPicPr>
                          <p:cNvPr id="81953" name="Object 3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108" y="3854"/>
                            <a:ext cx="264"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54" name="Freeform 34"/>
              <p:cNvSpPr>
                <a:spLocks/>
              </p:cNvSpPr>
              <p:nvPr/>
            </p:nvSpPr>
            <p:spPr bwMode="auto">
              <a:xfrm>
                <a:off x="1784" y="3331"/>
                <a:ext cx="829" cy="510"/>
              </a:xfrm>
              <a:custGeom>
                <a:avLst/>
                <a:gdLst>
                  <a:gd name="T0" fmla="*/ 0 w 834"/>
                  <a:gd name="T1" fmla="*/ 540 h 540"/>
                  <a:gd name="T2" fmla="*/ 834 w 834"/>
                  <a:gd name="T3" fmla="*/ 0 h 540"/>
                </a:gdLst>
                <a:ahLst/>
                <a:cxnLst>
                  <a:cxn ang="0">
                    <a:pos x="T0" y="T1"/>
                  </a:cxn>
                  <a:cxn ang="0">
                    <a:pos x="T2" y="T3"/>
                  </a:cxn>
                </a:cxnLst>
                <a:rect l="0" t="0" r="r" b="b"/>
                <a:pathLst>
                  <a:path w="834" h="540">
                    <a:moveTo>
                      <a:pt x="0" y="540"/>
                    </a:moveTo>
                    <a:lnTo>
                      <a:pt x="834" y="0"/>
                    </a:lnTo>
                  </a:path>
                </a:pathLst>
              </a:custGeom>
              <a:noFill/>
              <a:ln w="28575" cap="flat" cmpd="sng">
                <a:solidFill>
                  <a:srgbClr val="FF0000"/>
                </a:solidFill>
                <a:prstDash val="solid"/>
                <a:round/>
                <a:headEnd type="none" w="med" len="med"/>
                <a:tailEnd type="non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1955" name="Line 35"/>
              <p:cNvSpPr>
                <a:spLocks noChangeShapeType="1"/>
              </p:cNvSpPr>
              <p:nvPr/>
            </p:nvSpPr>
            <p:spPr bwMode="auto">
              <a:xfrm>
                <a:off x="2608" y="3336"/>
                <a:ext cx="0" cy="496"/>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956" name="Text Box 36"/>
              <p:cNvSpPr txBox="1">
                <a:spLocks noChangeArrowheads="1"/>
              </p:cNvSpPr>
              <p:nvPr/>
            </p:nvSpPr>
            <p:spPr bwMode="auto">
              <a:xfrm>
                <a:off x="2078" y="3290"/>
                <a:ext cx="25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latin typeface="Times New Roman" panose="02020603050405020304" pitchFamily="18" charset="0"/>
                  </a:rPr>
                  <a:t>U</a:t>
                </a:r>
                <a:endParaRPr kumimoji="1" lang="en-US" altLang="zh-CN" sz="2400" b="1">
                  <a:latin typeface="Times New Roman" panose="02020603050405020304" pitchFamily="18" charset="0"/>
                </a:endParaRPr>
              </a:p>
            </p:txBody>
          </p:sp>
        </p:grpSp>
        <p:sp>
          <p:nvSpPr>
            <p:cNvPr id="81957" name="Text Box 37"/>
            <p:cNvSpPr txBox="1">
              <a:spLocks noChangeArrowheads="1"/>
            </p:cNvSpPr>
            <p:nvPr/>
          </p:nvSpPr>
          <p:spPr bwMode="auto">
            <a:xfrm>
              <a:off x="2838" y="2942"/>
              <a:ext cx="2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solidFill>
                    <a:srgbClr val="6600FF"/>
                  </a:solidFill>
                  <a:latin typeface="Times New Roman" panose="02020603050405020304" pitchFamily="18" charset="0"/>
                  <a:sym typeface="Symbol" panose="05050102010706020507" pitchFamily="18" charset="2"/>
                </a:rPr>
                <a:t></a:t>
              </a:r>
            </a:p>
          </p:txBody>
        </p:sp>
        <p:sp>
          <p:nvSpPr>
            <p:cNvPr id="81958" name="Arc 38"/>
            <p:cNvSpPr>
              <a:spLocks/>
            </p:cNvSpPr>
            <p:nvPr/>
          </p:nvSpPr>
          <p:spPr bwMode="auto">
            <a:xfrm>
              <a:off x="2784" y="3088"/>
              <a:ext cx="47" cy="9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28575">
              <a:solidFill>
                <a:srgbClr val="66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81959" name="Text Box 39"/>
          <p:cNvSpPr txBox="1">
            <a:spLocks noChangeArrowheads="1"/>
          </p:cNvSpPr>
          <p:nvPr/>
        </p:nvSpPr>
        <p:spPr bwMode="auto">
          <a:xfrm>
            <a:off x="771525" y="2422525"/>
            <a:ext cx="848836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L</a:t>
            </a:r>
            <a:r>
              <a:rPr kumimoji="1" lang="en-US" altLang="zh-CN" sz="2400" b="1">
                <a:latin typeface="Times New Roman" panose="02020603050405020304" pitchFamily="18" charset="0"/>
              </a:rPr>
              <a:t>=1</a:t>
            </a:r>
            <a:r>
              <a:rPr kumimoji="1" lang="en-US" altLang="zh-CN" sz="2400" b="1" i="1">
                <a:latin typeface="Times New Roman" panose="02020603050405020304" pitchFamily="18" charset="0"/>
              </a:rPr>
              <a:t>/</a:t>
            </a: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C</a:t>
            </a:r>
            <a:r>
              <a:rPr kumimoji="1" lang="en-US" altLang="zh-CN" sz="2400" b="1">
                <a:latin typeface="Times New Roman" panose="02020603050405020304" pitchFamily="18" charset="0"/>
              </a:rPr>
              <a:t>   </a:t>
            </a:r>
            <a:r>
              <a:rPr kumimoji="1" lang="zh-CN" altLang="en-US" sz="2400" b="1">
                <a:latin typeface="Times New Roman" panose="02020603050405020304" pitchFamily="18" charset="0"/>
              </a:rPr>
              <a:t>，</a:t>
            </a:r>
            <a:r>
              <a:rPr kumimoji="1" lang="en-US" altLang="zh-CN" sz="2400" b="1" i="1">
                <a:latin typeface="Times New Roman" panose="02020603050405020304" pitchFamily="18" charset="0"/>
              </a:rPr>
              <a:t>X</a:t>
            </a:r>
            <a:r>
              <a:rPr kumimoji="1" lang="en-US" altLang="zh-CN" sz="2400" b="1">
                <a:latin typeface="Times New Roman" panose="02020603050405020304" pitchFamily="18" charset="0"/>
              </a:rPr>
              <a:t>=0</a:t>
            </a:r>
            <a:r>
              <a:rPr kumimoji="1" lang="zh-CN" altLang="en-US" sz="2400" b="1">
                <a:latin typeface="Times New Roman" panose="02020603050405020304" pitchFamily="18" charset="0"/>
              </a:rPr>
              <a:t>， </a:t>
            </a:r>
            <a:r>
              <a:rPr kumimoji="1" lang="en-US" altLang="zh-CN" sz="2400" b="1" i="1">
                <a:latin typeface="Symbol" panose="05050102010706020507" pitchFamily="18" charset="2"/>
              </a:rPr>
              <a:t>j</a:t>
            </a:r>
            <a:r>
              <a:rPr kumimoji="1" lang="en-US" altLang="zh-CN" sz="2400" b="1">
                <a:latin typeface="Times New Roman" panose="02020603050405020304" pitchFamily="18" charset="0"/>
              </a:rPr>
              <a:t> =0</a:t>
            </a:r>
            <a:r>
              <a:rPr kumimoji="1" lang="zh-CN" altLang="en-US" sz="2400" b="1">
                <a:latin typeface="Times New Roman" panose="02020603050405020304" pitchFamily="18" charset="0"/>
              </a:rPr>
              <a:t>，电压与电流同相，电路呈电阻性。</a:t>
            </a:r>
          </a:p>
        </p:txBody>
      </p:sp>
      <p:grpSp>
        <p:nvGrpSpPr>
          <p:cNvPr id="81960" name="Group 40"/>
          <p:cNvGrpSpPr>
            <a:grpSpLocks/>
          </p:cNvGrpSpPr>
          <p:nvPr/>
        </p:nvGrpSpPr>
        <p:grpSpPr bwMode="auto">
          <a:xfrm>
            <a:off x="6657975" y="4749800"/>
            <a:ext cx="1905000" cy="1638300"/>
            <a:chOff x="3504" y="2544"/>
            <a:chExt cx="1457" cy="1398"/>
          </a:xfrm>
        </p:grpSpPr>
        <p:sp>
          <p:nvSpPr>
            <p:cNvPr id="81961" name="Line 41"/>
            <p:cNvSpPr>
              <a:spLocks noChangeShapeType="1"/>
            </p:cNvSpPr>
            <p:nvPr/>
          </p:nvSpPr>
          <p:spPr bwMode="auto">
            <a:xfrm>
              <a:off x="3504" y="3312"/>
              <a:ext cx="105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62" name="Line 42"/>
            <p:cNvSpPr>
              <a:spLocks noChangeShapeType="1"/>
            </p:cNvSpPr>
            <p:nvPr/>
          </p:nvSpPr>
          <p:spPr bwMode="auto">
            <a:xfrm flipV="1">
              <a:off x="4560" y="2544"/>
              <a:ext cx="0" cy="7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63" name="Line 43"/>
            <p:cNvSpPr>
              <a:spLocks noChangeShapeType="1"/>
            </p:cNvSpPr>
            <p:nvPr/>
          </p:nvSpPr>
          <p:spPr bwMode="auto">
            <a:xfrm flipH="1">
              <a:off x="3504" y="2544"/>
              <a:ext cx="1056" cy="7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964" name="Freeform 44"/>
            <p:cNvSpPr>
              <a:spLocks/>
            </p:cNvSpPr>
            <p:nvPr/>
          </p:nvSpPr>
          <p:spPr bwMode="auto">
            <a:xfrm>
              <a:off x="3648" y="3204"/>
              <a:ext cx="60" cy="108"/>
            </a:xfrm>
            <a:custGeom>
              <a:avLst/>
              <a:gdLst>
                <a:gd name="T0" fmla="*/ 0 w 60"/>
                <a:gd name="T1" fmla="*/ 0 h 108"/>
                <a:gd name="T2" fmla="*/ 60 w 60"/>
                <a:gd name="T3" fmla="*/ 108 h 108"/>
              </a:gdLst>
              <a:ahLst/>
              <a:cxnLst>
                <a:cxn ang="0">
                  <a:pos x="T0" y="T1"/>
                </a:cxn>
                <a:cxn ang="0">
                  <a:pos x="T2" y="T3"/>
                </a:cxn>
              </a:cxnLst>
              <a:rect l="0" t="0" r="r" b="b"/>
              <a:pathLst>
                <a:path w="60" h="108">
                  <a:moveTo>
                    <a:pt x="0" y="0"/>
                  </a:moveTo>
                  <a:cubicBezTo>
                    <a:pt x="41" y="27"/>
                    <a:pt x="60" y="55"/>
                    <a:pt x="60" y="108"/>
                  </a:cubicBezTo>
                </a:path>
              </a:pathLst>
            </a:custGeom>
            <a:noFill/>
            <a:ln w="9525">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81965" name="Text Box 45"/>
            <p:cNvSpPr txBox="1">
              <a:spLocks noChangeArrowheads="1"/>
            </p:cNvSpPr>
            <p:nvPr/>
          </p:nvSpPr>
          <p:spPr bwMode="auto">
            <a:xfrm>
              <a:off x="3744" y="2640"/>
              <a:ext cx="385" cy="3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|Z|</a:t>
              </a:r>
            </a:p>
          </p:txBody>
        </p:sp>
        <p:sp>
          <p:nvSpPr>
            <p:cNvPr id="81966" name="Text Box 46"/>
            <p:cNvSpPr txBox="1">
              <a:spLocks noChangeArrowheads="1"/>
            </p:cNvSpPr>
            <p:nvPr/>
          </p:nvSpPr>
          <p:spPr bwMode="auto">
            <a:xfrm>
              <a:off x="3984" y="3312"/>
              <a:ext cx="296" cy="3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R</a:t>
              </a:r>
            </a:p>
          </p:txBody>
        </p:sp>
        <p:sp>
          <p:nvSpPr>
            <p:cNvPr id="81967" name="Text Box 47"/>
            <p:cNvSpPr txBox="1">
              <a:spLocks noChangeArrowheads="1"/>
            </p:cNvSpPr>
            <p:nvPr/>
          </p:nvSpPr>
          <p:spPr bwMode="auto">
            <a:xfrm>
              <a:off x="4608" y="2833"/>
              <a:ext cx="296" cy="3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X</a:t>
              </a:r>
            </a:p>
          </p:txBody>
        </p:sp>
        <p:sp>
          <p:nvSpPr>
            <p:cNvPr id="81968" name="Text Box 48"/>
            <p:cNvSpPr txBox="1">
              <a:spLocks noChangeArrowheads="1"/>
            </p:cNvSpPr>
            <p:nvPr/>
          </p:nvSpPr>
          <p:spPr bwMode="auto">
            <a:xfrm>
              <a:off x="3696" y="3024"/>
              <a:ext cx="282" cy="3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Symbol" panose="05050102010706020507" pitchFamily="18" charset="2"/>
                </a:rPr>
                <a:t>j</a:t>
              </a:r>
              <a:endParaRPr kumimoji="1" lang="en-US" altLang="zh-CN" sz="2400" b="1" i="1">
                <a:latin typeface="Times New Roman" panose="02020603050405020304" pitchFamily="18" charset="0"/>
              </a:endParaRPr>
            </a:p>
          </p:txBody>
        </p:sp>
        <p:sp>
          <p:nvSpPr>
            <p:cNvPr id="81969" name="Text Box 49"/>
            <p:cNvSpPr txBox="1">
              <a:spLocks noChangeArrowheads="1"/>
            </p:cNvSpPr>
            <p:nvPr/>
          </p:nvSpPr>
          <p:spPr bwMode="auto">
            <a:xfrm>
              <a:off x="3649" y="3552"/>
              <a:ext cx="1312" cy="3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latin typeface="Times New Roman" panose="02020603050405020304" pitchFamily="18" charset="0"/>
                </a:rPr>
                <a:t>阻抗三角形</a:t>
              </a:r>
            </a:p>
          </p:txBody>
        </p:sp>
        <p:sp>
          <p:nvSpPr>
            <p:cNvPr id="81970" name="Freeform 50"/>
            <p:cNvSpPr>
              <a:spLocks/>
            </p:cNvSpPr>
            <p:nvPr/>
          </p:nvSpPr>
          <p:spPr bwMode="auto">
            <a:xfrm>
              <a:off x="4416" y="3168"/>
              <a:ext cx="144" cy="144"/>
            </a:xfrm>
            <a:custGeom>
              <a:avLst/>
              <a:gdLst>
                <a:gd name="T0" fmla="*/ 96 w 96"/>
                <a:gd name="T1" fmla="*/ 0 h 144"/>
                <a:gd name="T2" fmla="*/ 0 w 96"/>
                <a:gd name="T3" fmla="*/ 0 h 144"/>
                <a:gd name="T4" fmla="*/ 0 w 96"/>
                <a:gd name="T5" fmla="*/ 144 h 144"/>
              </a:gdLst>
              <a:ahLst/>
              <a:cxnLst>
                <a:cxn ang="0">
                  <a:pos x="T0" y="T1"/>
                </a:cxn>
                <a:cxn ang="0">
                  <a:pos x="T2" y="T3"/>
                </a:cxn>
                <a:cxn ang="0">
                  <a:pos x="T4" y="T5"/>
                </a:cxn>
              </a:cxnLst>
              <a:rect l="0" t="0" r="r" b="b"/>
              <a:pathLst>
                <a:path w="96" h="144">
                  <a:moveTo>
                    <a:pt x="96" y="0"/>
                  </a:moveTo>
                  <a:lnTo>
                    <a:pt x="0" y="0"/>
                  </a:lnTo>
                  <a:lnTo>
                    <a:pt x="0" y="144"/>
                  </a:lnTo>
                </a:path>
              </a:pathLst>
            </a:custGeom>
            <a:noFill/>
            <a:ln w="9525"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7021999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1923"/>
                                        </p:tgtEl>
                                        <p:attrNameLst>
                                          <p:attrName>style.visibility</p:attrName>
                                        </p:attrNameLst>
                                      </p:cBhvr>
                                      <p:to>
                                        <p:strVal val="visible"/>
                                      </p:to>
                                    </p:set>
                                    <p:anim calcmode="lin" valueType="num">
                                      <p:cBhvr additive="base">
                                        <p:cTn id="7" dur="500" fill="hold"/>
                                        <p:tgtEl>
                                          <p:spTgt spid="81923"/>
                                        </p:tgtEl>
                                        <p:attrNameLst>
                                          <p:attrName>ppt_x</p:attrName>
                                        </p:attrNameLst>
                                      </p:cBhvr>
                                      <p:tavLst>
                                        <p:tav tm="0">
                                          <p:val>
                                            <p:strVal val="0-#ppt_w/2"/>
                                          </p:val>
                                        </p:tav>
                                        <p:tav tm="100000">
                                          <p:val>
                                            <p:strVal val="#ppt_x"/>
                                          </p:val>
                                        </p:tav>
                                      </p:tavLst>
                                    </p:anim>
                                    <p:anim calcmode="lin" valueType="num">
                                      <p:cBhvr additive="base">
                                        <p:cTn id="8" dur="500" fill="hold"/>
                                        <p:tgtEl>
                                          <p:spTgt spid="8192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1" fill="hold" grpId="0" nodeType="clickEffect">
                                  <p:stCondLst>
                                    <p:cond delay="0"/>
                                  </p:stCondLst>
                                  <p:childTnLst>
                                    <p:set>
                                      <p:cBhvr>
                                        <p:cTn id="12" dur="1" fill="hold">
                                          <p:stCondLst>
                                            <p:cond delay="0"/>
                                          </p:stCondLst>
                                        </p:cTn>
                                        <p:tgtEl>
                                          <p:spTgt spid="81924"/>
                                        </p:tgtEl>
                                        <p:attrNameLst>
                                          <p:attrName>style.visibility</p:attrName>
                                        </p:attrNameLst>
                                      </p:cBhvr>
                                      <p:to>
                                        <p:strVal val="visible"/>
                                      </p:to>
                                    </p:set>
                                    <p:animEffect transition="in" filter="slide(fromTop)">
                                      <p:cBhvr>
                                        <p:cTn id="13" dur="500"/>
                                        <p:tgtEl>
                                          <p:spTgt spid="8192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2" presetClass="entr" presetSubtype="1" fill="hold" grpId="0" nodeType="clickEffect">
                                  <p:stCondLst>
                                    <p:cond delay="0"/>
                                  </p:stCondLst>
                                  <p:childTnLst>
                                    <p:set>
                                      <p:cBhvr>
                                        <p:cTn id="17" dur="1" fill="hold">
                                          <p:stCondLst>
                                            <p:cond delay="0"/>
                                          </p:stCondLst>
                                        </p:cTn>
                                        <p:tgtEl>
                                          <p:spTgt spid="81925"/>
                                        </p:tgtEl>
                                        <p:attrNameLst>
                                          <p:attrName>style.visibility</p:attrName>
                                        </p:attrNameLst>
                                      </p:cBhvr>
                                      <p:to>
                                        <p:strVal val="visible"/>
                                      </p:to>
                                    </p:set>
                                    <p:animEffect transition="in" filter="slide(fromTop)">
                                      <p:cBhvr>
                                        <p:cTn id="18" dur="500"/>
                                        <p:tgtEl>
                                          <p:spTgt spid="8192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81959">
                                            <p:txEl>
                                              <p:pRg st="0" end="0"/>
                                            </p:txEl>
                                          </p:spTgt>
                                        </p:tgtEl>
                                        <p:attrNameLst>
                                          <p:attrName>style.visibility</p:attrName>
                                        </p:attrNameLst>
                                      </p:cBhvr>
                                      <p:to>
                                        <p:strVal val="visible"/>
                                      </p:to>
                                    </p:set>
                                    <p:animEffect transition="in" filter="wipe(left)">
                                      <p:cBhvr>
                                        <p:cTn id="23" dur="500"/>
                                        <p:tgtEl>
                                          <p:spTgt spid="81959">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81926"/>
                                        </p:tgtEl>
                                        <p:attrNameLst>
                                          <p:attrName>style.visibility</p:attrName>
                                        </p:attrNameLst>
                                      </p:cBhvr>
                                      <p:to>
                                        <p:strVal val="visible"/>
                                      </p:to>
                                    </p:set>
                                    <p:anim calcmode="lin" valueType="num">
                                      <p:cBhvr additive="base">
                                        <p:cTn id="28" dur="500" fill="hold"/>
                                        <p:tgtEl>
                                          <p:spTgt spid="81926"/>
                                        </p:tgtEl>
                                        <p:attrNameLst>
                                          <p:attrName>ppt_x</p:attrName>
                                        </p:attrNameLst>
                                      </p:cBhvr>
                                      <p:tavLst>
                                        <p:tav tm="0">
                                          <p:val>
                                            <p:strVal val="0-#ppt_w/2"/>
                                          </p:val>
                                        </p:tav>
                                        <p:tav tm="100000">
                                          <p:val>
                                            <p:strVal val="#ppt_x"/>
                                          </p:val>
                                        </p:tav>
                                      </p:tavLst>
                                    </p:anim>
                                    <p:anim calcmode="lin" valueType="num">
                                      <p:cBhvr additive="base">
                                        <p:cTn id="29" dur="500" fill="hold"/>
                                        <p:tgtEl>
                                          <p:spTgt spid="81926"/>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81930"/>
                                        </p:tgtEl>
                                        <p:attrNameLst>
                                          <p:attrName>style.visibility</p:attrName>
                                        </p:attrNameLst>
                                      </p:cBhvr>
                                      <p:to>
                                        <p:strVal val="visible"/>
                                      </p:to>
                                    </p:set>
                                    <p:animEffect transition="in" filter="wipe(left)">
                                      <p:cBhvr>
                                        <p:cTn id="34" dur="500"/>
                                        <p:tgtEl>
                                          <p:spTgt spid="8193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81933"/>
                                        </p:tgtEl>
                                        <p:attrNameLst>
                                          <p:attrName>style.visibility</p:attrName>
                                        </p:attrNameLst>
                                      </p:cBhvr>
                                      <p:to>
                                        <p:strVal val="visible"/>
                                      </p:to>
                                    </p:set>
                                    <p:animEffect transition="in" filter="wipe(left)">
                                      <p:cBhvr>
                                        <p:cTn id="39" dur="500"/>
                                        <p:tgtEl>
                                          <p:spTgt spid="81933"/>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9" presetClass="entr" presetSubtype="0" fill="hold" nodeType="clickEffect">
                                  <p:stCondLst>
                                    <p:cond delay="0"/>
                                  </p:stCondLst>
                                  <p:childTnLst>
                                    <p:set>
                                      <p:cBhvr>
                                        <p:cTn id="43" dur="1" fill="hold">
                                          <p:stCondLst>
                                            <p:cond delay="0"/>
                                          </p:stCondLst>
                                        </p:cTn>
                                        <p:tgtEl>
                                          <p:spTgt spid="81936"/>
                                        </p:tgtEl>
                                        <p:attrNameLst>
                                          <p:attrName>style.visibility</p:attrName>
                                        </p:attrNameLst>
                                      </p:cBhvr>
                                      <p:to>
                                        <p:strVal val="visible"/>
                                      </p:to>
                                    </p:set>
                                    <p:animEffect transition="in" filter="dissolve">
                                      <p:cBhvr>
                                        <p:cTn id="44" dur="500"/>
                                        <p:tgtEl>
                                          <p:spTgt spid="81936"/>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9" presetClass="entr" presetSubtype="0" fill="hold" nodeType="clickEffect">
                                  <p:stCondLst>
                                    <p:cond delay="0"/>
                                  </p:stCondLst>
                                  <p:childTnLst>
                                    <p:set>
                                      <p:cBhvr>
                                        <p:cTn id="48" dur="1" fill="hold">
                                          <p:stCondLst>
                                            <p:cond delay="0"/>
                                          </p:stCondLst>
                                        </p:cTn>
                                        <p:tgtEl>
                                          <p:spTgt spid="81927"/>
                                        </p:tgtEl>
                                        <p:attrNameLst>
                                          <p:attrName>style.visibility</p:attrName>
                                        </p:attrNameLst>
                                      </p:cBhvr>
                                      <p:to>
                                        <p:strVal val="visible"/>
                                      </p:to>
                                    </p:set>
                                    <p:animEffect transition="in" filter="dissolve">
                                      <p:cBhvr>
                                        <p:cTn id="49" dur="500"/>
                                        <p:tgtEl>
                                          <p:spTgt spid="81927"/>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81941"/>
                                        </p:tgtEl>
                                        <p:attrNameLst>
                                          <p:attrName>style.visibility</p:attrName>
                                        </p:attrNameLst>
                                      </p:cBhvr>
                                      <p:to>
                                        <p:strVal val="visible"/>
                                      </p:to>
                                    </p:set>
                                    <p:animEffect transition="in" filter="wipe(left)">
                                      <p:cBhvr>
                                        <p:cTn id="54" dur="500"/>
                                        <p:tgtEl>
                                          <p:spTgt spid="81941"/>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81949"/>
                                        </p:tgtEl>
                                        <p:attrNameLst>
                                          <p:attrName>style.visibility</p:attrName>
                                        </p:attrNameLst>
                                      </p:cBhvr>
                                      <p:to>
                                        <p:strVal val="visible"/>
                                      </p:to>
                                    </p:set>
                                    <p:animEffect transition="in" filter="wipe(left)">
                                      <p:cBhvr>
                                        <p:cTn id="59" dur="500"/>
                                        <p:tgtEl>
                                          <p:spTgt spid="81949"/>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81948">
                                            <p:txEl>
                                              <p:pRg st="0" end="0"/>
                                            </p:txEl>
                                          </p:spTgt>
                                        </p:tgtEl>
                                        <p:attrNameLst>
                                          <p:attrName>style.visibility</p:attrName>
                                        </p:attrNameLst>
                                      </p:cBhvr>
                                      <p:to>
                                        <p:strVal val="visible"/>
                                      </p:to>
                                    </p:set>
                                    <p:animEffect transition="in" filter="wipe(left)">
                                      <p:cBhvr>
                                        <p:cTn id="64" dur="500"/>
                                        <p:tgtEl>
                                          <p:spTgt spid="81948">
                                            <p:txEl>
                                              <p:pRg st="0" end="0"/>
                                            </p:txEl>
                                          </p:spTgt>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 presetClass="entr" presetSubtype="4" fill="hold" nodeType="clickEffect">
                                  <p:stCondLst>
                                    <p:cond delay="0"/>
                                  </p:stCondLst>
                                  <p:childTnLst>
                                    <p:set>
                                      <p:cBhvr>
                                        <p:cTn id="68" dur="1" fill="hold">
                                          <p:stCondLst>
                                            <p:cond delay="0"/>
                                          </p:stCondLst>
                                        </p:cTn>
                                        <p:tgtEl>
                                          <p:spTgt spid="81947"/>
                                        </p:tgtEl>
                                        <p:attrNameLst>
                                          <p:attrName>style.visibility</p:attrName>
                                        </p:attrNameLst>
                                      </p:cBhvr>
                                      <p:to>
                                        <p:strVal val="visible"/>
                                      </p:to>
                                    </p:set>
                                    <p:anim calcmode="lin" valueType="num">
                                      <p:cBhvr additive="base">
                                        <p:cTn id="69" dur="500" fill="hold"/>
                                        <p:tgtEl>
                                          <p:spTgt spid="81947"/>
                                        </p:tgtEl>
                                        <p:attrNameLst>
                                          <p:attrName>ppt_x</p:attrName>
                                        </p:attrNameLst>
                                      </p:cBhvr>
                                      <p:tavLst>
                                        <p:tav tm="0">
                                          <p:val>
                                            <p:strVal val="#ppt_x"/>
                                          </p:val>
                                        </p:tav>
                                        <p:tav tm="100000">
                                          <p:val>
                                            <p:strVal val="#ppt_x"/>
                                          </p:val>
                                        </p:tav>
                                      </p:tavLst>
                                    </p:anim>
                                    <p:anim calcmode="lin" valueType="num">
                                      <p:cBhvr additive="base">
                                        <p:cTn id="70" dur="500" fill="hold"/>
                                        <p:tgtEl>
                                          <p:spTgt spid="81947"/>
                                        </p:tgtEl>
                                        <p:attrNameLst>
                                          <p:attrName>ppt_y</p:attrName>
                                        </p:attrNameLst>
                                      </p:cBhvr>
                                      <p:tavLst>
                                        <p:tav tm="0">
                                          <p:val>
                                            <p:strVal val="1+#ppt_h/2"/>
                                          </p:val>
                                        </p:tav>
                                        <p:tav tm="100000">
                                          <p:val>
                                            <p:strVal val="#ppt_y"/>
                                          </p:val>
                                        </p:tav>
                                      </p:tavLst>
                                    </p:anim>
                                  </p:childTnLst>
                                </p:cTn>
                              </p:par>
                            </p:childTnLst>
                          </p:cTn>
                        </p:par>
                      </p:childTnLst>
                    </p:cTn>
                  </p:par>
                  <p:par>
                    <p:cTn id="71" fill="hold" nodeType="clickPar">
                      <p:stCondLst>
                        <p:cond delay="indefinite"/>
                      </p:stCondLst>
                      <p:childTnLst>
                        <p:par>
                          <p:cTn id="72" fill="hold" nodeType="withGroup">
                            <p:stCondLst>
                              <p:cond delay="0"/>
                            </p:stCondLst>
                            <p:childTnLst>
                              <p:par>
                                <p:cTn id="73" presetID="2" presetClass="entr" presetSubtype="2" fill="hold" nodeType="clickEffect">
                                  <p:stCondLst>
                                    <p:cond delay="0"/>
                                  </p:stCondLst>
                                  <p:childTnLst>
                                    <p:set>
                                      <p:cBhvr>
                                        <p:cTn id="74" dur="1" fill="hold">
                                          <p:stCondLst>
                                            <p:cond delay="0"/>
                                          </p:stCondLst>
                                        </p:cTn>
                                        <p:tgtEl>
                                          <p:spTgt spid="81960"/>
                                        </p:tgtEl>
                                        <p:attrNameLst>
                                          <p:attrName>style.visibility</p:attrName>
                                        </p:attrNameLst>
                                      </p:cBhvr>
                                      <p:to>
                                        <p:strVal val="visible"/>
                                      </p:to>
                                    </p:set>
                                    <p:anim calcmode="lin" valueType="num">
                                      <p:cBhvr additive="base">
                                        <p:cTn id="75" dur="500" fill="hold"/>
                                        <p:tgtEl>
                                          <p:spTgt spid="81960"/>
                                        </p:tgtEl>
                                        <p:attrNameLst>
                                          <p:attrName>ppt_x</p:attrName>
                                        </p:attrNameLst>
                                      </p:cBhvr>
                                      <p:tavLst>
                                        <p:tav tm="0">
                                          <p:val>
                                            <p:strVal val="1+#ppt_w/2"/>
                                          </p:val>
                                        </p:tav>
                                        <p:tav tm="100000">
                                          <p:val>
                                            <p:strVal val="#ppt_x"/>
                                          </p:val>
                                        </p:tav>
                                      </p:tavLst>
                                    </p:anim>
                                    <p:anim calcmode="lin" valueType="num">
                                      <p:cBhvr additive="base">
                                        <p:cTn id="76" dur="500" fill="hold"/>
                                        <p:tgtEl>
                                          <p:spTgt spid="819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autoUpdateAnimBg="0"/>
      <p:bldP spid="81924" grpId="0" autoUpdateAnimBg="0"/>
      <p:bldP spid="81925" grpId="0" autoUpdateAnimBg="0"/>
      <p:bldP spid="81926" grpId="0" autoUpdateAnimBg="0"/>
      <p:bldP spid="81948" grpId="0" build="p" autoUpdateAnimBg="0"/>
      <p:bldP spid="81959" grpId="0" build="p"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p:cNvSpPr txBox="1">
            <a:spLocks noChangeArrowheads="1"/>
          </p:cNvSpPr>
          <p:nvPr/>
        </p:nvSpPr>
        <p:spPr bwMode="auto">
          <a:xfrm>
            <a:off x="539750" y="404813"/>
            <a:ext cx="720725" cy="519112"/>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a:solidFill>
                  <a:schemeClr val="bg1"/>
                </a:solidFill>
                <a:latin typeface="Times New Roman" panose="02020603050405020304" pitchFamily="18" charset="0"/>
                <a:ea typeface="宋体" panose="02010600030101010101" pitchFamily="2" charset="-122"/>
              </a:rPr>
              <a:t>例 </a:t>
            </a:r>
          </a:p>
        </p:txBody>
      </p:sp>
      <p:sp>
        <p:nvSpPr>
          <p:cNvPr id="64546" name="Text Box 34"/>
          <p:cNvSpPr txBox="1">
            <a:spLocks noChangeArrowheads="1"/>
          </p:cNvSpPr>
          <p:nvPr/>
        </p:nvSpPr>
        <p:spPr bwMode="auto">
          <a:xfrm>
            <a:off x="1258888" y="333375"/>
            <a:ext cx="5405437"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dirty="0">
                <a:latin typeface="Times New Roman" panose="02020603050405020304" pitchFamily="18" charset="0"/>
              </a:rPr>
              <a:t>已知</a:t>
            </a:r>
            <a:r>
              <a:rPr kumimoji="1" lang="zh-CN" altLang="en-US" sz="2800" b="0" dirty="0">
                <a:latin typeface="Times New Roman" panose="02020603050405020304" pitchFamily="18" charset="0"/>
                <a:ea typeface="宋体" panose="02010600030101010101" pitchFamily="2" charset="-122"/>
              </a:rPr>
              <a:t>：</a:t>
            </a:r>
            <a:r>
              <a:rPr kumimoji="1" lang="en-US" altLang="zh-CN" sz="2800" b="0" i="1" dirty="0">
                <a:latin typeface="Times New Roman" panose="02020603050405020304" pitchFamily="18" charset="0"/>
                <a:ea typeface="宋体" panose="02010600030101010101" pitchFamily="2" charset="-122"/>
              </a:rPr>
              <a:t>R</a:t>
            </a:r>
            <a:r>
              <a:rPr kumimoji="1" lang="en-US" altLang="zh-CN" sz="2800" b="0" dirty="0">
                <a:latin typeface="Times New Roman" panose="02020603050405020304" pitchFamily="18" charset="0"/>
                <a:ea typeface="宋体" panose="02010600030101010101" pitchFamily="2" charset="-122"/>
              </a:rPr>
              <a:t>=15</a:t>
            </a:r>
            <a:r>
              <a:rPr kumimoji="1" lang="en-US" altLang="zh-CN" sz="2800" b="0" dirty="0">
                <a:latin typeface="Times New Roman" panose="02020603050405020304" pitchFamily="18" charset="0"/>
                <a:ea typeface="宋体" panose="02010600030101010101" pitchFamily="2" charset="-122"/>
                <a:sym typeface="Symbol" panose="05050102010706020507" pitchFamily="18" charset="2"/>
              </a:rPr>
              <a:t>, </a:t>
            </a:r>
            <a:r>
              <a:rPr kumimoji="1" lang="en-US" altLang="zh-CN" sz="2800" b="0" i="1" dirty="0">
                <a:latin typeface="Times New Roman" panose="02020603050405020304" pitchFamily="18" charset="0"/>
                <a:ea typeface="宋体" panose="02010600030101010101" pitchFamily="2" charset="-122"/>
                <a:sym typeface="Symbol" panose="05050102010706020507" pitchFamily="18" charset="2"/>
              </a:rPr>
              <a:t>L</a:t>
            </a:r>
            <a:r>
              <a:rPr kumimoji="1" lang="en-US" altLang="zh-CN" sz="2800" b="0" dirty="0">
                <a:latin typeface="Times New Roman" panose="02020603050405020304" pitchFamily="18" charset="0"/>
                <a:ea typeface="宋体" panose="02010600030101010101" pitchFamily="2" charset="-122"/>
                <a:sym typeface="Symbol" panose="05050102010706020507" pitchFamily="18" charset="2"/>
              </a:rPr>
              <a:t>=0.3mH, </a:t>
            </a:r>
            <a:r>
              <a:rPr kumimoji="1" lang="en-US" altLang="zh-CN" sz="2800" b="0" i="1" dirty="0">
                <a:latin typeface="Times New Roman" panose="02020603050405020304" pitchFamily="18" charset="0"/>
                <a:ea typeface="宋体" panose="02010600030101010101" pitchFamily="2" charset="-122"/>
                <a:sym typeface="Symbol" panose="05050102010706020507" pitchFamily="18" charset="2"/>
              </a:rPr>
              <a:t>C</a:t>
            </a:r>
            <a:r>
              <a:rPr kumimoji="1" lang="en-US" altLang="zh-CN" sz="2800" b="0" dirty="0">
                <a:latin typeface="Times New Roman" panose="02020603050405020304" pitchFamily="18" charset="0"/>
                <a:ea typeface="宋体" panose="02010600030101010101" pitchFamily="2" charset="-122"/>
                <a:sym typeface="Symbol" panose="05050102010706020507" pitchFamily="18" charset="2"/>
              </a:rPr>
              <a:t>=0.2F,</a:t>
            </a:r>
            <a:endParaRPr kumimoji="1" lang="en-US" altLang="zh-CN" sz="2800" b="0" dirty="0">
              <a:latin typeface="Times New Roman" panose="02020603050405020304" pitchFamily="18" charset="0"/>
              <a:ea typeface="宋体" panose="02010600030101010101" pitchFamily="2" charset="-122"/>
            </a:endParaRPr>
          </a:p>
        </p:txBody>
      </p:sp>
      <p:graphicFrame>
        <p:nvGraphicFramePr>
          <p:cNvPr id="64547" name="Object 35"/>
          <p:cNvGraphicFramePr>
            <a:graphicFrameLocks noChangeAspect="1"/>
          </p:cNvGraphicFramePr>
          <p:nvPr>
            <p:extLst>
              <p:ext uri="{D42A27DB-BD31-4B8C-83A1-F6EECF244321}">
                <p14:modId xmlns:p14="http://schemas.microsoft.com/office/powerpoint/2010/main" val="3791000693"/>
              </p:ext>
            </p:extLst>
          </p:nvPr>
        </p:nvGraphicFramePr>
        <p:xfrm>
          <a:off x="1731963" y="877888"/>
          <a:ext cx="4886325" cy="520700"/>
        </p:xfrm>
        <a:graphic>
          <a:graphicData uri="http://schemas.openxmlformats.org/presentationml/2006/ole">
            <mc:AlternateContent xmlns:mc="http://schemas.openxmlformats.org/markup-compatibility/2006">
              <mc:Choice xmlns:v="urn:schemas-microsoft-com:vml" Requires="v">
                <p:oleObj spid="_x0000_s115961" name="Equation" r:id="rId3" imgW="2247840" imgH="241200" progId="Equation.DSMT4">
                  <p:embed/>
                </p:oleObj>
              </mc:Choice>
              <mc:Fallback>
                <p:oleObj name="Equation" r:id="rId3" imgW="2247840" imgH="241200" progId="Equation.DSMT4">
                  <p:embed/>
                  <p:pic>
                    <p:nvPicPr>
                      <p:cNvPr id="64547" name="Object 35"/>
                      <p:cNvPicPr>
                        <a:picLocks noChangeAspect="1" noChangeArrowheads="1"/>
                      </p:cNvPicPr>
                      <p:nvPr/>
                    </p:nvPicPr>
                    <p:blipFill>
                      <a:blip r:embed="rId4"/>
                      <a:srcRect/>
                      <a:stretch>
                        <a:fillRect/>
                      </a:stretch>
                    </p:blipFill>
                    <p:spPr bwMode="auto">
                      <a:xfrm>
                        <a:off x="1731963" y="877888"/>
                        <a:ext cx="4886325"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48" name="Text Box 36"/>
          <p:cNvSpPr txBox="1">
            <a:spLocks noChangeArrowheads="1"/>
          </p:cNvSpPr>
          <p:nvPr/>
        </p:nvSpPr>
        <p:spPr bwMode="auto">
          <a:xfrm>
            <a:off x="1187450" y="1484313"/>
            <a:ext cx="2681288"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latin typeface="Times New Roman" panose="02020603050405020304" pitchFamily="18" charset="0"/>
              </a:rPr>
              <a:t>求</a:t>
            </a:r>
            <a:r>
              <a:rPr kumimoji="1" lang="zh-CN" altLang="en-US" sz="2800" b="0">
                <a:latin typeface="Times New Roman" panose="02020603050405020304" pitchFamily="18" charset="0"/>
                <a:ea typeface="宋体" panose="02010600030101010101" pitchFamily="2" charset="-122"/>
              </a:rPr>
              <a:t> </a:t>
            </a:r>
            <a:r>
              <a:rPr kumimoji="1" lang="en-US" altLang="zh-CN" sz="2800" b="0" i="1">
                <a:latin typeface="Times New Roman" panose="02020603050405020304" pitchFamily="18" charset="0"/>
                <a:ea typeface="宋体" panose="02010600030101010101" pitchFamily="2" charset="-122"/>
              </a:rPr>
              <a:t>i</a:t>
            </a:r>
            <a:r>
              <a:rPr kumimoji="1" lang="en-US" altLang="zh-CN" sz="2800" b="0">
                <a:latin typeface="Times New Roman" panose="02020603050405020304" pitchFamily="18" charset="0"/>
                <a:ea typeface="宋体" panose="02010600030101010101" pitchFamily="2" charset="-122"/>
              </a:rPr>
              <a:t>, </a:t>
            </a:r>
            <a:r>
              <a:rPr kumimoji="1" lang="en-US" altLang="zh-CN" sz="2800" b="0" i="1">
                <a:latin typeface="Times New Roman" panose="02020603050405020304" pitchFamily="18" charset="0"/>
                <a:ea typeface="宋体" panose="02010600030101010101" pitchFamily="2" charset="-122"/>
              </a:rPr>
              <a:t>u</a:t>
            </a:r>
            <a:r>
              <a:rPr kumimoji="1" lang="en-US" altLang="zh-CN" sz="2800" b="0" i="1" baseline="-25000">
                <a:latin typeface="Times New Roman" panose="02020603050405020304" pitchFamily="18" charset="0"/>
                <a:ea typeface="宋体" panose="02010600030101010101" pitchFamily="2" charset="-122"/>
              </a:rPr>
              <a:t>R</a:t>
            </a:r>
            <a:r>
              <a:rPr kumimoji="1" lang="en-US" altLang="zh-CN" sz="2800" b="0">
                <a:latin typeface="Times New Roman" panose="02020603050405020304" pitchFamily="18" charset="0"/>
                <a:ea typeface="宋体" panose="02010600030101010101" pitchFamily="2" charset="-122"/>
              </a:rPr>
              <a:t> , </a:t>
            </a:r>
            <a:r>
              <a:rPr kumimoji="1" lang="en-US" altLang="zh-CN" sz="2800" b="0" i="1">
                <a:latin typeface="Times New Roman" panose="02020603050405020304" pitchFamily="18" charset="0"/>
                <a:ea typeface="宋体" panose="02010600030101010101" pitchFamily="2" charset="-122"/>
              </a:rPr>
              <a:t>u</a:t>
            </a:r>
            <a:r>
              <a:rPr kumimoji="1" lang="en-US" altLang="zh-CN" sz="2800" b="0" i="1" baseline="-25000">
                <a:latin typeface="Times New Roman" panose="02020603050405020304" pitchFamily="18" charset="0"/>
                <a:ea typeface="宋体" panose="02010600030101010101" pitchFamily="2" charset="-122"/>
              </a:rPr>
              <a:t>L</a:t>
            </a:r>
            <a:r>
              <a:rPr kumimoji="1" lang="en-US" altLang="zh-CN" sz="2800" b="0">
                <a:latin typeface="Times New Roman" panose="02020603050405020304" pitchFamily="18" charset="0"/>
                <a:ea typeface="宋体" panose="02010600030101010101" pitchFamily="2" charset="-122"/>
              </a:rPr>
              <a:t> ,  </a:t>
            </a:r>
            <a:r>
              <a:rPr kumimoji="1" lang="en-US" altLang="zh-CN" sz="2800" b="0" i="1">
                <a:latin typeface="Times New Roman" panose="02020603050405020304" pitchFamily="18" charset="0"/>
                <a:ea typeface="宋体" panose="02010600030101010101" pitchFamily="2" charset="-122"/>
              </a:rPr>
              <a:t>u</a:t>
            </a:r>
            <a:r>
              <a:rPr kumimoji="1" lang="en-US" altLang="zh-CN" sz="2800" b="0" i="1" baseline="-25000">
                <a:latin typeface="Times New Roman" panose="02020603050405020304" pitchFamily="18" charset="0"/>
                <a:ea typeface="宋体" panose="02010600030101010101" pitchFamily="2" charset="-122"/>
              </a:rPr>
              <a:t>C</a:t>
            </a:r>
            <a:r>
              <a:rPr kumimoji="1" lang="en-US" altLang="zh-CN" sz="2800" b="0">
                <a:latin typeface="Times New Roman" panose="02020603050405020304" pitchFamily="18" charset="0"/>
                <a:ea typeface="宋体" panose="02010600030101010101" pitchFamily="2" charset="-122"/>
              </a:rPr>
              <a:t> .</a:t>
            </a:r>
          </a:p>
        </p:txBody>
      </p:sp>
      <p:sp>
        <p:nvSpPr>
          <p:cNvPr id="64549" name="Text Box 37"/>
          <p:cNvSpPr txBox="1">
            <a:spLocks noChangeArrowheads="1"/>
          </p:cNvSpPr>
          <p:nvPr/>
        </p:nvSpPr>
        <p:spPr bwMode="auto">
          <a:xfrm>
            <a:off x="468313" y="2133600"/>
            <a:ext cx="541337" cy="519113"/>
          </a:xfrm>
          <a:prstGeom prst="rect">
            <a:avLst/>
          </a:prstGeom>
          <a:solidFill>
            <a:srgbClr val="99003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solidFill>
                  <a:schemeClr val="bg1"/>
                </a:solidFill>
                <a:latin typeface="Times New Roman" panose="02020603050405020304" pitchFamily="18" charset="0"/>
                <a:ea typeface="宋体" panose="02010600030101010101" pitchFamily="2" charset="-122"/>
              </a:rPr>
              <a:t>解</a:t>
            </a:r>
          </a:p>
        </p:txBody>
      </p:sp>
      <p:sp>
        <p:nvSpPr>
          <p:cNvPr id="64550" name="Text Box 38"/>
          <p:cNvSpPr txBox="1">
            <a:spLocks noChangeArrowheads="1"/>
          </p:cNvSpPr>
          <p:nvPr/>
        </p:nvSpPr>
        <p:spPr bwMode="auto">
          <a:xfrm>
            <a:off x="1187450" y="2133600"/>
            <a:ext cx="26638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dirty="0">
                <a:latin typeface="Times New Roman" panose="02020603050405020304" pitchFamily="18" charset="0"/>
              </a:rPr>
              <a:t>画出相量模型</a:t>
            </a:r>
          </a:p>
        </p:txBody>
      </p:sp>
      <p:graphicFrame>
        <p:nvGraphicFramePr>
          <p:cNvPr id="64583" name="Object 71"/>
          <p:cNvGraphicFramePr>
            <a:graphicFrameLocks noChangeAspect="1"/>
          </p:cNvGraphicFramePr>
          <p:nvPr>
            <p:extLst>
              <p:ext uri="{D42A27DB-BD31-4B8C-83A1-F6EECF244321}">
                <p14:modId xmlns:p14="http://schemas.microsoft.com/office/powerpoint/2010/main" val="2539425057"/>
              </p:ext>
            </p:extLst>
          </p:nvPr>
        </p:nvGraphicFramePr>
        <p:xfrm>
          <a:off x="1233488" y="2733675"/>
          <a:ext cx="1779587" cy="422275"/>
        </p:xfrm>
        <a:graphic>
          <a:graphicData uri="http://schemas.openxmlformats.org/presentationml/2006/ole">
            <mc:AlternateContent xmlns:mc="http://schemas.openxmlformats.org/markup-compatibility/2006">
              <mc:Choice xmlns:v="urn:schemas-microsoft-com:vml" Requires="v">
                <p:oleObj spid="_x0000_s115962" name="Equation" r:id="rId5" imgW="863280" imgH="203040" progId="Equation.DSMT4">
                  <p:embed/>
                </p:oleObj>
              </mc:Choice>
              <mc:Fallback>
                <p:oleObj name="Equation" r:id="rId5" imgW="863280" imgH="203040" progId="Equation.DSMT4">
                  <p:embed/>
                  <p:pic>
                    <p:nvPicPr>
                      <p:cNvPr id="64583" name="Object 71"/>
                      <p:cNvPicPr>
                        <a:picLocks noChangeAspect="1" noChangeArrowheads="1"/>
                      </p:cNvPicPr>
                      <p:nvPr/>
                    </p:nvPicPr>
                    <p:blipFill>
                      <a:blip r:embed="rId6"/>
                      <a:srcRect/>
                      <a:stretch>
                        <a:fillRect/>
                      </a:stretch>
                    </p:blipFill>
                    <p:spPr bwMode="auto">
                      <a:xfrm>
                        <a:off x="1233488" y="2733675"/>
                        <a:ext cx="1779587"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84" name="Object 72"/>
          <p:cNvGraphicFramePr>
            <a:graphicFrameLocks noChangeAspect="1"/>
          </p:cNvGraphicFramePr>
          <p:nvPr>
            <p:extLst>
              <p:ext uri="{D42A27DB-BD31-4B8C-83A1-F6EECF244321}">
                <p14:modId xmlns:p14="http://schemas.microsoft.com/office/powerpoint/2010/main" val="3777549840"/>
              </p:ext>
            </p:extLst>
          </p:nvPr>
        </p:nvGraphicFramePr>
        <p:xfrm>
          <a:off x="803275" y="5081588"/>
          <a:ext cx="2695575" cy="852487"/>
        </p:xfrm>
        <a:graphic>
          <a:graphicData uri="http://schemas.openxmlformats.org/presentationml/2006/ole">
            <mc:AlternateContent xmlns:mc="http://schemas.openxmlformats.org/markup-compatibility/2006">
              <mc:Choice xmlns:v="urn:schemas-microsoft-com:vml" Requires="v">
                <p:oleObj spid="_x0000_s115963" name="Equation" r:id="rId7" imgW="1244520" imgH="393480" progId="Equation.DSMT4">
                  <p:embed/>
                </p:oleObj>
              </mc:Choice>
              <mc:Fallback>
                <p:oleObj name="Equation" r:id="rId7" imgW="1244520" imgH="393480" progId="Equation.DSMT4">
                  <p:embed/>
                  <p:pic>
                    <p:nvPicPr>
                      <p:cNvPr id="64584" name="Object 72"/>
                      <p:cNvPicPr>
                        <a:picLocks noChangeAspect="1" noChangeArrowheads="1"/>
                      </p:cNvPicPr>
                      <p:nvPr/>
                    </p:nvPicPr>
                    <p:blipFill>
                      <a:blip r:embed="rId8"/>
                      <a:srcRect/>
                      <a:stretch>
                        <a:fillRect/>
                      </a:stretch>
                    </p:blipFill>
                    <p:spPr bwMode="auto">
                      <a:xfrm>
                        <a:off x="803275" y="5081588"/>
                        <a:ext cx="2695575" cy="852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86" name="Object 74"/>
          <p:cNvGraphicFramePr>
            <a:graphicFrameLocks noChangeAspect="1"/>
          </p:cNvGraphicFramePr>
          <p:nvPr>
            <p:extLst>
              <p:ext uri="{D42A27DB-BD31-4B8C-83A1-F6EECF244321}">
                <p14:modId xmlns:p14="http://schemas.microsoft.com/office/powerpoint/2010/main" val="3732234076"/>
              </p:ext>
            </p:extLst>
          </p:nvPr>
        </p:nvGraphicFramePr>
        <p:xfrm>
          <a:off x="846138" y="3252788"/>
          <a:ext cx="3846512" cy="966787"/>
        </p:xfrm>
        <a:graphic>
          <a:graphicData uri="http://schemas.openxmlformats.org/presentationml/2006/ole">
            <mc:AlternateContent xmlns:mc="http://schemas.openxmlformats.org/markup-compatibility/2006">
              <mc:Choice xmlns:v="urn:schemas-microsoft-com:vml" Requires="v">
                <p:oleObj spid="_x0000_s115964" name="Equation" r:id="rId9" imgW="1828800" imgH="457200" progId="Equation.DSMT4">
                  <p:embed/>
                </p:oleObj>
              </mc:Choice>
              <mc:Fallback>
                <p:oleObj name="Equation" r:id="rId9" imgW="1828800" imgH="457200" progId="Equation.DSMT4">
                  <p:embed/>
                  <p:pic>
                    <p:nvPicPr>
                      <p:cNvPr id="64586" name="Object 74"/>
                      <p:cNvPicPr>
                        <a:picLocks noChangeAspect="1" noChangeArrowheads="1"/>
                      </p:cNvPicPr>
                      <p:nvPr/>
                    </p:nvPicPr>
                    <p:blipFill>
                      <a:blip r:embed="rId10"/>
                      <a:srcRect/>
                      <a:stretch>
                        <a:fillRect/>
                      </a:stretch>
                    </p:blipFill>
                    <p:spPr bwMode="auto">
                      <a:xfrm>
                        <a:off x="846138" y="3252788"/>
                        <a:ext cx="3846512" cy="966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87" name="Object 75"/>
          <p:cNvGraphicFramePr>
            <a:graphicFrameLocks noChangeAspect="1"/>
          </p:cNvGraphicFramePr>
          <p:nvPr>
            <p:extLst>
              <p:ext uri="{D42A27DB-BD31-4B8C-83A1-F6EECF244321}">
                <p14:modId xmlns:p14="http://schemas.microsoft.com/office/powerpoint/2010/main" val="1775064170"/>
              </p:ext>
            </p:extLst>
          </p:nvPr>
        </p:nvGraphicFramePr>
        <p:xfrm>
          <a:off x="939800" y="4213225"/>
          <a:ext cx="5586413" cy="787400"/>
        </p:xfrm>
        <a:graphic>
          <a:graphicData uri="http://schemas.openxmlformats.org/presentationml/2006/ole">
            <mc:AlternateContent xmlns:mc="http://schemas.openxmlformats.org/markup-compatibility/2006">
              <mc:Choice xmlns:v="urn:schemas-microsoft-com:vml" Requires="v">
                <p:oleObj spid="_x0000_s115965" name="Equation" r:id="rId11" imgW="2781000" imgH="393480" progId="Equation.DSMT4">
                  <p:embed/>
                </p:oleObj>
              </mc:Choice>
              <mc:Fallback>
                <p:oleObj name="Equation" r:id="rId11" imgW="2781000" imgH="393480" progId="Equation.DSMT4">
                  <p:embed/>
                  <p:pic>
                    <p:nvPicPr>
                      <p:cNvPr id="64587" name="Object 75"/>
                      <p:cNvPicPr>
                        <a:picLocks noChangeAspect="1" noChangeArrowheads="1"/>
                      </p:cNvPicPr>
                      <p:nvPr/>
                    </p:nvPicPr>
                    <p:blipFill>
                      <a:blip r:embed="rId12"/>
                      <a:srcRect/>
                      <a:stretch>
                        <a:fillRect/>
                      </a:stretch>
                    </p:blipFill>
                    <p:spPr bwMode="auto">
                      <a:xfrm>
                        <a:off x="939800" y="4213225"/>
                        <a:ext cx="5586413"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88" name="Object 76"/>
          <p:cNvGraphicFramePr>
            <a:graphicFrameLocks noChangeAspect="1"/>
          </p:cNvGraphicFramePr>
          <p:nvPr>
            <p:extLst>
              <p:ext uri="{D42A27DB-BD31-4B8C-83A1-F6EECF244321}">
                <p14:modId xmlns:p14="http://schemas.microsoft.com/office/powerpoint/2010/main" val="148534522"/>
              </p:ext>
            </p:extLst>
          </p:nvPr>
        </p:nvGraphicFramePr>
        <p:xfrm>
          <a:off x="4000500" y="5327650"/>
          <a:ext cx="2584450" cy="438150"/>
        </p:xfrm>
        <a:graphic>
          <a:graphicData uri="http://schemas.openxmlformats.org/presentationml/2006/ole">
            <mc:AlternateContent xmlns:mc="http://schemas.openxmlformats.org/markup-compatibility/2006">
              <mc:Choice xmlns:v="urn:schemas-microsoft-com:vml" Requires="v">
                <p:oleObj spid="_x0000_s115966" name="Equation" r:id="rId13" imgW="1193760" imgH="203040" progId="Equation.DSMT4">
                  <p:embed/>
                </p:oleObj>
              </mc:Choice>
              <mc:Fallback>
                <p:oleObj name="Equation" r:id="rId13" imgW="1193760" imgH="203040" progId="Equation.DSMT4">
                  <p:embed/>
                  <p:pic>
                    <p:nvPicPr>
                      <p:cNvPr id="64588" name="Object 76"/>
                      <p:cNvPicPr>
                        <a:picLocks noChangeAspect="1" noChangeArrowheads="1"/>
                      </p:cNvPicPr>
                      <p:nvPr/>
                    </p:nvPicPr>
                    <p:blipFill>
                      <a:blip r:embed="rId14"/>
                      <a:srcRect/>
                      <a:stretch>
                        <a:fillRect/>
                      </a:stretch>
                    </p:blipFill>
                    <p:spPr bwMode="auto">
                      <a:xfrm>
                        <a:off x="4000500" y="5327650"/>
                        <a:ext cx="2584450"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89" name="Object 77"/>
          <p:cNvGraphicFramePr>
            <a:graphicFrameLocks noChangeAspect="1"/>
          </p:cNvGraphicFramePr>
          <p:nvPr>
            <p:extLst>
              <p:ext uri="{D42A27DB-BD31-4B8C-83A1-F6EECF244321}">
                <p14:modId xmlns:p14="http://schemas.microsoft.com/office/powerpoint/2010/main" val="867860199"/>
              </p:ext>
            </p:extLst>
          </p:nvPr>
        </p:nvGraphicFramePr>
        <p:xfrm>
          <a:off x="977900" y="6034088"/>
          <a:ext cx="2420938" cy="438150"/>
        </p:xfrm>
        <a:graphic>
          <a:graphicData uri="http://schemas.openxmlformats.org/presentationml/2006/ole">
            <mc:AlternateContent xmlns:mc="http://schemas.openxmlformats.org/markup-compatibility/2006">
              <mc:Choice xmlns:v="urn:schemas-microsoft-com:vml" Requires="v">
                <p:oleObj spid="_x0000_s115967" name="Equation" r:id="rId15" imgW="1117440" imgH="203040" progId="Equation.DSMT4">
                  <p:embed/>
                </p:oleObj>
              </mc:Choice>
              <mc:Fallback>
                <p:oleObj name="Equation" r:id="rId15" imgW="1117440" imgH="203040" progId="Equation.DSMT4">
                  <p:embed/>
                  <p:pic>
                    <p:nvPicPr>
                      <p:cNvPr id="64589" name="Object 77"/>
                      <p:cNvPicPr>
                        <a:picLocks noChangeAspect="1" noChangeArrowheads="1"/>
                      </p:cNvPicPr>
                      <p:nvPr/>
                    </p:nvPicPr>
                    <p:blipFill>
                      <a:blip r:embed="rId16"/>
                      <a:srcRect/>
                      <a:stretch>
                        <a:fillRect/>
                      </a:stretch>
                    </p:blipFill>
                    <p:spPr bwMode="auto">
                      <a:xfrm>
                        <a:off x="977900" y="6034088"/>
                        <a:ext cx="2420938"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4671" name="Group 159"/>
          <p:cNvGrpSpPr>
            <a:grpSpLocks/>
          </p:cNvGrpSpPr>
          <p:nvPr/>
        </p:nvGrpSpPr>
        <p:grpSpPr bwMode="auto">
          <a:xfrm>
            <a:off x="5219700" y="1341438"/>
            <a:ext cx="3486150" cy="2052637"/>
            <a:chOff x="2789" y="935"/>
            <a:chExt cx="2196" cy="1293"/>
          </a:xfrm>
        </p:grpSpPr>
        <p:sp>
          <p:nvSpPr>
            <p:cNvPr id="64672" name="Freeform 160"/>
            <p:cNvSpPr>
              <a:spLocks noChangeArrowheads="1"/>
            </p:cNvSpPr>
            <p:nvPr/>
          </p:nvSpPr>
          <p:spPr bwMode="auto">
            <a:xfrm>
              <a:off x="4557" y="1797"/>
              <a:ext cx="1" cy="388"/>
            </a:xfrm>
            <a:custGeom>
              <a:avLst/>
              <a:gdLst>
                <a:gd name="T0" fmla="*/ 0 w 1"/>
                <a:gd name="T1" fmla="*/ 0 h 388"/>
                <a:gd name="T2" fmla="*/ 1 w 1"/>
                <a:gd name="T3" fmla="*/ 388 h 388"/>
                <a:gd name="T4" fmla="*/ 1 w 1"/>
                <a:gd name="T5" fmla="*/ 382 h 388"/>
              </a:gdLst>
              <a:ahLst/>
              <a:cxnLst>
                <a:cxn ang="0">
                  <a:pos x="T0" y="T1"/>
                </a:cxn>
                <a:cxn ang="0">
                  <a:pos x="T2" y="T3"/>
                </a:cxn>
                <a:cxn ang="0">
                  <a:pos x="T4" y="T5"/>
                </a:cxn>
              </a:cxnLst>
              <a:rect l="0" t="0" r="r" b="b"/>
              <a:pathLst>
                <a:path w="1" h="388">
                  <a:moveTo>
                    <a:pt x="0" y="0"/>
                  </a:moveTo>
                  <a:lnTo>
                    <a:pt x="1" y="388"/>
                  </a:lnTo>
                  <a:lnTo>
                    <a:pt x="1" y="382"/>
                  </a:lnTo>
                </a:path>
              </a:pathLst>
            </a:custGeom>
            <a:solidFill>
              <a:srgbClr val="FFFFFF"/>
            </a:solidFill>
            <a:ln w="28575" cmpd="sng">
              <a:solidFill>
                <a:srgbClr val="FFCC00"/>
              </a:solidFill>
              <a:round/>
              <a:headEnd/>
              <a:tailEnd/>
            </a:ln>
          </p:spPr>
          <p:txBody>
            <a:bodyPr/>
            <a:lstStyle/>
            <a:p>
              <a:endParaRPr lang="zh-CN" altLang="en-US"/>
            </a:p>
          </p:txBody>
        </p:sp>
        <p:sp>
          <p:nvSpPr>
            <p:cNvPr id="64673" name="Text Box 161"/>
            <p:cNvSpPr txBox="1">
              <a:spLocks noChangeArrowheads="1"/>
            </p:cNvSpPr>
            <p:nvPr/>
          </p:nvSpPr>
          <p:spPr bwMode="auto">
            <a:xfrm>
              <a:off x="4059" y="971"/>
              <a:ext cx="241"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b="0" i="1">
                  <a:solidFill>
                    <a:schemeClr val="bg1"/>
                  </a:solidFill>
                  <a:latin typeface="Times New Roman" panose="02020603050405020304" pitchFamily="18" charset="0"/>
                  <a:ea typeface="宋体" panose="02010600030101010101" pitchFamily="2" charset="-122"/>
                </a:rPr>
                <a:t>L</a:t>
              </a:r>
            </a:p>
          </p:txBody>
        </p:sp>
        <p:sp>
          <p:nvSpPr>
            <p:cNvPr id="64674" name="Text Box 162"/>
            <p:cNvSpPr txBox="1">
              <a:spLocks noChangeArrowheads="1"/>
            </p:cNvSpPr>
            <p:nvPr/>
          </p:nvSpPr>
          <p:spPr bwMode="auto">
            <a:xfrm>
              <a:off x="4150" y="1661"/>
              <a:ext cx="265"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b="0" i="1">
                  <a:solidFill>
                    <a:schemeClr val="bg1"/>
                  </a:solidFill>
                  <a:latin typeface="Times New Roman" panose="02020603050405020304" pitchFamily="18" charset="0"/>
                  <a:ea typeface="宋体" panose="02010600030101010101" pitchFamily="2" charset="-122"/>
                </a:rPr>
                <a:t>C</a:t>
              </a:r>
            </a:p>
          </p:txBody>
        </p:sp>
        <p:sp>
          <p:nvSpPr>
            <p:cNvPr id="64675" name="Text Box 163"/>
            <p:cNvSpPr txBox="1">
              <a:spLocks noChangeArrowheads="1"/>
            </p:cNvSpPr>
            <p:nvPr/>
          </p:nvSpPr>
          <p:spPr bwMode="auto">
            <a:xfrm>
              <a:off x="3334" y="935"/>
              <a:ext cx="253"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b="0" i="1">
                  <a:solidFill>
                    <a:schemeClr val="bg1"/>
                  </a:solidFill>
                  <a:latin typeface="Times New Roman" panose="02020603050405020304" pitchFamily="18" charset="0"/>
                  <a:ea typeface="宋体" panose="02010600030101010101" pitchFamily="2" charset="-122"/>
                </a:rPr>
                <a:t>R</a:t>
              </a:r>
            </a:p>
          </p:txBody>
        </p:sp>
        <p:sp>
          <p:nvSpPr>
            <p:cNvPr id="64676" name="Text Box 164"/>
            <p:cNvSpPr txBox="1">
              <a:spLocks noChangeArrowheads="1"/>
            </p:cNvSpPr>
            <p:nvPr/>
          </p:nvSpPr>
          <p:spPr bwMode="auto">
            <a:xfrm>
              <a:off x="2789" y="1616"/>
              <a:ext cx="338"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en-US" altLang="zh-CN" b="0" i="1">
                  <a:solidFill>
                    <a:schemeClr val="bg1"/>
                  </a:solidFill>
                  <a:latin typeface="Times New Roman" panose="02020603050405020304" pitchFamily="18" charset="0"/>
                  <a:ea typeface="宋体" panose="02010600030101010101" pitchFamily="2" charset="-122"/>
                </a:rPr>
                <a:t>u</a:t>
              </a:r>
            </a:p>
          </p:txBody>
        </p:sp>
        <p:sp>
          <p:nvSpPr>
            <p:cNvPr id="64677" name="Text Box 165"/>
            <p:cNvSpPr txBox="1">
              <a:spLocks noChangeArrowheads="1"/>
            </p:cNvSpPr>
            <p:nvPr/>
          </p:nvSpPr>
          <p:spPr bwMode="auto">
            <a:xfrm>
              <a:off x="4014" y="1253"/>
              <a:ext cx="336"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en-US" altLang="zh-CN" b="0" i="1">
                  <a:solidFill>
                    <a:schemeClr val="bg1"/>
                  </a:solidFill>
                  <a:latin typeface="Times New Roman" panose="02020603050405020304" pitchFamily="18" charset="0"/>
                  <a:ea typeface="宋体" panose="02010600030101010101" pitchFamily="2" charset="-122"/>
                </a:rPr>
                <a:t>u</a:t>
              </a:r>
              <a:r>
                <a:rPr kumimoji="1" lang="en-US" altLang="zh-CN" b="0" i="1" baseline="-25000">
                  <a:solidFill>
                    <a:schemeClr val="bg1"/>
                  </a:solidFill>
                  <a:latin typeface="Times New Roman" panose="02020603050405020304" pitchFamily="18" charset="0"/>
                  <a:ea typeface="宋体" panose="02010600030101010101" pitchFamily="2" charset="-122"/>
                </a:rPr>
                <a:t>L</a:t>
              </a:r>
              <a:endParaRPr kumimoji="1" lang="en-US" altLang="zh-CN" b="0" i="1">
                <a:solidFill>
                  <a:schemeClr val="bg1"/>
                </a:solidFill>
                <a:latin typeface="Times New Roman" panose="02020603050405020304" pitchFamily="18" charset="0"/>
                <a:ea typeface="宋体" panose="02010600030101010101" pitchFamily="2" charset="-122"/>
              </a:endParaRPr>
            </a:p>
          </p:txBody>
        </p:sp>
        <p:sp>
          <p:nvSpPr>
            <p:cNvPr id="64678" name="Text Box 166"/>
            <p:cNvSpPr txBox="1">
              <a:spLocks noChangeArrowheads="1"/>
            </p:cNvSpPr>
            <p:nvPr/>
          </p:nvSpPr>
          <p:spPr bwMode="auto">
            <a:xfrm>
              <a:off x="4649" y="1570"/>
              <a:ext cx="336"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en-US" altLang="zh-CN" b="0" i="1">
                  <a:solidFill>
                    <a:schemeClr val="bg1"/>
                  </a:solidFill>
                  <a:latin typeface="Times New Roman" panose="02020603050405020304" pitchFamily="18" charset="0"/>
                  <a:ea typeface="宋体" panose="02010600030101010101" pitchFamily="2" charset="-122"/>
                </a:rPr>
                <a:t>u</a:t>
              </a:r>
              <a:r>
                <a:rPr kumimoji="1" lang="en-US" altLang="zh-CN" b="0" baseline="-25000">
                  <a:solidFill>
                    <a:schemeClr val="bg1"/>
                  </a:solidFill>
                  <a:latin typeface="Times New Roman" panose="02020603050405020304" pitchFamily="18" charset="0"/>
                  <a:ea typeface="宋体" panose="02010600030101010101" pitchFamily="2" charset="-122"/>
                </a:rPr>
                <a:t>C</a:t>
              </a:r>
              <a:endParaRPr kumimoji="1" lang="en-US" altLang="zh-CN" b="0" i="1">
                <a:solidFill>
                  <a:schemeClr val="bg1"/>
                </a:solidFill>
                <a:latin typeface="Times New Roman" panose="02020603050405020304" pitchFamily="18" charset="0"/>
                <a:ea typeface="宋体" panose="02010600030101010101" pitchFamily="2" charset="-122"/>
              </a:endParaRPr>
            </a:p>
          </p:txBody>
        </p:sp>
        <p:sp>
          <p:nvSpPr>
            <p:cNvPr id="64679" name="Line 167"/>
            <p:cNvSpPr>
              <a:spLocks noChangeShapeType="1"/>
            </p:cNvSpPr>
            <p:nvPr/>
          </p:nvSpPr>
          <p:spPr bwMode="auto">
            <a:xfrm>
              <a:off x="3470" y="2115"/>
              <a:ext cx="288" cy="0"/>
            </a:xfrm>
            <a:prstGeom prst="line">
              <a:avLst/>
            </a:prstGeom>
            <a:noFill/>
            <a:ln w="38100">
              <a:solidFill>
                <a:srgbClr val="66FFFF"/>
              </a:solidFill>
              <a:round/>
              <a:headEnd type="triangle" w="med"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680" name="Text Box 168"/>
            <p:cNvSpPr txBox="1">
              <a:spLocks noChangeArrowheads="1"/>
            </p:cNvSpPr>
            <p:nvPr/>
          </p:nvSpPr>
          <p:spPr bwMode="auto">
            <a:xfrm>
              <a:off x="3515" y="1752"/>
              <a:ext cx="178"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b="0" i="1">
                  <a:solidFill>
                    <a:schemeClr val="bg1"/>
                  </a:solidFill>
                  <a:latin typeface="Times New Roman" panose="02020603050405020304" pitchFamily="18" charset="0"/>
                  <a:ea typeface="宋体" panose="02010600030101010101" pitchFamily="2" charset="-122"/>
                </a:rPr>
                <a:t>i</a:t>
              </a:r>
            </a:p>
          </p:txBody>
        </p:sp>
        <p:sp>
          <p:nvSpPr>
            <p:cNvPr id="64681" name="Text Box 169"/>
            <p:cNvSpPr txBox="1">
              <a:spLocks noChangeArrowheads="1"/>
            </p:cNvSpPr>
            <p:nvPr/>
          </p:nvSpPr>
          <p:spPr bwMode="auto">
            <a:xfrm>
              <a:off x="2835" y="1344"/>
              <a:ext cx="24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b="0">
                  <a:solidFill>
                    <a:schemeClr val="bg1"/>
                  </a:solidFill>
                  <a:latin typeface="Times New Roman" panose="02020603050405020304" pitchFamily="18" charset="0"/>
                  <a:ea typeface="宋体" panose="02010600030101010101" pitchFamily="2" charset="-122"/>
                </a:rPr>
                <a:t>+</a:t>
              </a:r>
            </a:p>
          </p:txBody>
        </p:sp>
        <p:sp>
          <p:nvSpPr>
            <p:cNvPr id="64682" name="Text Box 170"/>
            <p:cNvSpPr txBox="1">
              <a:spLocks noChangeArrowheads="1"/>
            </p:cNvSpPr>
            <p:nvPr/>
          </p:nvSpPr>
          <p:spPr bwMode="auto">
            <a:xfrm>
              <a:off x="2835" y="1888"/>
              <a:ext cx="2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b="0">
                  <a:solidFill>
                    <a:schemeClr val="bg1"/>
                  </a:solidFill>
                  <a:latin typeface="宋体" panose="02010600030101010101" pitchFamily="2" charset="-122"/>
                  <a:ea typeface="宋体" panose="02010600030101010101" pitchFamily="2" charset="-122"/>
                </a:rPr>
                <a:t>-</a:t>
              </a:r>
              <a:endParaRPr kumimoji="1" lang="en-US" altLang="zh-CN" b="0">
                <a:solidFill>
                  <a:schemeClr val="bg1"/>
                </a:solidFill>
                <a:latin typeface="Times New Roman" panose="02020603050405020304" pitchFamily="18" charset="0"/>
                <a:ea typeface="宋体" panose="02010600030101010101" pitchFamily="2" charset="-122"/>
              </a:endParaRPr>
            </a:p>
          </p:txBody>
        </p:sp>
        <p:sp>
          <p:nvSpPr>
            <p:cNvPr id="64683" name="Text Box 171"/>
            <p:cNvSpPr txBox="1">
              <a:spLocks noChangeArrowheads="1"/>
            </p:cNvSpPr>
            <p:nvPr/>
          </p:nvSpPr>
          <p:spPr bwMode="auto">
            <a:xfrm>
              <a:off x="4604" y="1344"/>
              <a:ext cx="24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b="0">
                  <a:solidFill>
                    <a:schemeClr val="bg1"/>
                  </a:solidFill>
                  <a:latin typeface="Times New Roman" panose="02020603050405020304" pitchFamily="18" charset="0"/>
                  <a:ea typeface="宋体" panose="02010600030101010101" pitchFamily="2" charset="-122"/>
                </a:rPr>
                <a:t>+</a:t>
              </a:r>
            </a:p>
          </p:txBody>
        </p:sp>
        <p:sp>
          <p:nvSpPr>
            <p:cNvPr id="64684" name="Text Box 172"/>
            <p:cNvSpPr txBox="1">
              <a:spLocks noChangeArrowheads="1"/>
            </p:cNvSpPr>
            <p:nvPr/>
          </p:nvSpPr>
          <p:spPr bwMode="auto">
            <a:xfrm>
              <a:off x="4558" y="1842"/>
              <a:ext cx="2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b="0">
                  <a:solidFill>
                    <a:schemeClr val="bg1"/>
                  </a:solidFill>
                  <a:latin typeface="宋体" panose="02010600030101010101" pitchFamily="2" charset="-122"/>
                  <a:ea typeface="宋体" panose="02010600030101010101" pitchFamily="2" charset="-122"/>
                </a:rPr>
                <a:t>-</a:t>
              </a:r>
              <a:endParaRPr kumimoji="1" lang="en-US" altLang="zh-CN" b="0">
                <a:solidFill>
                  <a:schemeClr val="bg1"/>
                </a:solidFill>
                <a:latin typeface="Times New Roman" panose="02020603050405020304" pitchFamily="18" charset="0"/>
                <a:ea typeface="宋体" panose="02010600030101010101" pitchFamily="2" charset="-122"/>
              </a:endParaRPr>
            </a:p>
          </p:txBody>
        </p:sp>
        <p:sp>
          <p:nvSpPr>
            <p:cNvPr id="64685" name="Text Box 173"/>
            <p:cNvSpPr txBox="1">
              <a:spLocks noChangeArrowheads="1"/>
            </p:cNvSpPr>
            <p:nvPr/>
          </p:nvSpPr>
          <p:spPr bwMode="auto">
            <a:xfrm>
              <a:off x="3742" y="1298"/>
              <a:ext cx="24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b="0">
                  <a:solidFill>
                    <a:schemeClr val="bg1"/>
                  </a:solidFill>
                  <a:latin typeface="Times New Roman" panose="02020603050405020304" pitchFamily="18" charset="0"/>
                  <a:ea typeface="宋体" panose="02010600030101010101" pitchFamily="2" charset="-122"/>
                </a:rPr>
                <a:t>+</a:t>
              </a:r>
            </a:p>
          </p:txBody>
        </p:sp>
        <p:sp>
          <p:nvSpPr>
            <p:cNvPr id="64686" name="Text Box 174"/>
            <p:cNvSpPr txBox="1">
              <a:spLocks noChangeArrowheads="1"/>
            </p:cNvSpPr>
            <p:nvPr/>
          </p:nvSpPr>
          <p:spPr bwMode="auto">
            <a:xfrm>
              <a:off x="4286" y="1253"/>
              <a:ext cx="2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b="0">
                  <a:solidFill>
                    <a:schemeClr val="bg1"/>
                  </a:solidFill>
                  <a:latin typeface="宋体" panose="02010600030101010101" pitchFamily="2" charset="-122"/>
                  <a:ea typeface="宋体" panose="02010600030101010101" pitchFamily="2" charset="-122"/>
                </a:rPr>
                <a:t>-</a:t>
              </a:r>
              <a:endParaRPr kumimoji="1" lang="en-US" altLang="zh-CN" b="0">
                <a:solidFill>
                  <a:schemeClr val="bg1"/>
                </a:solidFill>
                <a:latin typeface="Times New Roman" panose="02020603050405020304" pitchFamily="18" charset="0"/>
                <a:ea typeface="宋体" panose="02010600030101010101" pitchFamily="2" charset="-122"/>
              </a:endParaRPr>
            </a:p>
          </p:txBody>
        </p:sp>
        <p:sp>
          <p:nvSpPr>
            <p:cNvPr id="64687" name="Oval 175"/>
            <p:cNvSpPr>
              <a:spLocks noChangeArrowheads="1"/>
            </p:cNvSpPr>
            <p:nvPr/>
          </p:nvSpPr>
          <p:spPr bwMode="auto">
            <a:xfrm>
              <a:off x="2971" y="2160"/>
              <a:ext cx="68" cy="68"/>
            </a:xfrm>
            <a:prstGeom prst="ellipse">
              <a:avLst/>
            </a:prstGeom>
            <a:noFill/>
            <a:ln w="38100">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4688" name="Oval 176"/>
            <p:cNvSpPr>
              <a:spLocks noChangeArrowheads="1"/>
            </p:cNvSpPr>
            <p:nvPr/>
          </p:nvSpPr>
          <p:spPr bwMode="auto">
            <a:xfrm>
              <a:off x="2971" y="1298"/>
              <a:ext cx="68" cy="68"/>
            </a:xfrm>
            <a:prstGeom prst="ellipse">
              <a:avLst/>
            </a:prstGeom>
            <a:noFill/>
            <a:ln w="38100">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4689" name="Text Box 177"/>
            <p:cNvSpPr txBox="1">
              <a:spLocks noChangeArrowheads="1"/>
            </p:cNvSpPr>
            <p:nvPr/>
          </p:nvSpPr>
          <p:spPr bwMode="auto">
            <a:xfrm>
              <a:off x="3061" y="1298"/>
              <a:ext cx="24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b="0">
                  <a:solidFill>
                    <a:schemeClr val="bg1"/>
                  </a:solidFill>
                  <a:latin typeface="Times New Roman" panose="02020603050405020304" pitchFamily="18" charset="0"/>
                  <a:ea typeface="宋体" panose="02010600030101010101" pitchFamily="2" charset="-122"/>
                </a:rPr>
                <a:t>+</a:t>
              </a:r>
            </a:p>
          </p:txBody>
        </p:sp>
        <p:sp>
          <p:nvSpPr>
            <p:cNvPr id="64690" name="Text Box 178"/>
            <p:cNvSpPr txBox="1">
              <a:spLocks noChangeArrowheads="1"/>
            </p:cNvSpPr>
            <p:nvPr/>
          </p:nvSpPr>
          <p:spPr bwMode="auto">
            <a:xfrm>
              <a:off x="3515" y="1298"/>
              <a:ext cx="2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b="0">
                  <a:solidFill>
                    <a:schemeClr val="bg1"/>
                  </a:solidFill>
                  <a:latin typeface="宋体" panose="02010600030101010101" pitchFamily="2" charset="-122"/>
                  <a:ea typeface="宋体" panose="02010600030101010101" pitchFamily="2" charset="-122"/>
                </a:rPr>
                <a:t>-</a:t>
              </a:r>
              <a:endParaRPr kumimoji="1" lang="en-US" altLang="zh-CN" b="0">
                <a:solidFill>
                  <a:schemeClr val="bg1"/>
                </a:solidFill>
                <a:latin typeface="Times New Roman" panose="02020603050405020304" pitchFamily="18" charset="0"/>
                <a:ea typeface="宋体" panose="02010600030101010101" pitchFamily="2" charset="-122"/>
              </a:endParaRPr>
            </a:p>
          </p:txBody>
        </p:sp>
        <p:sp>
          <p:nvSpPr>
            <p:cNvPr id="64691" name="Text Box 179"/>
            <p:cNvSpPr txBox="1">
              <a:spLocks noChangeArrowheads="1"/>
            </p:cNvSpPr>
            <p:nvPr/>
          </p:nvSpPr>
          <p:spPr bwMode="auto">
            <a:xfrm>
              <a:off x="3243" y="1344"/>
              <a:ext cx="336"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en-US" altLang="zh-CN" b="0" i="1">
                  <a:solidFill>
                    <a:schemeClr val="bg1"/>
                  </a:solidFill>
                  <a:latin typeface="Times New Roman" panose="02020603050405020304" pitchFamily="18" charset="0"/>
                  <a:ea typeface="宋体" panose="02010600030101010101" pitchFamily="2" charset="-122"/>
                </a:rPr>
                <a:t>u</a:t>
              </a:r>
              <a:r>
                <a:rPr kumimoji="1" lang="en-US" altLang="zh-CN" b="0" i="1" baseline="-25000">
                  <a:solidFill>
                    <a:schemeClr val="bg1"/>
                  </a:solidFill>
                  <a:latin typeface="Times New Roman" panose="02020603050405020304" pitchFamily="18" charset="0"/>
                  <a:ea typeface="宋体" panose="02010600030101010101" pitchFamily="2" charset="-122"/>
                </a:rPr>
                <a:t>R</a:t>
              </a:r>
              <a:endParaRPr kumimoji="1" lang="en-US" altLang="zh-CN" b="0" i="1">
                <a:solidFill>
                  <a:schemeClr val="bg1"/>
                </a:solidFill>
                <a:latin typeface="Times New Roman" panose="02020603050405020304" pitchFamily="18" charset="0"/>
                <a:ea typeface="宋体" panose="02010600030101010101" pitchFamily="2" charset="-122"/>
              </a:endParaRPr>
            </a:p>
          </p:txBody>
        </p:sp>
        <p:grpSp>
          <p:nvGrpSpPr>
            <p:cNvPr id="64692" name="Group 180"/>
            <p:cNvGrpSpPr>
              <a:grpSpLocks/>
            </p:cNvGrpSpPr>
            <p:nvPr/>
          </p:nvGrpSpPr>
          <p:grpSpPr bwMode="auto">
            <a:xfrm>
              <a:off x="3923" y="1253"/>
              <a:ext cx="499" cy="590"/>
              <a:chOff x="476" y="663"/>
              <a:chExt cx="771" cy="862"/>
            </a:xfrm>
          </p:grpSpPr>
          <p:sp>
            <p:nvSpPr>
              <p:cNvPr id="64693" name="AutoShape 181"/>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694" name="AutoShape 182"/>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695" name="AutoShape 183"/>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4696" name="Group 184"/>
            <p:cNvGrpSpPr>
              <a:grpSpLocks/>
            </p:cNvGrpSpPr>
            <p:nvPr/>
          </p:nvGrpSpPr>
          <p:grpSpPr bwMode="auto">
            <a:xfrm>
              <a:off x="4422" y="1706"/>
              <a:ext cx="240" cy="93"/>
              <a:chOff x="3787" y="2478"/>
              <a:chExt cx="240" cy="93"/>
            </a:xfrm>
          </p:grpSpPr>
          <p:sp>
            <p:nvSpPr>
              <p:cNvPr id="64697" name="Line 185"/>
              <p:cNvSpPr>
                <a:spLocks noChangeShapeType="1"/>
              </p:cNvSpPr>
              <p:nvPr/>
            </p:nvSpPr>
            <p:spPr bwMode="auto">
              <a:xfrm flipV="1">
                <a:off x="3787" y="2568"/>
                <a:ext cx="240" cy="3"/>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698" name="Line 186"/>
              <p:cNvSpPr>
                <a:spLocks noChangeShapeType="1"/>
              </p:cNvSpPr>
              <p:nvPr/>
            </p:nvSpPr>
            <p:spPr bwMode="auto">
              <a:xfrm>
                <a:off x="3787" y="2478"/>
                <a:ext cx="240" cy="1"/>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4699" name="Line 187"/>
            <p:cNvSpPr>
              <a:spLocks noChangeShapeType="1"/>
            </p:cNvSpPr>
            <p:nvPr/>
          </p:nvSpPr>
          <p:spPr bwMode="auto">
            <a:xfrm>
              <a:off x="4377" y="1344"/>
              <a:ext cx="181"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700" name="Line 188"/>
            <p:cNvSpPr>
              <a:spLocks noChangeShapeType="1"/>
            </p:cNvSpPr>
            <p:nvPr/>
          </p:nvSpPr>
          <p:spPr bwMode="auto">
            <a:xfrm>
              <a:off x="4558" y="1344"/>
              <a:ext cx="0" cy="362"/>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701" name="Line 189"/>
            <p:cNvSpPr>
              <a:spLocks noChangeShapeType="1"/>
            </p:cNvSpPr>
            <p:nvPr/>
          </p:nvSpPr>
          <p:spPr bwMode="auto">
            <a:xfrm>
              <a:off x="3016" y="1344"/>
              <a:ext cx="953"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702" name="Rectangle 190"/>
            <p:cNvSpPr>
              <a:spLocks noChangeArrowheads="1"/>
            </p:cNvSpPr>
            <p:nvPr/>
          </p:nvSpPr>
          <p:spPr bwMode="auto">
            <a:xfrm>
              <a:off x="3288" y="1253"/>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03" name="Line 191"/>
            <p:cNvSpPr>
              <a:spLocks noChangeShapeType="1"/>
            </p:cNvSpPr>
            <p:nvPr/>
          </p:nvSpPr>
          <p:spPr bwMode="auto">
            <a:xfrm>
              <a:off x="3016" y="2205"/>
              <a:ext cx="1543"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4739" name="Group 227"/>
          <p:cNvGrpSpPr>
            <a:grpSpLocks/>
          </p:cNvGrpSpPr>
          <p:nvPr/>
        </p:nvGrpSpPr>
        <p:grpSpPr bwMode="auto">
          <a:xfrm>
            <a:off x="5148263" y="1412875"/>
            <a:ext cx="3816350" cy="2520950"/>
            <a:chOff x="3107" y="2251"/>
            <a:chExt cx="2404" cy="1588"/>
          </a:xfrm>
        </p:grpSpPr>
        <p:sp>
          <p:nvSpPr>
            <p:cNvPr id="64705" name="Rectangle 193"/>
            <p:cNvSpPr>
              <a:spLocks noChangeArrowheads="1"/>
            </p:cNvSpPr>
            <p:nvPr/>
          </p:nvSpPr>
          <p:spPr bwMode="auto">
            <a:xfrm>
              <a:off x="3107" y="2251"/>
              <a:ext cx="2404" cy="1588"/>
            </a:xfrm>
            <a:prstGeom prst="rect">
              <a:avLst/>
            </a:prstGeom>
            <a:solidFill>
              <a:srgbClr val="77777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4706" name="Group 194"/>
            <p:cNvGrpSpPr>
              <a:grpSpLocks/>
            </p:cNvGrpSpPr>
            <p:nvPr/>
          </p:nvGrpSpPr>
          <p:grpSpPr bwMode="auto">
            <a:xfrm>
              <a:off x="3197" y="2297"/>
              <a:ext cx="2175" cy="1293"/>
              <a:chOff x="2880" y="2523"/>
              <a:chExt cx="2175" cy="1293"/>
            </a:xfrm>
          </p:grpSpPr>
          <p:sp>
            <p:nvSpPr>
              <p:cNvPr id="64707" name="Freeform 195"/>
              <p:cNvSpPr>
                <a:spLocks noChangeArrowheads="1"/>
              </p:cNvSpPr>
              <p:nvPr/>
            </p:nvSpPr>
            <p:spPr bwMode="auto">
              <a:xfrm>
                <a:off x="4603" y="3385"/>
                <a:ext cx="1" cy="388"/>
              </a:xfrm>
              <a:custGeom>
                <a:avLst/>
                <a:gdLst>
                  <a:gd name="T0" fmla="*/ 0 w 1"/>
                  <a:gd name="T1" fmla="*/ 0 h 388"/>
                  <a:gd name="T2" fmla="*/ 1 w 1"/>
                  <a:gd name="T3" fmla="*/ 388 h 388"/>
                  <a:gd name="T4" fmla="*/ 1 w 1"/>
                  <a:gd name="T5" fmla="*/ 382 h 388"/>
                </a:gdLst>
                <a:ahLst/>
                <a:cxnLst>
                  <a:cxn ang="0">
                    <a:pos x="T0" y="T1"/>
                  </a:cxn>
                  <a:cxn ang="0">
                    <a:pos x="T2" y="T3"/>
                  </a:cxn>
                  <a:cxn ang="0">
                    <a:pos x="T4" y="T5"/>
                  </a:cxn>
                </a:cxnLst>
                <a:rect l="0" t="0" r="r" b="b"/>
                <a:pathLst>
                  <a:path w="1" h="388">
                    <a:moveTo>
                      <a:pt x="0" y="0"/>
                    </a:moveTo>
                    <a:lnTo>
                      <a:pt x="1" y="388"/>
                    </a:lnTo>
                    <a:lnTo>
                      <a:pt x="1" y="382"/>
                    </a:lnTo>
                  </a:path>
                </a:pathLst>
              </a:custGeom>
              <a:solidFill>
                <a:srgbClr val="FFFFFF"/>
              </a:solidFill>
              <a:ln w="28575" cmpd="sng">
                <a:solidFill>
                  <a:srgbClr val="FFCC00"/>
                </a:solidFill>
                <a:round/>
                <a:headEnd/>
                <a:tailEnd/>
              </a:ln>
            </p:spPr>
            <p:txBody>
              <a:bodyPr/>
              <a:lstStyle/>
              <a:p>
                <a:endParaRPr lang="zh-CN" altLang="en-US"/>
              </a:p>
            </p:txBody>
          </p:sp>
          <p:sp>
            <p:nvSpPr>
              <p:cNvPr id="64708" name="Text Box 196"/>
              <p:cNvSpPr txBox="1">
                <a:spLocks noChangeArrowheads="1"/>
              </p:cNvSpPr>
              <p:nvPr/>
            </p:nvSpPr>
            <p:spPr bwMode="auto">
              <a:xfrm>
                <a:off x="3380" y="2523"/>
                <a:ext cx="253"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b="0" i="1">
                    <a:solidFill>
                      <a:schemeClr val="bg1"/>
                    </a:solidFill>
                    <a:latin typeface="Times New Roman" panose="02020603050405020304" pitchFamily="18" charset="0"/>
                    <a:ea typeface="宋体" panose="02010600030101010101" pitchFamily="2" charset="-122"/>
                  </a:rPr>
                  <a:t>R</a:t>
                </a:r>
              </a:p>
            </p:txBody>
          </p:sp>
          <p:sp>
            <p:nvSpPr>
              <p:cNvPr id="64709" name="Line 197"/>
              <p:cNvSpPr>
                <a:spLocks noChangeShapeType="1"/>
              </p:cNvSpPr>
              <p:nvPr/>
            </p:nvSpPr>
            <p:spPr bwMode="auto">
              <a:xfrm>
                <a:off x="3516" y="3703"/>
                <a:ext cx="288" cy="0"/>
              </a:xfrm>
              <a:prstGeom prst="line">
                <a:avLst/>
              </a:prstGeom>
              <a:noFill/>
              <a:ln w="28575">
                <a:solidFill>
                  <a:srgbClr val="66FFFF"/>
                </a:solidFill>
                <a:round/>
                <a:headEnd type="triangle" w="med" len="me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710" name="Text Box 198"/>
              <p:cNvSpPr txBox="1">
                <a:spLocks noChangeArrowheads="1"/>
              </p:cNvSpPr>
              <p:nvPr/>
            </p:nvSpPr>
            <p:spPr bwMode="auto">
              <a:xfrm>
                <a:off x="2881" y="2932"/>
                <a:ext cx="24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b="0">
                    <a:solidFill>
                      <a:schemeClr val="bg1"/>
                    </a:solidFill>
                    <a:latin typeface="Times New Roman" panose="02020603050405020304" pitchFamily="18" charset="0"/>
                    <a:ea typeface="宋体" panose="02010600030101010101" pitchFamily="2" charset="-122"/>
                  </a:rPr>
                  <a:t>+</a:t>
                </a:r>
              </a:p>
            </p:txBody>
          </p:sp>
          <p:sp>
            <p:nvSpPr>
              <p:cNvPr id="64711" name="Text Box 199"/>
              <p:cNvSpPr txBox="1">
                <a:spLocks noChangeArrowheads="1"/>
              </p:cNvSpPr>
              <p:nvPr/>
            </p:nvSpPr>
            <p:spPr bwMode="auto">
              <a:xfrm>
                <a:off x="2881" y="3476"/>
                <a:ext cx="2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b="0">
                    <a:solidFill>
                      <a:schemeClr val="bg1"/>
                    </a:solidFill>
                    <a:latin typeface="宋体" panose="02010600030101010101" pitchFamily="2" charset="-122"/>
                    <a:ea typeface="宋体" panose="02010600030101010101" pitchFamily="2" charset="-122"/>
                  </a:rPr>
                  <a:t>-</a:t>
                </a:r>
                <a:endParaRPr kumimoji="1" lang="en-US" altLang="zh-CN" b="0">
                  <a:solidFill>
                    <a:schemeClr val="bg1"/>
                  </a:solidFill>
                  <a:latin typeface="Times New Roman" panose="02020603050405020304" pitchFamily="18" charset="0"/>
                  <a:ea typeface="宋体" panose="02010600030101010101" pitchFamily="2" charset="-122"/>
                </a:endParaRPr>
              </a:p>
            </p:txBody>
          </p:sp>
          <p:sp>
            <p:nvSpPr>
              <p:cNvPr id="64712" name="Text Box 200"/>
              <p:cNvSpPr txBox="1">
                <a:spLocks noChangeArrowheads="1"/>
              </p:cNvSpPr>
              <p:nvPr/>
            </p:nvSpPr>
            <p:spPr bwMode="auto">
              <a:xfrm>
                <a:off x="4650" y="2932"/>
                <a:ext cx="24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b="0">
                    <a:solidFill>
                      <a:schemeClr val="bg1"/>
                    </a:solidFill>
                    <a:latin typeface="Times New Roman" panose="02020603050405020304" pitchFamily="18" charset="0"/>
                    <a:ea typeface="宋体" panose="02010600030101010101" pitchFamily="2" charset="-122"/>
                  </a:rPr>
                  <a:t>+</a:t>
                </a:r>
              </a:p>
            </p:txBody>
          </p:sp>
          <p:sp>
            <p:nvSpPr>
              <p:cNvPr id="64713" name="Text Box 201"/>
              <p:cNvSpPr txBox="1">
                <a:spLocks noChangeArrowheads="1"/>
              </p:cNvSpPr>
              <p:nvPr/>
            </p:nvSpPr>
            <p:spPr bwMode="auto">
              <a:xfrm>
                <a:off x="4604" y="3430"/>
                <a:ext cx="2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b="0">
                    <a:solidFill>
                      <a:schemeClr val="bg1"/>
                    </a:solidFill>
                    <a:latin typeface="宋体" panose="02010600030101010101" pitchFamily="2" charset="-122"/>
                    <a:ea typeface="宋体" panose="02010600030101010101" pitchFamily="2" charset="-122"/>
                  </a:rPr>
                  <a:t>-</a:t>
                </a:r>
                <a:endParaRPr kumimoji="1" lang="en-US" altLang="zh-CN" b="0">
                  <a:solidFill>
                    <a:schemeClr val="bg1"/>
                  </a:solidFill>
                  <a:latin typeface="Times New Roman" panose="02020603050405020304" pitchFamily="18" charset="0"/>
                  <a:ea typeface="宋体" panose="02010600030101010101" pitchFamily="2" charset="-122"/>
                </a:endParaRPr>
              </a:p>
            </p:txBody>
          </p:sp>
          <p:sp>
            <p:nvSpPr>
              <p:cNvPr id="64714" name="Text Box 202"/>
              <p:cNvSpPr txBox="1">
                <a:spLocks noChangeArrowheads="1"/>
              </p:cNvSpPr>
              <p:nvPr/>
            </p:nvSpPr>
            <p:spPr bwMode="auto">
              <a:xfrm>
                <a:off x="3788" y="2886"/>
                <a:ext cx="24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b="0">
                    <a:solidFill>
                      <a:schemeClr val="bg1"/>
                    </a:solidFill>
                    <a:latin typeface="Times New Roman" panose="02020603050405020304" pitchFamily="18" charset="0"/>
                    <a:ea typeface="宋体" panose="02010600030101010101" pitchFamily="2" charset="-122"/>
                  </a:rPr>
                  <a:t>+</a:t>
                </a:r>
              </a:p>
            </p:txBody>
          </p:sp>
          <p:sp>
            <p:nvSpPr>
              <p:cNvPr id="64715" name="Text Box 203"/>
              <p:cNvSpPr txBox="1">
                <a:spLocks noChangeArrowheads="1"/>
              </p:cNvSpPr>
              <p:nvPr/>
            </p:nvSpPr>
            <p:spPr bwMode="auto">
              <a:xfrm>
                <a:off x="4332" y="2841"/>
                <a:ext cx="2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b="0">
                    <a:solidFill>
                      <a:schemeClr val="bg1"/>
                    </a:solidFill>
                    <a:latin typeface="宋体" panose="02010600030101010101" pitchFamily="2" charset="-122"/>
                    <a:ea typeface="宋体" panose="02010600030101010101" pitchFamily="2" charset="-122"/>
                  </a:rPr>
                  <a:t>-</a:t>
                </a:r>
                <a:endParaRPr kumimoji="1" lang="en-US" altLang="zh-CN" b="0">
                  <a:solidFill>
                    <a:schemeClr val="bg1"/>
                  </a:solidFill>
                  <a:latin typeface="Times New Roman" panose="02020603050405020304" pitchFamily="18" charset="0"/>
                  <a:ea typeface="宋体" panose="02010600030101010101" pitchFamily="2" charset="-122"/>
                </a:endParaRPr>
              </a:p>
            </p:txBody>
          </p:sp>
          <p:sp>
            <p:nvSpPr>
              <p:cNvPr id="64716" name="Oval 204"/>
              <p:cNvSpPr>
                <a:spLocks noChangeArrowheads="1"/>
              </p:cNvSpPr>
              <p:nvPr/>
            </p:nvSpPr>
            <p:spPr bwMode="auto">
              <a:xfrm>
                <a:off x="3017" y="3748"/>
                <a:ext cx="68" cy="68"/>
              </a:xfrm>
              <a:prstGeom prst="ellipse">
                <a:avLst/>
              </a:prstGeom>
              <a:noFill/>
              <a:ln w="38100">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4717" name="Oval 205"/>
              <p:cNvSpPr>
                <a:spLocks noChangeArrowheads="1"/>
              </p:cNvSpPr>
              <p:nvPr/>
            </p:nvSpPr>
            <p:spPr bwMode="auto">
              <a:xfrm>
                <a:off x="3017" y="2886"/>
                <a:ext cx="68" cy="68"/>
              </a:xfrm>
              <a:prstGeom prst="ellipse">
                <a:avLst/>
              </a:prstGeom>
              <a:noFill/>
              <a:ln w="38100">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4718" name="Text Box 206"/>
              <p:cNvSpPr txBox="1">
                <a:spLocks noChangeArrowheads="1"/>
              </p:cNvSpPr>
              <p:nvPr/>
            </p:nvSpPr>
            <p:spPr bwMode="auto">
              <a:xfrm>
                <a:off x="3107" y="2886"/>
                <a:ext cx="24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b="0">
                    <a:solidFill>
                      <a:schemeClr val="bg1"/>
                    </a:solidFill>
                    <a:latin typeface="Times New Roman" panose="02020603050405020304" pitchFamily="18" charset="0"/>
                    <a:ea typeface="宋体" panose="02010600030101010101" pitchFamily="2" charset="-122"/>
                  </a:rPr>
                  <a:t>+</a:t>
                </a:r>
              </a:p>
            </p:txBody>
          </p:sp>
          <p:sp>
            <p:nvSpPr>
              <p:cNvPr id="64719" name="Text Box 207"/>
              <p:cNvSpPr txBox="1">
                <a:spLocks noChangeArrowheads="1"/>
              </p:cNvSpPr>
              <p:nvPr/>
            </p:nvSpPr>
            <p:spPr bwMode="auto">
              <a:xfrm>
                <a:off x="3561" y="2886"/>
                <a:ext cx="2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b="0">
                    <a:solidFill>
                      <a:schemeClr val="bg1"/>
                    </a:solidFill>
                    <a:latin typeface="宋体" panose="02010600030101010101" pitchFamily="2" charset="-122"/>
                    <a:ea typeface="宋体" panose="02010600030101010101" pitchFamily="2" charset="-122"/>
                  </a:rPr>
                  <a:t>-</a:t>
                </a:r>
                <a:endParaRPr kumimoji="1" lang="en-US" altLang="zh-CN" b="0">
                  <a:solidFill>
                    <a:schemeClr val="bg1"/>
                  </a:solidFill>
                  <a:latin typeface="Times New Roman" panose="02020603050405020304" pitchFamily="18" charset="0"/>
                  <a:ea typeface="宋体" panose="02010600030101010101" pitchFamily="2" charset="-122"/>
                </a:endParaRPr>
              </a:p>
            </p:txBody>
          </p:sp>
          <p:grpSp>
            <p:nvGrpSpPr>
              <p:cNvPr id="64720" name="Group 208"/>
              <p:cNvGrpSpPr>
                <a:grpSpLocks/>
              </p:cNvGrpSpPr>
              <p:nvPr/>
            </p:nvGrpSpPr>
            <p:grpSpPr bwMode="auto">
              <a:xfrm>
                <a:off x="3969" y="2841"/>
                <a:ext cx="499" cy="590"/>
                <a:chOff x="476" y="663"/>
                <a:chExt cx="771" cy="862"/>
              </a:xfrm>
            </p:grpSpPr>
            <p:sp>
              <p:nvSpPr>
                <p:cNvPr id="64721" name="AutoShape 209"/>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22" name="AutoShape 210"/>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23" name="AutoShape 211"/>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4724" name="Group 212"/>
              <p:cNvGrpSpPr>
                <a:grpSpLocks/>
              </p:cNvGrpSpPr>
              <p:nvPr/>
            </p:nvGrpSpPr>
            <p:grpSpPr bwMode="auto">
              <a:xfrm>
                <a:off x="4468" y="3294"/>
                <a:ext cx="240" cy="93"/>
                <a:chOff x="3787" y="2478"/>
                <a:chExt cx="240" cy="93"/>
              </a:xfrm>
            </p:grpSpPr>
            <p:sp>
              <p:nvSpPr>
                <p:cNvPr id="64725" name="Line 213"/>
                <p:cNvSpPr>
                  <a:spLocks noChangeShapeType="1"/>
                </p:cNvSpPr>
                <p:nvPr/>
              </p:nvSpPr>
              <p:spPr bwMode="auto">
                <a:xfrm flipV="1">
                  <a:off x="3787" y="2568"/>
                  <a:ext cx="240" cy="3"/>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726" name="Line 214"/>
                <p:cNvSpPr>
                  <a:spLocks noChangeShapeType="1"/>
                </p:cNvSpPr>
                <p:nvPr/>
              </p:nvSpPr>
              <p:spPr bwMode="auto">
                <a:xfrm>
                  <a:off x="3787" y="2478"/>
                  <a:ext cx="240" cy="1"/>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4727" name="Line 215"/>
              <p:cNvSpPr>
                <a:spLocks noChangeShapeType="1"/>
              </p:cNvSpPr>
              <p:nvPr/>
            </p:nvSpPr>
            <p:spPr bwMode="auto">
              <a:xfrm>
                <a:off x="4423" y="2932"/>
                <a:ext cx="181"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728" name="Line 216"/>
              <p:cNvSpPr>
                <a:spLocks noChangeShapeType="1"/>
              </p:cNvSpPr>
              <p:nvPr/>
            </p:nvSpPr>
            <p:spPr bwMode="auto">
              <a:xfrm>
                <a:off x="4604" y="2932"/>
                <a:ext cx="0" cy="362"/>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729" name="Line 217"/>
              <p:cNvSpPr>
                <a:spLocks noChangeShapeType="1"/>
              </p:cNvSpPr>
              <p:nvPr/>
            </p:nvSpPr>
            <p:spPr bwMode="auto">
              <a:xfrm>
                <a:off x="3062" y="2932"/>
                <a:ext cx="953"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730" name="Rectangle 218"/>
              <p:cNvSpPr>
                <a:spLocks noChangeArrowheads="1"/>
              </p:cNvSpPr>
              <p:nvPr/>
            </p:nvSpPr>
            <p:spPr bwMode="auto">
              <a:xfrm>
                <a:off x="3334" y="2841"/>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31" name="Line 219"/>
              <p:cNvSpPr>
                <a:spLocks noChangeShapeType="1"/>
              </p:cNvSpPr>
              <p:nvPr/>
            </p:nvSpPr>
            <p:spPr bwMode="auto">
              <a:xfrm>
                <a:off x="3062" y="3793"/>
                <a:ext cx="1543"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64732" name="Object 220"/>
              <p:cNvGraphicFramePr>
                <a:graphicFrameLocks noChangeAspect="1"/>
              </p:cNvGraphicFramePr>
              <p:nvPr/>
            </p:nvGraphicFramePr>
            <p:xfrm>
              <a:off x="3606" y="3294"/>
              <a:ext cx="185" cy="409"/>
            </p:xfrm>
            <a:graphic>
              <a:graphicData uri="http://schemas.openxmlformats.org/presentationml/2006/ole">
                <mc:AlternateContent xmlns:mc="http://schemas.openxmlformats.org/markup-compatibility/2006">
                  <mc:Choice xmlns:v="urn:schemas-microsoft-com:vml" Requires="v">
                    <p:oleObj spid="_x0000_s115968" name="公式" r:id="rId17" imgW="126720" imgH="279360" progId="Equation.3">
                      <p:embed/>
                    </p:oleObj>
                  </mc:Choice>
                  <mc:Fallback>
                    <p:oleObj name="公式" r:id="rId17" imgW="126720" imgH="279360" progId="Equation.3">
                      <p:embed/>
                      <p:pic>
                        <p:nvPicPr>
                          <p:cNvPr id="64732" name="Object 2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606" y="3294"/>
                            <a:ext cx="185" cy="4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733" name="Text Box 221"/>
              <p:cNvSpPr txBox="1">
                <a:spLocks noChangeArrowheads="1"/>
              </p:cNvSpPr>
              <p:nvPr/>
            </p:nvSpPr>
            <p:spPr bwMode="auto">
              <a:xfrm>
                <a:off x="3923" y="2523"/>
                <a:ext cx="726"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en-US" altLang="zh-CN" b="0">
                    <a:solidFill>
                      <a:schemeClr val="bg1"/>
                    </a:solidFill>
                    <a:latin typeface="Times New Roman" panose="02020603050405020304" pitchFamily="18" charset="0"/>
                    <a:ea typeface="宋体" panose="02010600030101010101" pitchFamily="2" charset="-122"/>
                  </a:rPr>
                  <a:t>j</a:t>
                </a:r>
                <a:r>
                  <a:rPr kumimoji="1" lang="en-US" altLang="zh-CN" b="0" i="1">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kumimoji="1" lang="en-US" altLang="zh-CN" b="0" i="1">
                    <a:solidFill>
                      <a:schemeClr val="bg1"/>
                    </a:solidFill>
                    <a:latin typeface="Times New Roman" panose="02020603050405020304" pitchFamily="18" charset="0"/>
                    <a:ea typeface="宋体" panose="02010600030101010101" pitchFamily="2" charset="-122"/>
                  </a:rPr>
                  <a:t>L</a:t>
                </a:r>
              </a:p>
            </p:txBody>
          </p:sp>
          <p:graphicFrame>
            <p:nvGraphicFramePr>
              <p:cNvPr id="64734" name="Object 222"/>
              <p:cNvGraphicFramePr>
                <a:graphicFrameLocks noChangeAspect="1"/>
              </p:cNvGraphicFramePr>
              <p:nvPr/>
            </p:nvGraphicFramePr>
            <p:xfrm>
              <a:off x="2880" y="3249"/>
              <a:ext cx="212" cy="274"/>
            </p:xfrm>
            <a:graphic>
              <a:graphicData uri="http://schemas.openxmlformats.org/presentationml/2006/ole">
                <mc:AlternateContent xmlns:mc="http://schemas.openxmlformats.org/markup-compatibility/2006">
                  <mc:Choice xmlns:v="urn:schemas-microsoft-com:vml" Requires="v">
                    <p:oleObj spid="_x0000_s115969" name="公式" r:id="rId19" imgW="177480" imgH="228600" progId="Equation.3">
                      <p:embed/>
                    </p:oleObj>
                  </mc:Choice>
                  <mc:Fallback>
                    <p:oleObj name="公式" r:id="rId19" imgW="177480" imgH="228600" progId="Equation.3">
                      <p:embed/>
                      <p:pic>
                        <p:nvPicPr>
                          <p:cNvPr id="64734" name="Object 22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880" y="3249"/>
                            <a:ext cx="21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735" name="Object 223"/>
              <p:cNvGraphicFramePr>
                <a:graphicFrameLocks noChangeAspect="1"/>
              </p:cNvGraphicFramePr>
              <p:nvPr/>
            </p:nvGraphicFramePr>
            <p:xfrm>
              <a:off x="4014" y="2931"/>
              <a:ext cx="293" cy="344"/>
            </p:xfrm>
            <a:graphic>
              <a:graphicData uri="http://schemas.openxmlformats.org/presentationml/2006/ole">
                <mc:AlternateContent xmlns:mc="http://schemas.openxmlformats.org/markup-compatibility/2006">
                  <mc:Choice xmlns:v="urn:schemas-microsoft-com:vml" Requires="v">
                    <p:oleObj spid="_x0000_s115970" name="公式" r:id="rId21" imgW="228600" imgH="266400" progId="Equation.3">
                      <p:embed/>
                    </p:oleObj>
                  </mc:Choice>
                  <mc:Fallback>
                    <p:oleObj name="公式" r:id="rId21" imgW="228600" imgH="266400" progId="Equation.3">
                      <p:embed/>
                      <p:pic>
                        <p:nvPicPr>
                          <p:cNvPr id="64735" name="Object 22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014" y="2931"/>
                            <a:ext cx="293" cy="3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736" name="Object 224"/>
              <p:cNvGraphicFramePr>
                <a:graphicFrameLocks noChangeAspect="1"/>
              </p:cNvGraphicFramePr>
              <p:nvPr/>
            </p:nvGraphicFramePr>
            <p:xfrm>
              <a:off x="4694" y="3158"/>
              <a:ext cx="361" cy="415"/>
            </p:xfrm>
            <a:graphic>
              <a:graphicData uri="http://schemas.openxmlformats.org/presentationml/2006/ole">
                <mc:AlternateContent xmlns:mc="http://schemas.openxmlformats.org/markup-compatibility/2006">
                  <mc:Choice xmlns:v="urn:schemas-microsoft-com:vml" Requires="v">
                    <p:oleObj spid="_x0000_s115971" name="公式" r:id="rId23" imgW="253800" imgH="291960" progId="Equation.3">
                      <p:embed/>
                    </p:oleObj>
                  </mc:Choice>
                  <mc:Fallback>
                    <p:oleObj name="公式" r:id="rId23" imgW="253800" imgH="291960" progId="Equation.3">
                      <p:embed/>
                      <p:pic>
                        <p:nvPicPr>
                          <p:cNvPr id="64736" name="Object 22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694" y="3158"/>
                            <a:ext cx="361" cy="4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737" name="Object 225"/>
              <p:cNvGraphicFramePr>
                <a:graphicFrameLocks noChangeAspect="1"/>
              </p:cNvGraphicFramePr>
              <p:nvPr/>
            </p:nvGraphicFramePr>
            <p:xfrm>
              <a:off x="4059" y="3203"/>
              <a:ext cx="475" cy="578"/>
            </p:xfrm>
            <a:graphic>
              <a:graphicData uri="http://schemas.openxmlformats.org/presentationml/2006/ole">
                <mc:AlternateContent xmlns:mc="http://schemas.openxmlformats.org/markup-compatibility/2006">
                  <mc:Choice xmlns:v="urn:schemas-microsoft-com:vml" Requires="v">
                    <p:oleObj spid="_x0000_s115972" name="公式" r:id="rId25" imgW="393480" imgH="482400" progId="Equation.3">
                      <p:embed/>
                    </p:oleObj>
                  </mc:Choice>
                  <mc:Fallback>
                    <p:oleObj name="公式" r:id="rId25" imgW="393480" imgH="482400" progId="Equation.3">
                      <p:embed/>
                      <p:pic>
                        <p:nvPicPr>
                          <p:cNvPr id="64737" name="Object 225"/>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059" y="3203"/>
                            <a:ext cx="475" cy="5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738" name="Object 226"/>
              <p:cNvGraphicFramePr>
                <a:graphicFrameLocks noChangeAspect="1"/>
              </p:cNvGraphicFramePr>
              <p:nvPr/>
            </p:nvGraphicFramePr>
            <p:xfrm>
              <a:off x="3288" y="2976"/>
              <a:ext cx="338" cy="354"/>
            </p:xfrm>
            <a:graphic>
              <a:graphicData uri="http://schemas.openxmlformats.org/presentationml/2006/ole">
                <mc:AlternateContent xmlns:mc="http://schemas.openxmlformats.org/markup-compatibility/2006">
                  <mc:Choice xmlns:v="urn:schemas-microsoft-com:vml" Requires="v">
                    <p:oleObj spid="_x0000_s115973" name="公式" r:id="rId27" imgW="241200" imgH="266400" progId="Equation.3">
                      <p:embed/>
                    </p:oleObj>
                  </mc:Choice>
                  <mc:Fallback>
                    <p:oleObj name="公式" r:id="rId27" imgW="241200" imgH="266400" progId="Equation.3">
                      <p:embed/>
                      <p:pic>
                        <p:nvPicPr>
                          <p:cNvPr id="64738" name="Object 22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288" y="2976"/>
                            <a:ext cx="338"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Tree>
    <p:extLst>
      <p:ext uri="{BB962C8B-B14F-4D97-AF65-F5344CB8AC3E}">
        <p14:creationId xmlns:p14="http://schemas.microsoft.com/office/powerpoint/2010/main" val="33450528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withEffect">
                                  <p:stCondLst>
                                    <p:cond delay="0"/>
                                  </p:stCondLst>
                                  <p:childTnLst>
                                    <p:set>
                                      <p:cBhvr>
                                        <p:cTn id="6" dur="1" fill="hold">
                                          <p:stCondLst>
                                            <p:cond delay="0"/>
                                          </p:stCondLst>
                                        </p:cTn>
                                        <p:tgtEl>
                                          <p:spTgt spid="64514"/>
                                        </p:tgtEl>
                                        <p:attrNameLst>
                                          <p:attrName>style.visibility</p:attrName>
                                        </p:attrNameLst>
                                      </p:cBhvr>
                                      <p:to>
                                        <p:strVal val="visible"/>
                                      </p:to>
                                    </p:set>
                                    <p:anim calcmode="lin" valueType="num">
                                      <p:cBhvr>
                                        <p:cTn id="7" dur="1000" fill="hold"/>
                                        <p:tgtEl>
                                          <p:spTgt spid="64514"/>
                                        </p:tgtEl>
                                        <p:attrNameLst>
                                          <p:attrName>ppt_w</p:attrName>
                                        </p:attrNameLst>
                                      </p:cBhvr>
                                      <p:tavLst>
                                        <p:tav tm="0">
                                          <p:val>
                                            <p:fltVal val="0"/>
                                          </p:val>
                                        </p:tav>
                                        <p:tav tm="100000">
                                          <p:val>
                                            <p:strVal val="#ppt_w"/>
                                          </p:val>
                                        </p:tav>
                                      </p:tavLst>
                                    </p:anim>
                                    <p:anim calcmode="lin" valueType="num">
                                      <p:cBhvr>
                                        <p:cTn id="8" dur="1000" fill="hold"/>
                                        <p:tgtEl>
                                          <p:spTgt spid="64514"/>
                                        </p:tgtEl>
                                        <p:attrNameLst>
                                          <p:attrName>ppt_h</p:attrName>
                                        </p:attrNameLst>
                                      </p:cBhvr>
                                      <p:tavLst>
                                        <p:tav tm="0">
                                          <p:val>
                                            <p:fltVal val="0"/>
                                          </p:val>
                                        </p:tav>
                                        <p:tav tm="100000">
                                          <p:val>
                                            <p:strVal val="#ppt_h"/>
                                          </p:val>
                                        </p:tav>
                                      </p:tavLst>
                                    </p:anim>
                                    <p:anim calcmode="lin" valueType="num">
                                      <p:cBhvr>
                                        <p:cTn id="9" dur="1000" fill="hold"/>
                                        <p:tgtEl>
                                          <p:spTgt spid="6451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64514"/>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22" presetClass="entr" presetSubtype="8" fill="hold" nodeType="afterEffect">
                                  <p:stCondLst>
                                    <p:cond delay="0"/>
                                  </p:stCondLst>
                                  <p:childTnLst>
                                    <p:set>
                                      <p:cBhvr>
                                        <p:cTn id="13" dur="1" fill="hold">
                                          <p:stCondLst>
                                            <p:cond delay="0"/>
                                          </p:stCondLst>
                                        </p:cTn>
                                        <p:tgtEl>
                                          <p:spTgt spid="64671"/>
                                        </p:tgtEl>
                                        <p:attrNameLst>
                                          <p:attrName>style.visibility</p:attrName>
                                        </p:attrNameLst>
                                      </p:cBhvr>
                                      <p:to>
                                        <p:strVal val="visible"/>
                                      </p:to>
                                    </p:set>
                                    <p:animEffect transition="in" filter="wipe(left)">
                                      <p:cBhvr>
                                        <p:cTn id="14" dur="1000"/>
                                        <p:tgtEl>
                                          <p:spTgt spid="64671"/>
                                        </p:tgtEl>
                                      </p:cBhvr>
                                    </p:animEffect>
                                  </p:childTnLst>
                                </p:cTn>
                              </p:par>
                            </p:childTnLst>
                          </p:cTn>
                        </p:par>
                        <p:par>
                          <p:cTn id="15" fill="hold" nodeType="afterGroup">
                            <p:stCondLst>
                              <p:cond delay="2000"/>
                            </p:stCondLst>
                            <p:childTnLst>
                              <p:par>
                                <p:cTn id="16" presetID="22" presetClass="entr" presetSubtype="8" fill="hold" grpId="0" nodeType="afterEffect">
                                  <p:stCondLst>
                                    <p:cond delay="0"/>
                                  </p:stCondLst>
                                  <p:childTnLst>
                                    <p:set>
                                      <p:cBhvr>
                                        <p:cTn id="17" dur="1" fill="hold">
                                          <p:stCondLst>
                                            <p:cond delay="0"/>
                                          </p:stCondLst>
                                        </p:cTn>
                                        <p:tgtEl>
                                          <p:spTgt spid="64546"/>
                                        </p:tgtEl>
                                        <p:attrNameLst>
                                          <p:attrName>style.visibility</p:attrName>
                                        </p:attrNameLst>
                                      </p:cBhvr>
                                      <p:to>
                                        <p:strVal val="visible"/>
                                      </p:to>
                                    </p:set>
                                    <p:animEffect transition="in" filter="wipe(left)">
                                      <p:cBhvr>
                                        <p:cTn id="18" dur="1000"/>
                                        <p:tgtEl>
                                          <p:spTgt spid="64546"/>
                                        </p:tgtEl>
                                      </p:cBhvr>
                                    </p:animEffect>
                                  </p:childTnLst>
                                </p:cTn>
                              </p:par>
                            </p:childTnLst>
                          </p:cTn>
                        </p:par>
                        <p:par>
                          <p:cTn id="19" fill="hold" nodeType="afterGroup">
                            <p:stCondLst>
                              <p:cond delay="3000"/>
                            </p:stCondLst>
                            <p:childTnLst>
                              <p:par>
                                <p:cTn id="20" presetID="22" presetClass="entr" presetSubtype="8" fill="hold" nodeType="afterEffect">
                                  <p:stCondLst>
                                    <p:cond delay="0"/>
                                  </p:stCondLst>
                                  <p:childTnLst>
                                    <p:set>
                                      <p:cBhvr>
                                        <p:cTn id="21" dur="1" fill="hold">
                                          <p:stCondLst>
                                            <p:cond delay="0"/>
                                          </p:stCondLst>
                                        </p:cTn>
                                        <p:tgtEl>
                                          <p:spTgt spid="64547"/>
                                        </p:tgtEl>
                                        <p:attrNameLst>
                                          <p:attrName>style.visibility</p:attrName>
                                        </p:attrNameLst>
                                      </p:cBhvr>
                                      <p:to>
                                        <p:strVal val="visible"/>
                                      </p:to>
                                    </p:set>
                                    <p:animEffect transition="in" filter="wipe(left)">
                                      <p:cBhvr>
                                        <p:cTn id="22" dur="1000"/>
                                        <p:tgtEl>
                                          <p:spTgt spid="64547"/>
                                        </p:tgtEl>
                                      </p:cBhvr>
                                    </p:animEffect>
                                  </p:childTnLst>
                                </p:cTn>
                              </p:par>
                            </p:childTnLst>
                          </p:cTn>
                        </p:par>
                        <p:par>
                          <p:cTn id="23" fill="hold" nodeType="afterGroup">
                            <p:stCondLst>
                              <p:cond delay="4000"/>
                            </p:stCondLst>
                            <p:childTnLst>
                              <p:par>
                                <p:cTn id="24" presetID="2" presetClass="entr" presetSubtype="8" fill="hold" grpId="0" nodeType="afterEffect">
                                  <p:stCondLst>
                                    <p:cond delay="0"/>
                                  </p:stCondLst>
                                  <p:childTnLst>
                                    <p:set>
                                      <p:cBhvr>
                                        <p:cTn id="25" dur="1" fill="hold">
                                          <p:stCondLst>
                                            <p:cond delay="0"/>
                                          </p:stCondLst>
                                        </p:cTn>
                                        <p:tgtEl>
                                          <p:spTgt spid="64548"/>
                                        </p:tgtEl>
                                        <p:attrNameLst>
                                          <p:attrName>style.visibility</p:attrName>
                                        </p:attrNameLst>
                                      </p:cBhvr>
                                      <p:to>
                                        <p:strVal val="visible"/>
                                      </p:to>
                                    </p:set>
                                    <p:anim calcmode="lin" valueType="num">
                                      <p:cBhvr additive="base">
                                        <p:cTn id="26" dur="500" fill="hold"/>
                                        <p:tgtEl>
                                          <p:spTgt spid="64548"/>
                                        </p:tgtEl>
                                        <p:attrNameLst>
                                          <p:attrName>ppt_x</p:attrName>
                                        </p:attrNameLst>
                                      </p:cBhvr>
                                      <p:tavLst>
                                        <p:tav tm="0">
                                          <p:val>
                                            <p:strVal val="0-#ppt_w/2"/>
                                          </p:val>
                                        </p:tav>
                                        <p:tav tm="100000">
                                          <p:val>
                                            <p:strVal val="#ppt_x"/>
                                          </p:val>
                                        </p:tav>
                                      </p:tavLst>
                                    </p:anim>
                                    <p:anim calcmode="lin" valueType="num">
                                      <p:cBhvr additive="base">
                                        <p:cTn id="27" dur="500" fill="hold"/>
                                        <p:tgtEl>
                                          <p:spTgt spid="64548"/>
                                        </p:tgtEl>
                                        <p:attrNameLst>
                                          <p:attrName>ppt_y</p:attrName>
                                        </p:attrNameLst>
                                      </p:cBhvr>
                                      <p:tavLst>
                                        <p:tav tm="0">
                                          <p:val>
                                            <p:strVal val="#ppt_y"/>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15" presetClass="entr" presetSubtype="0" fill="hold" grpId="0" nodeType="clickEffect">
                                  <p:stCondLst>
                                    <p:cond delay="0"/>
                                  </p:stCondLst>
                                  <p:childTnLst>
                                    <p:set>
                                      <p:cBhvr>
                                        <p:cTn id="31" dur="1" fill="hold">
                                          <p:stCondLst>
                                            <p:cond delay="0"/>
                                          </p:stCondLst>
                                        </p:cTn>
                                        <p:tgtEl>
                                          <p:spTgt spid="64549"/>
                                        </p:tgtEl>
                                        <p:attrNameLst>
                                          <p:attrName>style.visibility</p:attrName>
                                        </p:attrNameLst>
                                      </p:cBhvr>
                                      <p:to>
                                        <p:strVal val="visible"/>
                                      </p:to>
                                    </p:set>
                                    <p:anim calcmode="lin" valueType="num">
                                      <p:cBhvr>
                                        <p:cTn id="32" dur="1000" fill="hold"/>
                                        <p:tgtEl>
                                          <p:spTgt spid="64549"/>
                                        </p:tgtEl>
                                        <p:attrNameLst>
                                          <p:attrName>ppt_w</p:attrName>
                                        </p:attrNameLst>
                                      </p:cBhvr>
                                      <p:tavLst>
                                        <p:tav tm="0">
                                          <p:val>
                                            <p:fltVal val="0"/>
                                          </p:val>
                                        </p:tav>
                                        <p:tav tm="100000">
                                          <p:val>
                                            <p:strVal val="#ppt_w"/>
                                          </p:val>
                                        </p:tav>
                                      </p:tavLst>
                                    </p:anim>
                                    <p:anim calcmode="lin" valueType="num">
                                      <p:cBhvr>
                                        <p:cTn id="33" dur="1000" fill="hold"/>
                                        <p:tgtEl>
                                          <p:spTgt spid="64549"/>
                                        </p:tgtEl>
                                        <p:attrNameLst>
                                          <p:attrName>ppt_h</p:attrName>
                                        </p:attrNameLst>
                                      </p:cBhvr>
                                      <p:tavLst>
                                        <p:tav tm="0">
                                          <p:val>
                                            <p:fltVal val="0"/>
                                          </p:val>
                                        </p:tav>
                                        <p:tav tm="100000">
                                          <p:val>
                                            <p:strVal val="#ppt_h"/>
                                          </p:val>
                                        </p:tav>
                                      </p:tavLst>
                                    </p:anim>
                                    <p:anim calcmode="lin" valueType="num">
                                      <p:cBhvr>
                                        <p:cTn id="34" dur="1000" fill="hold"/>
                                        <p:tgtEl>
                                          <p:spTgt spid="64549"/>
                                        </p:tgtEl>
                                        <p:attrNameLst>
                                          <p:attrName>ppt_x</p:attrName>
                                        </p:attrNameLst>
                                      </p:cBhvr>
                                      <p:tavLst>
                                        <p:tav tm="0" fmla="#ppt_x+(cos(-2*pi*(1-$))*-#ppt_x-sin(-2*pi*(1-$))*(1-#ppt_y))*(1-$)">
                                          <p:val>
                                            <p:fltVal val="0"/>
                                          </p:val>
                                        </p:tav>
                                        <p:tav tm="100000">
                                          <p:val>
                                            <p:fltVal val="1"/>
                                          </p:val>
                                        </p:tav>
                                      </p:tavLst>
                                    </p:anim>
                                    <p:anim calcmode="lin" valueType="num">
                                      <p:cBhvr>
                                        <p:cTn id="35" dur="1000" fill="hold"/>
                                        <p:tgtEl>
                                          <p:spTgt spid="6454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12" presetClass="entr" presetSubtype="2" fill="hold" grpId="0" nodeType="clickEffect">
                                  <p:stCondLst>
                                    <p:cond delay="0"/>
                                  </p:stCondLst>
                                  <p:childTnLst>
                                    <p:set>
                                      <p:cBhvr>
                                        <p:cTn id="39" dur="1" fill="hold">
                                          <p:stCondLst>
                                            <p:cond delay="0"/>
                                          </p:stCondLst>
                                        </p:cTn>
                                        <p:tgtEl>
                                          <p:spTgt spid="64550"/>
                                        </p:tgtEl>
                                        <p:attrNameLst>
                                          <p:attrName>style.visibility</p:attrName>
                                        </p:attrNameLst>
                                      </p:cBhvr>
                                      <p:to>
                                        <p:strVal val="visible"/>
                                      </p:to>
                                    </p:set>
                                    <p:animEffect transition="in" filter="slide(fromRight)">
                                      <p:cBhvr>
                                        <p:cTn id="40" dur="500"/>
                                        <p:tgtEl>
                                          <p:spTgt spid="64550"/>
                                        </p:tgtEl>
                                      </p:cBhvr>
                                    </p:animEffect>
                                  </p:childTnLst>
                                </p:cTn>
                              </p:par>
                            </p:childTnLst>
                          </p:cTn>
                        </p:par>
                        <p:par>
                          <p:cTn id="41" fill="hold" nodeType="afterGroup">
                            <p:stCondLst>
                              <p:cond delay="500"/>
                            </p:stCondLst>
                            <p:childTnLst>
                              <p:par>
                                <p:cTn id="42" presetID="3" presetClass="entr" presetSubtype="10" fill="hold" nodeType="afterEffect">
                                  <p:stCondLst>
                                    <p:cond delay="0"/>
                                  </p:stCondLst>
                                  <p:childTnLst>
                                    <p:set>
                                      <p:cBhvr>
                                        <p:cTn id="43" dur="1" fill="hold">
                                          <p:stCondLst>
                                            <p:cond delay="0"/>
                                          </p:stCondLst>
                                        </p:cTn>
                                        <p:tgtEl>
                                          <p:spTgt spid="64739"/>
                                        </p:tgtEl>
                                        <p:attrNameLst>
                                          <p:attrName>style.visibility</p:attrName>
                                        </p:attrNameLst>
                                      </p:cBhvr>
                                      <p:to>
                                        <p:strVal val="visible"/>
                                      </p:to>
                                    </p:set>
                                    <p:animEffect transition="in" filter="blinds(horizontal)">
                                      <p:cBhvr>
                                        <p:cTn id="44" dur="500"/>
                                        <p:tgtEl>
                                          <p:spTgt spid="64739"/>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5" presetClass="entr" presetSubtype="0" fill="hold" nodeType="clickEffect">
                                  <p:stCondLst>
                                    <p:cond delay="0"/>
                                  </p:stCondLst>
                                  <p:childTnLst>
                                    <p:set>
                                      <p:cBhvr>
                                        <p:cTn id="48" dur="1" fill="hold">
                                          <p:stCondLst>
                                            <p:cond delay="0"/>
                                          </p:stCondLst>
                                        </p:cTn>
                                        <p:tgtEl>
                                          <p:spTgt spid="64583"/>
                                        </p:tgtEl>
                                        <p:attrNameLst>
                                          <p:attrName>style.visibility</p:attrName>
                                        </p:attrNameLst>
                                      </p:cBhvr>
                                      <p:to>
                                        <p:strVal val="visible"/>
                                      </p:to>
                                    </p:set>
                                    <p:anim calcmode="lin" valueType="num">
                                      <p:cBhvr>
                                        <p:cTn id="49" dur="1000" fill="hold"/>
                                        <p:tgtEl>
                                          <p:spTgt spid="64583"/>
                                        </p:tgtEl>
                                        <p:attrNameLst>
                                          <p:attrName>ppt_w</p:attrName>
                                        </p:attrNameLst>
                                      </p:cBhvr>
                                      <p:tavLst>
                                        <p:tav tm="0">
                                          <p:val>
                                            <p:strVal val="#ppt_w*0.70"/>
                                          </p:val>
                                        </p:tav>
                                        <p:tav tm="100000">
                                          <p:val>
                                            <p:strVal val="#ppt_w"/>
                                          </p:val>
                                        </p:tav>
                                      </p:tavLst>
                                    </p:anim>
                                    <p:anim calcmode="lin" valueType="num">
                                      <p:cBhvr>
                                        <p:cTn id="50" dur="1000" fill="hold"/>
                                        <p:tgtEl>
                                          <p:spTgt spid="64583"/>
                                        </p:tgtEl>
                                        <p:attrNameLst>
                                          <p:attrName>ppt_h</p:attrName>
                                        </p:attrNameLst>
                                      </p:cBhvr>
                                      <p:tavLst>
                                        <p:tav tm="0">
                                          <p:val>
                                            <p:strVal val="#ppt_h"/>
                                          </p:val>
                                        </p:tav>
                                        <p:tav tm="100000">
                                          <p:val>
                                            <p:strVal val="#ppt_h"/>
                                          </p:val>
                                        </p:tav>
                                      </p:tavLst>
                                    </p:anim>
                                    <p:animEffect transition="in" filter="fade">
                                      <p:cBhvr>
                                        <p:cTn id="51" dur="1000"/>
                                        <p:tgtEl>
                                          <p:spTgt spid="6458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64586"/>
                                        </p:tgtEl>
                                        <p:attrNameLst>
                                          <p:attrName>style.visibility</p:attrName>
                                        </p:attrNameLst>
                                      </p:cBhvr>
                                      <p:to>
                                        <p:strVal val="visible"/>
                                      </p:to>
                                    </p:set>
                                    <p:animEffect transition="in" filter="wipe(left)">
                                      <p:cBhvr>
                                        <p:cTn id="56" dur="2000"/>
                                        <p:tgtEl>
                                          <p:spTgt spid="64586"/>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64587"/>
                                        </p:tgtEl>
                                        <p:attrNameLst>
                                          <p:attrName>style.visibility</p:attrName>
                                        </p:attrNameLst>
                                      </p:cBhvr>
                                      <p:to>
                                        <p:strVal val="visible"/>
                                      </p:to>
                                    </p:set>
                                    <p:animEffect transition="in" filter="wipe(left)">
                                      <p:cBhvr>
                                        <p:cTn id="61" dur="2000"/>
                                        <p:tgtEl>
                                          <p:spTgt spid="64587"/>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64584"/>
                                        </p:tgtEl>
                                        <p:attrNameLst>
                                          <p:attrName>style.visibility</p:attrName>
                                        </p:attrNameLst>
                                      </p:cBhvr>
                                      <p:to>
                                        <p:strVal val="visible"/>
                                      </p:to>
                                    </p:set>
                                    <p:animEffect transition="in" filter="wipe(left)">
                                      <p:cBhvr>
                                        <p:cTn id="66" dur="2000"/>
                                        <p:tgtEl>
                                          <p:spTgt spid="64584"/>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64588"/>
                                        </p:tgtEl>
                                        <p:attrNameLst>
                                          <p:attrName>style.visibility</p:attrName>
                                        </p:attrNameLst>
                                      </p:cBhvr>
                                      <p:to>
                                        <p:strVal val="visible"/>
                                      </p:to>
                                    </p:set>
                                    <p:animEffect transition="in" filter="wipe(left)">
                                      <p:cBhvr>
                                        <p:cTn id="71" dur="2000"/>
                                        <p:tgtEl>
                                          <p:spTgt spid="64588"/>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64589"/>
                                        </p:tgtEl>
                                        <p:attrNameLst>
                                          <p:attrName>style.visibility</p:attrName>
                                        </p:attrNameLst>
                                      </p:cBhvr>
                                      <p:to>
                                        <p:strVal val="visible"/>
                                      </p:to>
                                    </p:set>
                                    <p:animEffect transition="in" filter="wipe(left)">
                                      <p:cBhvr>
                                        <p:cTn id="76" dur="2000"/>
                                        <p:tgtEl>
                                          <p:spTgt spid="645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4" grpId="0"/>
      <p:bldP spid="64546" grpId="0" autoUpdateAnimBg="0"/>
      <p:bldP spid="64548" grpId="0" autoUpdateAnimBg="0"/>
      <p:bldP spid="64549" grpId="0" animBg="1" autoUpdateAnimBg="0"/>
      <p:bldP spid="64550"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3490" name="Object 2"/>
          <p:cNvGraphicFramePr>
            <a:graphicFrameLocks noChangeAspect="1"/>
          </p:cNvGraphicFramePr>
          <p:nvPr>
            <p:extLst>
              <p:ext uri="{D42A27DB-BD31-4B8C-83A1-F6EECF244321}">
                <p14:modId xmlns:p14="http://schemas.microsoft.com/office/powerpoint/2010/main" val="995861966"/>
              </p:ext>
            </p:extLst>
          </p:nvPr>
        </p:nvGraphicFramePr>
        <p:xfrm>
          <a:off x="1044575" y="322263"/>
          <a:ext cx="4957763" cy="993775"/>
        </p:xfrm>
        <a:graphic>
          <a:graphicData uri="http://schemas.openxmlformats.org/presentationml/2006/ole">
            <mc:AlternateContent xmlns:mc="http://schemas.openxmlformats.org/markup-compatibility/2006">
              <mc:Choice xmlns:v="urn:schemas-microsoft-com:vml" Requires="v">
                <p:oleObj spid="_x0000_s116890" name="Equation" r:id="rId3" imgW="2527200" imgH="507960" progId="Equation.DSMT4">
                  <p:embed/>
                </p:oleObj>
              </mc:Choice>
              <mc:Fallback>
                <p:oleObj name="Equation" r:id="rId3" imgW="2527200" imgH="507960" progId="Equation.DSMT4">
                  <p:embed/>
                  <p:pic>
                    <p:nvPicPr>
                      <p:cNvPr id="63490" name="Object 2"/>
                      <p:cNvPicPr>
                        <a:picLocks noChangeAspect="1" noChangeArrowheads="1"/>
                      </p:cNvPicPr>
                      <p:nvPr/>
                    </p:nvPicPr>
                    <p:blipFill>
                      <a:blip r:embed="rId4"/>
                      <a:srcRect/>
                      <a:stretch>
                        <a:fillRect/>
                      </a:stretch>
                    </p:blipFill>
                    <p:spPr bwMode="auto">
                      <a:xfrm>
                        <a:off x="1044575" y="322263"/>
                        <a:ext cx="4957763" cy="993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491" name="Text Box 3"/>
          <p:cNvSpPr txBox="1">
            <a:spLocks noChangeArrowheads="1"/>
          </p:cNvSpPr>
          <p:nvPr/>
        </p:nvSpPr>
        <p:spPr bwMode="auto">
          <a:xfrm>
            <a:off x="395288" y="3500438"/>
            <a:ext cx="541337"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a:latin typeface="Times New Roman" panose="02020603050405020304" pitchFamily="18" charset="0"/>
              </a:rPr>
              <a:t>则</a:t>
            </a:r>
          </a:p>
        </p:txBody>
      </p:sp>
      <p:graphicFrame>
        <p:nvGraphicFramePr>
          <p:cNvPr id="63492" name="Object 4"/>
          <p:cNvGraphicFramePr>
            <a:graphicFrameLocks noChangeAspect="1"/>
          </p:cNvGraphicFramePr>
          <p:nvPr>
            <p:extLst>
              <p:ext uri="{D42A27DB-BD31-4B8C-83A1-F6EECF244321}">
                <p14:modId xmlns:p14="http://schemas.microsoft.com/office/powerpoint/2010/main" val="1411207853"/>
              </p:ext>
            </p:extLst>
          </p:nvPr>
        </p:nvGraphicFramePr>
        <p:xfrm>
          <a:off x="1536700" y="3384550"/>
          <a:ext cx="3851275" cy="577850"/>
        </p:xfrm>
        <a:graphic>
          <a:graphicData uri="http://schemas.openxmlformats.org/presentationml/2006/ole">
            <mc:AlternateContent xmlns:mc="http://schemas.openxmlformats.org/markup-compatibility/2006">
              <mc:Choice xmlns:v="urn:schemas-microsoft-com:vml" Requires="v">
                <p:oleObj spid="_x0000_s116891" name="Equation" r:id="rId5" imgW="1765080" imgH="266400" progId="Equation.DSMT4">
                  <p:embed/>
                </p:oleObj>
              </mc:Choice>
              <mc:Fallback>
                <p:oleObj name="Equation" r:id="rId5" imgW="1765080" imgH="266400" progId="Equation.DSMT4">
                  <p:embed/>
                  <p:pic>
                    <p:nvPicPr>
                      <p:cNvPr id="63492" name="Object 4"/>
                      <p:cNvPicPr>
                        <a:picLocks noChangeAspect="1" noChangeArrowheads="1"/>
                      </p:cNvPicPr>
                      <p:nvPr/>
                    </p:nvPicPr>
                    <p:blipFill>
                      <a:blip r:embed="rId6"/>
                      <a:srcRect/>
                      <a:stretch>
                        <a:fillRect/>
                      </a:stretch>
                    </p:blipFill>
                    <p:spPr bwMode="auto">
                      <a:xfrm>
                        <a:off x="1536700" y="3384550"/>
                        <a:ext cx="3851275" cy="577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13" name="Object 25"/>
          <p:cNvGraphicFramePr>
            <a:graphicFrameLocks noChangeAspect="1"/>
          </p:cNvGraphicFramePr>
          <p:nvPr>
            <p:extLst>
              <p:ext uri="{D42A27DB-BD31-4B8C-83A1-F6EECF244321}">
                <p14:modId xmlns:p14="http://schemas.microsoft.com/office/powerpoint/2010/main" val="513379103"/>
              </p:ext>
            </p:extLst>
          </p:nvPr>
        </p:nvGraphicFramePr>
        <p:xfrm>
          <a:off x="1050925" y="1296988"/>
          <a:ext cx="6680200" cy="652462"/>
        </p:xfrm>
        <a:graphic>
          <a:graphicData uri="http://schemas.openxmlformats.org/presentationml/2006/ole">
            <mc:AlternateContent xmlns:mc="http://schemas.openxmlformats.org/markup-compatibility/2006">
              <mc:Choice xmlns:v="urn:schemas-microsoft-com:vml" Requires="v">
                <p:oleObj spid="_x0000_s116892" name="Equation" r:id="rId7" imgW="2984400" imgH="291960" progId="Equation.DSMT4">
                  <p:embed/>
                </p:oleObj>
              </mc:Choice>
              <mc:Fallback>
                <p:oleObj name="Equation" r:id="rId7" imgW="2984400" imgH="291960" progId="Equation.DSMT4">
                  <p:embed/>
                  <p:pic>
                    <p:nvPicPr>
                      <p:cNvPr id="63513" name="Object 25"/>
                      <p:cNvPicPr>
                        <a:picLocks noChangeAspect="1" noChangeArrowheads="1"/>
                      </p:cNvPicPr>
                      <p:nvPr/>
                    </p:nvPicPr>
                    <p:blipFill>
                      <a:blip r:embed="rId8"/>
                      <a:srcRect/>
                      <a:stretch>
                        <a:fillRect/>
                      </a:stretch>
                    </p:blipFill>
                    <p:spPr bwMode="auto">
                      <a:xfrm>
                        <a:off x="1050925" y="1296988"/>
                        <a:ext cx="6680200" cy="652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14" name="Object 26"/>
          <p:cNvGraphicFramePr>
            <a:graphicFrameLocks noChangeAspect="1"/>
          </p:cNvGraphicFramePr>
          <p:nvPr>
            <p:extLst>
              <p:ext uri="{D42A27DB-BD31-4B8C-83A1-F6EECF244321}">
                <p14:modId xmlns:p14="http://schemas.microsoft.com/office/powerpoint/2010/main" val="2105304279"/>
              </p:ext>
            </p:extLst>
          </p:nvPr>
        </p:nvGraphicFramePr>
        <p:xfrm>
          <a:off x="979488" y="1955800"/>
          <a:ext cx="7113587" cy="652463"/>
        </p:xfrm>
        <a:graphic>
          <a:graphicData uri="http://schemas.openxmlformats.org/presentationml/2006/ole">
            <mc:AlternateContent xmlns:mc="http://schemas.openxmlformats.org/markup-compatibility/2006">
              <mc:Choice xmlns:v="urn:schemas-microsoft-com:vml" Requires="v">
                <p:oleObj spid="_x0000_s116893" name="Equation" r:id="rId9" imgW="3441600" imgH="317160" progId="Equation.DSMT4">
                  <p:embed/>
                </p:oleObj>
              </mc:Choice>
              <mc:Fallback>
                <p:oleObj name="Equation" r:id="rId9" imgW="3441600" imgH="317160" progId="Equation.DSMT4">
                  <p:embed/>
                  <p:pic>
                    <p:nvPicPr>
                      <p:cNvPr id="63514" name="Object 26"/>
                      <p:cNvPicPr>
                        <a:picLocks noChangeAspect="1" noChangeArrowheads="1"/>
                      </p:cNvPicPr>
                      <p:nvPr/>
                    </p:nvPicPr>
                    <p:blipFill>
                      <a:blip r:embed="rId10"/>
                      <a:srcRect/>
                      <a:stretch>
                        <a:fillRect/>
                      </a:stretch>
                    </p:blipFill>
                    <p:spPr bwMode="auto">
                      <a:xfrm>
                        <a:off x="979488" y="1955800"/>
                        <a:ext cx="7113587" cy="652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15" name="Object 27"/>
          <p:cNvGraphicFramePr>
            <a:graphicFrameLocks noChangeAspect="1"/>
          </p:cNvGraphicFramePr>
          <p:nvPr>
            <p:extLst>
              <p:ext uri="{D42A27DB-BD31-4B8C-83A1-F6EECF244321}">
                <p14:modId xmlns:p14="http://schemas.microsoft.com/office/powerpoint/2010/main" val="3628168637"/>
              </p:ext>
            </p:extLst>
          </p:nvPr>
        </p:nvGraphicFramePr>
        <p:xfrm>
          <a:off x="923925" y="2544763"/>
          <a:ext cx="7297738" cy="827087"/>
        </p:xfrm>
        <a:graphic>
          <a:graphicData uri="http://schemas.openxmlformats.org/presentationml/2006/ole">
            <mc:AlternateContent xmlns:mc="http://schemas.openxmlformats.org/markup-compatibility/2006">
              <mc:Choice xmlns:v="urn:schemas-microsoft-com:vml" Requires="v">
                <p:oleObj spid="_x0000_s116894" name="Equation" r:id="rId11" imgW="3860640" imgH="406080" progId="Equation.DSMT4">
                  <p:embed/>
                </p:oleObj>
              </mc:Choice>
              <mc:Fallback>
                <p:oleObj name="Equation" r:id="rId11" imgW="3860640" imgH="406080" progId="Equation.DSMT4">
                  <p:embed/>
                  <p:pic>
                    <p:nvPicPr>
                      <p:cNvPr id="63515" name="Object 27"/>
                      <p:cNvPicPr>
                        <a:picLocks noChangeAspect="1" noChangeArrowheads="1"/>
                      </p:cNvPicPr>
                      <p:nvPr/>
                    </p:nvPicPr>
                    <p:blipFill>
                      <a:blip r:embed="rId12"/>
                      <a:srcRect/>
                      <a:stretch>
                        <a:fillRect/>
                      </a:stretch>
                    </p:blipFill>
                    <p:spPr bwMode="auto">
                      <a:xfrm>
                        <a:off x="923925" y="2544763"/>
                        <a:ext cx="7297738" cy="827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16" name="Object 28"/>
          <p:cNvGraphicFramePr>
            <a:graphicFrameLocks noChangeAspect="1"/>
          </p:cNvGraphicFramePr>
          <p:nvPr>
            <p:extLst>
              <p:ext uri="{D42A27DB-BD31-4B8C-83A1-F6EECF244321}">
                <p14:modId xmlns:p14="http://schemas.microsoft.com/office/powerpoint/2010/main" val="2049162657"/>
              </p:ext>
            </p:extLst>
          </p:nvPr>
        </p:nvGraphicFramePr>
        <p:xfrm>
          <a:off x="1492250" y="3960813"/>
          <a:ext cx="4157663" cy="549275"/>
        </p:xfrm>
        <a:graphic>
          <a:graphicData uri="http://schemas.openxmlformats.org/presentationml/2006/ole">
            <mc:AlternateContent xmlns:mc="http://schemas.openxmlformats.org/markup-compatibility/2006">
              <mc:Choice xmlns:v="urn:schemas-microsoft-com:vml" Requires="v">
                <p:oleObj spid="_x0000_s116895" name="Equation" r:id="rId13" imgW="1904760" imgH="253800" progId="Equation.DSMT4">
                  <p:embed/>
                </p:oleObj>
              </mc:Choice>
              <mc:Fallback>
                <p:oleObj name="Equation" r:id="rId13" imgW="1904760" imgH="253800" progId="Equation.DSMT4">
                  <p:embed/>
                  <p:pic>
                    <p:nvPicPr>
                      <p:cNvPr id="63516" name="Object 28"/>
                      <p:cNvPicPr>
                        <a:picLocks noChangeAspect="1" noChangeArrowheads="1"/>
                      </p:cNvPicPr>
                      <p:nvPr/>
                    </p:nvPicPr>
                    <p:blipFill>
                      <a:blip r:embed="rId14"/>
                      <a:srcRect/>
                      <a:stretch>
                        <a:fillRect/>
                      </a:stretch>
                    </p:blipFill>
                    <p:spPr bwMode="auto">
                      <a:xfrm>
                        <a:off x="1492250" y="3960813"/>
                        <a:ext cx="4157663"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17" name="Object 29"/>
          <p:cNvGraphicFramePr>
            <a:graphicFrameLocks noChangeAspect="1"/>
          </p:cNvGraphicFramePr>
          <p:nvPr>
            <p:extLst>
              <p:ext uri="{D42A27DB-BD31-4B8C-83A1-F6EECF244321}">
                <p14:modId xmlns:p14="http://schemas.microsoft.com/office/powerpoint/2010/main" val="3656507625"/>
              </p:ext>
            </p:extLst>
          </p:nvPr>
        </p:nvGraphicFramePr>
        <p:xfrm>
          <a:off x="1477963" y="4535488"/>
          <a:ext cx="4157662" cy="549275"/>
        </p:xfrm>
        <a:graphic>
          <a:graphicData uri="http://schemas.openxmlformats.org/presentationml/2006/ole">
            <mc:AlternateContent xmlns:mc="http://schemas.openxmlformats.org/markup-compatibility/2006">
              <mc:Choice xmlns:v="urn:schemas-microsoft-com:vml" Requires="v">
                <p:oleObj spid="_x0000_s116896" name="Equation" r:id="rId15" imgW="1904760" imgH="253800" progId="Equation.DSMT4">
                  <p:embed/>
                </p:oleObj>
              </mc:Choice>
              <mc:Fallback>
                <p:oleObj name="Equation" r:id="rId15" imgW="1904760" imgH="253800" progId="Equation.DSMT4">
                  <p:embed/>
                  <p:pic>
                    <p:nvPicPr>
                      <p:cNvPr id="63517" name="Object 29"/>
                      <p:cNvPicPr>
                        <a:picLocks noChangeAspect="1" noChangeArrowheads="1"/>
                      </p:cNvPicPr>
                      <p:nvPr/>
                    </p:nvPicPr>
                    <p:blipFill>
                      <a:blip r:embed="rId16"/>
                      <a:srcRect/>
                      <a:stretch>
                        <a:fillRect/>
                      </a:stretch>
                    </p:blipFill>
                    <p:spPr bwMode="auto">
                      <a:xfrm>
                        <a:off x="1477963" y="4535488"/>
                        <a:ext cx="4157662"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18" name="Object 30"/>
          <p:cNvGraphicFramePr>
            <a:graphicFrameLocks noChangeAspect="1"/>
          </p:cNvGraphicFramePr>
          <p:nvPr>
            <p:extLst>
              <p:ext uri="{D42A27DB-BD31-4B8C-83A1-F6EECF244321}">
                <p14:modId xmlns:p14="http://schemas.microsoft.com/office/powerpoint/2010/main" val="2869029237"/>
              </p:ext>
            </p:extLst>
          </p:nvPr>
        </p:nvGraphicFramePr>
        <p:xfrm>
          <a:off x="1477963" y="5184775"/>
          <a:ext cx="4157662" cy="550863"/>
        </p:xfrm>
        <a:graphic>
          <a:graphicData uri="http://schemas.openxmlformats.org/presentationml/2006/ole">
            <mc:AlternateContent xmlns:mc="http://schemas.openxmlformats.org/markup-compatibility/2006">
              <mc:Choice xmlns:v="urn:schemas-microsoft-com:vml" Requires="v">
                <p:oleObj spid="_x0000_s116897" name="Equation" r:id="rId17" imgW="1904760" imgH="253800" progId="Equation.DSMT4">
                  <p:embed/>
                </p:oleObj>
              </mc:Choice>
              <mc:Fallback>
                <p:oleObj name="Equation" r:id="rId17" imgW="1904760" imgH="253800" progId="Equation.DSMT4">
                  <p:embed/>
                  <p:pic>
                    <p:nvPicPr>
                      <p:cNvPr id="63518" name="Object 30"/>
                      <p:cNvPicPr>
                        <a:picLocks noChangeAspect="1" noChangeArrowheads="1"/>
                      </p:cNvPicPr>
                      <p:nvPr/>
                    </p:nvPicPr>
                    <p:blipFill>
                      <a:blip r:embed="rId18"/>
                      <a:srcRect/>
                      <a:stretch>
                        <a:fillRect/>
                      </a:stretch>
                    </p:blipFill>
                    <p:spPr bwMode="auto">
                      <a:xfrm>
                        <a:off x="1477963" y="5184775"/>
                        <a:ext cx="4157662" cy="550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2736899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63490"/>
                                        </p:tgtEl>
                                        <p:attrNameLst>
                                          <p:attrName>style.visibility</p:attrName>
                                        </p:attrNameLst>
                                      </p:cBhvr>
                                      <p:to>
                                        <p:strVal val="visible"/>
                                      </p:to>
                                    </p:set>
                                    <p:animEffect transition="in" filter="wipe(left)">
                                      <p:cBhvr>
                                        <p:cTn id="7" dur="2000"/>
                                        <p:tgtEl>
                                          <p:spTgt spid="634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3513"/>
                                        </p:tgtEl>
                                        <p:attrNameLst>
                                          <p:attrName>style.visibility</p:attrName>
                                        </p:attrNameLst>
                                      </p:cBhvr>
                                      <p:to>
                                        <p:strVal val="visible"/>
                                      </p:to>
                                    </p:set>
                                    <p:animEffect transition="in" filter="wipe(left)">
                                      <p:cBhvr>
                                        <p:cTn id="12" dur="2000"/>
                                        <p:tgtEl>
                                          <p:spTgt spid="635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3514"/>
                                        </p:tgtEl>
                                        <p:attrNameLst>
                                          <p:attrName>style.visibility</p:attrName>
                                        </p:attrNameLst>
                                      </p:cBhvr>
                                      <p:to>
                                        <p:strVal val="visible"/>
                                      </p:to>
                                    </p:set>
                                    <p:animEffect transition="in" filter="wipe(left)">
                                      <p:cBhvr>
                                        <p:cTn id="17" dur="2000"/>
                                        <p:tgtEl>
                                          <p:spTgt spid="635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3515"/>
                                        </p:tgtEl>
                                        <p:attrNameLst>
                                          <p:attrName>style.visibility</p:attrName>
                                        </p:attrNameLst>
                                      </p:cBhvr>
                                      <p:to>
                                        <p:strVal val="visible"/>
                                      </p:to>
                                    </p:set>
                                    <p:animEffect transition="in" filter="wipe(left)">
                                      <p:cBhvr>
                                        <p:cTn id="22" dur="2000"/>
                                        <p:tgtEl>
                                          <p:spTgt spid="6351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63491"/>
                                        </p:tgtEl>
                                        <p:attrNameLst>
                                          <p:attrName>style.visibility</p:attrName>
                                        </p:attrNameLst>
                                      </p:cBhvr>
                                      <p:to>
                                        <p:strVal val="visible"/>
                                      </p:to>
                                    </p:set>
                                    <p:animEffect transition="in" filter="dissolve">
                                      <p:cBhvr>
                                        <p:cTn id="27" dur="500"/>
                                        <p:tgtEl>
                                          <p:spTgt spid="6349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3492"/>
                                        </p:tgtEl>
                                        <p:attrNameLst>
                                          <p:attrName>style.visibility</p:attrName>
                                        </p:attrNameLst>
                                      </p:cBhvr>
                                      <p:to>
                                        <p:strVal val="visible"/>
                                      </p:to>
                                    </p:set>
                                    <p:animEffect transition="in" filter="wipe(left)">
                                      <p:cBhvr>
                                        <p:cTn id="32" dur="2000"/>
                                        <p:tgtEl>
                                          <p:spTgt spid="6349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7" presetClass="entr" presetSubtype="10" fill="hold" nodeType="clickEffect">
                                  <p:stCondLst>
                                    <p:cond delay="0"/>
                                  </p:stCondLst>
                                  <p:childTnLst>
                                    <p:set>
                                      <p:cBhvr>
                                        <p:cTn id="36" dur="1" fill="hold">
                                          <p:stCondLst>
                                            <p:cond delay="0"/>
                                          </p:stCondLst>
                                        </p:cTn>
                                        <p:tgtEl>
                                          <p:spTgt spid="63516"/>
                                        </p:tgtEl>
                                        <p:attrNameLst>
                                          <p:attrName>style.visibility</p:attrName>
                                        </p:attrNameLst>
                                      </p:cBhvr>
                                      <p:to>
                                        <p:strVal val="visible"/>
                                      </p:to>
                                    </p:set>
                                    <p:anim calcmode="lin" valueType="num">
                                      <p:cBhvr>
                                        <p:cTn id="37" dur="500" fill="hold"/>
                                        <p:tgtEl>
                                          <p:spTgt spid="63516"/>
                                        </p:tgtEl>
                                        <p:attrNameLst>
                                          <p:attrName>ppt_w</p:attrName>
                                        </p:attrNameLst>
                                      </p:cBhvr>
                                      <p:tavLst>
                                        <p:tav tm="0">
                                          <p:val>
                                            <p:fltVal val="0"/>
                                          </p:val>
                                        </p:tav>
                                        <p:tav tm="100000">
                                          <p:val>
                                            <p:strVal val="#ppt_w"/>
                                          </p:val>
                                        </p:tav>
                                      </p:tavLst>
                                    </p:anim>
                                    <p:anim calcmode="lin" valueType="num">
                                      <p:cBhvr>
                                        <p:cTn id="38" dur="500" fill="hold"/>
                                        <p:tgtEl>
                                          <p:spTgt spid="63516"/>
                                        </p:tgtEl>
                                        <p:attrNameLst>
                                          <p:attrName>ppt_h</p:attrName>
                                        </p:attrNameLst>
                                      </p:cBhvr>
                                      <p:tavLst>
                                        <p:tav tm="0">
                                          <p:val>
                                            <p:strVal val="#ppt_h"/>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17" presetClass="entr" presetSubtype="10" fill="hold" nodeType="clickEffect">
                                  <p:stCondLst>
                                    <p:cond delay="0"/>
                                  </p:stCondLst>
                                  <p:childTnLst>
                                    <p:set>
                                      <p:cBhvr>
                                        <p:cTn id="42" dur="1" fill="hold">
                                          <p:stCondLst>
                                            <p:cond delay="0"/>
                                          </p:stCondLst>
                                        </p:cTn>
                                        <p:tgtEl>
                                          <p:spTgt spid="63517"/>
                                        </p:tgtEl>
                                        <p:attrNameLst>
                                          <p:attrName>style.visibility</p:attrName>
                                        </p:attrNameLst>
                                      </p:cBhvr>
                                      <p:to>
                                        <p:strVal val="visible"/>
                                      </p:to>
                                    </p:set>
                                    <p:anim calcmode="lin" valueType="num">
                                      <p:cBhvr>
                                        <p:cTn id="43" dur="500" fill="hold"/>
                                        <p:tgtEl>
                                          <p:spTgt spid="63517"/>
                                        </p:tgtEl>
                                        <p:attrNameLst>
                                          <p:attrName>ppt_w</p:attrName>
                                        </p:attrNameLst>
                                      </p:cBhvr>
                                      <p:tavLst>
                                        <p:tav tm="0">
                                          <p:val>
                                            <p:fltVal val="0"/>
                                          </p:val>
                                        </p:tav>
                                        <p:tav tm="100000">
                                          <p:val>
                                            <p:strVal val="#ppt_w"/>
                                          </p:val>
                                        </p:tav>
                                      </p:tavLst>
                                    </p:anim>
                                    <p:anim calcmode="lin" valueType="num">
                                      <p:cBhvr>
                                        <p:cTn id="44" dur="500" fill="hold"/>
                                        <p:tgtEl>
                                          <p:spTgt spid="63517"/>
                                        </p:tgtEl>
                                        <p:attrNameLst>
                                          <p:attrName>ppt_h</p:attrName>
                                        </p:attrNameLst>
                                      </p:cBhvr>
                                      <p:tavLst>
                                        <p:tav tm="0">
                                          <p:val>
                                            <p:strVal val="#ppt_h"/>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17" presetClass="entr" presetSubtype="10" fill="hold" nodeType="clickEffect">
                                  <p:stCondLst>
                                    <p:cond delay="0"/>
                                  </p:stCondLst>
                                  <p:childTnLst>
                                    <p:set>
                                      <p:cBhvr>
                                        <p:cTn id="48" dur="1" fill="hold">
                                          <p:stCondLst>
                                            <p:cond delay="0"/>
                                          </p:stCondLst>
                                        </p:cTn>
                                        <p:tgtEl>
                                          <p:spTgt spid="63518"/>
                                        </p:tgtEl>
                                        <p:attrNameLst>
                                          <p:attrName>style.visibility</p:attrName>
                                        </p:attrNameLst>
                                      </p:cBhvr>
                                      <p:to>
                                        <p:strVal val="visible"/>
                                      </p:to>
                                    </p:set>
                                    <p:anim calcmode="lin" valueType="num">
                                      <p:cBhvr>
                                        <p:cTn id="49" dur="500" fill="hold"/>
                                        <p:tgtEl>
                                          <p:spTgt spid="63518"/>
                                        </p:tgtEl>
                                        <p:attrNameLst>
                                          <p:attrName>ppt_w</p:attrName>
                                        </p:attrNameLst>
                                      </p:cBhvr>
                                      <p:tavLst>
                                        <p:tav tm="0">
                                          <p:val>
                                            <p:fltVal val="0"/>
                                          </p:val>
                                        </p:tav>
                                        <p:tav tm="100000">
                                          <p:val>
                                            <p:strVal val="#ppt_w"/>
                                          </p:val>
                                        </p:tav>
                                      </p:tavLst>
                                    </p:anim>
                                    <p:anim calcmode="lin" valueType="num">
                                      <p:cBhvr>
                                        <p:cTn id="50" dur="500" fill="hold"/>
                                        <p:tgtEl>
                                          <p:spTgt spid="6351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48" name="Text Box 84"/>
          <p:cNvSpPr txBox="1">
            <a:spLocks noChangeArrowheads="1"/>
          </p:cNvSpPr>
          <p:nvPr/>
        </p:nvSpPr>
        <p:spPr bwMode="auto">
          <a:xfrm>
            <a:off x="1187450" y="4076700"/>
            <a:ext cx="6553200" cy="55989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0000"/>
              </a:lnSpc>
              <a:spcBef>
                <a:spcPct val="50000"/>
              </a:spcBef>
            </a:pPr>
            <a:r>
              <a:rPr kumimoji="1" lang="en-US" altLang="zh-CN" sz="2800" b="0" i="1">
                <a:latin typeface="Times New Roman" panose="02020603050405020304" pitchFamily="18" charset="0"/>
                <a:ea typeface="宋体" panose="02010600030101010101" pitchFamily="2" charset="-122"/>
              </a:rPr>
              <a:t>U</a:t>
            </a:r>
            <a:r>
              <a:rPr kumimoji="1" lang="en-US" altLang="zh-CN" sz="2800" b="0" i="1" baseline="-25000">
                <a:latin typeface="Times New Roman" panose="02020603050405020304" pitchFamily="18" charset="0"/>
                <a:ea typeface="宋体" panose="02010600030101010101" pitchFamily="2" charset="-122"/>
              </a:rPr>
              <a:t>L</a:t>
            </a:r>
            <a:r>
              <a:rPr kumimoji="1" lang="en-US" altLang="zh-CN" sz="2800" b="0">
                <a:latin typeface="Times New Roman" panose="02020603050405020304" pitchFamily="18" charset="0"/>
                <a:ea typeface="宋体" panose="02010600030101010101" pitchFamily="2" charset="-122"/>
              </a:rPr>
              <a:t>=8.42&gt;</a:t>
            </a:r>
            <a:r>
              <a:rPr kumimoji="1" lang="en-US" altLang="zh-CN" sz="2800" b="0" i="1">
                <a:latin typeface="Times New Roman" panose="02020603050405020304" pitchFamily="18" charset="0"/>
                <a:ea typeface="宋体" panose="02010600030101010101" pitchFamily="2" charset="-122"/>
              </a:rPr>
              <a:t>U</a:t>
            </a:r>
            <a:r>
              <a:rPr kumimoji="1" lang="en-US" altLang="zh-CN" sz="2800" b="0">
                <a:latin typeface="Times New Roman" panose="02020603050405020304" pitchFamily="18" charset="0"/>
                <a:ea typeface="宋体" panose="02010600030101010101" pitchFamily="2" charset="-122"/>
              </a:rPr>
              <a:t>=5</a:t>
            </a:r>
            <a:r>
              <a:rPr kumimoji="1" lang="zh-CN" altLang="en-US" sz="2800" b="0">
                <a:latin typeface="Times New Roman" panose="02020603050405020304" pitchFamily="18" charset="0"/>
                <a:ea typeface="宋体" panose="02010600030101010101" pitchFamily="2" charset="-122"/>
              </a:rPr>
              <a:t>，</a:t>
            </a:r>
            <a:r>
              <a:rPr kumimoji="1" lang="zh-CN" altLang="en-US" sz="2800">
                <a:latin typeface="Times New Roman" panose="02020603050405020304" pitchFamily="18" charset="0"/>
              </a:rPr>
              <a:t>分电压大于总电压。</a:t>
            </a:r>
          </a:p>
        </p:txBody>
      </p:sp>
      <p:sp>
        <p:nvSpPr>
          <p:cNvPr id="62549" name="Text Box 85"/>
          <p:cNvSpPr txBox="1">
            <a:spLocks noChangeArrowheads="1"/>
          </p:cNvSpPr>
          <p:nvPr/>
        </p:nvSpPr>
        <p:spPr bwMode="auto">
          <a:xfrm>
            <a:off x="611188" y="476250"/>
            <a:ext cx="1566862"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a:latin typeface="Times New Roman" panose="02020603050405020304" pitchFamily="18" charset="0"/>
              </a:rPr>
              <a:t>相量图</a:t>
            </a:r>
          </a:p>
        </p:txBody>
      </p:sp>
      <p:sp>
        <p:nvSpPr>
          <p:cNvPr id="62552" name="Text Box 88"/>
          <p:cNvSpPr txBox="1">
            <a:spLocks noChangeArrowheads="1"/>
          </p:cNvSpPr>
          <p:nvPr/>
        </p:nvSpPr>
        <p:spPr bwMode="auto">
          <a:xfrm>
            <a:off x="1115616" y="3467455"/>
            <a:ext cx="110799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3600" b="0" dirty="0">
                <a:solidFill>
                  <a:srgbClr val="FF0000"/>
                </a:solidFill>
                <a:latin typeface="Times New Roman" panose="02020603050405020304" pitchFamily="18" charset="0"/>
                <a:ea typeface="华文行楷" panose="02010800040101010101" pitchFamily="2" charset="-122"/>
              </a:rPr>
              <a:t>注意</a:t>
            </a:r>
          </a:p>
        </p:txBody>
      </p:sp>
      <p:grpSp>
        <p:nvGrpSpPr>
          <p:cNvPr id="62571" name="Group 107"/>
          <p:cNvGrpSpPr>
            <a:grpSpLocks/>
          </p:cNvGrpSpPr>
          <p:nvPr/>
        </p:nvGrpSpPr>
        <p:grpSpPr bwMode="auto">
          <a:xfrm>
            <a:off x="2335213" y="500062"/>
            <a:ext cx="3949700" cy="2897188"/>
            <a:chOff x="1471" y="315"/>
            <a:chExt cx="2488" cy="1825"/>
          </a:xfrm>
        </p:grpSpPr>
        <p:sp>
          <p:nvSpPr>
            <p:cNvPr id="62554" name="Freeform 90"/>
            <p:cNvSpPr>
              <a:spLocks/>
            </p:cNvSpPr>
            <p:nvPr/>
          </p:nvSpPr>
          <p:spPr bwMode="auto">
            <a:xfrm rot="379818">
              <a:off x="1480" y="1703"/>
              <a:ext cx="1850" cy="44"/>
            </a:xfrm>
            <a:custGeom>
              <a:avLst/>
              <a:gdLst>
                <a:gd name="T0" fmla="*/ 0 w 1488"/>
                <a:gd name="T1" fmla="*/ 0 h 6"/>
                <a:gd name="T2" fmla="*/ 1449 w 1488"/>
                <a:gd name="T3" fmla="*/ 3 h 6"/>
                <a:gd name="T4" fmla="*/ 1488 w 1488"/>
                <a:gd name="T5" fmla="*/ 6 h 6"/>
              </a:gdLst>
              <a:ahLst/>
              <a:cxnLst>
                <a:cxn ang="0">
                  <a:pos x="T0" y="T1"/>
                </a:cxn>
                <a:cxn ang="0">
                  <a:pos x="T2" y="T3"/>
                </a:cxn>
                <a:cxn ang="0">
                  <a:pos x="T4" y="T5"/>
                </a:cxn>
              </a:cxnLst>
              <a:rect l="0" t="0" r="r" b="b"/>
              <a:pathLst>
                <a:path w="1488" h="6">
                  <a:moveTo>
                    <a:pt x="0" y="0"/>
                  </a:moveTo>
                  <a:lnTo>
                    <a:pt x="1449" y="3"/>
                  </a:lnTo>
                  <a:lnTo>
                    <a:pt x="1488" y="6"/>
                  </a:lnTo>
                </a:path>
              </a:pathLst>
            </a:custGeom>
            <a:noFill/>
            <a:ln w="28575" cmpd="sng">
              <a:solidFill>
                <a:srgbClr val="7030A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p>
          </p:txBody>
        </p:sp>
        <p:sp>
          <p:nvSpPr>
            <p:cNvPr id="62555" name="Line 91"/>
            <p:cNvSpPr>
              <a:spLocks noChangeShapeType="1"/>
            </p:cNvSpPr>
            <p:nvPr/>
          </p:nvSpPr>
          <p:spPr bwMode="auto">
            <a:xfrm rot="416112" flipV="1">
              <a:off x="1471" y="1660"/>
              <a:ext cx="1364" cy="9"/>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62556" name="Line 92"/>
            <p:cNvSpPr>
              <a:spLocks noChangeShapeType="1"/>
            </p:cNvSpPr>
            <p:nvPr/>
          </p:nvSpPr>
          <p:spPr bwMode="auto">
            <a:xfrm rot="293538" flipV="1">
              <a:off x="2880" y="391"/>
              <a:ext cx="82" cy="1345"/>
            </a:xfrm>
            <a:prstGeom prst="line">
              <a:avLst/>
            </a:prstGeom>
            <a:noFill/>
            <a:ln w="28575">
              <a:solidFill>
                <a:schemeClr val="accent1">
                  <a:lumMod val="75000"/>
                </a:schemeClr>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62557" name="Freeform 93"/>
            <p:cNvSpPr>
              <a:spLocks/>
            </p:cNvSpPr>
            <p:nvPr/>
          </p:nvSpPr>
          <p:spPr bwMode="auto">
            <a:xfrm>
              <a:off x="1475" y="935"/>
              <a:ext cx="1450" cy="659"/>
            </a:xfrm>
            <a:custGeom>
              <a:avLst/>
              <a:gdLst>
                <a:gd name="T0" fmla="*/ 0 w 834"/>
                <a:gd name="T1" fmla="*/ 540 h 540"/>
                <a:gd name="T2" fmla="*/ 834 w 834"/>
                <a:gd name="T3" fmla="*/ 0 h 540"/>
              </a:gdLst>
              <a:ahLst/>
              <a:cxnLst>
                <a:cxn ang="0">
                  <a:pos x="T0" y="T1"/>
                </a:cxn>
                <a:cxn ang="0">
                  <a:pos x="T2" y="T3"/>
                </a:cxn>
              </a:cxnLst>
              <a:rect l="0" t="0" r="r" b="b"/>
              <a:pathLst>
                <a:path w="834" h="540">
                  <a:moveTo>
                    <a:pt x="0" y="540"/>
                  </a:moveTo>
                  <a:lnTo>
                    <a:pt x="834" y="0"/>
                  </a:lnTo>
                </a:path>
              </a:pathLst>
            </a:custGeom>
            <a:noFill/>
            <a:ln w="28575"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p>
          </p:txBody>
        </p:sp>
        <p:sp>
          <p:nvSpPr>
            <p:cNvPr id="62558" name="Line 94"/>
            <p:cNvSpPr>
              <a:spLocks noChangeShapeType="1"/>
            </p:cNvSpPr>
            <p:nvPr/>
          </p:nvSpPr>
          <p:spPr bwMode="auto">
            <a:xfrm rot="319998" flipH="1">
              <a:off x="2925" y="391"/>
              <a:ext cx="25" cy="578"/>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62559" name="Object 95"/>
            <p:cNvGraphicFramePr>
              <a:graphicFrameLocks noChangeAspect="1"/>
            </p:cNvGraphicFramePr>
            <p:nvPr>
              <p:extLst>
                <p:ext uri="{D42A27DB-BD31-4B8C-83A1-F6EECF244321}">
                  <p14:modId xmlns:p14="http://schemas.microsoft.com/office/powerpoint/2010/main" val="875847325"/>
                </p:ext>
              </p:extLst>
            </p:nvPr>
          </p:nvGraphicFramePr>
          <p:xfrm>
            <a:off x="2208" y="905"/>
            <a:ext cx="201" cy="248"/>
          </p:xfrm>
          <a:graphic>
            <a:graphicData uri="http://schemas.openxmlformats.org/presentationml/2006/ole">
              <mc:AlternateContent xmlns:mc="http://schemas.openxmlformats.org/markup-compatibility/2006">
                <mc:Choice xmlns:v="urn:schemas-microsoft-com:vml" Requires="v">
                  <p:oleObj spid="_x0000_s117857" name="Equation" r:id="rId3" imgW="164880" imgH="203040" progId="Equation.DSMT4">
                    <p:embed/>
                  </p:oleObj>
                </mc:Choice>
                <mc:Fallback>
                  <p:oleObj name="Equation" r:id="rId3" imgW="164880" imgH="203040" progId="Equation.DSMT4">
                    <p:embed/>
                    <p:pic>
                      <p:nvPicPr>
                        <p:cNvPr id="62559" name="Object 95"/>
                        <p:cNvPicPr>
                          <a:picLocks noChangeAspect="1" noChangeArrowheads="1"/>
                        </p:cNvPicPr>
                        <p:nvPr/>
                      </p:nvPicPr>
                      <p:blipFill>
                        <a:blip r:embed="rId4"/>
                        <a:srcRect/>
                        <a:stretch>
                          <a:fillRect/>
                        </a:stretch>
                      </p:blipFill>
                      <p:spPr bwMode="auto">
                        <a:xfrm>
                          <a:off x="2208" y="905"/>
                          <a:ext cx="201"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560" name="Object 96"/>
            <p:cNvGraphicFramePr>
              <a:graphicFrameLocks noChangeAspect="1"/>
            </p:cNvGraphicFramePr>
            <p:nvPr>
              <p:extLst>
                <p:ext uri="{D42A27DB-BD31-4B8C-83A1-F6EECF244321}">
                  <p14:modId xmlns:p14="http://schemas.microsoft.com/office/powerpoint/2010/main" val="3489864801"/>
                </p:ext>
              </p:extLst>
            </p:nvPr>
          </p:nvGraphicFramePr>
          <p:xfrm>
            <a:off x="3069" y="315"/>
            <a:ext cx="269" cy="301"/>
          </p:xfrm>
          <a:graphic>
            <a:graphicData uri="http://schemas.openxmlformats.org/presentationml/2006/ole">
              <mc:AlternateContent xmlns:mc="http://schemas.openxmlformats.org/markup-compatibility/2006">
                <mc:Choice xmlns:v="urn:schemas-microsoft-com:vml" Requires="v">
                  <p:oleObj spid="_x0000_s117858" name="Equation" r:id="rId5" imgW="215640" imgH="241200" progId="Equation.DSMT4">
                    <p:embed/>
                  </p:oleObj>
                </mc:Choice>
                <mc:Fallback>
                  <p:oleObj name="Equation" r:id="rId5" imgW="215640" imgH="241200" progId="Equation.DSMT4">
                    <p:embed/>
                    <p:pic>
                      <p:nvPicPr>
                        <p:cNvPr id="62560" name="Object 96"/>
                        <p:cNvPicPr>
                          <a:picLocks noChangeAspect="1" noChangeArrowheads="1"/>
                        </p:cNvPicPr>
                        <p:nvPr/>
                      </p:nvPicPr>
                      <p:blipFill>
                        <a:blip r:embed="rId6"/>
                        <a:srcRect/>
                        <a:stretch>
                          <a:fillRect/>
                        </a:stretch>
                      </p:blipFill>
                      <p:spPr bwMode="auto">
                        <a:xfrm>
                          <a:off x="3069" y="315"/>
                          <a:ext cx="269" cy="3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561" name="Object 97"/>
            <p:cNvGraphicFramePr>
              <a:graphicFrameLocks noChangeAspect="1"/>
            </p:cNvGraphicFramePr>
            <p:nvPr>
              <p:extLst>
                <p:ext uri="{D42A27DB-BD31-4B8C-83A1-F6EECF244321}">
                  <p14:modId xmlns:p14="http://schemas.microsoft.com/office/powerpoint/2010/main" val="1400130551"/>
                </p:ext>
              </p:extLst>
            </p:nvPr>
          </p:nvGraphicFramePr>
          <p:xfrm>
            <a:off x="2668" y="315"/>
            <a:ext cx="259" cy="288"/>
          </p:xfrm>
          <a:graphic>
            <a:graphicData uri="http://schemas.openxmlformats.org/presentationml/2006/ole">
              <mc:AlternateContent xmlns:mc="http://schemas.openxmlformats.org/markup-compatibility/2006">
                <mc:Choice xmlns:v="urn:schemas-microsoft-com:vml" Requires="v">
                  <p:oleObj spid="_x0000_s117859" name="Equation" r:id="rId7" imgW="215640" imgH="241200" progId="Equation.DSMT4">
                    <p:embed/>
                  </p:oleObj>
                </mc:Choice>
                <mc:Fallback>
                  <p:oleObj name="Equation" r:id="rId7" imgW="215640" imgH="241200" progId="Equation.DSMT4">
                    <p:embed/>
                    <p:pic>
                      <p:nvPicPr>
                        <p:cNvPr id="62561" name="Object 97"/>
                        <p:cNvPicPr>
                          <a:picLocks noChangeAspect="1" noChangeArrowheads="1"/>
                        </p:cNvPicPr>
                        <p:nvPr/>
                      </p:nvPicPr>
                      <p:blipFill>
                        <a:blip r:embed="rId8"/>
                        <a:srcRect/>
                        <a:stretch>
                          <a:fillRect/>
                        </a:stretch>
                      </p:blipFill>
                      <p:spPr bwMode="auto">
                        <a:xfrm>
                          <a:off x="2668" y="315"/>
                          <a:ext cx="25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562" name="Object 98"/>
            <p:cNvGraphicFramePr>
              <a:graphicFrameLocks noChangeAspect="1"/>
            </p:cNvGraphicFramePr>
            <p:nvPr>
              <p:extLst>
                <p:ext uri="{D42A27DB-BD31-4B8C-83A1-F6EECF244321}">
                  <p14:modId xmlns:p14="http://schemas.microsoft.com/office/powerpoint/2010/main" val="3487340981"/>
                </p:ext>
              </p:extLst>
            </p:nvPr>
          </p:nvGraphicFramePr>
          <p:xfrm>
            <a:off x="3152" y="1860"/>
            <a:ext cx="188" cy="280"/>
          </p:xfrm>
          <a:graphic>
            <a:graphicData uri="http://schemas.openxmlformats.org/presentationml/2006/ole">
              <mc:AlternateContent xmlns:mc="http://schemas.openxmlformats.org/markup-compatibility/2006">
                <mc:Choice xmlns:v="urn:schemas-microsoft-com:vml" Requires="v">
                  <p:oleObj spid="_x0000_s117860" name="Equation" r:id="rId9" imgW="126720" imgH="190440" progId="Equation.DSMT4">
                    <p:embed/>
                  </p:oleObj>
                </mc:Choice>
                <mc:Fallback>
                  <p:oleObj name="Equation" r:id="rId9" imgW="126720" imgH="190440" progId="Equation.DSMT4">
                    <p:embed/>
                    <p:pic>
                      <p:nvPicPr>
                        <p:cNvPr id="62562" name="Object 98"/>
                        <p:cNvPicPr>
                          <a:picLocks noChangeAspect="1" noChangeArrowheads="1"/>
                        </p:cNvPicPr>
                        <p:nvPr/>
                      </p:nvPicPr>
                      <p:blipFill>
                        <a:blip r:embed="rId10"/>
                        <a:srcRect/>
                        <a:stretch>
                          <a:fillRect/>
                        </a:stretch>
                      </p:blipFill>
                      <p:spPr bwMode="auto">
                        <a:xfrm>
                          <a:off x="3152" y="1860"/>
                          <a:ext cx="188"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563" name="Object 99"/>
            <p:cNvGraphicFramePr>
              <a:graphicFrameLocks noChangeAspect="1"/>
            </p:cNvGraphicFramePr>
            <p:nvPr>
              <p:extLst>
                <p:ext uri="{D42A27DB-BD31-4B8C-83A1-F6EECF244321}">
                  <p14:modId xmlns:p14="http://schemas.microsoft.com/office/powerpoint/2010/main" val="1067720170"/>
                </p:ext>
              </p:extLst>
            </p:nvPr>
          </p:nvGraphicFramePr>
          <p:xfrm>
            <a:off x="2534" y="1769"/>
            <a:ext cx="293" cy="328"/>
          </p:xfrm>
          <a:graphic>
            <a:graphicData uri="http://schemas.openxmlformats.org/presentationml/2006/ole">
              <mc:AlternateContent xmlns:mc="http://schemas.openxmlformats.org/markup-compatibility/2006">
                <mc:Choice xmlns:v="urn:schemas-microsoft-com:vml" Requires="v">
                  <p:oleObj spid="_x0000_s117861" name="Equation" r:id="rId11" imgW="215640" imgH="241200" progId="Equation.DSMT4">
                    <p:embed/>
                  </p:oleObj>
                </mc:Choice>
                <mc:Fallback>
                  <p:oleObj name="Equation" r:id="rId11" imgW="215640" imgH="241200" progId="Equation.DSMT4">
                    <p:embed/>
                    <p:pic>
                      <p:nvPicPr>
                        <p:cNvPr id="62563" name="Object 99"/>
                        <p:cNvPicPr>
                          <a:picLocks noChangeAspect="1" noChangeArrowheads="1"/>
                        </p:cNvPicPr>
                        <p:nvPr/>
                      </p:nvPicPr>
                      <p:blipFill>
                        <a:blip r:embed="rId12"/>
                        <a:srcRect/>
                        <a:stretch>
                          <a:fillRect/>
                        </a:stretch>
                      </p:blipFill>
                      <p:spPr bwMode="auto">
                        <a:xfrm>
                          <a:off x="2534" y="1769"/>
                          <a:ext cx="293" cy="3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564" name="Freeform 100"/>
            <p:cNvSpPr>
              <a:spLocks/>
            </p:cNvSpPr>
            <p:nvPr/>
          </p:nvSpPr>
          <p:spPr bwMode="auto">
            <a:xfrm rot="752634">
              <a:off x="2699" y="1616"/>
              <a:ext cx="144" cy="144"/>
            </a:xfrm>
            <a:custGeom>
              <a:avLst/>
              <a:gdLst>
                <a:gd name="T0" fmla="*/ 120 w 120"/>
                <a:gd name="T1" fmla="*/ 0 h 96"/>
                <a:gd name="T2" fmla="*/ 0 w 120"/>
                <a:gd name="T3" fmla="*/ 0 h 96"/>
                <a:gd name="T4" fmla="*/ 0 w 120"/>
                <a:gd name="T5" fmla="*/ 96 h 96"/>
              </a:gdLst>
              <a:ahLst/>
              <a:cxnLst>
                <a:cxn ang="0">
                  <a:pos x="T0" y="T1"/>
                </a:cxn>
                <a:cxn ang="0">
                  <a:pos x="T2" y="T3"/>
                </a:cxn>
                <a:cxn ang="0">
                  <a:pos x="T4" y="T5"/>
                </a:cxn>
              </a:cxnLst>
              <a:rect l="0" t="0" r="r" b="b"/>
              <a:pathLst>
                <a:path w="120" h="96">
                  <a:moveTo>
                    <a:pt x="120" y="0"/>
                  </a:moveTo>
                  <a:lnTo>
                    <a:pt x="0" y="0"/>
                  </a:lnTo>
                  <a:lnTo>
                    <a:pt x="0" y="96"/>
                  </a:lnTo>
                </a:path>
              </a:pathLst>
            </a:custGeom>
            <a:noFill/>
            <a:ln w="28575" cap="flat" cmpd="sng">
              <a:solidFill>
                <a:srgbClr val="FF66FF"/>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62565" name="Freeform 101"/>
            <p:cNvSpPr>
              <a:spLocks/>
            </p:cNvSpPr>
            <p:nvPr/>
          </p:nvSpPr>
          <p:spPr bwMode="auto">
            <a:xfrm>
              <a:off x="1882" y="1434"/>
              <a:ext cx="49" cy="186"/>
            </a:xfrm>
            <a:custGeom>
              <a:avLst/>
              <a:gdLst>
                <a:gd name="T0" fmla="*/ 0 w 49"/>
                <a:gd name="T1" fmla="*/ 0 h 186"/>
                <a:gd name="T2" fmla="*/ 42 w 49"/>
                <a:gd name="T3" fmla="*/ 90 h 186"/>
                <a:gd name="T4" fmla="*/ 42 w 49"/>
                <a:gd name="T5" fmla="*/ 186 h 186"/>
              </a:gdLst>
              <a:ahLst/>
              <a:cxnLst>
                <a:cxn ang="0">
                  <a:pos x="T0" y="T1"/>
                </a:cxn>
                <a:cxn ang="0">
                  <a:pos x="T2" y="T3"/>
                </a:cxn>
                <a:cxn ang="0">
                  <a:pos x="T4" y="T5"/>
                </a:cxn>
              </a:cxnLst>
              <a:rect l="0" t="0" r="r" b="b"/>
              <a:pathLst>
                <a:path w="49" h="186">
                  <a:moveTo>
                    <a:pt x="0" y="0"/>
                  </a:moveTo>
                  <a:cubicBezTo>
                    <a:pt x="7" y="15"/>
                    <a:pt x="35" y="59"/>
                    <a:pt x="42" y="90"/>
                  </a:cubicBezTo>
                  <a:cubicBezTo>
                    <a:pt x="49" y="121"/>
                    <a:pt x="42" y="166"/>
                    <a:pt x="42" y="186"/>
                  </a:cubicBezTo>
                </a:path>
              </a:pathLst>
            </a:custGeom>
            <a:noFill/>
            <a:ln w="28575" cap="flat" cmpd="sng">
              <a:solidFill>
                <a:srgbClr val="66FF33"/>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62566" name="Text Box 102"/>
            <p:cNvSpPr txBox="1">
              <a:spLocks noChangeArrowheads="1"/>
            </p:cNvSpPr>
            <p:nvPr/>
          </p:nvSpPr>
          <p:spPr bwMode="auto">
            <a:xfrm>
              <a:off x="1927" y="1253"/>
              <a:ext cx="28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800" b="0">
                <a:latin typeface="Times New Roman" panose="02020603050405020304" pitchFamily="18" charset="0"/>
                <a:ea typeface="宋体" panose="02010600030101010101" pitchFamily="2" charset="-122"/>
              </a:endParaRPr>
            </a:p>
          </p:txBody>
        </p:sp>
        <p:sp>
          <p:nvSpPr>
            <p:cNvPr id="62567" name="Line 103"/>
            <p:cNvSpPr>
              <a:spLocks noChangeShapeType="1"/>
            </p:cNvSpPr>
            <p:nvPr/>
          </p:nvSpPr>
          <p:spPr bwMode="auto">
            <a:xfrm flipV="1">
              <a:off x="1474" y="1570"/>
              <a:ext cx="2485" cy="24"/>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62568" name="Freeform 104"/>
            <p:cNvSpPr>
              <a:spLocks/>
            </p:cNvSpPr>
            <p:nvPr/>
          </p:nvSpPr>
          <p:spPr bwMode="auto">
            <a:xfrm>
              <a:off x="2291" y="1594"/>
              <a:ext cx="18" cy="96"/>
            </a:xfrm>
            <a:custGeom>
              <a:avLst/>
              <a:gdLst>
                <a:gd name="T0" fmla="*/ 0 w 18"/>
                <a:gd name="T1" fmla="*/ 0 h 96"/>
                <a:gd name="T2" fmla="*/ 18 w 18"/>
                <a:gd name="T3" fmla="*/ 42 h 96"/>
                <a:gd name="T4" fmla="*/ 0 w 18"/>
                <a:gd name="T5" fmla="*/ 96 h 96"/>
              </a:gdLst>
              <a:ahLst/>
              <a:cxnLst>
                <a:cxn ang="0">
                  <a:pos x="T0" y="T1"/>
                </a:cxn>
                <a:cxn ang="0">
                  <a:pos x="T2" y="T3"/>
                </a:cxn>
                <a:cxn ang="0">
                  <a:pos x="T4" y="T5"/>
                </a:cxn>
              </a:cxnLst>
              <a:rect l="0" t="0" r="r" b="b"/>
              <a:pathLst>
                <a:path w="18" h="96">
                  <a:moveTo>
                    <a:pt x="0" y="0"/>
                  </a:moveTo>
                  <a:cubicBezTo>
                    <a:pt x="3" y="7"/>
                    <a:pt x="18" y="26"/>
                    <a:pt x="18" y="42"/>
                  </a:cubicBezTo>
                  <a:cubicBezTo>
                    <a:pt x="18" y="58"/>
                    <a:pt x="4" y="85"/>
                    <a:pt x="0" y="96"/>
                  </a:cubicBezTo>
                </a:path>
              </a:pathLst>
            </a:custGeom>
            <a:noFill/>
            <a:ln w="28575" cap="flat" cmpd="sng">
              <a:solidFill>
                <a:srgbClr val="66FF33"/>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62569" name="Line 105"/>
            <p:cNvSpPr>
              <a:spLocks noChangeShapeType="1"/>
            </p:cNvSpPr>
            <p:nvPr/>
          </p:nvSpPr>
          <p:spPr bwMode="auto">
            <a:xfrm flipV="1">
              <a:off x="2339" y="1450"/>
              <a:ext cx="144" cy="192"/>
            </a:xfrm>
            <a:prstGeom prst="line">
              <a:avLst/>
            </a:prstGeom>
            <a:noFill/>
            <a:ln w="28575">
              <a:solidFill>
                <a:schemeClr val="bg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62570" name="Text Box 106"/>
            <p:cNvSpPr txBox="1">
              <a:spLocks noChangeArrowheads="1"/>
            </p:cNvSpPr>
            <p:nvPr/>
          </p:nvSpPr>
          <p:spPr bwMode="auto">
            <a:xfrm>
              <a:off x="2243" y="1210"/>
              <a:ext cx="73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a:latin typeface="宋体" panose="02010600030101010101" pitchFamily="2" charset="-122"/>
                  <a:ea typeface="宋体" panose="02010600030101010101" pitchFamily="2" charset="-122"/>
                </a:rPr>
                <a:t>-</a:t>
              </a:r>
              <a:r>
                <a:rPr kumimoji="1" lang="en-US" altLang="zh-CN" sz="2800" b="0">
                  <a:ea typeface="宋体" panose="02010600030101010101" pitchFamily="2" charset="-122"/>
                </a:rPr>
                <a:t>3.4°</a:t>
              </a:r>
            </a:p>
          </p:txBody>
        </p:sp>
      </p:grpSp>
    </p:spTree>
    <p:extLst>
      <p:ext uri="{BB962C8B-B14F-4D97-AF65-F5344CB8AC3E}">
        <p14:creationId xmlns:p14="http://schemas.microsoft.com/office/powerpoint/2010/main" val="37966651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62571"/>
                                        </p:tgtEl>
                                        <p:attrNameLst>
                                          <p:attrName>style.visibility</p:attrName>
                                        </p:attrNameLst>
                                      </p:cBhvr>
                                      <p:to>
                                        <p:strVal val="visible"/>
                                      </p:to>
                                    </p:set>
                                    <p:animEffect transition="in" filter="blinds(horizontal)">
                                      <p:cBhvr>
                                        <p:cTn id="7" dur="500"/>
                                        <p:tgtEl>
                                          <p:spTgt spid="62571"/>
                                        </p:tgtEl>
                                      </p:cBhvr>
                                    </p:animEffect>
                                  </p:childTnLst>
                                </p:cTn>
                              </p:par>
                            </p:childTnLst>
                          </p:cTn>
                        </p:par>
                        <p:par>
                          <p:cTn id="8" fill="hold" nodeType="afterGroup">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625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2552"/>
                                        </p:tgtEl>
                                        <p:attrNameLst>
                                          <p:attrName>style.visibility</p:attrName>
                                        </p:attrNameLst>
                                      </p:cBhvr>
                                      <p:to>
                                        <p:strVal val="visible"/>
                                      </p:to>
                                    </p:set>
                                  </p:childTnLst>
                                </p:cTn>
                              </p:par>
                            </p:childTnLst>
                          </p:cTn>
                        </p:par>
                        <p:par>
                          <p:cTn id="15" fill="hold">
                            <p:stCondLst>
                              <p:cond delay="0"/>
                            </p:stCondLst>
                            <p:childTnLst>
                              <p:par>
                                <p:cTn id="16" presetID="22" presetClass="entr" presetSubtype="1" fill="hold" grpId="0" nodeType="afterEffect">
                                  <p:stCondLst>
                                    <p:cond delay="0"/>
                                  </p:stCondLst>
                                  <p:childTnLst>
                                    <p:set>
                                      <p:cBhvr>
                                        <p:cTn id="17" dur="1" fill="hold">
                                          <p:stCondLst>
                                            <p:cond delay="0"/>
                                          </p:stCondLst>
                                        </p:cTn>
                                        <p:tgtEl>
                                          <p:spTgt spid="62548"/>
                                        </p:tgtEl>
                                        <p:attrNameLst>
                                          <p:attrName>style.visibility</p:attrName>
                                        </p:attrNameLst>
                                      </p:cBhvr>
                                      <p:to>
                                        <p:strVal val="visible"/>
                                      </p:to>
                                    </p:set>
                                    <p:animEffect transition="in" filter="wipe(up)">
                                      <p:cBhvr>
                                        <p:cTn id="18" dur="2000"/>
                                        <p:tgtEl>
                                          <p:spTgt spid="625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548" grpId="0"/>
      <p:bldP spid="62549" grpId="0" autoUpdateAnimBg="0"/>
      <p:bldP spid="6255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Text Box 3"/>
          <p:cNvSpPr txBox="1">
            <a:spLocks noChangeArrowheads="1"/>
          </p:cNvSpPr>
          <p:nvPr/>
        </p:nvSpPr>
        <p:spPr bwMode="auto">
          <a:xfrm>
            <a:off x="314325" y="307975"/>
            <a:ext cx="326707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a:solidFill>
                  <a:srgbClr val="FF0000"/>
                </a:solidFill>
                <a:latin typeface="Times New Roman" panose="02020603050405020304" pitchFamily="18" charset="0"/>
              </a:rPr>
              <a:t>2. </a:t>
            </a:r>
            <a:r>
              <a:rPr kumimoji="1" lang="zh-CN" altLang="en-US" sz="2400" b="1">
                <a:solidFill>
                  <a:srgbClr val="FF0000"/>
                </a:solidFill>
                <a:latin typeface="Times New Roman" panose="02020603050405020304" pitchFamily="18" charset="0"/>
              </a:rPr>
              <a:t>复导纳</a:t>
            </a:r>
            <a:r>
              <a:rPr kumimoji="1" lang="en-US" altLang="zh-CN" sz="2400" b="1">
                <a:solidFill>
                  <a:srgbClr val="FF0000"/>
                </a:solidFill>
                <a:latin typeface="Times New Roman" panose="02020603050405020304" pitchFamily="18" charset="0"/>
              </a:rPr>
              <a:t>(</a:t>
            </a:r>
            <a:r>
              <a:rPr kumimoji="1" lang="en-US" altLang="zh-CN" sz="2400" b="1" i="1">
                <a:solidFill>
                  <a:srgbClr val="FF0000"/>
                </a:solidFill>
                <a:latin typeface="Times New Roman" panose="02020603050405020304" pitchFamily="18" charset="0"/>
              </a:rPr>
              <a:t>admittance</a:t>
            </a:r>
            <a:r>
              <a:rPr kumimoji="1" lang="en-US" altLang="zh-CN" sz="2400" b="1">
                <a:solidFill>
                  <a:srgbClr val="FF0000"/>
                </a:solidFill>
                <a:latin typeface="Times New Roman" panose="02020603050405020304" pitchFamily="18" charset="0"/>
              </a:rPr>
              <a:t>)</a:t>
            </a:r>
            <a:endParaRPr kumimoji="1" lang="en-US" altLang="zh-CN" sz="2400" b="1">
              <a:latin typeface="Times New Roman" panose="02020603050405020304" pitchFamily="18" charset="0"/>
            </a:endParaRPr>
          </a:p>
        </p:txBody>
      </p:sp>
      <p:grpSp>
        <p:nvGrpSpPr>
          <p:cNvPr id="88107" name="Group 43"/>
          <p:cNvGrpSpPr>
            <a:grpSpLocks/>
          </p:cNvGrpSpPr>
          <p:nvPr/>
        </p:nvGrpSpPr>
        <p:grpSpPr bwMode="auto">
          <a:xfrm>
            <a:off x="4897438" y="3530600"/>
            <a:ext cx="2076450" cy="752475"/>
            <a:chOff x="2989" y="2360"/>
            <a:chExt cx="1308" cy="474"/>
          </a:xfrm>
        </p:grpSpPr>
        <p:grpSp>
          <p:nvGrpSpPr>
            <p:cNvPr id="88108" name="Group 44"/>
            <p:cNvGrpSpPr>
              <a:grpSpLocks/>
            </p:cNvGrpSpPr>
            <p:nvPr/>
          </p:nvGrpSpPr>
          <p:grpSpPr bwMode="auto">
            <a:xfrm>
              <a:off x="2989" y="2368"/>
              <a:ext cx="524" cy="466"/>
              <a:chOff x="2989" y="2368"/>
              <a:chExt cx="524" cy="466"/>
            </a:xfrm>
          </p:grpSpPr>
          <p:sp>
            <p:nvSpPr>
              <p:cNvPr id="88109" name="Rectangle 45"/>
              <p:cNvSpPr>
                <a:spLocks noChangeArrowheads="1"/>
              </p:cNvSpPr>
              <p:nvPr/>
            </p:nvSpPr>
            <p:spPr bwMode="auto">
              <a:xfrm>
                <a:off x="3344" y="2368"/>
                <a:ext cx="160" cy="192"/>
              </a:xfrm>
              <a:prstGeom prst="rect">
                <a:avLst/>
              </a:prstGeom>
              <a:solidFill>
                <a:srgbClr val="FFFFCC"/>
              </a:solidFill>
              <a:ln>
                <a:noFill/>
              </a:ln>
              <a:effectLst/>
              <a:extLs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8110" name="Text Box 46"/>
              <p:cNvSpPr txBox="1">
                <a:spLocks noChangeArrowheads="1"/>
              </p:cNvSpPr>
              <p:nvPr/>
            </p:nvSpPr>
            <p:spPr bwMode="auto">
              <a:xfrm>
                <a:off x="2989" y="2546"/>
                <a:ext cx="524" cy="288"/>
              </a:xfrm>
              <a:prstGeom prst="rect">
                <a:avLst/>
              </a:prstGeom>
              <a:solidFill>
                <a:srgbClr val="FFFFCC"/>
              </a:solidFill>
              <a:ln>
                <a:noFill/>
              </a:ln>
              <a:effectLst/>
              <a:extLs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zh-CN" altLang="en-US" sz="2400" b="1">
                    <a:solidFill>
                      <a:srgbClr val="6600FF"/>
                    </a:solidFill>
                    <a:latin typeface="Times New Roman" panose="02020603050405020304" pitchFamily="18" charset="0"/>
                  </a:rPr>
                  <a:t>电导</a:t>
                </a:r>
              </a:p>
            </p:txBody>
          </p:sp>
        </p:grpSp>
        <p:sp>
          <p:nvSpPr>
            <p:cNvPr id="88111" name="Text Box 47"/>
            <p:cNvSpPr txBox="1">
              <a:spLocks noChangeArrowheads="1"/>
            </p:cNvSpPr>
            <p:nvPr/>
          </p:nvSpPr>
          <p:spPr bwMode="auto">
            <a:xfrm>
              <a:off x="3773" y="2546"/>
              <a:ext cx="524" cy="288"/>
            </a:xfrm>
            <a:prstGeom prst="rect">
              <a:avLst/>
            </a:prstGeom>
            <a:solidFill>
              <a:srgbClr val="FFFFCC"/>
            </a:solidFill>
            <a:ln>
              <a:noFill/>
            </a:ln>
            <a:effectLst/>
            <a:extLs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zh-CN" altLang="en-US" sz="2400" b="1">
                  <a:solidFill>
                    <a:srgbClr val="6600FF"/>
                  </a:solidFill>
                  <a:latin typeface="Times New Roman" panose="02020603050405020304" pitchFamily="18" charset="0"/>
                </a:rPr>
                <a:t>电纳</a:t>
              </a:r>
            </a:p>
          </p:txBody>
        </p:sp>
        <p:sp>
          <p:nvSpPr>
            <p:cNvPr id="88112" name="Rectangle 48"/>
            <p:cNvSpPr>
              <a:spLocks noChangeArrowheads="1"/>
            </p:cNvSpPr>
            <p:nvPr/>
          </p:nvSpPr>
          <p:spPr bwMode="auto">
            <a:xfrm>
              <a:off x="3752" y="2360"/>
              <a:ext cx="160" cy="192"/>
            </a:xfrm>
            <a:prstGeom prst="rect">
              <a:avLst/>
            </a:prstGeom>
            <a:solidFill>
              <a:srgbClr val="FFFFCC"/>
            </a:solidFill>
            <a:ln>
              <a:noFill/>
            </a:ln>
            <a:effectLst/>
            <a:extLs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88113" name="Group 49"/>
          <p:cNvGrpSpPr>
            <a:grpSpLocks/>
          </p:cNvGrpSpPr>
          <p:nvPr/>
        </p:nvGrpSpPr>
        <p:grpSpPr bwMode="auto">
          <a:xfrm>
            <a:off x="755650" y="657225"/>
            <a:ext cx="3252788" cy="2209800"/>
            <a:chOff x="3264" y="624"/>
            <a:chExt cx="2049" cy="1392"/>
          </a:xfrm>
        </p:grpSpPr>
        <p:graphicFrame>
          <p:nvGraphicFramePr>
            <p:cNvPr id="88114" name="Object 50"/>
            <p:cNvGraphicFramePr>
              <a:graphicFrameLocks noChangeAspect="1"/>
            </p:cNvGraphicFramePr>
            <p:nvPr/>
          </p:nvGraphicFramePr>
          <p:xfrm>
            <a:off x="3497" y="624"/>
            <a:ext cx="151" cy="319"/>
          </p:xfrm>
          <a:graphic>
            <a:graphicData uri="http://schemas.openxmlformats.org/presentationml/2006/ole">
              <mc:AlternateContent xmlns:mc="http://schemas.openxmlformats.org/markup-compatibility/2006">
                <mc:Choice xmlns:v="urn:schemas-microsoft-com:vml" Requires="v">
                  <p:oleObj spid="_x0000_s69104" name="公式" r:id="rId4" imgW="126720" imgH="266400" progId="Equation.3">
                    <p:embed/>
                  </p:oleObj>
                </mc:Choice>
                <mc:Fallback>
                  <p:oleObj name="公式" r:id="rId4" imgW="126720" imgH="266400" progId="Equation.3">
                    <p:embed/>
                    <p:pic>
                      <p:nvPicPr>
                        <p:cNvPr id="88114" name="Object 5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7" y="624"/>
                          <a:ext cx="151" cy="3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115" name="Text Box 51"/>
            <p:cNvSpPr txBox="1">
              <a:spLocks noChangeArrowheads="1"/>
            </p:cNvSpPr>
            <p:nvPr/>
          </p:nvSpPr>
          <p:spPr bwMode="auto">
            <a:xfrm>
              <a:off x="3936" y="1392"/>
              <a:ext cx="576"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a:latin typeface="Times New Roman" panose="02020603050405020304" pitchFamily="18" charset="0"/>
                </a:rPr>
                <a:t>j</a:t>
              </a:r>
              <a:r>
                <a:rPr kumimoji="1" lang="en-US" altLang="zh-CN" sz="2400" b="1" i="1">
                  <a:latin typeface="Times New Roman" panose="02020603050405020304" pitchFamily="18" charset="0"/>
                  <a:sym typeface="Symbol" panose="05050102010706020507" pitchFamily="18" charset="2"/>
                </a:rPr>
                <a:t></a:t>
              </a:r>
              <a:r>
                <a:rPr kumimoji="1" lang="en-US" altLang="zh-CN" sz="2400" b="1" i="1">
                  <a:latin typeface="Times New Roman" panose="02020603050405020304" pitchFamily="18" charset="0"/>
                </a:rPr>
                <a:t>L</a:t>
              </a:r>
            </a:p>
          </p:txBody>
        </p:sp>
        <p:graphicFrame>
          <p:nvGraphicFramePr>
            <p:cNvPr id="88116" name="Object 52"/>
            <p:cNvGraphicFramePr>
              <a:graphicFrameLocks noChangeAspect="1"/>
            </p:cNvGraphicFramePr>
            <p:nvPr/>
          </p:nvGraphicFramePr>
          <p:xfrm>
            <a:off x="3307" y="1344"/>
            <a:ext cx="197" cy="336"/>
          </p:xfrm>
          <a:graphic>
            <a:graphicData uri="http://schemas.openxmlformats.org/presentationml/2006/ole">
              <mc:AlternateContent xmlns:mc="http://schemas.openxmlformats.org/markup-compatibility/2006">
                <mc:Choice xmlns:v="urn:schemas-microsoft-com:vml" Requires="v">
                  <p:oleObj spid="_x0000_s69105" name="公式" r:id="rId6" imgW="164880" imgH="279360" progId="Equation.3">
                    <p:embed/>
                  </p:oleObj>
                </mc:Choice>
                <mc:Fallback>
                  <p:oleObj name="公式" r:id="rId6" imgW="164880" imgH="279360" progId="Equation.3">
                    <p:embed/>
                    <p:pic>
                      <p:nvPicPr>
                        <p:cNvPr id="88116" name="Object 5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07" y="1344"/>
                          <a:ext cx="197"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117" name="Object 53"/>
            <p:cNvGraphicFramePr>
              <a:graphicFrameLocks noChangeAspect="1"/>
            </p:cNvGraphicFramePr>
            <p:nvPr/>
          </p:nvGraphicFramePr>
          <p:xfrm>
            <a:off x="4480" y="1017"/>
            <a:ext cx="222" cy="381"/>
          </p:xfrm>
          <a:graphic>
            <a:graphicData uri="http://schemas.openxmlformats.org/presentationml/2006/ole">
              <mc:AlternateContent xmlns:mc="http://schemas.openxmlformats.org/markup-compatibility/2006">
                <mc:Choice xmlns:v="urn:schemas-microsoft-com:vml" Requires="v">
                  <p:oleObj spid="_x0000_s69106" name="公式" r:id="rId8" imgW="177480" imgH="304560" progId="Equation.3">
                    <p:embed/>
                  </p:oleObj>
                </mc:Choice>
                <mc:Fallback>
                  <p:oleObj name="公式" r:id="rId8" imgW="177480" imgH="304560" progId="Equation.3">
                    <p:embed/>
                    <p:pic>
                      <p:nvPicPr>
                        <p:cNvPr id="88117" name="Object 5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80" y="1017"/>
                          <a:ext cx="222" cy="3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118" name="Object 54"/>
            <p:cNvGraphicFramePr>
              <a:graphicFrameLocks noChangeAspect="1"/>
            </p:cNvGraphicFramePr>
            <p:nvPr/>
          </p:nvGraphicFramePr>
          <p:xfrm>
            <a:off x="5084" y="1042"/>
            <a:ext cx="229" cy="365"/>
          </p:xfrm>
          <a:graphic>
            <a:graphicData uri="http://schemas.openxmlformats.org/presentationml/2006/ole">
              <mc:AlternateContent xmlns:mc="http://schemas.openxmlformats.org/markup-compatibility/2006">
                <mc:Choice xmlns:v="urn:schemas-microsoft-com:vml" Requires="v">
                  <p:oleObj spid="_x0000_s69107" name="公式" r:id="rId10" imgW="190440" imgH="304560" progId="Equation.3">
                    <p:embed/>
                  </p:oleObj>
                </mc:Choice>
                <mc:Fallback>
                  <p:oleObj name="公式" r:id="rId10" imgW="190440" imgH="304560" progId="Equation.3">
                    <p:embed/>
                    <p:pic>
                      <p:nvPicPr>
                        <p:cNvPr id="88118" name="Object 5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84" y="1042"/>
                          <a:ext cx="229"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119" name="Object 55"/>
            <p:cNvGraphicFramePr>
              <a:graphicFrameLocks noChangeAspect="1"/>
            </p:cNvGraphicFramePr>
            <p:nvPr/>
          </p:nvGraphicFramePr>
          <p:xfrm>
            <a:off x="4416" y="1307"/>
            <a:ext cx="467" cy="544"/>
          </p:xfrm>
          <a:graphic>
            <a:graphicData uri="http://schemas.openxmlformats.org/presentationml/2006/ole">
              <mc:AlternateContent xmlns:mc="http://schemas.openxmlformats.org/markup-compatibility/2006">
                <mc:Choice xmlns:v="urn:schemas-microsoft-com:vml" Requires="v">
                  <p:oleObj spid="_x0000_s69108" name="公式" r:id="rId12" imgW="368280" imgH="431640" progId="Equation.3">
                    <p:embed/>
                  </p:oleObj>
                </mc:Choice>
                <mc:Fallback>
                  <p:oleObj name="公式" r:id="rId12" imgW="368280" imgH="431640" progId="Equation.3">
                    <p:embed/>
                    <p:pic>
                      <p:nvPicPr>
                        <p:cNvPr id="88119" name="Object 5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16" y="1307"/>
                          <a:ext cx="467"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120" name="Line 56"/>
            <p:cNvSpPr>
              <a:spLocks noChangeShapeType="1"/>
            </p:cNvSpPr>
            <p:nvPr/>
          </p:nvSpPr>
          <p:spPr bwMode="auto">
            <a:xfrm>
              <a:off x="4848" y="1516"/>
              <a:ext cx="221"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121" name="Line 57"/>
            <p:cNvSpPr>
              <a:spLocks noChangeShapeType="1"/>
            </p:cNvSpPr>
            <p:nvPr/>
          </p:nvSpPr>
          <p:spPr bwMode="auto">
            <a:xfrm flipV="1">
              <a:off x="4848" y="1609"/>
              <a:ext cx="221" cy="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122" name="Freeform 58"/>
            <p:cNvSpPr>
              <a:spLocks noChangeArrowheads="1"/>
            </p:cNvSpPr>
            <p:nvPr/>
          </p:nvSpPr>
          <p:spPr bwMode="auto">
            <a:xfrm>
              <a:off x="4956" y="1068"/>
              <a:ext cx="1" cy="448"/>
            </a:xfrm>
            <a:custGeom>
              <a:avLst/>
              <a:gdLst>
                <a:gd name="T0" fmla="*/ 0 w 1"/>
                <a:gd name="T1" fmla="*/ 0 h 448"/>
                <a:gd name="T2" fmla="*/ 0 w 1"/>
                <a:gd name="T3" fmla="*/ 22 h 448"/>
                <a:gd name="T4" fmla="*/ 0 w 1"/>
                <a:gd name="T5" fmla="*/ 448 h 448"/>
              </a:gdLst>
              <a:ahLst/>
              <a:cxnLst>
                <a:cxn ang="0">
                  <a:pos x="T0" y="T1"/>
                </a:cxn>
                <a:cxn ang="0">
                  <a:pos x="T2" y="T3"/>
                </a:cxn>
                <a:cxn ang="0">
                  <a:pos x="T4" y="T5"/>
                </a:cxn>
              </a:cxnLst>
              <a:rect l="0" t="0" r="r" b="b"/>
              <a:pathLst>
                <a:path w="1" h="448">
                  <a:moveTo>
                    <a:pt x="0" y="0"/>
                  </a:moveTo>
                  <a:lnTo>
                    <a:pt x="0" y="22"/>
                  </a:lnTo>
                  <a:lnTo>
                    <a:pt x="0" y="448"/>
                  </a:lnTo>
                </a:path>
              </a:pathLst>
            </a:custGeom>
            <a:solidFill>
              <a:srgbClr val="FFFFFF"/>
            </a:solidFill>
            <a:ln w="19050" cmpd="sng">
              <a:solidFill>
                <a:srgbClr val="000000"/>
              </a:solidFill>
              <a:round/>
              <a:headEnd/>
              <a:tailEnd/>
            </a:ln>
          </p:spPr>
          <p:txBody>
            <a:bodyPr/>
            <a:lstStyle/>
            <a:p>
              <a:endParaRPr lang="zh-CN" altLang="en-US"/>
            </a:p>
          </p:txBody>
        </p:sp>
        <p:sp>
          <p:nvSpPr>
            <p:cNvPr id="88123" name="Freeform 59"/>
            <p:cNvSpPr>
              <a:spLocks noChangeArrowheads="1"/>
            </p:cNvSpPr>
            <p:nvPr/>
          </p:nvSpPr>
          <p:spPr bwMode="auto">
            <a:xfrm>
              <a:off x="4955" y="1608"/>
              <a:ext cx="1" cy="388"/>
            </a:xfrm>
            <a:custGeom>
              <a:avLst/>
              <a:gdLst>
                <a:gd name="T0" fmla="*/ 0 w 1"/>
                <a:gd name="T1" fmla="*/ 0 h 388"/>
                <a:gd name="T2" fmla="*/ 1 w 1"/>
                <a:gd name="T3" fmla="*/ 388 h 388"/>
                <a:gd name="T4" fmla="*/ 1 w 1"/>
                <a:gd name="T5" fmla="*/ 382 h 388"/>
              </a:gdLst>
              <a:ahLst/>
              <a:cxnLst>
                <a:cxn ang="0">
                  <a:pos x="T0" y="T1"/>
                </a:cxn>
                <a:cxn ang="0">
                  <a:pos x="T2" y="T3"/>
                </a:cxn>
                <a:cxn ang="0">
                  <a:pos x="T4" y="T5"/>
                </a:cxn>
              </a:cxnLst>
              <a:rect l="0" t="0" r="r" b="b"/>
              <a:pathLst>
                <a:path w="1" h="388">
                  <a:moveTo>
                    <a:pt x="0" y="0"/>
                  </a:moveTo>
                  <a:lnTo>
                    <a:pt x="1" y="388"/>
                  </a:lnTo>
                  <a:lnTo>
                    <a:pt x="1" y="382"/>
                  </a:lnTo>
                </a:path>
              </a:pathLst>
            </a:custGeom>
            <a:solidFill>
              <a:srgbClr val="FFFFFF"/>
            </a:solidFill>
            <a:ln w="19050" cmpd="sng">
              <a:solidFill>
                <a:srgbClr val="000000"/>
              </a:solidFill>
              <a:round/>
              <a:headEnd/>
              <a:tailEnd/>
            </a:ln>
          </p:spPr>
          <p:txBody>
            <a:bodyPr/>
            <a:lstStyle/>
            <a:p>
              <a:endParaRPr lang="zh-CN" altLang="en-US"/>
            </a:p>
          </p:txBody>
        </p:sp>
        <p:sp>
          <p:nvSpPr>
            <p:cNvPr id="88124" name="Rectangle 60"/>
            <p:cNvSpPr>
              <a:spLocks noChangeArrowheads="1"/>
            </p:cNvSpPr>
            <p:nvPr/>
          </p:nvSpPr>
          <p:spPr bwMode="auto">
            <a:xfrm rot="10800000">
              <a:off x="3792" y="1408"/>
              <a:ext cx="102" cy="272"/>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88125" name="Freeform 61"/>
            <p:cNvSpPr>
              <a:spLocks/>
            </p:cNvSpPr>
            <p:nvPr/>
          </p:nvSpPr>
          <p:spPr bwMode="auto">
            <a:xfrm>
              <a:off x="3432" y="1984"/>
              <a:ext cx="1518" cy="6"/>
            </a:xfrm>
            <a:custGeom>
              <a:avLst/>
              <a:gdLst>
                <a:gd name="T0" fmla="*/ 1518 w 1518"/>
                <a:gd name="T1" fmla="*/ 6 h 6"/>
                <a:gd name="T2" fmla="*/ 0 w 1518"/>
                <a:gd name="T3" fmla="*/ 0 h 6"/>
              </a:gdLst>
              <a:ahLst/>
              <a:cxnLst>
                <a:cxn ang="0">
                  <a:pos x="T0" y="T1"/>
                </a:cxn>
                <a:cxn ang="0">
                  <a:pos x="T2" y="T3"/>
                </a:cxn>
              </a:cxnLst>
              <a:rect l="0" t="0" r="r" b="b"/>
              <a:pathLst>
                <a:path w="1518" h="6">
                  <a:moveTo>
                    <a:pt x="1518" y="6"/>
                  </a:moveTo>
                  <a:lnTo>
                    <a:pt x="0" y="0"/>
                  </a:lnTo>
                </a:path>
              </a:pathLst>
            </a:custGeom>
            <a:noFill/>
            <a:ln w="190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8126" name="Text Box 62"/>
            <p:cNvSpPr txBox="1">
              <a:spLocks noChangeArrowheads="1"/>
            </p:cNvSpPr>
            <p:nvPr/>
          </p:nvSpPr>
          <p:spPr bwMode="auto">
            <a:xfrm>
              <a:off x="3552" y="1392"/>
              <a:ext cx="24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R</a:t>
              </a:r>
            </a:p>
          </p:txBody>
        </p:sp>
        <p:sp>
          <p:nvSpPr>
            <p:cNvPr id="88127" name="Line 63"/>
            <p:cNvSpPr>
              <a:spLocks noChangeShapeType="1"/>
            </p:cNvSpPr>
            <p:nvPr/>
          </p:nvSpPr>
          <p:spPr bwMode="auto">
            <a:xfrm>
              <a:off x="3408" y="960"/>
              <a:ext cx="288" cy="0"/>
            </a:xfrm>
            <a:prstGeom prst="line">
              <a:avLst/>
            </a:prstGeom>
            <a:noFill/>
            <a:ln w="952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8128" name="Group 64"/>
            <p:cNvGrpSpPr>
              <a:grpSpLocks/>
            </p:cNvGrpSpPr>
            <p:nvPr/>
          </p:nvGrpSpPr>
          <p:grpSpPr bwMode="auto">
            <a:xfrm rot="5400000">
              <a:off x="4205" y="1507"/>
              <a:ext cx="384" cy="57"/>
              <a:chOff x="576" y="711"/>
              <a:chExt cx="384" cy="57"/>
            </a:xfrm>
          </p:grpSpPr>
          <p:sp>
            <p:nvSpPr>
              <p:cNvPr id="88129" name="Freeform 65"/>
              <p:cNvSpPr>
                <a:spLocks/>
              </p:cNvSpPr>
              <p:nvPr/>
            </p:nvSpPr>
            <p:spPr bwMode="auto">
              <a:xfrm>
                <a:off x="576" y="711"/>
                <a:ext cx="98" cy="57"/>
              </a:xfrm>
              <a:custGeom>
                <a:avLst/>
                <a:gdLst>
                  <a:gd name="T0" fmla="*/ 0 w 98"/>
                  <a:gd name="T1" fmla="*/ 57 h 57"/>
                  <a:gd name="T2" fmla="*/ 18 w 98"/>
                  <a:gd name="T3" fmla="*/ 14 h 57"/>
                  <a:gd name="T4" fmla="*/ 47 w 98"/>
                  <a:gd name="T5" fmla="*/ 0 h 57"/>
                  <a:gd name="T6" fmla="*/ 80 w 98"/>
                  <a:gd name="T7" fmla="*/ 14 h 57"/>
                  <a:gd name="T8" fmla="*/ 98 w 98"/>
                  <a:gd name="T9" fmla="*/ 48 h 57"/>
                </a:gdLst>
                <a:ahLst/>
                <a:cxnLst>
                  <a:cxn ang="0">
                    <a:pos x="T0" y="T1"/>
                  </a:cxn>
                  <a:cxn ang="0">
                    <a:pos x="T2" y="T3"/>
                  </a:cxn>
                  <a:cxn ang="0">
                    <a:pos x="T4" y="T5"/>
                  </a:cxn>
                  <a:cxn ang="0">
                    <a:pos x="T6" y="T7"/>
                  </a:cxn>
                  <a:cxn ang="0">
                    <a:pos x="T8" y="T9"/>
                  </a:cxn>
                </a:cxnLst>
                <a:rect l="0" t="0" r="r" b="b"/>
                <a:pathLst>
                  <a:path w="98" h="57">
                    <a:moveTo>
                      <a:pt x="0" y="57"/>
                    </a:moveTo>
                    <a:cubicBezTo>
                      <a:pt x="3" y="50"/>
                      <a:pt x="10" y="23"/>
                      <a:pt x="18" y="14"/>
                    </a:cubicBezTo>
                    <a:cubicBezTo>
                      <a:pt x="26" y="5"/>
                      <a:pt x="37" y="0"/>
                      <a:pt x="47" y="0"/>
                    </a:cubicBezTo>
                    <a:cubicBezTo>
                      <a:pt x="57" y="0"/>
                      <a:pt x="71" y="6"/>
                      <a:pt x="80" y="14"/>
                    </a:cubicBezTo>
                    <a:cubicBezTo>
                      <a:pt x="89" y="22"/>
                      <a:pt x="94" y="42"/>
                      <a:pt x="98" y="48"/>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88130" name="Freeform 66"/>
              <p:cNvSpPr>
                <a:spLocks/>
              </p:cNvSpPr>
              <p:nvPr/>
            </p:nvSpPr>
            <p:spPr bwMode="auto">
              <a:xfrm>
                <a:off x="674" y="711"/>
                <a:ext cx="95" cy="51"/>
              </a:xfrm>
              <a:custGeom>
                <a:avLst/>
                <a:gdLst>
                  <a:gd name="T0" fmla="*/ 0 w 121"/>
                  <a:gd name="T1" fmla="*/ 54 h 54"/>
                  <a:gd name="T2" fmla="*/ 24 w 121"/>
                  <a:gd name="T3" fmla="*/ 15 h 54"/>
                  <a:gd name="T4" fmla="*/ 66 w 121"/>
                  <a:gd name="T5" fmla="*/ 0 h 54"/>
                  <a:gd name="T6" fmla="*/ 103 w 121"/>
                  <a:gd name="T7" fmla="*/ 15 h 54"/>
                  <a:gd name="T8" fmla="*/ 121 w 121"/>
                  <a:gd name="T9" fmla="*/ 51 h 54"/>
                </a:gdLst>
                <a:ahLst/>
                <a:cxnLst>
                  <a:cxn ang="0">
                    <a:pos x="T0" y="T1"/>
                  </a:cxn>
                  <a:cxn ang="0">
                    <a:pos x="T2" y="T3"/>
                  </a:cxn>
                  <a:cxn ang="0">
                    <a:pos x="T4" y="T5"/>
                  </a:cxn>
                  <a:cxn ang="0">
                    <a:pos x="T6" y="T7"/>
                  </a:cxn>
                  <a:cxn ang="0">
                    <a:pos x="T8" y="T9"/>
                  </a:cxn>
                </a:cxnLst>
                <a:rect l="0" t="0" r="r" b="b"/>
                <a:pathLst>
                  <a:path w="121" h="54">
                    <a:moveTo>
                      <a:pt x="0" y="54"/>
                    </a:moveTo>
                    <a:cubicBezTo>
                      <a:pt x="4" y="47"/>
                      <a:pt x="13" y="24"/>
                      <a:pt x="24" y="15"/>
                    </a:cubicBezTo>
                    <a:cubicBezTo>
                      <a:pt x="35" y="6"/>
                      <a:pt x="53" y="0"/>
                      <a:pt x="66" y="0"/>
                    </a:cubicBezTo>
                    <a:cubicBezTo>
                      <a:pt x="79" y="0"/>
                      <a:pt x="94" y="7"/>
                      <a:pt x="103" y="15"/>
                    </a:cubicBezTo>
                    <a:cubicBezTo>
                      <a:pt x="112" y="23"/>
                      <a:pt x="117" y="44"/>
                      <a:pt x="121"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88131" name="Freeform 67"/>
              <p:cNvSpPr>
                <a:spLocks/>
              </p:cNvSpPr>
              <p:nvPr/>
            </p:nvSpPr>
            <p:spPr bwMode="auto">
              <a:xfrm>
                <a:off x="769" y="711"/>
                <a:ext cx="94" cy="48"/>
              </a:xfrm>
              <a:custGeom>
                <a:avLst/>
                <a:gdLst>
                  <a:gd name="T0" fmla="*/ 0 w 119"/>
                  <a:gd name="T1" fmla="*/ 51 h 51"/>
                  <a:gd name="T2" fmla="*/ 17 w 119"/>
                  <a:gd name="T3" fmla="*/ 15 h 51"/>
                  <a:gd name="T4" fmla="*/ 59 w 119"/>
                  <a:gd name="T5" fmla="*/ 0 h 51"/>
                  <a:gd name="T6" fmla="*/ 96 w 119"/>
                  <a:gd name="T7" fmla="*/ 15 h 51"/>
                  <a:gd name="T8" fmla="*/ 119 w 119"/>
                  <a:gd name="T9" fmla="*/ 51 h 51"/>
                </a:gdLst>
                <a:ahLst/>
                <a:cxnLst>
                  <a:cxn ang="0">
                    <a:pos x="T0" y="T1"/>
                  </a:cxn>
                  <a:cxn ang="0">
                    <a:pos x="T2" y="T3"/>
                  </a:cxn>
                  <a:cxn ang="0">
                    <a:pos x="T4" y="T5"/>
                  </a:cxn>
                  <a:cxn ang="0">
                    <a:pos x="T6" y="T7"/>
                  </a:cxn>
                  <a:cxn ang="0">
                    <a:pos x="T8" y="T9"/>
                  </a:cxn>
                </a:cxnLst>
                <a:rect l="0" t="0" r="r" b="b"/>
                <a:pathLst>
                  <a:path w="119" h="51">
                    <a:moveTo>
                      <a:pt x="0" y="51"/>
                    </a:moveTo>
                    <a:cubicBezTo>
                      <a:pt x="3" y="45"/>
                      <a:pt x="7" y="24"/>
                      <a:pt x="17" y="15"/>
                    </a:cubicBezTo>
                    <a:cubicBezTo>
                      <a:pt x="27" y="6"/>
                      <a:pt x="46" y="0"/>
                      <a:pt x="59" y="0"/>
                    </a:cubicBezTo>
                    <a:cubicBezTo>
                      <a:pt x="72" y="0"/>
                      <a:pt x="86" y="7"/>
                      <a:pt x="96" y="15"/>
                    </a:cubicBezTo>
                    <a:cubicBezTo>
                      <a:pt x="106" y="23"/>
                      <a:pt x="114" y="44"/>
                      <a:pt x="119" y="51"/>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88132" name="Freeform 68"/>
              <p:cNvSpPr>
                <a:spLocks/>
              </p:cNvSpPr>
              <p:nvPr/>
            </p:nvSpPr>
            <p:spPr bwMode="auto">
              <a:xfrm>
                <a:off x="863" y="711"/>
                <a:ext cx="97" cy="54"/>
              </a:xfrm>
              <a:custGeom>
                <a:avLst/>
                <a:gdLst>
                  <a:gd name="T0" fmla="*/ 0 w 123"/>
                  <a:gd name="T1" fmla="*/ 51 h 57"/>
                  <a:gd name="T2" fmla="*/ 23 w 123"/>
                  <a:gd name="T3" fmla="*/ 15 h 57"/>
                  <a:gd name="T4" fmla="*/ 65 w 123"/>
                  <a:gd name="T5" fmla="*/ 0 h 57"/>
                  <a:gd name="T6" fmla="*/ 102 w 123"/>
                  <a:gd name="T7" fmla="*/ 15 h 57"/>
                  <a:gd name="T8" fmla="*/ 123 w 123"/>
                  <a:gd name="T9" fmla="*/ 57 h 57"/>
                </a:gdLst>
                <a:ahLst/>
                <a:cxnLst>
                  <a:cxn ang="0">
                    <a:pos x="T0" y="T1"/>
                  </a:cxn>
                  <a:cxn ang="0">
                    <a:pos x="T2" y="T3"/>
                  </a:cxn>
                  <a:cxn ang="0">
                    <a:pos x="T4" y="T5"/>
                  </a:cxn>
                  <a:cxn ang="0">
                    <a:pos x="T6" y="T7"/>
                  </a:cxn>
                  <a:cxn ang="0">
                    <a:pos x="T8" y="T9"/>
                  </a:cxn>
                </a:cxnLst>
                <a:rect l="0" t="0" r="r" b="b"/>
                <a:pathLst>
                  <a:path w="123" h="57">
                    <a:moveTo>
                      <a:pt x="0" y="51"/>
                    </a:moveTo>
                    <a:cubicBezTo>
                      <a:pt x="3" y="45"/>
                      <a:pt x="12" y="24"/>
                      <a:pt x="23" y="15"/>
                    </a:cubicBezTo>
                    <a:cubicBezTo>
                      <a:pt x="34" y="6"/>
                      <a:pt x="52" y="0"/>
                      <a:pt x="65" y="0"/>
                    </a:cubicBezTo>
                    <a:cubicBezTo>
                      <a:pt x="78" y="0"/>
                      <a:pt x="92" y="6"/>
                      <a:pt x="102" y="15"/>
                    </a:cubicBezTo>
                    <a:cubicBezTo>
                      <a:pt x="112" y="24"/>
                      <a:pt x="119" y="48"/>
                      <a:pt x="123" y="57"/>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sp>
          <p:nvSpPr>
            <p:cNvPr id="88133" name="Text Box 69"/>
            <p:cNvSpPr txBox="1">
              <a:spLocks noChangeArrowheads="1"/>
            </p:cNvSpPr>
            <p:nvPr/>
          </p:nvSpPr>
          <p:spPr bwMode="auto">
            <a:xfrm>
              <a:off x="3271" y="1084"/>
              <a:ext cx="22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Times New Roman" panose="02020603050405020304" pitchFamily="18" charset="0"/>
                </a:rPr>
                <a:t>+</a:t>
              </a:r>
            </a:p>
          </p:txBody>
        </p:sp>
        <p:sp>
          <p:nvSpPr>
            <p:cNvPr id="88134" name="Text Box 70"/>
            <p:cNvSpPr txBox="1">
              <a:spLocks noChangeArrowheads="1"/>
            </p:cNvSpPr>
            <p:nvPr/>
          </p:nvSpPr>
          <p:spPr bwMode="auto">
            <a:xfrm>
              <a:off x="3264" y="1708"/>
              <a:ext cx="21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a:latin typeface="宋体" panose="02010600030101010101" pitchFamily="2" charset="-122"/>
                </a:rPr>
                <a:t>-</a:t>
              </a:r>
              <a:endParaRPr kumimoji="1" lang="en-US" altLang="zh-CN" sz="2400" b="1">
                <a:latin typeface="Times New Roman" panose="02020603050405020304" pitchFamily="18" charset="0"/>
              </a:endParaRPr>
            </a:p>
          </p:txBody>
        </p:sp>
        <p:sp>
          <p:nvSpPr>
            <p:cNvPr id="88135" name="Freeform 71"/>
            <p:cNvSpPr>
              <a:spLocks/>
            </p:cNvSpPr>
            <p:nvPr/>
          </p:nvSpPr>
          <p:spPr bwMode="auto">
            <a:xfrm>
              <a:off x="3402" y="1074"/>
              <a:ext cx="1554" cy="6"/>
            </a:xfrm>
            <a:custGeom>
              <a:avLst/>
              <a:gdLst>
                <a:gd name="T0" fmla="*/ 1554 w 1554"/>
                <a:gd name="T1" fmla="*/ 6 h 6"/>
                <a:gd name="T2" fmla="*/ 0 w 1554"/>
                <a:gd name="T3" fmla="*/ 0 h 6"/>
              </a:gdLst>
              <a:ahLst/>
              <a:cxnLst>
                <a:cxn ang="0">
                  <a:pos x="T0" y="T1"/>
                </a:cxn>
                <a:cxn ang="0">
                  <a:pos x="T2" y="T3"/>
                </a:cxn>
              </a:cxnLst>
              <a:rect l="0" t="0" r="r" b="b"/>
              <a:pathLst>
                <a:path w="1554" h="6">
                  <a:moveTo>
                    <a:pt x="1554" y="6"/>
                  </a:moveTo>
                  <a:lnTo>
                    <a:pt x="0" y="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8136" name="Oval 72"/>
            <p:cNvSpPr>
              <a:spLocks noChangeArrowheads="1"/>
            </p:cNvSpPr>
            <p:nvPr/>
          </p:nvSpPr>
          <p:spPr bwMode="auto">
            <a:xfrm>
              <a:off x="3360" y="1948"/>
              <a:ext cx="68" cy="68"/>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8137" name="Oval 73"/>
            <p:cNvSpPr>
              <a:spLocks noChangeArrowheads="1"/>
            </p:cNvSpPr>
            <p:nvPr/>
          </p:nvSpPr>
          <p:spPr bwMode="auto">
            <a:xfrm>
              <a:off x="3340" y="1036"/>
              <a:ext cx="68" cy="68"/>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8138" name="Freeform 74"/>
            <p:cNvSpPr>
              <a:spLocks/>
            </p:cNvSpPr>
            <p:nvPr/>
          </p:nvSpPr>
          <p:spPr bwMode="auto">
            <a:xfrm>
              <a:off x="3840" y="1080"/>
              <a:ext cx="1" cy="336"/>
            </a:xfrm>
            <a:custGeom>
              <a:avLst/>
              <a:gdLst>
                <a:gd name="T0" fmla="*/ 0 w 1"/>
                <a:gd name="T1" fmla="*/ 0 h 336"/>
                <a:gd name="T2" fmla="*/ 0 w 1"/>
                <a:gd name="T3" fmla="*/ 336 h 336"/>
              </a:gdLst>
              <a:ahLst/>
              <a:cxnLst>
                <a:cxn ang="0">
                  <a:pos x="T0" y="T1"/>
                </a:cxn>
                <a:cxn ang="0">
                  <a:pos x="T2" y="T3"/>
                </a:cxn>
              </a:cxnLst>
              <a:rect l="0" t="0" r="r" b="b"/>
              <a:pathLst>
                <a:path w="1" h="336">
                  <a:moveTo>
                    <a:pt x="0" y="0"/>
                  </a:moveTo>
                  <a:lnTo>
                    <a:pt x="0" y="336"/>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8139" name="Freeform 75"/>
            <p:cNvSpPr>
              <a:spLocks/>
            </p:cNvSpPr>
            <p:nvPr/>
          </p:nvSpPr>
          <p:spPr bwMode="auto">
            <a:xfrm>
              <a:off x="3840" y="1680"/>
              <a:ext cx="1" cy="312"/>
            </a:xfrm>
            <a:custGeom>
              <a:avLst/>
              <a:gdLst>
                <a:gd name="T0" fmla="*/ 0 w 1"/>
                <a:gd name="T1" fmla="*/ 0 h 312"/>
                <a:gd name="T2" fmla="*/ 0 w 1"/>
                <a:gd name="T3" fmla="*/ 312 h 312"/>
              </a:gdLst>
              <a:ahLst/>
              <a:cxnLst>
                <a:cxn ang="0">
                  <a:pos x="T0" y="T1"/>
                </a:cxn>
                <a:cxn ang="0">
                  <a:pos x="T2" y="T3"/>
                </a:cxn>
              </a:cxnLst>
              <a:rect l="0" t="0" r="r" b="b"/>
              <a:pathLst>
                <a:path w="1" h="312">
                  <a:moveTo>
                    <a:pt x="0" y="0"/>
                  </a:moveTo>
                  <a:lnTo>
                    <a:pt x="0" y="312"/>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8140" name="Freeform 76"/>
            <p:cNvSpPr>
              <a:spLocks/>
            </p:cNvSpPr>
            <p:nvPr/>
          </p:nvSpPr>
          <p:spPr bwMode="auto">
            <a:xfrm>
              <a:off x="4368" y="1074"/>
              <a:ext cx="1" cy="270"/>
            </a:xfrm>
            <a:custGeom>
              <a:avLst/>
              <a:gdLst>
                <a:gd name="T0" fmla="*/ 0 w 1"/>
                <a:gd name="T1" fmla="*/ 0 h 270"/>
                <a:gd name="T2" fmla="*/ 1 w 1"/>
                <a:gd name="T3" fmla="*/ 270 h 270"/>
              </a:gdLst>
              <a:ahLst/>
              <a:cxnLst>
                <a:cxn ang="0">
                  <a:pos x="T0" y="T1"/>
                </a:cxn>
                <a:cxn ang="0">
                  <a:pos x="T2" y="T3"/>
                </a:cxn>
              </a:cxnLst>
              <a:rect l="0" t="0" r="r" b="b"/>
              <a:pathLst>
                <a:path w="1" h="270">
                  <a:moveTo>
                    <a:pt x="0" y="0"/>
                  </a:moveTo>
                  <a:lnTo>
                    <a:pt x="1" y="270"/>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8141" name="Freeform 77"/>
            <p:cNvSpPr>
              <a:spLocks/>
            </p:cNvSpPr>
            <p:nvPr/>
          </p:nvSpPr>
          <p:spPr bwMode="auto">
            <a:xfrm>
              <a:off x="4368" y="1728"/>
              <a:ext cx="1" cy="264"/>
            </a:xfrm>
            <a:custGeom>
              <a:avLst/>
              <a:gdLst>
                <a:gd name="T0" fmla="*/ 0 w 1"/>
                <a:gd name="T1" fmla="*/ 0 h 264"/>
                <a:gd name="T2" fmla="*/ 0 w 1"/>
                <a:gd name="T3" fmla="*/ 264 h 264"/>
              </a:gdLst>
              <a:ahLst/>
              <a:cxnLst>
                <a:cxn ang="0">
                  <a:pos x="T0" y="T1"/>
                </a:cxn>
                <a:cxn ang="0">
                  <a:pos x="T2" y="T3"/>
                </a:cxn>
              </a:cxnLst>
              <a:rect l="0" t="0" r="r" b="b"/>
              <a:pathLst>
                <a:path w="1" h="264">
                  <a:moveTo>
                    <a:pt x="0" y="0"/>
                  </a:moveTo>
                  <a:lnTo>
                    <a:pt x="0" y="264"/>
                  </a:lnTo>
                </a:path>
              </a:pathLst>
            </a:custGeom>
            <a:noFill/>
            <a:ln w="1905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8142" name="Line 78"/>
            <p:cNvSpPr>
              <a:spLocks noChangeShapeType="1"/>
            </p:cNvSpPr>
            <p:nvPr/>
          </p:nvSpPr>
          <p:spPr bwMode="auto">
            <a:xfrm rot="5400000">
              <a:off x="3792" y="1296"/>
              <a:ext cx="288" cy="0"/>
            </a:xfrm>
            <a:prstGeom prst="line">
              <a:avLst/>
            </a:prstGeom>
            <a:noFill/>
            <a:ln w="952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143" name="Line 79"/>
            <p:cNvSpPr>
              <a:spLocks noChangeShapeType="1"/>
            </p:cNvSpPr>
            <p:nvPr/>
          </p:nvSpPr>
          <p:spPr bwMode="auto">
            <a:xfrm rot="5400000">
              <a:off x="4320" y="1296"/>
              <a:ext cx="288" cy="0"/>
            </a:xfrm>
            <a:prstGeom prst="line">
              <a:avLst/>
            </a:prstGeom>
            <a:noFill/>
            <a:ln w="952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144" name="Line 80"/>
            <p:cNvSpPr>
              <a:spLocks noChangeShapeType="1"/>
            </p:cNvSpPr>
            <p:nvPr/>
          </p:nvSpPr>
          <p:spPr bwMode="auto">
            <a:xfrm rot="5400000">
              <a:off x="4896" y="1296"/>
              <a:ext cx="288" cy="0"/>
            </a:xfrm>
            <a:prstGeom prst="line">
              <a:avLst/>
            </a:prstGeom>
            <a:noFill/>
            <a:ln w="9525">
              <a:solidFill>
                <a:srgbClr val="FF0000"/>
              </a:solidFill>
              <a:round/>
              <a:headEnd/>
              <a:tailEnd type="stealth" w="sm"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8145" name="Object 81"/>
            <p:cNvGraphicFramePr>
              <a:graphicFrameLocks noChangeAspect="1"/>
            </p:cNvGraphicFramePr>
            <p:nvPr/>
          </p:nvGraphicFramePr>
          <p:xfrm>
            <a:off x="3988" y="1042"/>
            <a:ext cx="229" cy="365"/>
          </p:xfrm>
          <a:graphic>
            <a:graphicData uri="http://schemas.openxmlformats.org/presentationml/2006/ole">
              <mc:AlternateContent xmlns:mc="http://schemas.openxmlformats.org/markup-compatibility/2006">
                <mc:Choice xmlns:v="urn:schemas-microsoft-com:vml" Requires="v">
                  <p:oleObj spid="_x0000_s69109" name="公式" r:id="rId14" imgW="190440" imgH="304560" progId="Equation.3">
                    <p:embed/>
                  </p:oleObj>
                </mc:Choice>
                <mc:Fallback>
                  <p:oleObj name="公式" r:id="rId14" imgW="190440" imgH="304560" progId="Equation.3">
                    <p:embed/>
                    <p:pic>
                      <p:nvPicPr>
                        <p:cNvPr id="88145" name="Object 8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988" y="1042"/>
                          <a:ext cx="229"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88146" name="Object 82"/>
          <p:cNvGraphicFramePr>
            <a:graphicFrameLocks noChangeAspect="1"/>
          </p:cNvGraphicFramePr>
          <p:nvPr/>
        </p:nvGraphicFramePr>
        <p:xfrm>
          <a:off x="5105400" y="2212975"/>
          <a:ext cx="2235200" cy="784225"/>
        </p:xfrm>
        <a:graphic>
          <a:graphicData uri="http://schemas.openxmlformats.org/presentationml/2006/ole">
            <mc:AlternateContent xmlns:mc="http://schemas.openxmlformats.org/markup-compatibility/2006">
              <mc:Choice xmlns:v="urn:schemas-microsoft-com:vml" Requires="v">
                <p:oleObj spid="_x0000_s69110" name="公式" r:id="rId16" imgW="1117440" imgH="393480" progId="Equation.3">
                  <p:embed/>
                </p:oleObj>
              </mc:Choice>
              <mc:Fallback>
                <p:oleObj name="公式" r:id="rId16" imgW="1117440" imgH="393480" progId="Equation.3">
                  <p:embed/>
                  <p:pic>
                    <p:nvPicPr>
                      <p:cNvPr id="88146" name="Object 8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105400" y="2212975"/>
                        <a:ext cx="2235200" cy="784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147" name="Object 83"/>
          <p:cNvGraphicFramePr>
            <a:graphicFrameLocks noChangeAspect="1"/>
          </p:cNvGraphicFramePr>
          <p:nvPr/>
        </p:nvGraphicFramePr>
        <p:xfrm>
          <a:off x="5067300" y="1243013"/>
          <a:ext cx="2590800" cy="1041400"/>
        </p:xfrm>
        <a:graphic>
          <a:graphicData uri="http://schemas.openxmlformats.org/presentationml/2006/ole">
            <mc:AlternateContent xmlns:mc="http://schemas.openxmlformats.org/markup-compatibility/2006">
              <mc:Choice xmlns:v="urn:schemas-microsoft-com:vml" Requires="v">
                <p:oleObj spid="_x0000_s69111" name="公式" r:id="rId18" imgW="1295280" imgH="520560" progId="Equation.3">
                  <p:embed/>
                </p:oleObj>
              </mc:Choice>
              <mc:Fallback>
                <p:oleObj name="公式" r:id="rId18" imgW="1295280" imgH="520560" progId="Equation.3">
                  <p:embed/>
                  <p:pic>
                    <p:nvPicPr>
                      <p:cNvPr id="88147" name="Object 8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067300" y="1243013"/>
                        <a:ext cx="2590800"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148" name="Object 84"/>
          <p:cNvGraphicFramePr>
            <a:graphicFrameLocks noChangeAspect="1"/>
          </p:cNvGraphicFramePr>
          <p:nvPr>
            <p:extLst>
              <p:ext uri="{D42A27DB-BD31-4B8C-83A1-F6EECF244321}">
                <p14:modId xmlns:p14="http://schemas.microsoft.com/office/powerpoint/2010/main" val="3613967613"/>
              </p:ext>
            </p:extLst>
          </p:nvPr>
        </p:nvGraphicFramePr>
        <p:xfrm>
          <a:off x="5207000" y="2998788"/>
          <a:ext cx="1879600" cy="457200"/>
        </p:xfrm>
        <a:graphic>
          <a:graphicData uri="http://schemas.openxmlformats.org/presentationml/2006/ole">
            <mc:AlternateContent xmlns:mc="http://schemas.openxmlformats.org/markup-compatibility/2006">
              <mc:Choice xmlns:v="urn:schemas-microsoft-com:vml" Requires="v">
                <p:oleObj spid="_x0000_s69112" name="Equation" r:id="rId20" imgW="939600" imgH="228600" progId="Equation.DSMT4">
                  <p:embed/>
                </p:oleObj>
              </mc:Choice>
              <mc:Fallback>
                <p:oleObj name="Equation" r:id="rId20" imgW="939600" imgH="228600" progId="Equation.DSMT4">
                  <p:embed/>
                  <p:pic>
                    <p:nvPicPr>
                      <p:cNvPr id="88148" name="Object 84"/>
                      <p:cNvPicPr>
                        <a:picLocks noChangeAspect="1" noChangeArrowheads="1"/>
                      </p:cNvPicPr>
                      <p:nvPr/>
                    </p:nvPicPr>
                    <p:blipFill>
                      <a:blip r:embed="rId21"/>
                      <a:srcRect/>
                      <a:stretch>
                        <a:fillRect/>
                      </a:stretch>
                    </p:blipFill>
                    <p:spPr bwMode="auto">
                      <a:xfrm>
                        <a:off x="5207000" y="2998788"/>
                        <a:ext cx="1879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149" name="Object 85"/>
          <p:cNvGraphicFramePr>
            <a:graphicFrameLocks noChangeAspect="1"/>
          </p:cNvGraphicFramePr>
          <p:nvPr/>
        </p:nvGraphicFramePr>
        <p:xfrm>
          <a:off x="5195888" y="3509963"/>
          <a:ext cx="1165225" cy="401637"/>
        </p:xfrm>
        <a:graphic>
          <a:graphicData uri="http://schemas.openxmlformats.org/presentationml/2006/ole">
            <mc:AlternateContent xmlns:mc="http://schemas.openxmlformats.org/markup-compatibility/2006">
              <mc:Choice xmlns:v="urn:schemas-microsoft-com:vml" Requires="v">
                <p:oleObj spid="_x0000_s69113" name="公式" r:id="rId22" imgW="583920" imgH="203040" progId="Equation.3">
                  <p:embed/>
                </p:oleObj>
              </mc:Choice>
              <mc:Fallback>
                <p:oleObj name="公式" r:id="rId22" imgW="583920" imgH="203040" progId="Equation.3">
                  <p:embed/>
                  <p:pic>
                    <p:nvPicPr>
                      <p:cNvPr id="88149" name="Object 8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195888" y="3509963"/>
                        <a:ext cx="1165225"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150" name="Rectangle 86"/>
          <p:cNvSpPr>
            <a:spLocks noChangeArrowheads="1"/>
          </p:cNvSpPr>
          <p:nvPr/>
        </p:nvSpPr>
        <p:spPr bwMode="auto">
          <a:xfrm>
            <a:off x="3606800" y="641350"/>
            <a:ext cx="1108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solidFill>
                  <a:srgbClr val="FF0000"/>
                </a:solidFill>
                <a:latin typeface="Times New Roman" panose="02020603050405020304" pitchFamily="18" charset="0"/>
              </a:rPr>
              <a:t>复导纳</a:t>
            </a:r>
          </a:p>
        </p:txBody>
      </p:sp>
      <p:graphicFrame>
        <p:nvGraphicFramePr>
          <p:cNvPr id="88151" name="Object 87"/>
          <p:cNvGraphicFramePr>
            <a:graphicFrameLocks noChangeAspect="1"/>
          </p:cNvGraphicFramePr>
          <p:nvPr/>
        </p:nvGraphicFramePr>
        <p:xfrm>
          <a:off x="714375" y="3744913"/>
          <a:ext cx="3576638" cy="754062"/>
        </p:xfrm>
        <a:graphic>
          <a:graphicData uri="http://schemas.openxmlformats.org/presentationml/2006/ole">
            <mc:AlternateContent xmlns:mc="http://schemas.openxmlformats.org/markup-compatibility/2006">
              <mc:Choice xmlns:v="urn:schemas-microsoft-com:vml" Requires="v">
                <p:oleObj spid="_x0000_s69114" name="公式" r:id="rId24" imgW="1676160" imgH="355320" progId="Equation.3">
                  <p:embed/>
                </p:oleObj>
              </mc:Choice>
              <mc:Fallback>
                <p:oleObj name="公式" r:id="rId24" imgW="1676160" imgH="355320" progId="Equation.3">
                  <p:embed/>
                  <p:pic>
                    <p:nvPicPr>
                      <p:cNvPr id="88151" name="Object 87"/>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14375" y="3744913"/>
                        <a:ext cx="3576638" cy="754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8152" name="Group 88"/>
          <p:cNvGrpSpPr>
            <a:grpSpLocks/>
          </p:cNvGrpSpPr>
          <p:nvPr/>
        </p:nvGrpSpPr>
        <p:grpSpPr bwMode="auto">
          <a:xfrm>
            <a:off x="5930900" y="4559300"/>
            <a:ext cx="2139950" cy="2057400"/>
            <a:chOff x="3271" y="2544"/>
            <a:chExt cx="1348" cy="1296"/>
          </a:xfrm>
        </p:grpSpPr>
        <p:sp>
          <p:nvSpPr>
            <p:cNvPr id="88153" name="Line 89"/>
            <p:cNvSpPr>
              <a:spLocks noChangeShapeType="1"/>
            </p:cNvSpPr>
            <p:nvPr/>
          </p:nvSpPr>
          <p:spPr bwMode="auto">
            <a:xfrm>
              <a:off x="3271" y="3312"/>
              <a:ext cx="105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154" name="Line 90"/>
            <p:cNvSpPr>
              <a:spLocks noChangeShapeType="1"/>
            </p:cNvSpPr>
            <p:nvPr/>
          </p:nvSpPr>
          <p:spPr bwMode="auto">
            <a:xfrm flipV="1">
              <a:off x="4327" y="2544"/>
              <a:ext cx="0" cy="7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155" name="Line 91"/>
            <p:cNvSpPr>
              <a:spLocks noChangeShapeType="1"/>
            </p:cNvSpPr>
            <p:nvPr/>
          </p:nvSpPr>
          <p:spPr bwMode="auto">
            <a:xfrm flipH="1">
              <a:off x="3271" y="2544"/>
              <a:ext cx="1056" cy="7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156" name="Freeform 92"/>
            <p:cNvSpPr>
              <a:spLocks/>
            </p:cNvSpPr>
            <p:nvPr/>
          </p:nvSpPr>
          <p:spPr bwMode="auto">
            <a:xfrm>
              <a:off x="3415" y="3204"/>
              <a:ext cx="60" cy="108"/>
            </a:xfrm>
            <a:custGeom>
              <a:avLst/>
              <a:gdLst>
                <a:gd name="T0" fmla="*/ 0 w 60"/>
                <a:gd name="T1" fmla="*/ 0 h 108"/>
                <a:gd name="T2" fmla="*/ 60 w 60"/>
                <a:gd name="T3" fmla="*/ 108 h 108"/>
              </a:gdLst>
              <a:ahLst/>
              <a:cxnLst>
                <a:cxn ang="0">
                  <a:pos x="T0" y="T1"/>
                </a:cxn>
                <a:cxn ang="0">
                  <a:pos x="T2" y="T3"/>
                </a:cxn>
              </a:cxnLst>
              <a:rect l="0" t="0" r="r" b="b"/>
              <a:pathLst>
                <a:path w="60" h="108">
                  <a:moveTo>
                    <a:pt x="0" y="0"/>
                  </a:moveTo>
                  <a:cubicBezTo>
                    <a:pt x="41" y="27"/>
                    <a:pt x="60" y="55"/>
                    <a:pt x="60" y="108"/>
                  </a:cubicBezTo>
                </a:path>
              </a:pathLst>
            </a:custGeom>
            <a:noFill/>
            <a:ln w="9525">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88157" name="Text Box 93"/>
            <p:cNvSpPr txBox="1">
              <a:spLocks noChangeArrowheads="1"/>
            </p:cNvSpPr>
            <p:nvPr/>
          </p:nvSpPr>
          <p:spPr bwMode="auto">
            <a:xfrm>
              <a:off x="3511" y="2640"/>
              <a:ext cx="31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|Y|</a:t>
              </a:r>
            </a:p>
          </p:txBody>
        </p:sp>
        <p:sp>
          <p:nvSpPr>
            <p:cNvPr id="88158" name="Text Box 94"/>
            <p:cNvSpPr txBox="1">
              <a:spLocks noChangeArrowheads="1"/>
            </p:cNvSpPr>
            <p:nvPr/>
          </p:nvSpPr>
          <p:spPr bwMode="auto">
            <a:xfrm>
              <a:off x="3751" y="3312"/>
              <a:ext cx="25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G</a:t>
              </a:r>
            </a:p>
          </p:txBody>
        </p:sp>
        <p:sp>
          <p:nvSpPr>
            <p:cNvPr id="88159" name="Text Box 95"/>
            <p:cNvSpPr txBox="1">
              <a:spLocks noChangeArrowheads="1"/>
            </p:cNvSpPr>
            <p:nvPr/>
          </p:nvSpPr>
          <p:spPr bwMode="auto">
            <a:xfrm>
              <a:off x="4375" y="2832"/>
              <a:ext cx="24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B</a:t>
              </a:r>
            </a:p>
          </p:txBody>
        </p:sp>
        <p:sp>
          <p:nvSpPr>
            <p:cNvPr id="88160" name="Text Box 96"/>
            <p:cNvSpPr txBox="1">
              <a:spLocks noChangeArrowheads="1"/>
            </p:cNvSpPr>
            <p:nvPr/>
          </p:nvSpPr>
          <p:spPr bwMode="auto">
            <a:xfrm>
              <a:off x="3463" y="3024"/>
              <a:ext cx="37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i="1">
                  <a:latin typeface="Symbol" panose="05050102010706020507" pitchFamily="18" charset="2"/>
                </a:rPr>
                <a:t>j</a:t>
              </a:r>
              <a:r>
                <a:rPr kumimoji="1" lang="en-US" altLang="zh-CN" sz="2400" b="1">
                  <a:latin typeface="Symbol" panose="05050102010706020507" pitchFamily="18" charset="2"/>
                  <a:sym typeface="Symbol" panose="05050102010706020507" pitchFamily="18" charset="2"/>
                </a:rPr>
                <a:t></a:t>
              </a:r>
              <a:endParaRPr kumimoji="1" lang="en-US" altLang="zh-CN" sz="2400" b="1">
                <a:latin typeface="Times New Roman" panose="02020603050405020304" pitchFamily="18" charset="0"/>
              </a:endParaRPr>
            </a:p>
          </p:txBody>
        </p:sp>
        <p:sp>
          <p:nvSpPr>
            <p:cNvPr id="88161" name="Text Box 97"/>
            <p:cNvSpPr txBox="1">
              <a:spLocks noChangeArrowheads="1"/>
            </p:cNvSpPr>
            <p:nvPr/>
          </p:nvSpPr>
          <p:spPr bwMode="auto">
            <a:xfrm>
              <a:off x="3415" y="3552"/>
              <a:ext cx="1081"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latin typeface="Times New Roman" panose="02020603050405020304" pitchFamily="18" charset="0"/>
                </a:rPr>
                <a:t>导纳三角形</a:t>
              </a:r>
            </a:p>
          </p:txBody>
        </p:sp>
        <p:sp>
          <p:nvSpPr>
            <p:cNvPr id="88162" name="Freeform 98"/>
            <p:cNvSpPr>
              <a:spLocks/>
            </p:cNvSpPr>
            <p:nvPr/>
          </p:nvSpPr>
          <p:spPr bwMode="auto">
            <a:xfrm>
              <a:off x="4183" y="3168"/>
              <a:ext cx="144" cy="144"/>
            </a:xfrm>
            <a:custGeom>
              <a:avLst/>
              <a:gdLst>
                <a:gd name="T0" fmla="*/ 96 w 96"/>
                <a:gd name="T1" fmla="*/ 0 h 144"/>
                <a:gd name="T2" fmla="*/ 0 w 96"/>
                <a:gd name="T3" fmla="*/ 0 h 144"/>
                <a:gd name="T4" fmla="*/ 0 w 96"/>
                <a:gd name="T5" fmla="*/ 144 h 144"/>
              </a:gdLst>
              <a:ahLst/>
              <a:cxnLst>
                <a:cxn ang="0">
                  <a:pos x="T0" y="T1"/>
                </a:cxn>
                <a:cxn ang="0">
                  <a:pos x="T2" y="T3"/>
                </a:cxn>
                <a:cxn ang="0">
                  <a:pos x="T4" y="T5"/>
                </a:cxn>
              </a:cxnLst>
              <a:rect l="0" t="0" r="r" b="b"/>
              <a:pathLst>
                <a:path w="96" h="144">
                  <a:moveTo>
                    <a:pt x="96" y="0"/>
                  </a:moveTo>
                  <a:lnTo>
                    <a:pt x="0" y="0"/>
                  </a:lnTo>
                  <a:lnTo>
                    <a:pt x="0" y="144"/>
                  </a:lnTo>
                </a:path>
              </a:pathLst>
            </a:custGeom>
            <a:noFill/>
            <a:ln w="9525"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88163" name="Text Box 99"/>
          <p:cNvSpPr txBox="1">
            <a:spLocks noChangeArrowheads="1"/>
          </p:cNvSpPr>
          <p:nvPr/>
        </p:nvSpPr>
        <p:spPr bwMode="auto">
          <a:xfrm>
            <a:off x="3873500" y="4864100"/>
            <a:ext cx="1349375" cy="457200"/>
          </a:xfrm>
          <a:prstGeom prst="rect">
            <a:avLst/>
          </a:prstGeom>
          <a:solidFill>
            <a:srgbClr val="FFFF00"/>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zh-CN" altLang="en-US" sz="2400" b="1">
                <a:latin typeface="Times New Roman" panose="02020603050405020304" pitchFamily="18" charset="0"/>
              </a:rPr>
              <a:t>单位：</a:t>
            </a:r>
            <a:r>
              <a:rPr kumimoji="1" lang="en-US" altLang="zh-CN" sz="2400" b="1">
                <a:latin typeface="Times New Roman" panose="02020603050405020304" pitchFamily="18" charset="0"/>
              </a:rPr>
              <a:t>S</a:t>
            </a:r>
          </a:p>
        </p:txBody>
      </p:sp>
      <p:graphicFrame>
        <p:nvGraphicFramePr>
          <p:cNvPr id="88164" name="Object 100"/>
          <p:cNvGraphicFramePr>
            <a:graphicFrameLocks noChangeAspect="1"/>
          </p:cNvGraphicFramePr>
          <p:nvPr/>
        </p:nvGraphicFramePr>
        <p:xfrm>
          <a:off x="1160463" y="4775200"/>
          <a:ext cx="1536700" cy="1258888"/>
        </p:xfrm>
        <a:graphic>
          <a:graphicData uri="http://schemas.openxmlformats.org/presentationml/2006/ole">
            <mc:AlternateContent xmlns:mc="http://schemas.openxmlformats.org/markup-compatibility/2006">
              <mc:Choice xmlns:v="urn:schemas-microsoft-com:vml" Requires="v">
                <p:oleObj spid="_x0000_s69115" name="公式" r:id="rId26" imgW="774360" imgH="634680" progId="Equation.3">
                  <p:embed/>
                </p:oleObj>
              </mc:Choice>
              <mc:Fallback>
                <p:oleObj name="公式" r:id="rId26" imgW="774360" imgH="634680" progId="Equation.3">
                  <p:embed/>
                  <p:pic>
                    <p:nvPicPr>
                      <p:cNvPr id="88164" name="Object 100"/>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160463" y="4775200"/>
                        <a:ext cx="1536700" cy="1258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165" name="AutoShape 101"/>
          <p:cNvSpPr>
            <a:spLocks/>
          </p:cNvSpPr>
          <p:nvPr/>
        </p:nvSpPr>
        <p:spPr bwMode="auto">
          <a:xfrm>
            <a:off x="977900" y="5003800"/>
            <a:ext cx="152400" cy="914400"/>
          </a:xfrm>
          <a:prstGeom prst="leftBrace">
            <a:avLst>
              <a:gd name="adj1" fmla="val 50000"/>
              <a:gd name="adj2" fmla="val 50000"/>
            </a:avLst>
          </a:prstGeom>
          <a:noFill/>
          <a:ln w="25400">
            <a:solidFill>
              <a:srgbClr val="FF00FF"/>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8166" name="Text Box 102"/>
          <p:cNvSpPr txBox="1">
            <a:spLocks noChangeArrowheads="1"/>
          </p:cNvSpPr>
          <p:nvPr/>
        </p:nvSpPr>
        <p:spPr bwMode="auto">
          <a:xfrm>
            <a:off x="2397125" y="4910138"/>
            <a:ext cx="14160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rPr>
              <a:t>导纳的模</a:t>
            </a:r>
          </a:p>
        </p:txBody>
      </p:sp>
      <p:sp>
        <p:nvSpPr>
          <p:cNvPr id="88167" name="Text Box 103"/>
          <p:cNvSpPr txBox="1">
            <a:spLocks noChangeArrowheads="1"/>
          </p:cNvSpPr>
          <p:nvPr/>
        </p:nvSpPr>
        <p:spPr bwMode="auto">
          <a:xfrm>
            <a:off x="2816225" y="5570538"/>
            <a:ext cx="1108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latin typeface="Times New Roman" panose="02020603050405020304" pitchFamily="18" charset="0"/>
                <a:sym typeface="Symbol" panose="05050102010706020507" pitchFamily="18" charset="2"/>
              </a:rPr>
              <a:t>导纳角</a:t>
            </a:r>
          </a:p>
        </p:txBody>
      </p:sp>
      <p:graphicFrame>
        <p:nvGraphicFramePr>
          <p:cNvPr id="88168" name="Object 104"/>
          <p:cNvGraphicFramePr>
            <a:graphicFrameLocks noChangeAspect="1"/>
          </p:cNvGraphicFramePr>
          <p:nvPr/>
        </p:nvGraphicFramePr>
        <p:xfrm>
          <a:off x="4643438" y="260350"/>
          <a:ext cx="2822575" cy="1025525"/>
        </p:xfrm>
        <a:graphic>
          <a:graphicData uri="http://schemas.openxmlformats.org/presentationml/2006/ole">
            <mc:AlternateContent xmlns:mc="http://schemas.openxmlformats.org/markup-compatibility/2006">
              <mc:Choice xmlns:v="urn:schemas-microsoft-com:vml" Requires="v">
                <p:oleObj spid="_x0000_s69116" name="公式" r:id="rId28" imgW="1358640" imgH="495000" progId="Equation.3">
                  <p:embed/>
                </p:oleObj>
              </mc:Choice>
              <mc:Fallback>
                <p:oleObj name="公式" r:id="rId28" imgW="1358640" imgH="495000" progId="Equation.3">
                  <p:embed/>
                  <p:pic>
                    <p:nvPicPr>
                      <p:cNvPr id="88168" name="Object 104"/>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643438" y="260350"/>
                        <a:ext cx="2822575" cy="1025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68104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8113"/>
                                        </p:tgtEl>
                                        <p:attrNameLst>
                                          <p:attrName>style.visibility</p:attrName>
                                        </p:attrNameLst>
                                      </p:cBhvr>
                                      <p:to>
                                        <p:strVal val="visible"/>
                                      </p:to>
                                    </p:set>
                                    <p:animEffect transition="in" filter="wipe(left)">
                                      <p:cBhvr>
                                        <p:cTn id="7" dur="500"/>
                                        <p:tgtEl>
                                          <p:spTgt spid="881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8150">
                                            <p:txEl>
                                              <p:pRg st="0" end="0"/>
                                            </p:txEl>
                                          </p:spTgt>
                                        </p:tgtEl>
                                        <p:attrNameLst>
                                          <p:attrName>style.visibility</p:attrName>
                                        </p:attrNameLst>
                                      </p:cBhvr>
                                      <p:to>
                                        <p:strVal val="visible"/>
                                      </p:to>
                                    </p:set>
                                    <p:animEffect transition="in" filter="wipe(left)">
                                      <p:cBhvr>
                                        <p:cTn id="12" dur="500"/>
                                        <p:tgtEl>
                                          <p:spTgt spid="88150">
                                            <p:txEl>
                                              <p:pRg st="0" end="0"/>
                                            </p:txEl>
                                          </p:spTgt>
                                        </p:tgtEl>
                                      </p:cBhvr>
                                    </p:animEffect>
                                  </p:childTnLst>
                                </p:cTn>
                              </p:par>
                            </p:childTnLst>
                          </p:cTn>
                        </p:par>
                        <p:par>
                          <p:cTn id="13" fill="hold" nodeType="afterGroup">
                            <p:stCondLst>
                              <p:cond delay="500"/>
                            </p:stCondLst>
                            <p:childTnLst>
                              <p:par>
                                <p:cTn id="14" presetID="12" presetClass="entr" presetSubtype="1" fill="hold" nodeType="afterEffect">
                                  <p:stCondLst>
                                    <p:cond delay="0"/>
                                  </p:stCondLst>
                                  <p:childTnLst>
                                    <p:set>
                                      <p:cBhvr>
                                        <p:cTn id="15" dur="1" fill="hold">
                                          <p:stCondLst>
                                            <p:cond delay="0"/>
                                          </p:stCondLst>
                                        </p:cTn>
                                        <p:tgtEl>
                                          <p:spTgt spid="88168"/>
                                        </p:tgtEl>
                                        <p:attrNameLst>
                                          <p:attrName>style.visibility</p:attrName>
                                        </p:attrNameLst>
                                      </p:cBhvr>
                                      <p:to>
                                        <p:strVal val="visible"/>
                                      </p:to>
                                    </p:set>
                                    <p:animEffect transition="in" filter="slide(fromTop)">
                                      <p:cBhvr>
                                        <p:cTn id="16" dur="500"/>
                                        <p:tgtEl>
                                          <p:spTgt spid="8816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1" fill="hold" nodeType="clickEffect">
                                  <p:stCondLst>
                                    <p:cond delay="0"/>
                                  </p:stCondLst>
                                  <p:childTnLst>
                                    <p:set>
                                      <p:cBhvr>
                                        <p:cTn id="20" dur="1" fill="hold">
                                          <p:stCondLst>
                                            <p:cond delay="0"/>
                                          </p:stCondLst>
                                        </p:cTn>
                                        <p:tgtEl>
                                          <p:spTgt spid="88147"/>
                                        </p:tgtEl>
                                        <p:attrNameLst>
                                          <p:attrName>style.visibility</p:attrName>
                                        </p:attrNameLst>
                                      </p:cBhvr>
                                      <p:to>
                                        <p:strVal val="visible"/>
                                      </p:to>
                                    </p:set>
                                    <p:animEffect transition="in" filter="slide(fromTop)">
                                      <p:cBhvr>
                                        <p:cTn id="21" dur="500"/>
                                        <p:tgtEl>
                                          <p:spTgt spid="8814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2" presetClass="entr" presetSubtype="1" fill="hold" nodeType="clickEffect">
                                  <p:stCondLst>
                                    <p:cond delay="0"/>
                                  </p:stCondLst>
                                  <p:childTnLst>
                                    <p:set>
                                      <p:cBhvr>
                                        <p:cTn id="25" dur="1" fill="hold">
                                          <p:stCondLst>
                                            <p:cond delay="0"/>
                                          </p:stCondLst>
                                        </p:cTn>
                                        <p:tgtEl>
                                          <p:spTgt spid="88146"/>
                                        </p:tgtEl>
                                        <p:attrNameLst>
                                          <p:attrName>style.visibility</p:attrName>
                                        </p:attrNameLst>
                                      </p:cBhvr>
                                      <p:to>
                                        <p:strVal val="visible"/>
                                      </p:to>
                                    </p:set>
                                    <p:animEffect transition="in" filter="slide(fromTop)">
                                      <p:cBhvr>
                                        <p:cTn id="26" dur="500"/>
                                        <p:tgtEl>
                                          <p:spTgt spid="8814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1" fill="hold" nodeType="clickEffect">
                                  <p:stCondLst>
                                    <p:cond delay="0"/>
                                  </p:stCondLst>
                                  <p:childTnLst>
                                    <p:set>
                                      <p:cBhvr>
                                        <p:cTn id="30" dur="1" fill="hold">
                                          <p:stCondLst>
                                            <p:cond delay="0"/>
                                          </p:stCondLst>
                                        </p:cTn>
                                        <p:tgtEl>
                                          <p:spTgt spid="88148"/>
                                        </p:tgtEl>
                                        <p:attrNameLst>
                                          <p:attrName>style.visibility</p:attrName>
                                        </p:attrNameLst>
                                      </p:cBhvr>
                                      <p:to>
                                        <p:strVal val="visible"/>
                                      </p:to>
                                    </p:set>
                                    <p:animEffect transition="in" filter="slide(fromTop)">
                                      <p:cBhvr>
                                        <p:cTn id="31" dur="500"/>
                                        <p:tgtEl>
                                          <p:spTgt spid="8814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2" presetClass="entr" presetSubtype="1" fill="hold" nodeType="clickEffect">
                                  <p:stCondLst>
                                    <p:cond delay="0"/>
                                  </p:stCondLst>
                                  <p:childTnLst>
                                    <p:set>
                                      <p:cBhvr>
                                        <p:cTn id="35" dur="1" fill="hold">
                                          <p:stCondLst>
                                            <p:cond delay="0"/>
                                          </p:stCondLst>
                                        </p:cTn>
                                        <p:tgtEl>
                                          <p:spTgt spid="88149"/>
                                        </p:tgtEl>
                                        <p:attrNameLst>
                                          <p:attrName>style.visibility</p:attrName>
                                        </p:attrNameLst>
                                      </p:cBhvr>
                                      <p:to>
                                        <p:strVal val="visible"/>
                                      </p:to>
                                    </p:set>
                                    <p:animEffect transition="in" filter="slide(fromTop)">
                                      <p:cBhvr>
                                        <p:cTn id="36" dur="500"/>
                                        <p:tgtEl>
                                          <p:spTgt spid="8814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88107"/>
                                        </p:tgtEl>
                                        <p:attrNameLst>
                                          <p:attrName>style.visibility</p:attrName>
                                        </p:attrNameLst>
                                      </p:cBhvr>
                                      <p:to>
                                        <p:strVal val="visible"/>
                                      </p:to>
                                    </p:set>
                                    <p:animEffect transition="in" filter="wipe(left)">
                                      <p:cBhvr>
                                        <p:cTn id="41" dur="500"/>
                                        <p:tgtEl>
                                          <p:spTgt spid="8810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nodeType="clickEffect">
                                  <p:stCondLst>
                                    <p:cond delay="0"/>
                                  </p:stCondLst>
                                  <p:childTnLst>
                                    <p:set>
                                      <p:cBhvr>
                                        <p:cTn id="45" dur="1" fill="hold">
                                          <p:stCondLst>
                                            <p:cond delay="0"/>
                                          </p:stCondLst>
                                        </p:cTn>
                                        <p:tgtEl>
                                          <p:spTgt spid="88151"/>
                                        </p:tgtEl>
                                        <p:attrNameLst>
                                          <p:attrName>style.visibility</p:attrName>
                                        </p:attrNameLst>
                                      </p:cBhvr>
                                      <p:to>
                                        <p:strVal val="visible"/>
                                      </p:to>
                                    </p:set>
                                    <p:animEffect transition="in" filter="blinds(horizontal)">
                                      <p:cBhvr>
                                        <p:cTn id="46" dur="500"/>
                                        <p:tgtEl>
                                          <p:spTgt spid="8815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9" presetClass="entr" presetSubtype="0" fill="hold" nodeType="clickEffect">
                                  <p:stCondLst>
                                    <p:cond delay="0"/>
                                  </p:stCondLst>
                                  <p:childTnLst>
                                    <p:set>
                                      <p:cBhvr>
                                        <p:cTn id="50" dur="1" fill="hold">
                                          <p:stCondLst>
                                            <p:cond delay="0"/>
                                          </p:stCondLst>
                                        </p:cTn>
                                        <p:tgtEl>
                                          <p:spTgt spid="88164"/>
                                        </p:tgtEl>
                                        <p:attrNameLst>
                                          <p:attrName>style.visibility</p:attrName>
                                        </p:attrNameLst>
                                      </p:cBhvr>
                                      <p:to>
                                        <p:strVal val="visible"/>
                                      </p:to>
                                    </p:set>
                                    <p:animEffect transition="in" filter="dissolve">
                                      <p:cBhvr>
                                        <p:cTn id="51" dur="500"/>
                                        <p:tgtEl>
                                          <p:spTgt spid="88164"/>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88166">
                                            <p:txEl>
                                              <p:pRg st="0" end="0"/>
                                            </p:txEl>
                                          </p:spTgt>
                                        </p:tgtEl>
                                        <p:attrNameLst>
                                          <p:attrName>style.visibility</p:attrName>
                                        </p:attrNameLst>
                                      </p:cBhvr>
                                      <p:to>
                                        <p:strVal val="visible"/>
                                      </p:to>
                                    </p:set>
                                    <p:animEffect transition="in" filter="wipe(left)">
                                      <p:cBhvr>
                                        <p:cTn id="56" dur="500"/>
                                        <p:tgtEl>
                                          <p:spTgt spid="88166">
                                            <p:txEl>
                                              <p:pRg st="0" end="0"/>
                                            </p:txEl>
                                          </p:spTgt>
                                        </p:tgtEl>
                                      </p:cBhvr>
                                    </p:animEffect>
                                  </p:childTnLst>
                                </p:cTn>
                              </p:par>
                            </p:childTnLst>
                          </p:cTn>
                        </p:par>
                        <p:par>
                          <p:cTn id="57" fill="hold" nodeType="afterGroup">
                            <p:stCondLst>
                              <p:cond delay="500"/>
                            </p:stCondLst>
                            <p:childTnLst>
                              <p:par>
                                <p:cTn id="58" presetID="2" presetClass="entr" presetSubtype="8" fill="hold" nodeType="afterEffect">
                                  <p:stCondLst>
                                    <p:cond delay="0"/>
                                  </p:stCondLst>
                                  <p:childTnLst>
                                    <p:set>
                                      <p:cBhvr>
                                        <p:cTn id="59" dur="1" fill="hold">
                                          <p:stCondLst>
                                            <p:cond delay="0"/>
                                          </p:stCondLst>
                                        </p:cTn>
                                        <p:tgtEl>
                                          <p:spTgt spid="88165"/>
                                        </p:tgtEl>
                                        <p:attrNameLst>
                                          <p:attrName>style.visibility</p:attrName>
                                        </p:attrNameLst>
                                      </p:cBhvr>
                                      <p:to>
                                        <p:strVal val="visible"/>
                                      </p:to>
                                    </p:set>
                                    <p:anim calcmode="lin" valueType="num">
                                      <p:cBhvr additive="base">
                                        <p:cTn id="60" dur="500" fill="hold"/>
                                        <p:tgtEl>
                                          <p:spTgt spid="88165"/>
                                        </p:tgtEl>
                                        <p:attrNameLst>
                                          <p:attrName>ppt_x</p:attrName>
                                        </p:attrNameLst>
                                      </p:cBhvr>
                                      <p:tavLst>
                                        <p:tav tm="0">
                                          <p:val>
                                            <p:strVal val="0-#ppt_w/2"/>
                                          </p:val>
                                        </p:tav>
                                        <p:tav tm="100000">
                                          <p:val>
                                            <p:strVal val="#ppt_x"/>
                                          </p:val>
                                        </p:tav>
                                      </p:tavLst>
                                    </p:anim>
                                    <p:anim calcmode="lin" valueType="num">
                                      <p:cBhvr additive="base">
                                        <p:cTn id="61" dur="500" fill="hold"/>
                                        <p:tgtEl>
                                          <p:spTgt spid="88165"/>
                                        </p:tgtEl>
                                        <p:attrNameLst>
                                          <p:attrName>ppt_y</p:attrName>
                                        </p:attrNameLst>
                                      </p:cBhvr>
                                      <p:tavLst>
                                        <p:tav tm="0">
                                          <p:val>
                                            <p:strVal val="#ppt_y"/>
                                          </p:val>
                                        </p:tav>
                                        <p:tav tm="100000">
                                          <p:val>
                                            <p:strVal val="#ppt_y"/>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24" presetClass="entr" presetSubtype="0" fill="hold" grpId="0" nodeType="clickEffect">
                                  <p:stCondLst>
                                    <p:cond delay="0"/>
                                  </p:stCondLst>
                                  <p:childTnLst>
                                    <p:set>
                                      <p:cBhvr>
                                        <p:cTn id="65" dur="1" fill="hold">
                                          <p:stCondLst>
                                            <p:cond delay="499"/>
                                          </p:stCondLst>
                                        </p:cTn>
                                        <p:tgtEl>
                                          <p:spTgt spid="88163"/>
                                        </p:tgtEl>
                                        <p:attrNameLst>
                                          <p:attrName>style.visibility</p:attrName>
                                        </p:attrNameLst>
                                      </p:cBhvr>
                                      <p:to>
                                        <p:strVal val="visible"/>
                                      </p:to>
                                    </p:set>
                                    <p:anim to="" calcmode="lin" valueType="num">
                                      <p:cBhvr>
                                        <p:cTn id="66" dur="1" fill="hold"/>
                                        <p:tgtEl>
                                          <p:spTgt spid="88163"/>
                                        </p:tgtEl>
                                        <p:attrNameLst>
                                          <p:attrName/>
                                        </p:attrNameLst>
                                      </p:cBhvr>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88167">
                                            <p:txEl>
                                              <p:pRg st="0" end="0"/>
                                            </p:txEl>
                                          </p:spTgt>
                                        </p:tgtEl>
                                        <p:attrNameLst>
                                          <p:attrName>style.visibility</p:attrName>
                                        </p:attrNameLst>
                                      </p:cBhvr>
                                      <p:to>
                                        <p:strVal val="visible"/>
                                      </p:to>
                                    </p:set>
                                    <p:animEffect transition="in" filter="wipe(left)">
                                      <p:cBhvr>
                                        <p:cTn id="71" dur="500"/>
                                        <p:tgtEl>
                                          <p:spTgt spid="88167">
                                            <p:txEl>
                                              <p:pRg st="0" end="0"/>
                                            </p:txEl>
                                          </p:spTgt>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 presetClass="entr" presetSubtype="2" fill="hold" nodeType="clickEffect">
                                  <p:stCondLst>
                                    <p:cond delay="0"/>
                                  </p:stCondLst>
                                  <p:childTnLst>
                                    <p:set>
                                      <p:cBhvr>
                                        <p:cTn id="75" dur="1" fill="hold">
                                          <p:stCondLst>
                                            <p:cond delay="0"/>
                                          </p:stCondLst>
                                        </p:cTn>
                                        <p:tgtEl>
                                          <p:spTgt spid="88152"/>
                                        </p:tgtEl>
                                        <p:attrNameLst>
                                          <p:attrName>style.visibility</p:attrName>
                                        </p:attrNameLst>
                                      </p:cBhvr>
                                      <p:to>
                                        <p:strVal val="visible"/>
                                      </p:to>
                                    </p:set>
                                    <p:anim calcmode="lin" valueType="num">
                                      <p:cBhvr additive="base">
                                        <p:cTn id="76" dur="500" fill="hold"/>
                                        <p:tgtEl>
                                          <p:spTgt spid="88152"/>
                                        </p:tgtEl>
                                        <p:attrNameLst>
                                          <p:attrName>ppt_x</p:attrName>
                                        </p:attrNameLst>
                                      </p:cBhvr>
                                      <p:tavLst>
                                        <p:tav tm="0">
                                          <p:val>
                                            <p:strVal val="1+#ppt_w/2"/>
                                          </p:val>
                                        </p:tav>
                                        <p:tav tm="100000">
                                          <p:val>
                                            <p:strVal val="#ppt_x"/>
                                          </p:val>
                                        </p:tav>
                                      </p:tavLst>
                                    </p:anim>
                                    <p:anim calcmode="lin" valueType="num">
                                      <p:cBhvr additive="base">
                                        <p:cTn id="77" dur="500" fill="hold"/>
                                        <p:tgtEl>
                                          <p:spTgt spid="881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150" grpId="0" build="p" autoUpdateAnimBg="0"/>
      <p:bldP spid="88163" grpId="0" animBg="1" autoUpdateAnimBg="0"/>
      <p:bldP spid="88166" grpId="0" build="p" autoUpdateAnimBg="0"/>
      <p:bldP spid="88167" grpId="0" build="p"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2"/>
          <p:cNvSpPr txBox="1">
            <a:spLocks noChangeArrowheads="1"/>
          </p:cNvSpPr>
          <p:nvPr/>
        </p:nvSpPr>
        <p:spPr bwMode="auto">
          <a:xfrm>
            <a:off x="838200" y="725488"/>
            <a:ext cx="3810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i="1">
                <a:latin typeface="Times New Roman" panose="02020603050405020304" pitchFamily="18" charset="0"/>
              </a:rPr>
              <a:t>Y=G+</a:t>
            </a:r>
            <a:r>
              <a:rPr kumimoji="1" lang="en-US" altLang="zh-CN" sz="2400" b="1">
                <a:latin typeface="Times New Roman" panose="02020603050405020304" pitchFamily="18" charset="0"/>
              </a:rPr>
              <a:t>j(</a:t>
            </a:r>
            <a:r>
              <a:rPr kumimoji="1" lang="en-US" altLang="zh-CN" sz="2400" b="1" i="1">
                <a:latin typeface="Symbol" panose="05050102010706020507" pitchFamily="18" charset="2"/>
              </a:rPr>
              <a:t>w</a:t>
            </a:r>
            <a:r>
              <a:rPr kumimoji="1" lang="en-US" altLang="zh-CN" sz="2400" b="1" i="1">
                <a:latin typeface="Times New Roman" panose="02020603050405020304" pitchFamily="18" charset="0"/>
              </a:rPr>
              <a:t>C</a:t>
            </a:r>
            <a:r>
              <a:rPr kumimoji="1" lang="en-US" altLang="zh-CN" sz="2400" b="1" i="1">
                <a:latin typeface="宋体" panose="02010600030101010101" pitchFamily="2" charset="-122"/>
              </a:rPr>
              <a:t>-</a:t>
            </a:r>
            <a:r>
              <a:rPr kumimoji="1" lang="en-US" altLang="zh-CN" sz="2400" b="1">
                <a:latin typeface="Times New Roman" panose="02020603050405020304" pitchFamily="18" charset="0"/>
              </a:rPr>
              <a:t>1</a:t>
            </a:r>
            <a:r>
              <a:rPr kumimoji="1" lang="en-US" altLang="zh-CN" sz="2400" b="1" i="1">
                <a:latin typeface="Times New Roman" panose="02020603050405020304" pitchFamily="18" charset="0"/>
              </a:rPr>
              <a:t>/</a:t>
            </a:r>
            <a:r>
              <a:rPr kumimoji="1" lang="en-US" altLang="zh-CN" sz="2400" b="1" i="1">
                <a:latin typeface="Symbol" panose="05050102010706020507" pitchFamily="18" charset="2"/>
              </a:rPr>
              <a:t>w</a:t>
            </a:r>
            <a:r>
              <a:rPr kumimoji="1" lang="en-US" altLang="zh-CN" sz="2400" b="1" i="1">
                <a:latin typeface="Times New Roman" panose="02020603050405020304" pitchFamily="18" charset="0"/>
              </a:rPr>
              <a:t>L</a:t>
            </a:r>
            <a:r>
              <a:rPr kumimoji="1" lang="en-US" altLang="zh-CN" sz="2400" b="1">
                <a:latin typeface="Times New Roman" panose="02020603050405020304" pitchFamily="18" charset="0"/>
              </a:rPr>
              <a:t>)</a:t>
            </a:r>
            <a:r>
              <a:rPr kumimoji="1" lang="en-US" altLang="zh-CN" sz="2400" b="1" i="1">
                <a:latin typeface="Times New Roman" panose="02020603050405020304" pitchFamily="18" charset="0"/>
              </a:rPr>
              <a:t>=|Y|∠</a:t>
            </a:r>
            <a:r>
              <a:rPr kumimoji="1" lang="en-US" altLang="zh-CN" sz="2400" b="1" i="1">
                <a:latin typeface="Symbol" panose="05050102010706020507" pitchFamily="18" charset="2"/>
              </a:rPr>
              <a:t>j</a:t>
            </a:r>
            <a:r>
              <a:rPr kumimoji="1" lang="en-US" altLang="zh-CN" sz="2400" b="1" i="1">
                <a:latin typeface="Symbol" panose="05050102010706020507" pitchFamily="18" charset="2"/>
                <a:sym typeface="Symbol" panose="05050102010706020507" pitchFamily="18" charset="2"/>
              </a:rPr>
              <a:t></a:t>
            </a:r>
            <a:endParaRPr kumimoji="1" lang="en-US" altLang="zh-CN" sz="2400" b="1">
              <a:latin typeface="Times New Roman" panose="02020603050405020304" pitchFamily="18" charset="0"/>
            </a:endParaRPr>
          </a:p>
        </p:txBody>
      </p:sp>
      <p:sp>
        <p:nvSpPr>
          <p:cNvPr id="92163" name="Text Box 3"/>
          <p:cNvSpPr txBox="1">
            <a:spLocks noChangeArrowheads="1"/>
          </p:cNvSpPr>
          <p:nvPr/>
        </p:nvSpPr>
        <p:spPr bwMode="auto">
          <a:xfrm>
            <a:off x="685800" y="1414463"/>
            <a:ext cx="795972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C</a:t>
            </a:r>
            <a:r>
              <a:rPr kumimoji="1" lang="en-US" altLang="zh-CN" sz="2400" b="1">
                <a:latin typeface="Times New Roman" panose="02020603050405020304" pitchFamily="18" charset="0"/>
              </a:rPr>
              <a:t> &gt; 1</a:t>
            </a:r>
            <a:r>
              <a:rPr kumimoji="1" lang="en-US" altLang="zh-CN" sz="2400" b="1" i="1">
                <a:latin typeface="Times New Roman" panose="02020603050405020304" pitchFamily="18" charset="0"/>
              </a:rPr>
              <a:t>/</a:t>
            </a: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L</a:t>
            </a:r>
            <a:r>
              <a:rPr kumimoji="1" lang="en-US" altLang="zh-CN" sz="2400" b="1">
                <a:latin typeface="Times New Roman" panose="02020603050405020304" pitchFamily="18" charset="0"/>
              </a:rPr>
              <a:t> </a:t>
            </a:r>
            <a:r>
              <a:rPr kumimoji="1" lang="zh-CN" altLang="en-US" sz="2400" b="1">
                <a:latin typeface="Times New Roman" panose="02020603050405020304" pitchFamily="18" charset="0"/>
              </a:rPr>
              <a:t>，</a:t>
            </a:r>
            <a:r>
              <a:rPr kumimoji="1" lang="en-US" altLang="zh-CN" sz="2400" b="1" i="1">
                <a:latin typeface="Times New Roman" panose="02020603050405020304" pitchFamily="18" charset="0"/>
              </a:rPr>
              <a:t>B</a:t>
            </a:r>
            <a:r>
              <a:rPr kumimoji="1" lang="en-US" altLang="zh-CN" sz="2400" b="1">
                <a:latin typeface="Times New Roman" panose="02020603050405020304" pitchFamily="18" charset="0"/>
              </a:rPr>
              <a:t>&gt;0</a:t>
            </a:r>
            <a:r>
              <a:rPr kumimoji="1" lang="zh-CN" altLang="en-US" sz="2400" b="1">
                <a:latin typeface="Times New Roman" panose="02020603050405020304" pitchFamily="18" charset="0"/>
              </a:rPr>
              <a:t>， </a:t>
            </a:r>
            <a:r>
              <a:rPr kumimoji="1" lang="en-US" altLang="zh-CN" sz="2400" b="1" i="1">
                <a:latin typeface="Symbol" panose="05050102010706020507" pitchFamily="18" charset="2"/>
              </a:rPr>
              <a:t>j</a:t>
            </a:r>
            <a:r>
              <a:rPr kumimoji="1" lang="en-US" altLang="zh-CN" sz="2400" b="1">
                <a:latin typeface="Times New Roman" panose="02020603050405020304" pitchFamily="18" charset="0"/>
              </a:rPr>
              <a:t> '&gt;0</a:t>
            </a:r>
            <a:r>
              <a:rPr kumimoji="1" lang="zh-CN" altLang="en-US" sz="2400" b="1">
                <a:latin typeface="Times New Roman" panose="02020603050405020304" pitchFamily="18" charset="0"/>
              </a:rPr>
              <a:t>，</a:t>
            </a:r>
            <a:r>
              <a:rPr kumimoji="1" lang="zh-CN" altLang="en-US" sz="2400" b="1"/>
              <a:t>电压落后电流，电路呈容性</a:t>
            </a:r>
            <a:r>
              <a:rPr kumimoji="1" lang="zh-CN" altLang="en-US" sz="2400" b="1">
                <a:latin typeface="Times New Roman" panose="02020603050405020304" pitchFamily="18" charset="0"/>
              </a:rPr>
              <a:t>；</a:t>
            </a:r>
          </a:p>
        </p:txBody>
      </p:sp>
      <p:sp>
        <p:nvSpPr>
          <p:cNvPr id="92164" name="Text Box 4"/>
          <p:cNvSpPr txBox="1">
            <a:spLocks noChangeArrowheads="1"/>
          </p:cNvSpPr>
          <p:nvPr/>
        </p:nvSpPr>
        <p:spPr bwMode="auto">
          <a:xfrm>
            <a:off x="685800" y="1989138"/>
            <a:ext cx="795972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C</a:t>
            </a:r>
            <a:r>
              <a:rPr kumimoji="1" lang="en-US" altLang="zh-CN" sz="2400" b="1">
                <a:latin typeface="Times New Roman" panose="02020603050405020304" pitchFamily="18" charset="0"/>
              </a:rPr>
              <a:t>&lt;1</a:t>
            </a:r>
            <a:r>
              <a:rPr kumimoji="1" lang="en-US" altLang="zh-CN" sz="2400" b="1" i="1">
                <a:latin typeface="Times New Roman" panose="02020603050405020304" pitchFamily="18" charset="0"/>
              </a:rPr>
              <a:t>/</a:t>
            </a: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L</a:t>
            </a:r>
            <a:r>
              <a:rPr kumimoji="1" lang="en-US" altLang="zh-CN" sz="2400" b="1">
                <a:latin typeface="Times New Roman" panose="02020603050405020304" pitchFamily="18" charset="0"/>
              </a:rPr>
              <a:t>   </a:t>
            </a:r>
            <a:r>
              <a:rPr kumimoji="1" lang="zh-CN" altLang="en-US" sz="2400" b="1">
                <a:latin typeface="Times New Roman" panose="02020603050405020304" pitchFamily="18" charset="0"/>
              </a:rPr>
              <a:t>，</a:t>
            </a:r>
            <a:r>
              <a:rPr kumimoji="1" lang="en-US" altLang="zh-CN" sz="2400" b="1" i="1">
                <a:latin typeface="Times New Roman" panose="02020603050405020304" pitchFamily="18" charset="0"/>
              </a:rPr>
              <a:t>B</a:t>
            </a:r>
            <a:r>
              <a:rPr kumimoji="1" lang="en-US" altLang="zh-CN" sz="2400" b="1">
                <a:latin typeface="Times New Roman" panose="02020603050405020304" pitchFamily="18" charset="0"/>
              </a:rPr>
              <a:t>&lt;0</a:t>
            </a:r>
            <a:r>
              <a:rPr kumimoji="1" lang="zh-CN" altLang="en-US" sz="2400" b="1">
                <a:latin typeface="Times New Roman" panose="02020603050405020304" pitchFamily="18" charset="0"/>
              </a:rPr>
              <a:t>， </a:t>
            </a:r>
            <a:r>
              <a:rPr kumimoji="1" lang="en-US" altLang="zh-CN" sz="2400" b="1" i="1">
                <a:latin typeface="Symbol" panose="05050102010706020507" pitchFamily="18" charset="2"/>
              </a:rPr>
              <a:t>j</a:t>
            </a:r>
            <a:r>
              <a:rPr kumimoji="1" lang="en-US" altLang="zh-CN" sz="2400" b="1">
                <a:latin typeface="Times New Roman" panose="02020603050405020304" pitchFamily="18" charset="0"/>
              </a:rPr>
              <a:t> '&lt;0</a:t>
            </a:r>
            <a:r>
              <a:rPr kumimoji="1" lang="zh-CN" altLang="en-US" sz="2400" b="1">
                <a:latin typeface="Times New Roman" panose="02020603050405020304" pitchFamily="18" charset="0"/>
              </a:rPr>
              <a:t>，</a:t>
            </a:r>
            <a:r>
              <a:rPr kumimoji="1" lang="zh-CN" altLang="en-US" sz="2400" b="1"/>
              <a:t>电压领先电流，电路呈感性</a:t>
            </a:r>
            <a:r>
              <a:rPr kumimoji="1" lang="zh-CN" altLang="en-US" sz="2400" b="1">
                <a:latin typeface="Times New Roman" panose="02020603050405020304" pitchFamily="18" charset="0"/>
              </a:rPr>
              <a:t>；</a:t>
            </a:r>
          </a:p>
        </p:txBody>
      </p:sp>
      <p:sp>
        <p:nvSpPr>
          <p:cNvPr id="92165" name="Text Box 5"/>
          <p:cNvSpPr txBox="1">
            <a:spLocks noChangeArrowheads="1"/>
          </p:cNvSpPr>
          <p:nvPr/>
        </p:nvSpPr>
        <p:spPr bwMode="auto">
          <a:xfrm>
            <a:off x="685800" y="2522538"/>
            <a:ext cx="81534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i="1">
                <a:latin typeface="Symbol" panose="05050102010706020507" pitchFamily="18" charset="2"/>
              </a:rPr>
              <a:t>w</a:t>
            </a:r>
            <a:r>
              <a:rPr kumimoji="1" lang="en-US" altLang="zh-CN" sz="2400" b="1" i="1">
                <a:latin typeface="Times New Roman" panose="02020603050405020304" pitchFamily="18" charset="0"/>
              </a:rPr>
              <a:t>C</a:t>
            </a:r>
            <a:r>
              <a:rPr kumimoji="1" lang="en-US" altLang="zh-CN" sz="2400" b="1">
                <a:latin typeface="Times New Roman" panose="02020603050405020304" pitchFamily="18" charset="0"/>
              </a:rPr>
              <a:t>=1</a:t>
            </a:r>
            <a:r>
              <a:rPr kumimoji="1" lang="en-US" altLang="zh-CN" sz="2400" b="1" i="1">
                <a:latin typeface="Times New Roman" panose="02020603050405020304" pitchFamily="18" charset="0"/>
              </a:rPr>
              <a:t>/</a:t>
            </a:r>
            <a:r>
              <a:rPr kumimoji="1" lang="en-US" altLang="zh-CN" sz="2400" b="1" i="1">
                <a:latin typeface="Symbol" panose="05050102010706020507" pitchFamily="18" charset="2"/>
              </a:rPr>
              <a:t>w </a:t>
            </a:r>
            <a:r>
              <a:rPr kumimoji="1" lang="en-US" altLang="zh-CN" sz="2400" b="1" i="1">
                <a:latin typeface="Times New Roman" panose="02020603050405020304" pitchFamily="18" charset="0"/>
              </a:rPr>
              <a:t>L</a:t>
            </a:r>
            <a:r>
              <a:rPr kumimoji="1" lang="en-US" altLang="zh-CN" sz="2400" b="1">
                <a:latin typeface="Times New Roman" panose="02020603050405020304" pitchFamily="18" charset="0"/>
              </a:rPr>
              <a:t>   </a:t>
            </a:r>
            <a:r>
              <a:rPr kumimoji="1" lang="zh-CN" altLang="en-US" sz="2400" b="1">
                <a:latin typeface="Times New Roman" panose="02020603050405020304" pitchFamily="18" charset="0"/>
              </a:rPr>
              <a:t>，</a:t>
            </a:r>
            <a:r>
              <a:rPr kumimoji="1" lang="en-US" altLang="zh-CN" sz="2400" b="1" i="1">
                <a:latin typeface="Times New Roman" panose="02020603050405020304" pitchFamily="18" charset="0"/>
              </a:rPr>
              <a:t>B</a:t>
            </a:r>
            <a:r>
              <a:rPr kumimoji="1" lang="en-US" altLang="zh-CN" sz="2400" b="1">
                <a:latin typeface="Times New Roman" panose="02020603050405020304" pitchFamily="18" charset="0"/>
              </a:rPr>
              <a:t>=0</a:t>
            </a:r>
            <a:r>
              <a:rPr kumimoji="1" lang="zh-CN" altLang="en-US" sz="2400" b="1">
                <a:latin typeface="Times New Roman" panose="02020603050405020304" pitchFamily="18" charset="0"/>
              </a:rPr>
              <a:t>， </a:t>
            </a:r>
            <a:r>
              <a:rPr kumimoji="1" lang="en-US" altLang="zh-CN" sz="2400" b="1" i="1">
                <a:latin typeface="Symbol" panose="05050102010706020507" pitchFamily="18" charset="2"/>
              </a:rPr>
              <a:t>j </a:t>
            </a:r>
            <a:r>
              <a:rPr kumimoji="1" lang="en-US" altLang="zh-CN" sz="2400" b="1">
                <a:latin typeface="Symbol" panose="05050102010706020507" pitchFamily="18" charset="2"/>
                <a:sym typeface="Symbol" panose="05050102010706020507" pitchFamily="18" charset="2"/>
              </a:rPr>
              <a:t></a:t>
            </a:r>
            <a:r>
              <a:rPr kumimoji="1" lang="en-US" altLang="zh-CN" sz="2400" b="1">
                <a:latin typeface="Times New Roman" panose="02020603050405020304" pitchFamily="18" charset="0"/>
              </a:rPr>
              <a:t> =0</a:t>
            </a:r>
            <a:r>
              <a:rPr kumimoji="1" lang="zh-CN" altLang="en-US" sz="2400" b="1">
                <a:latin typeface="Times New Roman" panose="02020603050405020304" pitchFamily="18" charset="0"/>
              </a:rPr>
              <a:t>，</a:t>
            </a:r>
            <a:r>
              <a:rPr kumimoji="1" lang="zh-CN" altLang="en-US" sz="2400" b="1"/>
              <a:t>电压与电流同相，电路呈阻性。</a:t>
            </a:r>
            <a:endParaRPr kumimoji="1" lang="zh-CN" altLang="en-US" sz="2400" b="1">
              <a:latin typeface="Times New Roman" panose="02020603050405020304" pitchFamily="18" charset="0"/>
            </a:endParaRPr>
          </a:p>
        </p:txBody>
      </p:sp>
      <p:grpSp>
        <p:nvGrpSpPr>
          <p:cNvPr id="92166" name="Group 6"/>
          <p:cNvGrpSpPr>
            <a:grpSpLocks/>
          </p:cNvGrpSpPr>
          <p:nvPr/>
        </p:nvGrpSpPr>
        <p:grpSpPr bwMode="auto">
          <a:xfrm>
            <a:off x="2478088" y="4189413"/>
            <a:ext cx="1371600" cy="501650"/>
            <a:chOff x="1561" y="2639"/>
            <a:chExt cx="864" cy="316"/>
          </a:xfrm>
        </p:grpSpPr>
        <p:sp>
          <p:nvSpPr>
            <p:cNvPr id="92167" name="Line 7"/>
            <p:cNvSpPr>
              <a:spLocks noChangeShapeType="1"/>
            </p:cNvSpPr>
            <p:nvPr/>
          </p:nvSpPr>
          <p:spPr bwMode="auto">
            <a:xfrm>
              <a:off x="1561" y="2639"/>
              <a:ext cx="864" cy="0"/>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2168" name="Object 8"/>
            <p:cNvGraphicFramePr>
              <a:graphicFrameLocks noChangeAspect="1"/>
            </p:cNvGraphicFramePr>
            <p:nvPr>
              <p:extLst>
                <p:ext uri="{D42A27DB-BD31-4B8C-83A1-F6EECF244321}">
                  <p14:modId xmlns:p14="http://schemas.microsoft.com/office/powerpoint/2010/main" val="1279575428"/>
                </p:ext>
              </p:extLst>
            </p:nvPr>
          </p:nvGraphicFramePr>
          <p:xfrm>
            <a:off x="2206" y="2670"/>
            <a:ext cx="192" cy="285"/>
          </p:xfrm>
          <a:graphic>
            <a:graphicData uri="http://schemas.openxmlformats.org/presentationml/2006/ole">
              <mc:AlternateContent xmlns:mc="http://schemas.openxmlformats.org/markup-compatibility/2006">
                <mc:Choice xmlns:v="urn:schemas-microsoft-com:vml" Requires="v">
                  <p:oleObj spid="_x0000_s70470" name="Equation" r:id="rId4" imgW="190440" imgH="279360" progId="Equation.DSMT4">
                    <p:embed/>
                  </p:oleObj>
                </mc:Choice>
                <mc:Fallback>
                  <p:oleObj name="Equation" r:id="rId4" imgW="190440" imgH="279360" progId="Equation.DSMT4">
                    <p:embed/>
                    <p:pic>
                      <p:nvPicPr>
                        <p:cNvPr id="92168" name="Object 8"/>
                        <p:cNvPicPr preferRelativeResize="0">
                          <a:picLocks noChangeAspect="1" noChangeArrowheads="1"/>
                        </p:cNvPicPr>
                        <p:nvPr/>
                      </p:nvPicPr>
                      <p:blipFill>
                        <a:blip r:embed="rId5"/>
                        <a:srcRect/>
                        <a:stretch>
                          <a:fillRect/>
                        </a:stretch>
                      </p:blipFill>
                      <p:spPr bwMode="auto">
                        <a:xfrm>
                          <a:off x="2206" y="2670"/>
                          <a:ext cx="192" cy="2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2169" name="Group 9"/>
          <p:cNvGrpSpPr>
            <a:grpSpLocks/>
          </p:cNvGrpSpPr>
          <p:nvPr/>
        </p:nvGrpSpPr>
        <p:grpSpPr bwMode="auto">
          <a:xfrm>
            <a:off x="3851275" y="4194175"/>
            <a:ext cx="436563" cy="1619250"/>
            <a:chOff x="2426" y="2642"/>
            <a:chExt cx="275" cy="1020"/>
          </a:xfrm>
        </p:grpSpPr>
        <p:sp>
          <p:nvSpPr>
            <p:cNvPr id="92170" name="Line 10"/>
            <p:cNvSpPr>
              <a:spLocks noChangeShapeType="1"/>
            </p:cNvSpPr>
            <p:nvPr/>
          </p:nvSpPr>
          <p:spPr bwMode="auto">
            <a:xfrm>
              <a:off x="2426" y="2642"/>
              <a:ext cx="0" cy="960"/>
            </a:xfrm>
            <a:prstGeom prst="line">
              <a:avLst/>
            </a:prstGeom>
            <a:noFill/>
            <a:ln w="28575">
              <a:solidFill>
                <a:srgbClr val="0000FF"/>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2171" name="Object 11"/>
            <p:cNvGraphicFramePr>
              <a:graphicFrameLocks noChangeAspect="1"/>
            </p:cNvGraphicFramePr>
            <p:nvPr/>
          </p:nvGraphicFramePr>
          <p:xfrm>
            <a:off x="2450" y="3314"/>
            <a:ext cx="251" cy="348"/>
          </p:xfrm>
          <a:graphic>
            <a:graphicData uri="http://schemas.openxmlformats.org/presentationml/2006/ole">
              <mc:AlternateContent xmlns:mc="http://schemas.openxmlformats.org/markup-compatibility/2006">
                <mc:Choice xmlns:v="urn:schemas-microsoft-com:vml" Requires="v">
                  <p:oleObj spid="_x0000_s70471" name="公式" r:id="rId6" imgW="203040" imgH="279360" progId="Equation.3">
                    <p:embed/>
                  </p:oleObj>
                </mc:Choice>
                <mc:Fallback>
                  <p:oleObj name="公式" r:id="rId6" imgW="203040" imgH="279360" progId="Equation.3">
                    <p:embed/>
                    <p:pic>
                      <p:nvPicPr>
                        <p:cNvPr id="92171" name="Object 11"/>
                        <p:cNvPicPr preferRelativeResize="0">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50" y="3314"/>
                          <a:ext cx="251" cy="3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2172" name="Freeform 12"/>
          <p:cNvSpPr>
            <a:spLocks/>
          </p:cNvSpPr>
          <p:nvPr/>
        </p:nvSpPr>
        <p:spPr bwMode="auto">
          <a:xfrm flipV="1">
            <a:off x="3660775" y="4194175"/>
            <a:ext cx="190500" cy="152400"/>
          </a:xfrm>
          <a:custGeom>
            <a:avLst/>
            <a:gdLst>
              <a:gd name="T0" fmla="*/ 120 w 120"/>
              <a:gd name="T1" fmla="*/ 0 h 96"/>
              <a:gd name="T2" fmla="*/ 0 w 120"/>
              <a:gd name="T3" fmla="*/ 0 h 96"/>
              <a:gd name="T4" fmla="*/ 0 w 120"/>
              <a:gd name="T5" fmla="*/ 96 h 96"/>
            </a:gdLst>
            <a:ahLst/>
            <a:cxnLst>
              <a:cxn ang="0">
                <a:pos x="T0" y="T1"/>
              </a:cxn>
              <a:cxn ang="0">
                <a:pos x="T2" y="T3"/>
              </a:cxn>
              <a:cxn ang="0">
                <a:pos x="T4" y="T5"/>
              </a:cxn>
            </a:cxnLst>
            <a:rect l="0" t="0" r="r" b="b"/>
            <a:pathLst>
              <a:path w="120" h="96">
                <a:moveTo>
                  <a:pt x="120" y="0"/>
                </a:moveTo>
                <a:lnTo>
                  <a:pt x="0" y="0"/>
                </a:lnTo>
                <a:lnTo>
                  <a:pt x="0" y="96"/>
                </a:lnTo>
              </a:path>
            </a:pathLst>
          </a:custGeom>
          <a:noFill/>
          <a:ln w="9525"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92173" name="Group 13"/>
          <p:cNvGrpSpPr>
            <a:grpSpLocks/>
          </p:cNvGrpSpPr>
          <p:nvPr/>
        </p:nvGrpSpPr>
        <p:grpSpPr bwMode="auto">
          <a:xfrm>
            <a:off x="2459038" y="4192588"/>
            <a:ext cx="1295400" cy="941387"/>
            <a:chOff x="1549" y="2641"/>
            <a:chExt cx="816" cy="593"/>
          </a:xfrm>
        </p:grpSpPr>
        <p:sp>
          <p:nvSpPr>
            <p:cNvPr id="92174" name="Freeform 14"/>
            <p:cNvSpPr>
              <a:spLocks/>
            </p:cNvSpPr>
            <p:nvPr/>
          </p:nvSpPr>
          <p:spPr bwMode="auto">
            <a:xfrm rot="5460533">
              <a:off x="1691" y="2499"/>
              <a:ext cx="532" cy="816"/>
            </a:xfrm>
            <a:custGeom>
              <a:avLst/>
              <a:gdLst>
                <a:gd name="T0" fmla="*/ 0 w 834"/>
                <a:gd name="T1" fmla="*/ 540 h 540"/>
                <a:gd name="T2" fmla="*/ 834 w 834"/>
                <a:gd name="T3" fmla="*/ 0 h 540"/>
              </a:gdLst>
              <a:ahLst/>
              <a:cxnLst>
                <a:cxn ang="0">
                  <a:pos x="T0" y="T1"/>
                </a:cxn>
                <a:cxn ang="0">
                  <a:pos x="T2" y="T3"/>
                </a:cxn>
              </a:cxnLst>
              <a:rect l="0" t="0" r="r" b="b"/>
              <a:pathLst>
                <a:path w="834" h="540">
                  <a:moveTo>
                    <a:pt x="0" y="540"/>
                  </a:moveTo>
                  <a:lnTo>
                    <a:pt x="834" y="0"/>
                  </a:lnTo>
                </a:path>
              </a:pathLst>
            </a:custGeom>
            <a:noFill/>
            <a:ln w="28575" cmpd="sng">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92175" name="Object 15"/>
            <p:cNvGraphicFramePr>
              <a:graphicFrameLocks noChangeAspect="1"/>
            </p:cNvGraphicFramePr>
            <p:nvPr/>
          </p:nvGraphicFramePr>
          <p:xfrm>
            <a:off x="1981" y="3026"/>
            <a:ext cx="137" cy="208"/>
          </p:xfrm>
          <a:graphic>
            <a:graphicData uri="http://schemas.openxmlformats.org/presentationml/2006/ole">
              <mc:AlternateContent xmlns:mc="http://schemas.openxmlformats.org/markup-compatibility/2006">
                <mc:Choice xmlns:v="urn:schemas-microsoft-com:vml" Requires="v">
                  <p:oleObj spid="_x0000_s70472" name="公式" r:id="rId8" imgW="126720" imgH="190440" progId="Equation.3">
                    <p:embed/>
                  </p:oleObj>
                </mc:Choice>
                <mc:Fallback>
                  <p:oleObj name="公式" r:id="rId8" imgW="126720" imgH="190440" progId="Equation.3">
                    <p:embed/>
                    <p:pic>
                      <p:nvPicPr>
                        <p:cNvPr id="92175" name="Object 15"/>
                        <p:cNvPicPr preferRelativeResize="0">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81" y="3026"/>
                          <a:ext cx="137"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2176" name="Group 16"/>
          <p:cNvGrpSpPr>
            <a:grpSpLocks/>
          </p:cNvGrpSpPr>
          <p:nvPr/>
        </p:nvGrpSpPr>
        <p:grpSpPr bwMode="auto">
          <a:xfrm>
            <a:off x="2763838" y="4117975"/>
            <a:ext cx="685800" cy="457200"/>
            <a:chOff x="1741" y="2594"/>
            <a:chExt cx="432" cy="288"/>
          </a:xfrm>
        </p:grpSpPr>
        <p:sp>
          <p:nvSpPr>
            <p:cNvPr id="92177" name="Freeform 17"/>
            <p:cNvSpPr>
              <a:spLocks/>
            </p:cNvSpPr>
            <p:nvPr/>
          </p:nvSpPr>
          <p:spPr bwMode="auto">
            <a:xfrm flipV="1">
              <a:off x="1741" y="2642"/>
              <a:ext cx="27" cy="111"/>
            </a:xfrm>
            <a:custGeom>
              <a:avLst/>
              <a:gdLst>
                <a:gd name="T0" fmla="*/ 0 w 27"/>
                <a:gd name="T1" fmla="*/ 0 h 111"/>
                <a:gd name="T2" fmla="*/ 21 w 27"/>
                <a:gd name="T3" fmla="*/ 57 h 111"/>
                <a:gd name="T4" fmla="*/ 27 w 27"/>
                <a:gd name="T5" fmla="*/ 111 h 111"/>
              </a:gdLst>
              <a:ahLst/>
              <a:cxnLst>
                <a:cxn ang="0">
                  <a:pos x="T0" y="T1"/>
                </a:cxn>
                <a:cxn ang="0">
                  <a:pos x="T2" y="T3"/>
                </a:cxn>
                <a:cxn ang="0">
                  <a:pos x="T4" y="T5"/>
                </a:cxn>
              </a:cxnLst>
              <a:rect l="0" t="0" r="r" b="b"/>
              <a:pathLst>
                <a:path w="27" h="111">
                  <a:moveTo>
                    <a:pt x="0" y="0"/>
                  </a:moveTo>
                  <a:cubicBezTo>
                    <a:pt x="3" y="10"/>
                    <a:pt x="17" y="39"/>
                    <a:pt x="21" y="57"/>
                  </a:cubicBezTo>
                  <a:cubicBezTo>
                    <a:pt x="25" y="75"/>
                    <a:pt x="26" y="100"/>
                    <a:pt x="27" y="111"/>
                  </a:cubicBezTo>
                </a:path>
              </a:pathLst>
            </a:custGeom>
            <a:noFill/>
            <a:ln w="9525" cap="flat" cmpd="sng">
              <a:solidFill>
                <a:srgbClr val="000000"/>
              </a:solidFill>
              <a:prstDash val="solid"/>
              <a:round/>
              <a:headEn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2178" name="Text Box 18"/>
            <p:cNvSpPr txBox="1">
              <a:spLocks noChangeArrowheads="1"/>
            </p:cNvSpPr>
            <p:nvPr/>
          </p:nvSpPr>
          <p:spPr bwMode="auto">
            <a:xfrm>
              <a:off x="1789" y="2594"/>
              <a:ext cx="38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en-US" altLang="zh-CN" sz="2400" b="1" i="1">
                  <a:latin typeface="Times New Roman" panose="02020603050405020304" pitchFamily="18" charset="0"/>
                  <a:sym typeface="Symbol" panose="05050102010706020507" pitchFamily="18" charset="2"/>
                </a:rPr>
                <a:t> </a:t>
              </a:r>
              <a:r>
                <a:rPr kumimoji="1" lang="en-US" altLang="zh-CN" sz="2400" b="1">
                  <a:latin typeface="Times New Roman" panose="02020603050405020304" pitchFamily="18" charset="0"/>
                  <a:sym typeface="Symbol" panose="05050102010706020507" pitchFamily="18" charset="2"/>
                </a:rPr>
                <a:t>'</a:t>
              </a:r>
              <a:endParaRPr kumimoji="1" lang="en-US" altLang="zh-CN" sz="2400" b="1">
                <a:latin typeface="Times New Roman" panose="02020603050405020304" pitchFamily="18" charset="0"/>
              </a:endParaRPr>
            </a:p>
          </p:txBody>
        </p:sp>
      </p:grpSp>
      <p:grpSp>
        <p:nvGrpSpPr>
          <p:cNvPr id="92179" name="Group 19"/>
          <p:cNvGrpSpPr>
            <a:grpSpLocks/>
          </p:cNvGrpSpPr>
          <p:nvPr/>
        </p:nvGrpSpPr>
        <p:grpSpPr bwMode="auto">
          <a:xfrm>
            <a:off x="3363913" y="5003800"/>
            <a:ext cx="422275" cy="685800"/>
            <a:chOff x="2119" y="3152"/>
            <a:chExt cx="266" cy="432"/>
          </a:xfrm>
        </p:grpSpPr>
        <p:sp>
          <p:nvSpPr>
            <p:cNvPr id="92180" name="Line 20"/>
            <p:cNvSpPr>
              <a:spLocks noChangeShapeType="1"/>
            </p:cNvSpPr>
            <p:nvPr/>
          </p:nvSpPr>
          <p:spPr bwMode="auto">
            <a:xfrm flipV="1">
              <a:off x="2377" y="3152"/>
              <a:ext cx="0" cy="432"/>
            </a:xfrm>
            <a:prstGeom prst="line">
              <a:avLst/>
            </a:prstGeom>
            <a:noFill/>
            <a:ln w="28575">
              <a:solidFill>
                <a:srgbClr val="0000FF"/>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2181" name="Object 21"/>
            <p:cNvGraphicFramePr>
              <a:graphicFrameLocks noChangeAspect="1"/>
            </p:cNvGraphicFramePr>
            <p:nvPr/>
          </p:nvGraphicFramePr>
          <p:xfrm>
            <a:off x="2119" y="3170"/>
            <a:ext cx="266" cy="348"/>
          </p:xfrm>
          <a:graphic>
            <a:graphicData uri="http://schemas.openxmlformats.org/presentationml/2006/ole">
              <mc:AlternateContent xmlns:mc="http://schemas.openxmlformats.org/markup-compatibility/2006">
                <mc:Choice xmlns:v="urn:schemas-microsoft-com:vml" Requires="v">
                  <p:oleObj spid="_x0000_s70473" name="公式" r:id="rId10" imgW="215640" imgH="279360" progId="Equation.3">
                    <p:embed/>
                  </p:oleObj>
                </mc:Choice>
                <mc:Fallback>
                  <p:oleObj name="公式" r:id="rId10" imgW="215640" imgH="279360" progId="Equation.3">
                    <p:embed/>
                    <p:pic>
                      <p:nvPicPr>
                        <p:cNvPr id="92181" name="Object 21"/>
                        <p:cNvPicPr preferRelativeResize="0">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19" y="3170"/>
                          <a:ext cx="266" cy="3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2182" name="Text Box 22"/>
          <p:cNvSpPr txBox="1">
            <a:spLocks noChangeArrowheads="1"/>
          </p:cNvSpPr>
          <p:nvPr/>
        </p:nvSpPr>
        <p:spPr bwMode="auto">
          <a:xfrm>
            <a:off x="296863" y="188913"/>
            <a:ext cx="4346575"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zh-CN" altLang="en-US" sz="2400" b="1">
                <a:solidFill>
                  <a:srgbClr val="0000FF"/>
                </a:solidFill>
                <a:latin typeface="Times New Roman" panose="02020603050405020304" pitchFamily="18" charset="0"/>
              </a:rPr>
              <a:t>具体分析一下 </a:t>
            </a:r>
            <a:r>
              <a:rPr kumimoji="1" lang="en-US" altLang="zh-CN" sz="2400" b="1" i="1">
                <a:solidFill>
                  <a:srgbClr val="0000FF"/>
                </a:solidFill>
                <a:latin typeface="Times New Roman" panose="02020603050405020304" pitchFamily="18" charset="0"/>
              </a:rPr>
              <a:t>RLC </a:t>
            </a:r>
            <a:r>
              <a:rPr kumimoji="1" lang="zh-CN" altLang="en-US" sz="2400" b="1">
                <a:solidFill>
                  <a:srgbClr val="0000FF"/>
                </a:solidFill>
                <a:latin typeface="Times New Roman" panose="02020603050405020304" pitchFamily="18" charset="0"/>
              </a:rPr>
              <a:t>并联电路</a:t>
            </a:r>
          </a:p>
        </p:txBody>
      </p:sp>
      <p:grpSp>
        <p:nvGrpSpPr>
          <p:cNvPr id="92183" name="Group 23"/>
          <p:cNvGrpSpPr>
            <a:grpSpLocks/>
          </p:cNvGrpSpPr>
          <p:nvPr/>
        </p:nvGrpSpPr>
        <p:grpSpPr bwMode="auto">
          <a:xfrm>
            <a:off x="2505075" y="3949700"/>
            <a:ext cx="1984375" cy="333375"/>
            <a:chOff x="1578" y="2488"/>
            <a:chExt cx="1250" cy="210"/>
          </a:xfrm>
        </p:grpSpPr>
        <p:graphicFrame>
          <p:nvGraphicFramePr>
            <p:cNvPr id="92184" name="Object 24"/>
            <p:cNvGraphicFramePr>
              <a:graphicFrameLocks noChangeAspect="1"/>
            </p:cNvGraphicFramePr>
            <p:nvPr/>
          </p:nvGraphicFramePr>
          <p:xfrm>
            <a:off x="2627" y="2488"/>
            <a:ext cx="201" cy="210"/>
          </p:xfrm>
          <a:graphic>
            <a:graphicData uri="http://schemas.openxmlformats.org/presentationml/2006/ole">
              <mc:AlternateContent xmlns:mc="http://schemas.openxmlformats.org/markup-compatibility/2006">
                <mc:Choice xmlns:v="urn:schemas-microsoft-com:vml" Requires="v">
                  <p:oleObj spid="_x0000_s70474" name="公式" r:id="rId12" imgW="164880" imgH="203040" progId="Equation.3">
                    <p:embed/>
                  </p:oleObj>
                </mc:Choice>
                <mc:Fallback>
                  <p:oleObj name="公式" r:id="rId12" imgW="164880" imgH="203040" progId="Equation.3">
                    <p:embed/>
                    <p:pic>
                      <p:nvPicPr>
                        <p:cNvPr id="92184" name="Object 24"/>
                        <p:cNvPicPr preferRelativeResize="0">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27" y="2488"/>
                          <a:ext cx="201"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185" name="Line 25"/>
            <p:cNvSpPr>
              <a:spLocks noChangeShapeType="1"/>
            </p:cNvSpPr>
            <p:nvPr/>
          </p:nvSpPr>
          <p:spPr bwMode="auto">
            <a:xfrm>
              <a:off x="1578" y="2612"/>
              <a:ext cx="1020" cy="0"/>
            </a:xfrm>
            <a:prstGeom prst="line">
              <a:avLst/>
            </a:prstGeom>
            <a:noFill/>
            <a:ln w="28575">
              <a:solidFill>
                <a:srgbClr val="0099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92186" name="Group 26"/>
          <p:cNvGrpSpPr>
            <a:grpSpLocks/>
          </p:cNvGrpSpPr>
          <p:nvPr/>
        </p:nvGrpSpPr>
        <p:grpSpPr bwMode="auto">
          <a:xfrm>
            <a:off x="5292080" y="142875"/>
            <a:ext cx="2476500" cy="1208088"/>
            <a:chOff x="4127" y="90"/>
            <a:chExt cx="1560" cy="761"/>
          </a:xfrm>
        </p:grpSpPr>
        <p:graphicFrame>
          <p:nvGraphicFramePr>
            <p:cNvPr id="92187" name="Object 27"/>
            <p:cNvGraphicFramePr>
              <a:graphicFrameLocks noChangeAspect="1"/>
            </p:cNvGraphicFramePr>
            <p:nvPr/>
          </p:nvGraphicFramePr>
          <p:xfrm>
            <a:off x="4354" y="193"/>
            <a:ext cx="115" cy="243"/>
          </p:xfrm>
          <a:graphic>
            <a:graphicData uri="http://schemas.openxmlformats.org/presentationml/2006/ole">
              <mc:AlternateContent xmlns:mc="http://schemas.openxmlformats.org/markup-compatibility/2006">
                <mc:Choice xmlns:v="urn:schemas-microsoft-com:vml" Requires="v">
                  <p:oleObj spid="_x0000_s70475" name="公式" r:id="rId14" imgW="126720" imgH="266400" progId="Equation.3">
                    <p:embed/>
                  </p:oleObj>
                </mc:Choice>
                <mc:Fallback>
                  <p:oleObj name="公式" r:id="rId14" imgW="126720" imgH="266400" progId="Equation.3">
                    <p:embed/>
                    <p:pic>
                      <p:nvPicPr>
                        <p:cNvPr id="92187" name="Object 27"/>
                        <p:cNvPicPr preferRelativeResize="0">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354" y="193"/>
                          <a:ext cx="115" cy="2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188" name="Text Box 28"/>
            <p:cNvSpPr txBox="1">
              <a:spLocks noChangeArrowheads="1"/>
            </p:cNvSpPr>
            <p:nvPr/>
          </p:nvSpPr>
          <p:spPr bwMode="auto">
            <a:xfrm>
              <a:off x="4639" y="376"/>
              <a:ext cx="537" cy="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1600" b="1">
                  <a:latin typeface="Times New Roman" panose="02020603050405020304" pitchFamily="18" charset="0"/>
                </a:rPr>
                <a:t>j</a:t>
              </a:r>
              <a:r>
                <a:rPr kumimoji="1" lang="en-US" altLang="zh-CN" sz="1600" b="1" i="1">
                  <a:latin typeface="Times New Roman" panose="02020603050405020304" pitchFamily="18" charset="0"/>
                  <a:sym typeface="Symbol" panose="05050102010706020507" pitchFamily="18" charset="2"/>
                </a:rPr>
                <a:t> </a:t>
              </a:r>
              <a:r>
                <a:rPr kumimoji="1" lang="en-US" altLang="zh-CN" sz="1600" b="1" i="1">
                  <a:latin typeface="Times New Roman" panose="02020603050405020304" pitchFamily="18" charset="0"/>
                </a:rPr>
                <a:t>L</a:t>
              </a:r>
            </a:p>
          </p:txBody>
        </p:sp>
        <p:graphicFrame>
          <p:nvGraphicFramePr>
            <p:cNvPr id="92189" name="Object 29"/>
            <p:cNvGraphicFramePr>
              <a:graphicFrameLocks noChangeAspect="1"/>
            </p:cNvGraphicFramePr>
            <p:nvPr/>
          </p:nvGraphicFramePr>
          <p:xfrm>
            <a:off x="4160" y="339"/>
            <a:ext cx="150" cy="256"/>
          </p:xfrm>
          <a:graphic>
            <a:graphicData uri="http://schemas.openxmlformats.org/presentationml/2006/ole">
              <mc:AlternateContent xmlns:mc="http://schemas.openxmlformats.org/markup-compatibility/2006">
                <mc:Choice xmlns:v="urn:schemas-microsoft-com:vml" Requires="v">
                  <p:oleObj spid="_x0000_s70476" name="公式" r:id="rId16" imgW="164880" imgH="279360" progId="Equation.3">
                    <p:embed/>
                  </p:oleObj>
                </mc:Choice>
                <mc:Fallback>
                  <p:oleObj name="公式" r:id="rId16" imgW="164880" imgH="279360" progId="Equation.3">
                    <p:embed/>
                    <p:pic>
                      <p:nvPicPr>
                        <p:cNvPr id="92189" name="Object 29"/>
                        <p:cNvPicPr preferRelativeResize="0">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60" y="339"/>
                          <a:ext cx="150"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90" name="Object 30"/>
            <p:cNvGraphicFramePr>
              <a:graphicFrameLocks noChangeAspect="1"/>
            </p:cNvGraphicFramePr>
            <p:nvPr/>
          </p:nvGraphicFramePr>
          <p:xfrm>
            <a:off x="5053" y="90"/>
            <a:ext cx="169" cy="290"/>
          </p:xfrm>
          <a:graphic>
            <a:graphicData uri="http://schemas.openxmlformats.org/presentationml/2006/ole">
              <mc:AlternateContent xmlns:mc="http://schemas.openxmlformats.org/markup-compatibility/2006">
                <mc:Choice xmlns:v="urn:schemas-microsoft-com:vml" Requires="v">
                  <p:oleObj spid="_x0000_s70477" name="公式" r:id="rId18" imgW="177480" imgH="304560" progId="Equation.3">
                    <p:embed/>
                  </p:oleObj>
                </mc:Choice>
                <mc:Fallback>
                  <p:oleObj name="公式" r:id="rId18" imgW="177480" imgH="304560" progId="Equation.3">
                    <p:embed/>
                    <p:pic>
                      <p:nvPicPr>
                        <p:cNvPr id="92190" name="Object 30"/>
                        <p:cNvPicPr preferRelativeResize="0">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053" y="90"/>
                          <a:ext cx="169"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91" name="Object 31"/>
            <p:cNvGraphicFramePr>
              <a:graphicFrameLocks noChangeAspect="1"/>
            </p:cNvGraphicFramePr>
            <p:nvPr/>
          </p:nvGraphicFramePr>
          <p:xfrm>
            <a:off x="5513" y="109"/>
            <a:ext cx="174" cy="278"/>
          </p:xfrm>
          <a:graphic>
            <a:graphicData uri="http://schemas.openxmlformats.org/presentationml/2006/ole">
              <mc:AlternateContent xmlns:mc="http://schemas.openxmlformats.org/markup-compatibility/2006">
                <mc:Choice xmlns:v="urn:schemas-microsoft-com:vml" Requires="v">
                  <p:oleObj spid="_x0000_s70478" name="公式" r:id="rId20" imgW="190440" imgH="304560" progId="Equation.3">
                    <p:embed/>
                  </p:oleObj>
                </mc:Choice>
                <mc:Fallback>
                  <p:oleObj name="公式" r:id="rId20" imgW="190440" imgH="304560" progId="Equation.3">
                    <p:embed/>
                    <p:pic>
                      <p:nvPicPr>
                        <p:cNvPr id="92191" name="Object 31"/>
                        <p:cNvPicPr preferRelativeResize="0">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513" y="109"/>
                          <a:ext cx="174" cy="2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92" name="Object 32"/>
            <p:cNvGraphicFramePr>
              <a:graphicFrameLocks noChangeAspect="1"/>
            </p:cNvGraphicFramePr>
            <p:nvPr/>
          </p:nvGraphicFramePr>
          <p:xfrm>
            <a:off x="5004" y="311"/>
            <a:ext cx="356" cy="414"/>
          </p:xfrm>
          <a:graphic>
            <a:graphicData uri="http://schemas.openxmlformats.org/presentationml/2006/ole">
              <mc:AlternateContent xmlns:mc="http://schemas.openxmlformats.org/markup-compatibility/2006">
                <mc:Choice xmlns:v="urn:schemas-microsoft-com:vml" Requires="v">
                  <p:oleObj spid="_x0000_s70479" name="公式" r:id="rId22" imgW="368280" imgH="431640" progId="Equation.3">
                    <p:embed/>
                  </p:oleObj>
                </mc:Choice>
                <mc:Fallback>
                  <p:oleObj name="公式" r:id="rId22" imgW="368280" imgH="431640" progId="Equation.3">
                    <p:embed/>
                    <p:pic>
                      <p:nvPicPr>
                        <p:cNvPr id="92192" name="Object 32"/>
                        <p:cNvPicPr preferRelativeResize="0">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004" y="311"/>
                          <a:ext cx="356" cy="4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193" name="Line 33"/>
            <p:cNvSpPr>
              <a:spLocks noChangeShapeType="1"/>
            </p:cNvSpPr>
            <p:nvPr/>
          </p:nvSpPr>
          <p:spPr bwMode="auto">
            <a:xfrm>
              <a:off x="5333" y="470"/>
              <a:ext cx="168" cy="1"/>
            </a:xfrm>
            <a:prstGeom prst="line">
              <a:avLst/>
            </a:prstGeom>
            <a:noFill/>
            <a:ln w="2857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92194" name="Line 34"/>
            <p:cNvSpPr>
              <a:spLocks noChangeShapeType="1"/>
            </p:cNvSpPr>
            <p:nvPr/>
          </p:nvSpPr>
          <p:spPr bwMode="auto">
            <a:xfrm flipV="1">
              <a:off x="5333" y="541"/>
              <a:ext cx="168" cy="2"/>
            </a:xfrm>
            <a:prstGeom prst="line">
              <a:avLst/>
            </a:prstGeom>
            <a:noFill/>
            <a:ln w="2857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92195" name="Freeform 35"/>
            <p:cNvSpPr>
              <a:spLocks noChangeArrowheads="1"/>
            </p:cNvSpPr>
            <p:nvPr/>
          </p:nvSpPr>
          <p:spPr bwMode="auto">
            <a:xfrm>
              <a:off x="5415" y="129"/>
              <a:ext cx="1" cy="341"/>
            </a:xfrm>
            <a:custGeom>
              <a:avLst/>
              <a:gdLst>
                <a:gd name="T0" fmla="*/ 0 w 1"/>
                <a:gd name="T1" fmla="*/ 0 h 448"/>
                <a:gd name="T2" fmla="*/ 0 w 1"/>
                <a:gd name="T3" fmla="*/ 22 h 448"/>
                <a:gd name="T4" fmla="*/ 0 w 1"/>
                <a:gd name="T5" fmla="*/ 448 h 448"/>
              </a:gdLst>
              <a:ahLst/>
              <a:cxnLst>
                <a:cxn ang="0">
                  <a:pos x="T0" y="T1"/>
                </a:cxn>
                <a:cxn ang="0">
                  <a:pos x="T2" y="T3"/>
                </a:cxn>
                <a:cxn ang="0">
                  <a:pos x="T4" y="T5"/>
                </a:cxn>
              </a:cxnLst>
              <a:rect l="0" t="0" r="r" b="b"/>
              <a:pathLst>
                <a:path w="1" h="448">
                  <a:moveTo>
                    <a:pt x="0" y="0"/>
                  </a:moveTo>
                  <a:lnTo>
                    <a:pt x="0" y="22"/>
                  </a:lnTo>
                  <a:lnTo>
                    <a:pt x="0" y="448"/>
                  </a:lnTo>
                </a:path>
              </a:pathLst>
            </a:custGeom>
            <a:solidFill>
              <a:srgbClr val="FFFFFF"/>
            </a:solidFill>
            <a:ln w="19050" cmpd="sng">
              <a:solidFill>
                <a:srgbClr val="000000"/>
              </a:solidFill>
              <a:round/>
              <a:headEnd/>
              <a:tailEnd/>
            </a:ln>
          </p:spPr>
          <p:txBody>
            <a:bodyPr/>
            <a:lstStyle/>
            <a:p>
              <a:endParaRPr lang="zh-CN" altLang="en-US"/>
            </a:p>
          </p:txBody>
        </p:sp>
        <p:sp>
          <p:nvSpPr>
            <p:cNvPr id="92196" name="Freeform 36"/>
            <p:cNvSpPr>
              <a:spLocks noChangeArrowheads="1"/>
            </p:cNvSpPr>
            <p:nvPr/>
          </p:nvSpPr>
          <p:spPr bwMode="auto">
            <a:xfrm>
              <a:off x="5414" y="540"/>
              <a:ext cx="1" cy="295"/>
            </a:xfrm>
            <a:custGeom>
              <a:avLst/>
              <a:gdLst>
                <a:gd name="T0" fmla="*/ 0 w 1"/>
                <a:gd name="T1" fmla="*/ 0 h 388"/>
                <a:gd name="T2" fmla="*/ 1 w 1"/>
                <a:gd name="T3" fmla="*/ 388 h 388"/>
                <a:gd name="T4" fmla="*/ 1 w 1"/>
                <a:gd name="T5" fmla="*/ 382 h 388"/>
              </a:gdLst>
              <a:ahLst/>
              <a:cxnLst>
                <a:cxn ang="0">
                  <a:pos x="T0" y="T1"/>
                </a:cxn>
                <a:cxn ang="0">
                  <a:pos x="T2" y="T3"/>
                </a:cxn>
                <a:cxn ang="0">
                  <a:pos x="T4" y="T5"/>
                </a:cxn>
              </a:cxnLst>
              <a:rect l="0" t="0" r="r" b="b"/>
              <a:pathLst>
                <a:path w="1" h="388">
                  <a:moveTo>
                    <a:pt x="0" y="0"/>
                  </a:moveTo>
                  <a:lnTo>
                    <a:pt x="1" y="388"/>
                  </a:lnTo>
                  <a:lnTo>
                    <a:pt x="1" y="382"/>
                  </a:lnTo>
                </a:path>
              </a:pathLst>
            </a:custGeom>
            <a:solidFill>
              <a:srgbClr val="FFFFFF"/>
            </a:solidFill>
            <a:ln w="19050" cmpd="sng">
              <a:solidFill>
                <a:srgbClr val="000000"/>
              </a:solidFill>
              <a:round/>
              <a:headEnd/>
              <a:tailEnd/>
            </a:ln>
          </p:spPr>
          <p:txBody>
            <a:bodyPr/>
            <a:lstStyle/>
            <a:p>
              <a:endParaRPr lang="zh-CN" altLang="en-US"/>
            </a:p>
          </p:txBody>
        </p:sp>
        <p:sp>
          <p:nvSpPr>
            <p:cNvPr id="92197" name="Rectangle 37"/>
            <p:cNvSpPr>
              <a:spLocks noChangeArrowheads="1"/>
            </p:cNvSpPr>
            <p:nvPr/>
          </p:nvSpPr>
          <p:spPr bwMode="auto">
            <a:xfrm rot="10800000">
              <a:off x="4529" y="388"/>
              <a:ext cx="78" cy="207"/>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92198" name="Freeform 38"/>
            <p:cNvSpPr>
              <a:spLocks/>
            </p:cNvSpPr>
            <p:nvPr/>
          </p:nvSpPr>
          <p:spPr bwMode="auto">
            <a:xfrm>
              <a:off x="4255" y="826"/>
              <a:ext cx="1156" cy="5"/>
            </a:xfrm>
            <a:custGeom>
              <a:avLst/>
              <a:gdLst>
                <a:gd name="T0" fmla="*/ 1518 w 1518"/>
                <a:gd name="T1" fmla="*/ 6 h 6"/>
                <a:gd name="T2" fmla="*/ 0 w 1518"/>
                <a:gd name="T3" fmla="*/ 0 h 6"/>
              </a:gdLst>
              <a:ahLst/>
              <a:cxnLst>
                <a:cxn ang="0">
                  <a:pos x="T0" y="T1"/>
                </a:cxn>
                <a:cxn ang="0">
                  <a:pos x="T2" y="T3"/>
                </a:cxn>
              </a:cxnLst>
              <a:rect l="0" t="0" r="r" b="b"/>
              <a:pathLst>
                <a:path w="1518" h="6">
                  <a:moveTo>
                    <a:pt x="1518" y="6"/>
                  </a:moveTo>
                  <a:lnTo>
                    <a:pt x="0" y="0"/>
                  </a:lnTo>
                </a:path>
              </a:pathLst>
            </a:custGeom>
            <a:noFill/>
            <a:ln w="19050" cmpd="sng">
              <a:solidFill>
                <a:schemeClr val="tx1"/>
              </a:solidFill>
              <a:round/>
              <a:headEnd/>
              <a:tailEnd type="none"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2199" name="Text Box 39"/>
            <p:cNvSpPr txBox="1">
              <a:spLocks noChangeArrowheads="1"/>
            </p:cNvSpPr>
            <p:nvPr/>
          </p:nvSpPr>
          <p:spPr bwMode="auto">
            <a:xfrm>
              <a:off x="4346" y="437"/>
              <a:ext cx="201" cy="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1600" b="1" i="1">
                  <a:latin typeface="Times New Roman" panose="02020603050405020304" pitchFamily="18" charset="0"/>
                </a:rPr>
                <a:t>R</a:t>
              </a:r>
            </a:p>
          </p:txBody>
        </p:sp>
        <p:sp>
          <p:nvSpPr>
            <p:cNvPr id="92200" name="Line 40"/>
            <p:cNvSpPr>
              <a:spLocks noChangeShapeType="1"/>
            </p:cNvSpPr>
            <p:nvPr/>
          </p:nvSpPr>
          <p:spPr bwMode="auto">
            <a:xfrm>
              <a:off x="4269" y="165"/>
              <a:ext cx="219" cy="0"/>
            </a:xfrm>
            <a:prstGeom prst="line">
              <a:avLst/>
            </a:prstGeom>
            <a:noFill/>
            <a:ln w="9525">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2201" name="Group 41"/>
            <p:cNvGrpSpPr>
              <a:grpSpLocks/>
            </p:cNvGrpSpPr>
            <p:nvPr/>
          </p:nvGrpSpPr>
          <p:grpSpPr bwMode="auto">
            <a:xfrm rot="5400000">
              <a:off x="4844" y="463"/>
              <a:ext cx="292" cy="43"/>
              <a:chOff x="576" y="711"/>
              <a:chExt cx="384" cy="57"/>
            </a:xfrm>
          </p:grpSpPr>
          <p:sp>
            <p:nvSpPr>
              <p:cNvPr id="92202" name="Freeform 42"/>
              <p:cNvSpPr>
                <a:spLocks/>
              </p:cNvSpPr>
              <p:nvPr/>
            </p:nvSpPr>
            <p:spPr bwMode="auto">
              <a:xfrm>
                <a:off x="576" y="711"/>
                <a:ext cx="98" cy="57"/>
              </a:xfrm>
              <a:custGeom>
                <a:avLst/>
                <a:gdLst>
                  <a:gd name="T0" fmla="*/ 0 w 98"/>
                  <a:gd name="T1" fmla="*/ 57 h 57"/>
                  <a:gd name="T2" fmla="*/ 18 w 98"/>
                  <a:gd name="T3" fmla="*/ 14 h 57"/>
                  <a:gd name="T4" fmla="*/ 47 w 98"/>
                  <a:gd name="T5" fmla="*/ 0 h 57"/>
                  <a:gd name="T6" fmla="*/ 80 w 98"/>
                  <a:gd name="T7" fmla="*/ 14 h 57"/>
                  <a:gd name="T8" fmla="*/ 98 w 98"/>
                  <a:gd name="T9" fmla="*/ 48 h 57"/>
                </a:gdLst>
                <a:ahLst/>
                <a:cxnLst>
                  <a:cxn ang="0">
                    <a:pos x="T0" y="T1"/>
                  </a:cxn>
                  <a:cxn ang="0">
                    <a:pos x="T2" y="T3"/>
                  </a:cxn>
                  <a:cxn ang="0">
                    <a:pos x="T4" y="T5"/>
                  </a:cxn>
                  <a:cxn ang="0">
                    <a:pos x="T6" y="T7"/>
                  </a:cxn>
                  <a:cxn ang="0">
                    <a:pos x="T8" y="T9"/>
                  </a:cxn>
                </a:cxnLst>
                <a:rect l="0" t="0" r="r" b="b"/>
                <a:pathLst>
                  <a:path w="98" h="57">
                    <a:moveTo>
                      <a:pt x="0" y="57"/>
                    </a:moveTo>
                    <a:cubicBezTo>
                      <a:pt x="3" y="50"/>
                      <a:pt x="10" y="23"/>
                      <a:pt x="18" y="14"/>
                    </a:cubicBezTo>
                    <a:cubicBezTo>
                      <a:pt x="26" y="5"/>
                      <a:pt x="37" y="0"/>
                      <a:pt x="47" y="0"/>
                    </a:cubicBezTo>
                    <a:cubicBezTo>
                      <a:pt x="57" y="0"/>
                      <a:pt x="71" y="6"/>
                      <a:pt x="80" y="14"/>
                    </a:cubicBezTo>
                    <a:cubicBezTo>
                      <a:pt x="89" y="22"/>
                      <a:pt x="94" y="42"/>
                      <a:pt x="98" y="48"/>
                    </a:cubicBezTo>
                  </a:path>
                </a:pathLst>
              </a:custGeom>
              <a:noFill/>
              <a:ln w="28575"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2203" name="Freeform 43"/>
              <p:cNvSpPr>
                <a:spLocks/>
              </p:cNvSpPr>
              <p:nvPr/>
            </p:nvSpPr>
            <p:spPr bwMode="auto">
              <a:xfrm>
                <a:off x="674" y="711"/>
                <a:ext cx="95" cy="51"/>
              </a:xfrm>
              <a:custGeom>
                <a:avLst/>
                <a:gdLst>
                  <a:gd name="T0" fmla="*/ 0 w 121"/>
                  <a:gd name="T1" fmla="*/ 54 h 54"/>
                  <a:gd name="T2" fmla="*/ 24 w 121"/>
                  <a:gd name="T3" fmla="*/ 15 h 54"/>
                  <a:gd name="T4" fmla="*/ 66 w 121"/>
                  <a:gd name="T5" fmla="*/ 0 h 54"/>
                  <a:gd name="T6" fmla="*/ 103 w 121"/>
                  <a:gd name="T7" fmla="*/ 15 h 54"/>
                  <a:gd name="T8" fmla="*/ 121 w 121"/>
                  <a:gd name="T9" fmla="*/ 51 h 54"/>
                </a:gdLst>
                <a:ahLst/>
                <a:cxnLst>
                  <a:cxn ang="0">
                    <a:pos x="T0" y="T1"/>
                  </a:cxn>
                  <a:cxn ang="0">
                    <a:pos x="T2" y="T3"/>
                  </a:cxn>
                  <a:cxn ang="0">
                    <a:pos x="T4" y="T5"/>
                  </a:cxn>
                  <a:cxn ang="0">
                    <a:pos x="T6" y="T7"/>
                  </a:cxn>
                  <a:cxn ang="0">
                    <a:pos x="T8" y="T9"/>
                  </a:cxn>
                </a:cxnLst>
                <a:rect l="0" t="0" r="r" b="b"/>
                <a:pathLst>
                  <a:path w="121" h="54">
                    <a:moveTo>
                      <a:pt x="0" y="54"/>
                    </a:moveTo>
                    <a:cubicBezTo>
                      <a:pt x="4" y="47"/>
                      <a:pt x="13" y="24"/>
                      <a:pt x="24" y="15"/>
                    </a:cubicBezTo>
                    <a:cubicBezTo>
                      <a:pt x="35" y="6"/>
                      <a:pt x="53" y="0"/>
                      <a:pt x="66" y="0"/>
                    </a:cubicBezTo>
                    <a:cubicBezTo>
                      <a:pt x="79" y="0"/>
                      <a:pt x="94" y="7"/>
                      <a:pt x="103" y="15"/>
                    </a:cubicBezTo>
                    <a:cubicBezTo>
                      <a:pt x="112" y="23"/>
                      <a:pt x="117" y="44"/>
                      <a:pt x="121" y="51"/>
                    </a:cubicBezTo>
                  </a:path>
                </a:pathLst>
              </a:custGeom>
              <a:noFill/>
              <a:ln w="28575"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2204" name="Freeform 44"/>
              <p:cNvSpPr>
                <a:spLocks/>
              </p:cNvSpPr>
              <p:nvPr/>
            </p:nvSpPr>
            <p:spPr bwMode="auto">
              <a:xfrm>
                <a:off x="769" y="711"/>
                <a:ext cx="94" cy="48"/>
              </a:xfrm>
              <a:custGeom>
                <a:avLst/>
                <a:gdLst>
                  <a:gd name="T0" fmla="*/ 0 w 119"/>
                  <a:gd name="T1" fmla="*/ 51 h 51"/>
                  <a:gd name="T2" fmla="*/ 17 w 119"/>
                  <a:gd name="T3" fmla="*/ 15 h 51"/>
                  <a:gd name="T4" fmla="*/ 59 w 119"/>
                  <a:gd name="T5" fmla="*/ 0 h 51"/>
                  <a:gd name="T6" fmla="*/ 96 w 119"/>
                  <a:gd name="T7" fmla="*/ 15 h 51"/>
                  <a:gd name="T8" fmla="*/ 119 w 119"/>
                  <a:gd name="T9" fmla="*/ 51 h 51"/>
                </a:gdLst>
                <a:ahLst/>
                <a:cxnLst>
                  <a:cxn ang="0">
                    <a:pos x="T0" y="T1"/>
                  </a:cxn>
                  <a:cxn ang="0">
                    <a:pos x="T2" y="T3"/>
                  </a:cxn>
                  <a:cxn ang="0">
                    <a:pos x="T4" y="T5"/>
                  </a:cxn>
                  <a:cxn ang="0">
                    <a:pos x="T6" y="T7"/>
                  </a:cxn>
                  <a:cxn ang="0">
                    <a:pos x="T8" y="T9"/>
                  </a:cxn>
                </a:cxnLst>
                <a:rect l="0" t="0" r="r" b="b"/>
                <a:pathLst>
                  <a:path w="119" h="51">
                    <a:moveTo>
                      <a:pt x="0" y="51"/>
                    </a:moveTo>
                    <a:cubicBezTo>
                      <a:pt x="3" y="45"/>
                      <a:pt x="7" y="24"/>
                      <a:pt x="17" y="15"/>
                    </a:cubicBezTo>
                    <a:cubicBezTo>
                      <a:pt x="27" y="6"/>
                      <a:pt x="46" y="0"/>
                      <a:pt x="59" y="0"/>
                    </a:cubicBezTo>
                    <a:cubicBezTo>
                      <a:pt x="72" y="0"/>
                      <a:pt x="86" y="7"/>
                      <a:pt x="96" y="15"/>
                    </a:cubicBezTo>
                    <a:cubicBezTo>
                      <a:pt x="106" y="23"/>
                      <a:pt x="114" y="44"/>
                      <a:pt x="119" y="51"/>
                    </a:cubicBezTo>
                  </a:path>
                </a:pathLst>
              </a:custGeom>
              <a:noFill/>
              <a:ln w="28575"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92205" name="Freeform 45"/>
              <p:cNvSpPr>
                <a:spLocks/>
              </p:cNvSpPr>
              <p:nvPr/>
            </p:nvSpPr>
            <p:spPr bwMode="auto">
              <a:xfrm>
                <a:off x="863" y="711"/>
                <a:ext cx="97" cy="54"/>
              </a:xfrm>
              <a:custGeom>
                <a:avLst/>
                <a:gdLst>
                  <a:gd name="T0" fmla="*/ 0 w 123"/>
                  <a:gd name="T1" fmla="*/ 51 h 57"/>
                  <a:gd name="T2" fmla="*/ 23 w 123"/>
                  <a:gd name="T3" fmla="*/ 15 h 57"/>
                  <a:gd name="T4" fmla="*/ 65 w 123"/>
                  <a:gd name="T5" fmla="*/ 0 h 57"/>
                  <a:gd name="T6" fmla="*/ 102 w 123"/>
                  <a:gd name="T7" fmla="*/ 15 h 57"/>
                  <a:gd name="T8" fmla="*/ 123 w 123"/>
                  <a:gd name="T9" fmla="*/ 57 h 57"/>
                </a:gdLst>
                <a:ahLst/>
                <a:cxnLst>
                  <a:cxn ang="0">
                    <a:pos x="T0" y="T1"/>
                  </a:cxn>
                  <a:cxn ang="0">
                    <a:pos x="T2" y="T3"/>
                  </a:cxn>
                  <a:cxn ang="0">
                    <a:pos x="T4" y="T5"/>
                  </a:cxn>
                  <a:cxn ang="0">
                    <a:pos x="T6" y="T7"/>
                  </a:cxn>
                  <a:cxn ang="0">
                    <a:pos x="T8" y="T9"/>
                  </a:cxn>
                </a:cxnLst>
                <a:rect l="0" t="0" r="r" b="b"/>
                <a:pathLst>
                  <a:path w="123" h="57">
                    <a:moveTo>
                      <a:pt x="0" y="51"/>
                    </a:moveTo>
                    <a:cubicBezTo>
                      <a:pt x="3" y="45"/>
                      <a:pt x="12" y="24"/>
                      <a:pt x="23" y="15"/>
                    </a:cubicBezTo>
                    <a:cubicBezTo>
                      <a:pt x="34" y="6"/>
                      <a:pt x="52" y="0"/>
                      <a:pt x="65" y="0"/>
                    </a:cubicBezTo>
                    <a:cubicBezTo>
                      <a:pt x="78" y="0"/>
                      <a:pt x="92" y="6"/>
                      <a:pt x="102" y="15"/>
                    </a:cubicBezTo>
                    <a:cubicBezTo>
                      <a:pt x="112" y="24"/>
                      <a:pt x="119" y="48"/>
                      <a:pt x="123" y="57"/>
                    </a:cubicBezTo>
                  </a:path>
                </a:pathLst>
              </a:custGeom>
              <a:noFill/>
              <a:ln w="28575" cap="flat" cmpd="sng">
                <a:solidFill>
                  <a:schemeClr val="tx1"/>
                </a:solidFill>
                <a:prstDash val="solid"/>
                <a:round/>
                <a:headEnd type="none" w="med" len="me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sp>
          <p:nvSpPr>
            <p:cNvPr id="92206" name="Text Box 46"/>
            <p:cNvSpPr txBox="1">
              <a:spLocks noChangeArrowheads="1"/>
            </p:cNvSpPr>
            <p:nvPr/>
          </p:nvSpPr>
          <p:spPr bwMode="auto">
            <a:xfrm>
              <a:off x="4132" y="141"/>
              <a:ext cx="189"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1600" b="1">
                  <a:latin typeface="Times New Roman" panose="02020603050405020304" pitchFamily="18" charset="0"/>
                </a:rPr>
                <a:t>+</a:t>
              </a:r>
            </a:p>
          </p:txBody>
        </p:sp>
        <p:sp>
          <p:nvSpPr>
            <p:cNvPr id="92207" name="Text Box 47"/>
            <p:cNvSpPr txBox="1">
              <a:spLocks noChangeArrowheads="1"/>
            </p:cNvSpPr>
            <p:nvPr/>
          </p:nvSpPr>
          <p:spPr bwMode="auto">
            <a:xfrm>
              <a:off x="4127" y="615"/>
              <a:ext cx="18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1600" b="1">
                  <a:latin typeface="宋体" panose="02010600030101010101" pitchFamily="2" charset="-122"/>
                </a:rPr>
                <a:t>-</a:t>
              </a:r>
              <a:endParaRPr kumimoji="1" lang="en-US" altLang="zh-CN" sz="1600" b="1">
                <a:latin typeface="Times New Roman" panose="02020603050405020304" pitchFamily="18" charset="0"/>
              </a:endParaRPr>
            </a:p>
          </p:txBody>
        </p:sp>
        <p:sp>
          <p:nvSpPr>
            <p:cNvPr id="92208" name="Freeform 48"/>
            <p:cNvSpPr>
              <a:spLocks/>
            </p:cNvSpPr>
            <p:nvPr/>
          </p:nvSpPr>
          <p:spPr bwMode="auto">
            <a:xfrm>
              <a:off x="4232" y="134"/>
              <a:ext cx="1183" cy="4"/>
            </a:xfrm>
            <a:custGeom>
              <a:avLst/>
              <a:gdLst>
                <a:gd name="T0" fmla="*/ 1554 w 1554"/>
                <a:gd name="T1" fmla="*/ 6 h 6"/>
                <a:gd name="T2" fmla="*/ 0 w 1554"/>
                <a:gd name="T3" fmla="*/ 0 h 6"/>
              </a:gdLst>
              <a:ahLst/>
              <a:cxnLst>
                <a:cxn ang="0">
                  <a:pos x="T0" y="T1"/>
                </a:cxn>
                <a:cxn ang="0">
                  <a:pos x="T2" y="T3"/>
                </a:cxn>
              </a:cxnLst>
              <a:rect l="0" t="0" r="r" b="b"/>
              <a:pathLst>
                <a:path w="1554" h="6">
                  <a:moveTo>
                    <a:pt x="1554" y="6"/>
                  </a:moveTo>
                  <a:lnTo>
                    <a:pt x="0" y="0"/>
                  </a:lnTo>
                </a:path>
              </a:pathLst>
            </a:custGeom>
            <a:noFill/>
            <a:ln w="19050" cap="flat" cmpd="sng">
              <a:solidFill>
                <a:srgbClr val="000000"/>
              </a:solidFill>
              <a:prstDash val="solid"/>
              <a:round/>
              <a:headEnd type="none" w="med" len="me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2209" name="Oval 49"/>
            <p:cNvSpPr>
              <a:spLocks noChangeArrowheads="1"/>
            </p:cNvSpPr>
            <p:nvPr/>
          </p:nvSpPr>
          <p:spPr bwMode="auto">
            <a:xfrm>
              <a:off x="4200" y="799"/>
              <a:ext cx="52" cy="52"/>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2210" name="Oval 50"/>
            <p:cNvSpPr>
              <a:spLocks noChangeArrowheads="1"/>
            </p:cNvSpPr>
            <p:nvPr/>
          </p:nvSpPr>
          <p:spPr bwMode="auto">
            <a:xfrm>
              <a:off x="4185" y="105"/>
              <a:ext cx="52" cy="51"/>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2211" name="Freeform 51"/>
            <p:cNvSpPr>
              <a:spLocks/>
            </p:cNvSpPr>
            <p:nvPr/>
          </p:nvSpPr>
          <p:spPr bwMode="auto">
            <a:xfrm>
              <a:off x="4566" y="138"/>
              <a:ext cx="0" cy="256"/>
            </a:xfrm>
            <a:custGeom>
              <a:avLst/>
              <a:gdLst>
                <a:gd name="T0" fmla="*/ 0 w 1"/>
                <a:gd name="T1" fmla="*/ 0 h 336"/>
                <a:gd name="T2" fmla="*/ 0 w 1"/>
                <a:gd name="T3" fmla="*/ 336 h 336"/>
              </a:gdLst>
              <a:ahLst/>
              <a:cxnLst>
                <a:cxn ang="0">
                  <a:pos x="T0" y="T1"/>
                </a:cxn>
                <a:cxn ang="0">
                  <a:pos x="T2" y="T3"/>
                </a:cxn>
              </a:cxnLst>
              <a:rect l="0" t="0" r="r" b="b"/>
              <a:pathLst>
                <a:path w="1" h="336">
                  <a:moveTo>
                    <a:pt x="0" y="0"/>
                  </a:moveTo>
                  <a:lnTo>
                    <a:pt x="0" y="336"/>
                  </a:lnTo>
                </a:path>
              </a:pathLst>
            </a:custGeom>
            <a:noFill/>
            <a:ln w="19050" cap="flat" cmpd="sng">
              <a:solidFill>
                <a:srgbClr val="000000"/>
              </a:solidFill>
              <a:prstDash val="solid"/>
              <a:round/>
              <a:headEnd type="none" w="med" len="me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2212" name="Freeform 52"/>
            <p:cNvSpPr>
              <a:spLocks/>
            </p:cNvSpPr>
            <p:nvPr/>
          </p:nvSpPr>
          <p:spPr bwMode="auto">
            <a:xfrm>
              <a:off x="4566" y="595"/>
              <a:ext cx="0" cy="237"/>
            </a:xfrm>
            <a:custGeom>
              <a:avLst/>
              <a:gdLst>
                <a:gd name="T0" fmla="*/ 0 w 1"/>
                <a:gd name="T1" fmla="*/ 0 h 312"/>
                <a:gd name="T2" fmla="*/ 0 w 1"/>
                <a:gd name="T3" fmla="*/ 312 h 312"/>
              </a:gdLst>
              <a:ahLst/>
              <a:cxnLst>
                <a:cxn ang="0">
                  <a:pos x="T0" y="T1"/>
                </a:cxn>
                <a:cxn ang="0">
                  <a:pos x="T2" y="T3"/>
                </a:cxn>
              </a:cxnLst>
              <a:rect l="0" t="0" r="r" b="b"/>
              <a:pathLst>
                <a:path w="1" h="312">
                  <a:moveTo>
                    <a:pt x="0" y="0"/>
                  </a:moveTo>
                  <a:lnTo>
                    <a:pt x="0" y="312"/>
                  </a:lnTo>
                </a:path>
              </a:pathLst>
            </a:custGeom>
            <a:noFill/>
            <a:ln w="19050" cap="flat" cmpd="sng">
              <a:solidFill>
                <a:srgbClr val="000000"/>
              </a:solidFill>
              <a:prstDash val="solid"/>
              <a:round/>
              <a:headEnd type="none" w="med" len="me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2213" name="Freeform 53"/>
            <p:cNvSpPr>
              <a:spLocks/>
            </p:cNvSpPr>
            <p:nvPr/>
          </p:nvSpPr>
          <p:spPr bwMode="auto">
            <a:xfrm>
              <a:off x="4968" y="128"/>
              <a:ext cx="0" cy="205"/>
            </a:xfrm>
            <a:custGeom>
              <a:avLst/>
              <a:gdLst>
                <a:gd name="T0" fmla="*/ 0 w 1"/>
                <a:gd name="T1" fmla="*/ 0 h 270"/>
                <a:gd name="T2" fmla="*/ 1 w 1"/>
                <a:gd name="T3" fmla="*/ 270 h 270"/>
              </a:gdLst>
              <a:ahLst/>
              <a:cxnLst>
                <a:cxn ang="0">
                  <a:pos x="T0" y="T1"/>
                </a:cxn>
                <a:cxn ang="0">
                  <a:pos x="T2" y="T3"/>
                </a:cxn>
              </a:cxnLst>
              <a:rect l="0" t="0" r="r" b="b"/>
              <a:pathLst>
                <a:path w="1" h="270">
                  <a:moveTo>
                    <a:pt x="0" y="0"/>
                  </a:moveTo>
                  <a:lnTo>
                    <a:pt x="1" y="270"/>
                  </a:lnTo>
                </a:path>
              </a:pathLst>
            </a:custGeom>
            <a:noFill/>
            <a:ln w="19050" cap="flat" cmpd="sng">
              <a:solidFill>
                <a:srgbClr val="000000"/>
              </a:solidFill>
              <a:prstDash val="solid"/>
              <a:round/>
              <a:headEnd type="none" w="med" len="me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2214" name="Freeform 54"/>
            <p:cNvSpPr>
              <a:spLocks/>
            </p:cNvSpPr>
            <p:nvPr/>
          </p:nvSpPr>
          <p:spPr bwMode="auto">
            <a:xfrm>
              <a:off x="4968" y="631"/>
              <a:ext cx="0" cy="201"/>
            </a:xfrm>
            <a:custGeom>
              <a:avLst/>
              <a:gdLst>
                <a:gd name="T0" fmla="*/ 0 w 1"/>
                <a:gd name="T1" fmla="*/ 0 h 264"/>
                <a:gd name="T2" fmla="*/ 0 w 1"/>
                <a:gd name="T3" fmla="*/ 264 h 264"/>
              </a:gdLst>
              <a:ahLst/>
              <a:cxnLst>
                <a:cxn ang="0">
                  <a:pos x="T0" y="T1"/>
                </a:cxn>
                <a:cxn ang="0">
                  <a:pos x="T2" y="T3"/>
                </a:cxn>
              </a:cxnLst>
              <a:rect l="0" t="0" r="r" b="b"/>
              <a:pathLst>
                <a:path w="1" h="264">
                  <a:moveTo>
                    <a:pt x="0" y="0"/>
                  </a:moveTo>
                  <a:lnTo>
                    <a:pt x="0" y="264"/>
                  </a:lnTo>
                </a:path>
              </a:pathLst>
            </a:custGeom>
            <a:noFill/>
            <a:ln w="19050" cap="flat" cmpd="sng">
              <a:solidFill>
                <a:srgbClr val="000000"/>
              </a:solidFill>
              <a:prstDash val="solid"/>
              <a:round/>
              <a:headEnd type="none" w="med" len="me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2215" name="Line 55"/>
            <p:cNvSpPr>
              <a:spLocks noChangeShapeType="1"/>
            </p:cNvSpPr>
            <p:nvPr/>
          </p:nvSpPr>
          <p:spPr bwMode="auto">
            <a:xfrm rot="5400000">
              <a:off x="4529" y="303"/>
              <a:ext cx="219" cy="0"/>
            </a:xfrm>
            <a:prstGeom prst="line">
              <a:avLst/>
            </a:prstGeom>
            <a:noFill/>
            <a:ln w="9525">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16" name="Line 56"/>
            <p:cNvSpPr>
              <a:spLocks noChangeShapeType="1"/>
            </p:cNvSpPr>
            <p:nvPr/>
          </p:nvSpPr>
          <p:spPr bwMode="auto">
            <a:xfrm rot="5400000">
              <a:off x="4931" y="303"/>
              <a:ext cx="219" cy="0"/>
            </a:xfrm>
            <a:prstGeom prst="line">
              <a:avLst/>
            </a:prstGeom>
            <a:noFill/>
            <a:ln w="9525">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17" name="Line 57"/>
            <p:cNvSpPr>
              <a:spLocks noChangeShapeType="1"/>
            </p:cNvSpPr>
            <p:nvPr/>
          </p:nvSpPr>
          <p:spPr bwMode="auto">
            <a:xfrm rot="5400000">
              <a:off x="5369" y="303"/>
              <a:ext cx="219" cy="0"/>
            </a:xfrm>
            <a:prstGeom prst="line">
              <a:avLst/>
            </a:prstGeom>
            <a:noFill/>
            <a:ln w="9525">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2218" name="Object 58"/>
            <p:cNvGraphicFramePr>
              <a:graphicFrameLocks noChangeAspect="1"/>
            </p:cNvGraphicFramePr>
            <p:nvPr/>
          </p:nvGraphicFramePr>
          <p:xfrm>
            <a:off x="4678" y="109"/>
            <a:ext cx="175" cy="278"/>
          </p:xfrm>
          <a:graphic>
            <a:graphicData uri="http://schemas.openxmlformats.org/presentationml/2006/ole">
              <mc:AlternateContent xmlns:mc="http://schemas.openxmlformats.org/markup-compatibility/2006">
                <mc:Choice xmlns:v="urn:schemas-microsoft-com:vml" Requires="v">
                  <p:oleObj spid="_x0000_s70480" name="公式" r:id="rId24" imgW="190440" imgH="304560" progId="Equation.3">
                    <p:embed/>
                  </p:oleObj>
                </mc:Choice>
                <mc:Fallback>
                  <p:oleObj name="公式" r:id="rId24" imgW="190440" imgH="304560" progId="Equation.3">
                    <p:embed/>
                    <p:pic>
                      <p:nvPicPr>
                        <p:cNvPr id="92218" name="Object 58"/>
                        <p:cNvPicPr preferRelativeResize="0">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678" y="109"/>
                          <a:ext cx="175" cy="2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2219" name="Group 59"/>
          <p:cNvGrpSpPr>
            <a:grpSpLocks/>
          </p:cNvGrpSpPr>
          <p:nvPr/>
        </p:nvGrpSpPr>
        <p:grpSpPr bwMode="auto">
          <a:xfrm>
            <a:off x="228600" y="4098925"/>
            <a:ext cx="1371600" cy="503238"/>
            <a:chOff x="144" y="2582"/>
            <a:chExt cx="864" cy="317"/>
          </a:xfrm>
        </p:grpSpPr>
        <p:sp>
          <p:nvSpPr>
            <p:cNvPr id="92220" name="Line 60"/>
            <p:cNvSpPr>
              <a:spLocks noChangeShapeType="1"/>
            </p:cNvSpPr>
            <p:nvPr/>
          </p:nvSpPr>
          <p:spPr bwMode="auto">
            <a:xfrm>
              <a:off x="144" y="2582"/>
              <a:ext cx="864" cy="0"/>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2221" name="Object 61"/>
            <p:cNvGraphicFramePr>
              <a:graphicFrameLocks noChangeAspect="1"/>
            </p:cNvGraphicFramePr>
            <p:nvPr>
              <p:extLst>
                <p:ext uri="{D42A27DB-BD31-4B8C-83A1-F6EECF244321}">
                  <p14:modId xmlns:p14="http://schemas.microsoft.com/office/powerpoint/2010/main" val="1898213359"/>
                </p:ext>
              </p:extLst>
            </p:nvPr>
          </p:nvGraphicFramePr>
          <p:xfrm>
            <a:off x="703" y="2614"/>
            <a:ext cx="193" cy="285"/>
          </p:xfrm>
          <a:graphic>
            <a:graphicData uri="http://schemas.openxmlformats.org/presentationml/2006/ole">
              <mc:AlternateContent xmlns:mc="http://schemas.openxmlformats.org/markup-compatibility/2006">
                <mc:Choice xmlns:v="urn:schemas-microsoft-com:vml" Requires="v">
                  <p:oleObj spid="_x0000_s70481" name="Equation" r:id="rId26" imgW="190440" imgH="279360" progId="Equation.DSMT4">
                    <p:embed/>
                  </p:oleObj>
                </mc:Choice>
                <mc:Fallback>
                  <p:oleObj name="Equation" r:id="rId26" imgW="190440" imgH="279360" progId="Equation.DSMT4">
                    <p:embed/>
                    <p:pic>
                      <p:nvPicPr>
                        <p:cNvPr id="92221" name="Object 61"/>
                        <p:cNvPicPr preferRelativeResize="0">
                          <a:picLocks noChangeAspect="1" noChangeArrowheads="1"/>
                        </p:cNvPicPr>
                        <p:nvPr/>
                      </p:nvPicPr>
                      <p:blipFill>
                        <a:blip r:embed="rId27"/>
                        <a:srcRect/>
                        <a:stretch>
                          <a:fillRect/>
                        </a:stretch>
                      </p:blipFill>
                      <p:spPr bwMode="auto">
                        <a:xfrm>
                          <a:off x="703" y="2614"/>
                          <a:ext cx="193" cy="2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2222" name="Group 62"/>
          <p:cNvGrpSpPr>
            <a:grpSpLocks/>
          </p:cNvGrpSpPr>
          <p:nvPr/>
        </p:nvGrpSpPr>
        <p:grpSpPr bwMode="auto">
          <a:xfrm>
            <a:off x="1601788" y="4103688"/>
            <a:ext cx="436562" cy="1619250"/>
            <a:chOff x="1009" y="2585"/>
            <a:chExt cx="275" cy="1020"/>
          </a:xfrm>
        </p:grpSpPr>
        <p:sp>
          <p:nvSpPr>
            <p:cNvPr id="92223" name="Line 63"/>
            <p:cNvSpPr>
              <a:spLocks noChangeShapeType="1"/>
            </p:cNvSpPr>
            <p:nvPr/>
          </p:nvSpPr>
          <p:spPr bwMode="auto">
            <a:xfrm>
              <a:off x="1009" y="2585"/>
              <a:ext cx="0" cy="960"/>
            </a:xfrm>
            <a:prstGeom prst="line">
              <a:avLst/>
            </a:prstGeom>
            <a:noFill/>
            <a:ln w="28575">
              <a:solidFill>
                <a:srgbClr val="0000FF"/>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2224" name="Object 64"/>
            <p:cNvGraphicFramePr>
              <a:graphicFrameLocks noChangeAspect="1"/>
            </p:cNvGraphicFramePr>
            <p:nvPr/>
          </p:nvGraphicFramePr>
          <p:xfrm>
            <a:off x="1033" y="3257"/>
            <a:ext cx="251" cy="348"/>
          </p:xfrm>
          <a:graphic>
            <a:graphicData uri="http://schemas.openxmlformats.org/presentationml/2006/ole">
              <mc:AlternateContent xmlns:mc="http://schemas.openxmlformats.org/markup-compatibility/2006">
                <mc:Choice xmlns:v="urn:schemas-microsoft-com:vml" Requires="v">
                  <p:oleObj spid="_x0000_s70482" name="公式" r:id="rId28" imgW="203040" imgH="279360" progId="Equation.3">
                    <p:embed/>
                  </p:oleObj>
                </mc:Choice>
                <mc:Fallback>
                  <p:oleObj name="公式" r:id="rId28" imgW="203040" imgH="279360" progId="Equation.3">
                    <p:embed/>
                    <p:pic>
                      <p:nvPicPr>
                        <p:cNvPr id="92224" name="Object 64"/>
                        <p:cNvPicPr preferRelativeResize="0">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3" y="3257"/>
                          <a:ext cx="251" cy="3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2225" name="Freeform 65"/>
          <p:cNvSpPr>
            <a:spLocks/>
          </p:cNvSpPr>
          <p:nvPr/>
        </p:nvSpPr>
        <p:spPr bwMode="auto">
          <a:xfrm flipV="1">
            <a:off x="1411288" y="4103688"/>
            <a:ext cx="190500" cy="152400"/>
          </a:xfrm>
          <a:custGeom>
            <a:avLst/>
            <a:gdLst>
              <a:gd name="T0" fmla="*/ 120 w 120"/>
              <a:gd name="T1" fmla="*/ 0 h 96"/>
              <a:gd name="T2" fmla="*/ 0 w 120"/>
              <a:gd name="T3" fmla="*/ 0 h 96"/>
              <a:gd name="T4" fmla="*/ 0 w 120"/>
              <a:gd name="T5" fmla="*/ 96 h 96"/>
            </a:gdLst>
            <a:ahLst/>
            <a:cxnLst>
              <a:cxn ang="0">
                <a:pos x="T0" y="T1"/>
              </a:cxn>
              <a:cxn ang="0">
                <a:pos x="T2" y="T3"/>
              </a:cxn>
              <a:cxn ang="0">
                <a:pos x="T4" y="T5"/>
              </a:cxn>
            </a:cxnLst>
            <a:rect l="0" t="0" r="r" b="b"/>
            <a:pathLst>
              <a:path w="120" h="96">
                <a:moveTo>
                  <a:pt x="120" y="0"/>
                </a:moveTo>
                <a:lnTo>
                  <a:pt x="0" y="0"/>
                </a:lnTo>
                <a:lnTo>
                  <a:pt x="0" y="96"/>
                </a:lnTo>
              </a:path>
            </a:pathLst>
          </a:custGeom>
          <a:noFill/>
          <a:ln w="9525"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92226" name="Group 66"/>
          <p:cNvGrpSpPr>
            <a:grpSpLocks/>
          </p:cNvGrpSpPr>
          <p:nvPr/>
        </p:nvGrpSpPr>
        <p:grpSpPr bwMode="auto">
          <a:xfrm>
            <a:off x="266700" y="3157538"/>
            <a:ext cx="1223963" cy="895350"/>
            <a:chOff x="168" y="1989"/>
            <a:chExt cx="771" cy="564"/>
          </a:xfrm>
        </p:grpSpPr>
        <p:sp>
          <p:nvSpPr>
            <p:cNvPr id="92227" name="Freeform 67"/>
            <p:cNvSpPr>
              <a:spLocks/>
            </p:cNvSpPr>
            <p:nvPr/>
          </p:nvSpPr>
          <p:spPr bwMode="auto">
            <a:xfrm rot="5460533" flipH="1">
              <a:off x="356" y="1970"/>
              <a:ext cx="395" cy="771"/>
            </a:xfrm>
            <a:custGeom>
              <a:avLst/>
              <a:gdLst>
                <a:gd name="T0" fmla="*/ 0 w 834"/>
                <a:gd name="T1" fmla="*/ 540 h 540"/>
                <a:gd name="T2" fmla="*/ 834 w 834"/>
                <a:gd name="T3" fmla="*/ 0 h 540"/>
              </a:gdLst>
              <a:ahLst/>
              <a:cxnLst>
                <a:cxn ang="0">
                  <a:pos x="T0" y="T1"/>
                </a:cxn>
                <a:cxn ang="0">
                  <a:pos x="T2" y="T3"/>
                </a:cxn>
              </a:cxnLst>
              <a:rect l="0" t="0" r="r" b="b"/>
              <a:pathLst>
                <a:path w="834" h="540">
                  <a:moveTo>
                    <a:pt x="0" y="540"/>
                  </a:moveTo>
                  <a:lnTo>
                    <a:pt x="834" y="0"/>
                  </a:lnTo>
                </a:path>
              </a:pathLst>
            </a:custGeom>
            <a:noFill/>
            <a:ln w="28575" cmpd="sng">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92228" name="Object 68"/>
            <p:cNvGraphicFramePr>
              <a:graphicFrameLocks noChangeAspect="1"/>
            </p:cNvGraphicFramePr>
            <p:nvPr/>
          </p:nvGraphicFramePr>
          <p:xfrm>
            <a:off x="712" y="1989"/>
            <a:ext cx="137" cy="208"/>
          </p:xfrm>
          <a:graphic>
            <a:graphicData uri="http://schemas.openxmlformats.org/presentationml/2006/ole">
              <mc:AlternateContent xmlns:mc="http://schemas.openxmlformats.org/markup-compatibility/2006">
                <mc:Choice xmlns:v="urn:schemas-microsoft-com:vml" Requires="v">
                  <p:oleObj spid="_x0000_s70483" name="公式" r:id="rId29" imgW="126720" imgH="190440" progId="Equation.3">
                    <p:embed/>
                  </p:oleObj>
                </mc:Choice>
                <mc:Fallback>
                  <p:oleObj name="公式" r:id="rId29" imgW="126720" imgH="190440" progId="Equation.3">
                    <p:embed/>
                    <p:pic>
                      <p:nvPicPr>
                        <p:cNvPr id="92228" name="Object 68"/>
                        <p:cNvPicPr preferRelativeResize="0">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2" y="1989"/>
                          <a:ext cx="137"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2229" name="Group 69"/>
          <p:cNvGrpSpPr>
            <a:grpSpLocks/>
          </p:cNvGrpSpPr>
          <p:nvPr/>
        </p:nvGrpSpPr>
        <p:grpSpPr bwMode="auto">
          <a:xfrm>
            <a:off x="544513" y="3602038"/>
            <a:ext cx="722312" cy="457200"/>
            <a:chOff x="343" y="2269"/>
            <a:chExt cx="455" cy="288"/>
          </a:xfrm>
        </p:grpSpPr>
        <p:sp>
          <p:nvSpPr>
            <p:cNvPr id="92230" name="Freeform 70"/>
            <p:cNvSpPr>
              <a:spLocks/>
            </p:cNvSpPr>
            <p:nvPr/>
          </p:nvSpPr>
          <p:spPr bwMode="auto">
            <a:xfrm flipV="1">
              <a:off x="343" y="2442"/>
              <a:ext cx="27" cy="111"/>
            </a:xfrm>
            <a:custGeom>
              <a:avLst/>
              <a:gdLst>
                <a:gd name="T0" fmla="*/ 0 w 27"/>
                <a:gd name="T1" fmla="*/ 0 h 111"/>
                <a:gd name="T2" fmla="*/ 21 w 27"/>
                <a:gd name="T3" fmla="*/ 57 h 111"/>
                <a:gd name="T4" fmla="*/ 27 w 27"/>
                <a:gd name="T5" fmla="*/ 111 h 111"/>
              </a:gdLst>
              <a:ahLst/>
              <a:cxnLst>
                <a:cxn ang="0">
                  <a:pos x="T0" y="T1"/>
                </a:cxn>
                <a:cxn ang="0">
                  <a:pos x="T2" y="T3"/>
                </a:cxn>
                <a:cxn ang="0">
                  <a:pos x="T4" y="T5"/>
                </a:cxn>
              </a:cxnLst>
              <a:rect l="0" t="0" r="r" b="b"/>
              <a:pathLst>
                <a:path w="27" h="111">
                  <a:moveTo>
                    <a:pt x="0" y="0"/>
                  </a:moveTo>
                  <a:cubicBezTo>
                    <a:pt x="3" y="10"/>
                    <a:pt x="17" y="39"/>
                    <a:pt x="21" y="57"/>
                  </a:cubicBezTo>
                  <a:cubicBezTo>
                    <a:pt x="25" y="75"/>
                    <a:pt x="26" y="100"/>
                    <a:pt x="27" y="111"/>
                  </a:cubicBezTo>
                </a:path>
              </a:pathLst>
            </a:custGeom>
            <a:noFill/>
            <a:ln w="9525" cap="flat" cmpd="sng">
              <a:solidFill>
                <a:srgbClr val="000000"/>
              </a:solidFill>
              <a:prstDash val="solid"/>
              <a:round/>
              <a:headEn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2231" name="Text Box 71"/>
            <p:cNvSpPr txBox="1">
              <a:spLocks noChangeArrowheads="1"/>
            </p:cNvSpPr>
            <p:nvPr/>
          </p:nvSpPr>
          <p:spPr bwMode="auto">
            <a:xfrm>
              <a:off x="414" y="2269"/>
              <a:ext cx="38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en-US" altLang="zh-CN" sz="2400" b="1" i="1">
                  <a:latin typeface="Times New Roman" panose="02020603050405020304" pitchFamily="18" charset="0"/>
                  <a:sym typeface="Symbol" panose="05050102010706020507" pitchFamily="18" charset="2"/>
                </a:rPr>
                <a:t> </a:t>
              </a:r>
              <a:r>
                <a:rPr kumimoji="1" lang="en-US" altLang="zh-CN" sz="2400" b="1">
                  <a:latin typeface="Times New Roman" panose="02020603050405020304" pitchFamily="18" charset="0"/>
                  <a:sym typeface="Symbol" panose="05050102010706020507" pitchFamily="18" charset="2"/>
                </a:rPr>
                <a:t>'</a:t>
              </a:r>
              <a:endParaRPr kumimoji="1" lang="en-US" altLang="zh-CN" sz="2400" b="1">
                <a:latin typeface="Times New Roman" panose="02020603050405020304" pitchFamily="18" charset="0"/>
              </a:endParaRPr>
            </a:p>
          </p:txBody>
        </p:sp>
      </p:grpSp>
      <p:grpSp>
        <p:nvGrpSpPr>
          <p:cNvPr id="92232" name="Group 72"/>
          <p:cNvGrpSpPr>
            <a:grpSpLocks/>
          </p:cNvGrpSpPr>
          <p:nvPr/>
        </p:nvGrpSpPr>
        <p:grpSpPr bwMode="auto">
          <a:xfrm>
            <a:off x="1533525" y="3157538"/>
            <a:ext cx="468313" cy="2460625"/>
            <a:chOff x="966" y="1989"/>
            <a:chExt cx="295" cy="1550"/>
          </a:xfrm>
        </p:grpSpPr>
        <p:sp>
          <p:nvSpPr>
            <p:cNvPr id="92233" name="Line 73"/>
            <p:cNvSpPr>
              <a:spLocks noChangeShapeType="1"/>
            </p:cNvSpPr>
            <p:nvPr/>
          </p:nvSpPr>
          <p:spPr bwMode="auto">
            <a:xfrm flipV="1">
              <a:off x="966" y="2153"/>
              <a:ext cx="0" cy="1386"/>
            </a:xfrm>
            <a:prstGeom prst="line">
              <a:avLst/>
            </a:prstGeom>
            <a:noFill/>
            <a:ln w="28575">
              <a:solidFill>
                <a:srgbClr val="0000FF"/>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2234" name="Object 74"/>
            <p:cNvGraphicFramePr>
              <a:graphicFrameLocks noChangeAspect="1"/>
            </p:cNvGraphicFramePr>
            <p:nvPr/>
          </p:nvGraphicFramePr>
          <p:xfrm>
            <a:off x="995" y="1989"/>
            <a:ext cx="266" cy="348"/>
          </p:xfrm>
          <a:graphic>
            <a:graphicData uri="http://schemas.openxmlformats.org/presentationml/2006/ole">
              <mc:AlternateContent xmlns:mc="http://schemas.openxmlformats.org/markup-compatibility/2006">
                <mc:Choice xmlns:v="urn:schemas-microsoft-com:vml" Requires="v">
                  <p:oleObj spid="_x0000_s70484" name="公式" r:id="rId30" imgW="215640" imgH="279360" progId="Equation.3">
                    <p:embed/>
                  </p:oleObj>
                </mc:Choice>
                <mc:Fallback>
                  <p:oleObj name="公式" r:id="rId30" imgW="215640" imgH="279360" progId="Equation.3">
                    <p:embed/>
                    <p:pic>
                      <p:nvPicPr>
                        <p:cNvPr id="92234" name="Object 74"/>
                        <p:cNvPicPr preferRelativeResize="0">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95" y="1989"/>
                          <a:ext cx="266" cy="3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2235" name="Group 75"/>
          <p:cNvGrpSpPr>
            <a:grpSpLocks/>
          </p:cNvGrpSpPr>
          <p:nvPr/>
        </p:nvGrpSpPr>
        <p:grpSpPr bwMode="auto">
          <a:xfrm>
            <a:off x="255588" y="3876675"/>
            <a:ext cx="1958975" cy="333375"/>
            <a:chOff x="161" y="2442"/>
            <a:chExt cx="1234" cy="210"/>
          </a:xfrm>
        </p:grpSpPr>
        <p:graphicFrame>
          <p:nvGraphicFramePr>
            <p:cNvPr id="92236" name="Object 76"/>
            <p:cNvGraphicFramePr>
              <a:graphicFrameLocks noChangeAspect="1"/>
            </p:cNvGraphicFramePr>
            <p:nvPr/>
          </p:nvGraphicFramePr>
          <p:xfrm>
            <a:off x="1194" y="2442"/>
            <a:ext cx="201" cy="210"/>
          </p:xfrm>
          <a:graphic>
            <a:graphicData uri="http://schemas.openxmlformats.org/presentationml/2006/ole">
              <mc:AlternateContent xmlns:mc="http://schemas.openxmlformats.org/markup-compatibility/2006">
                <mc:Choice xmlns:v="urn:schemas-microsoft-com:vml" Requires="v">
                  <p:oleObj spid="_x0000_s70485" name="公式" r:id="rId31" imgW="164880" imgH="203040" progId="Equation.3">
                    <p:embed/>
                  </p:oleObj>
                </mc:Choice>
                <mc:Fallback>
                  <p:oleObj name="公式" r:id="rId31" imgW="164880" imgH="203040" progId="Equation.3">
                    <p:embed/>
                    <p:pic>
                      <p:nvPicPr>
                        <p:cNvPr id="92236" name="Object 76"/>
                        <p:cNvPicPr preferRelativeResize="0">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94" y="2442"/>
                          <a:ext cx="201"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37" name="Line 77"/>
            <p:cNvSpPr>
              <a:spLocks noChangeShapeType="1"/>
            </p:cNvSpPr>
            <p:nvPr/>
          </p:nvSpPr>
          <p:spPr bwMode="auto">
            <a:xfrm>
              <a:off x="161" y="2555"/>
              <a:ext cx="1020" cy="0"/>
            </a:xfrm>
            <a:prstGeom prst="line">
              <a:avLst/>
            </a:prstGeom>
            <a:noFill/>
            <a:ln w="28575">
              <a:solidFill>
                <a:srgbClr val="0099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92238" name="Group 78"/>
          <p:cNvGrpSpPr>
            <a:grpSpLocks/>
          </p:cNvGrpSpPr>
          <p:nvPr/>
        </p:nvGrpSpPr>
        <p:grpSpPr bwMode="auto">
          <a:xfrm>
            <a:off x="3986214" y="3473450"/>
            <a:ext cx="1709738" cy="452438"/>
            <a:chOff x="2511" y="2188"/>
            <a:chExt cx="1077" cy="285"/>
          </a:xfrm>
        </p:grpSpPr>
        <p:sp>
          <p:nvSpPr>
            <p:cNvPr id="92239" name="Line 79"/>
            <p:cNvSpPr>
              <a:spLocks noChangeShapeType="1"/>
            </p:cNvSpPr>
            <p:nvPr/>
          </p:nvSpPr>
          <p:spPr bwMode="auto">
            <a:xfrm>
              <a:off x="2511" y="2243"/>
              <a:ext cx="864" cy="0"/>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2240" name="Object 80"/>
            <p:cNvGraphicFramePr>
              <a:graphicFrameLocks noChangeAspect="1"/>
            </p:cNvGraphicFramePr>
            <p:nvPr>
              <p:extLst>
                <p:ext uri="{D42A27DB-BD31-4B8C-83A1-F6EECF244321}">
                  <p14:modId xmlns:p14="http://schemas.microsoft.com/office/powerpoint/2010/main" val="2245772624"/>
                </p:ext>
              </p:extLst>
            </p:nvPr>
          </p:nvGraphicFramePr>
          <p:xfrm>
            <a:off x="3396" y="2188"/>
            <a:ext cx="192" cy="285"/>
          </p:xfrm>
          <a:graphic>
            <a:graphicData uri="http://schemas.openxmlformats.org/presentationml/2006/ole">
              <mc:AlternateContent xmlns:mc="http://schemas.openxmlformats.org/markup-compatibility/2006">
                <mc:Choice xmlns:v="urn:schemas-microsoft-com:vml" Requires="v">
                  <p:oleObj spid="_x0000_s70486" name="Equation" r:id="rId32" imgW="190440" imgH="279360" progId="Equation.DSMT4">
                    <p:embed/>
                  </p:oleObj>
                </mc:Choice>
                <mc:Fallback>
                  <p:oleObj name="Equation" r:id="rId32" imgW="190440" imgH="279360" progId="Equation.DSMT4">
                    <p:embed/>
                    <p:pic>
                      <p:nvPicPr>
                        <p:cNvPr id="92240" name="Object 80"/>
                        <p:cNvPicPr preferRelativeResize="0">
                          <a:picLocks noChangeAspect="1" noChangeArrowheads="1"/>
                        </p:cNvPicPr>
                        <p:nvPr/>
                      </p:nvPicPr>
                      <p:blipFill>
                        <a:blip r:embed="rId33"/>
                        <a:srcRect/>
                        <a:stretch>
                          <a:fillRect/>
                        </a:stretch>
                      </p:blipFill>
                      <p:spPr bwMode="auto">
                        <a:xfrm>
                          <a:off x="3396" y="2188"/>
                          <a:ext cx="192" cy="2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2241" name="Group 81"/>
          <p:cNvGrpSpPr>
            <a:grpSpLocks/>
          </p:cNvGrpSpPr>
          <p:nvPr/>
        </p:nvGrpSpPr>
        <p:grpSpPr bwMode="auto">
          <a:xfrm>
            <a:off x="5359400" y="3565525"/>
            <a:ext cx="436563" cy="1619250"/>
            <a:chOff x="3376" y="2246"/>
            <a:chExt cx="275" cy="1020"/>
          </a:xfrm>
        </p:grpSpPr>
        <p:sp>
          <p:nvSpPr>
            <p:cNvPr id="92242" name="Line 82"/>
            <p:cNvSpPr>
              <a:spLocks noChangeShapeType="1"/>
            </p:cNvSpPr>
            <p:nvPr/>
          </p:nvSpPr>
          <p:spPr bwMode="auto">
            <a:xfrm>
              <a:off x="3376" y="2246"/>
              <a:ext cx="0" cy="960"/>
            </a:xfrm>
            <a:prstGeom prst="line">
              <a:avLst/>
            </a:prstGeom>
            <a:noFill/>
            <a:ln w="28575">
              <a:solidFill>
                <a:srgbClr val="0000FF"/>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2243" name="Object 83"/>
            <p:cNvGraphicFramePr>
              <a:graphicFrameLocks noChangeAspect="1"/>
            </p:cNvGraphicFramePr>
            <p:nvPr/>
          </p:nvGraphicFramePr>
          <p:xfrm>
            <a:off x="3400" y="2918"/>
            <a:ext cx="251" cy="348"/>
          </p:xfrm>
          <a:graphic>
            <a:graphicData uri="http://schemas.openxmlformats.org/presentationml/2006/ole">
              <mc:AlternateContent xmlns:mc="http://schemas.openxmlformats.org/markup-compatibility/2006">
                <mc:Choice xmlns:v="urn:schemas-microsoft-com:vml" Requires="v">
                  <p:oleObj spid="_x0000_s70487" name="公式" r:id="rId34" imgW="203040" imgH="279360" progId="Equation.3">
                    <p:embed/>
                  </p:oleObj>
                </mc:Choice>
                <mc:Fallback>
                  <p:oleObj name="公式" r:id="rId34" imgW="203040" imgH="279360" progId="Equation.3">
                    <p:embed/>
                    <p:pic>
                      <p:nvPicPr>
                        <p:cNvPr id="92243" name="Object 83"/>
                        <p:cNvPicPr preferRelativeResize="0">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00" y="2918"/>
                          <a:ext cx="251" cy="3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2244" name="Freeform 84"/>
          <p:cNvSpPr>
            <a:spLocks/>
          </p:cNvSpPr>
          <p:nvPr/>
        </p:nvSpPr>
        <p:spPr bwMode="auto">
          <a:xfrm flipV="1">
            <a:off x="5168900" y="3565525"/>
            <a:ext cx="190500" cy="152400"/>
          </a:xfrm>
          <a:custGeom>
            <a:avLst/>
            <a:gdLst>
              <a:gd name="T0" fmla="*/ 120 w 120"/>
              <a:gd name="T1" fmla="*/ 0 h 96"/>
              <a:gd name="T2" fmla="*/ 0 w 120"/>
              <a:gd name="T3" fmla="*/ 0 h 96"/>
              <a:gd name="T4" fmla="*/ 0 w 120"/>
              <a:gd name="T5" fmla="*/ 96 h 96"/>
            </a:gdLst>
            <a:ahLst/>
            <a:cxnLst>
              <a:cxn ang="0">
                <a:pos x="T0" y="T1"/>
              </a:cxn>
              <a:cxn ang="0">
                <a:pos x="T2" y="T3"/>
              </a:cxn>
              <a:cxn ang="0">
                <a:pos x="T4" y="T5"/>
              </a:cxn>
            </a:cxnLst>
            <a:rect l="0" t="0" r="r" b="b"/>
            <a:pathLst>
              <a:path w="120" h="96">
                <a:moveTo>
                  <a:pt x="120" y="0"/>
                </a:moveTo>
                <a:lnTo>
                  <a:pt x="0" y="0"/>
                </a:lnTo>
                <a:lnTo>
                  <a:pt x="0" y="96"/>
                </a:lnTo>
              </a:path>
            </a:pathLst>
          </a:custGeom>
          <a:noFill/>
          <a:ln w="9525"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92245" name="Group 85"/>
          <p:cNvGrpSpPr>
            <a:grpSpLocks/>
          </p:cNvGrpSpPr>
          <p:nvPr/>
        </p:nvGrpSpPr>
        <p:grpSpPr bwMode="auto">
          <a:xfrm>
            <a:off x="4797425" y="3579813"/>
            <a:ext cx="495300" cy="1509712"/>
            <a:chOff x="3022" y="2255"/>
            <a:chExt cx="312" cy="951"/>
          </a:xfrm>
        </p:grpSpPr>
        <p:sp>
          <p:nvSpPr>
            <p:cNvPr id="92246" name="Line 86"/>
            <p:cNvSpPr>
              <a:spLocks noChangeShapeType="1"/>
            </p:cNvSpPr>
            <p:nvPr/>
          </p:nvSpPr>
          <p:spPr bwMode="auto">
            <a:xfrm flipV="1">
              <a:off x="3334" y="2255"/>
              <a:ext cx="0" cy="951"/>
            </a:xfrm>
            <a:prstGeom prst="line">
              <a:avLst/>
            </a:prstGeom>
            <a:noFill/>
            <a:ln w="28575">
              <a:solidFill>
                <a:srgbClr val="0000FF"/>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2247" name="Object 87"/>
            <p:cNvGraphicFramePr>
              <a:graphicFrameLocks noChangeAspect="1"/>
            </p:cNvGraphicFramePr>
            <p:nvPr/>
          </p:nvGraphicFramePr>
          <p:xfrm>
            <a:off x="3022" y="2255"/>
            <a:ext cx="266" cy="348"/>
          </p:xfrm>
          <a:graphic>
            <a:graphicData uri="http://schemas.openxmlformats.org/presentationml/2006/ole">
              <mc:AlternateContent xmlns:mc="http://schemas.openxmlformats.org/markup-compatibility/2006">
                <mc:Choice xmlns:v="urn:schemas-microsoft-com:vml" Requires="v">
                  <p:oleObj spid="_x0000_s70488" name="公式" r:id="rId35" imgW="215640" imgH="279360" progId="Equation.3">
                    <p:embed/>
                  </p:oleObj>
                </mc:Choice>
                <mc:Fallback>
                  <p:oleObj name="公式" r:id="rId35" imgW="215640" imgH="279360" progId="Equation.3">
                    <p:embed/>
                    <p:pic>
                      <p:nvPicPr>
                        <p:cNvPr id="92247" name="Object 87"/>
                        <p:cNvPicPr preferRelativeResize="0">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22" y="2255"/>
                          <a:ext cx="266" cy="3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2248" name="Group 88"/>
          <p:cNvGrpSpPr>
            <a:grpSpLocks/>
          </p:cNvGrpSpPr>
          <p:nvPr/>
        </p:nvGrpSpPr>
        <p:grpSpPr bwMode="auto">
          <a:xfrm>
            <a:off x="4013200" y="3309938"/>
            <a:ext cx="1958975" cy="333375"/>
            <a:chOff x="2528" y="2085"/>
            <a:chExt cx="1234" cy="210"/>
          </a:xfrm>
        </p:grpSpPr>
        <p:graphicFrame>
          <p:nvGraphicFramePr>
            <p:cNvPr id="92249" name="Object 89"/>
            <p:cNvGraphicFramePr>
              <a:graphicFrameLocks noChangeAspect="1"/>
            </p:cNvGraphicFramePr>
            <p:nvPr/>
          </p:nvGraphicFramePr>
          <p:xfrm>
            <a:off x="3561" y="2085"/>
            <a:ext cx="201" cy="210"/>
          </p:xfrm>
          <a:graphic>
            <a:graphicData uri="http://schemas.openxmlformats.org/presentationml/2006/ole">
              <mc:AlternateContent xmlns:mc="http://schemas.openxmlformats.org/markup-compatibility/2006">
                <mc:Choice xmlns:v="urn:schemas-microsoft-com:vml" Requires="v">
                  <p:oleObj spid="_x0000_s70489" name="公式" r:id="rId36" imgW="164880" imgH="203040" progId="Equation.3">
                    <p:embed/>
                  </p:oleObj>
                </mc:Choice>
                <mc:Fallback>
                  <p:oleObj name="公式" r:id="rId36" imgW="164880" imgH="203040" progId="Equation.3">
                    <p:embed/>
                    <p:pic>
                      <p:nvPicPr>
                        <p:cNvPr id="92249" name="Object 89"/>
                        <p:cNvPicPr preferRelativeResize="0">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61" y="2085"/>
                          <a:ext cx="201"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50" name="Line 90"/>
            <p:cNvSpPr>
              <a:spLocks noChangeShapeType="1"/>
            </p:cNvSpPr>
            <p:nvPr/>
          </p:nvSpPr>
          <p:spPr bwMode="auto">
            <a:xfrm>
              <a:off x="2528" y="2198"/>
              <a:ext cx="1020" cy="0"/>
            </a:xfrm>
            <a:prstGeom prst="line">
              <a:avLst/>
            </a:prstGeom>
            <a:noFill/>
            <a:ln w="28575">
              <a:solidFill>
                <a:srgbClr val="0099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92251" name="Group 91"/>
          <p:cNvGrpSpPr>
            <a:grpSpLocks/>
          </p:cNvGrpSpPr>
          <p:nvPr/>
        </p:nvGrpSpPr>
        <p:grpSpPr bwMode="auto">
          <a:xfrm>
            <a:off x="4003675" y="3130550"/>
            <a:ext cx="1327150" cy="395288"/>
            <a:chOff x="2522" y="1972"/>
            <a:chExt cx="836" cy="249"/>
          </a:xfrm>
        </p:grpSpPr>
        <p:graphicFrame>
          <p:nvGraphicFramePr>
            <p:cNvPr id="92252" name="Object 92"/>
            <p:cNvGraphicFramePr>
              <a:graphicFrameLocks noChangeAspect="1"/>
            </p:cNvGraphicFramePr>
            <p:nvPr/>
          </p:nvGraphicFramePr>
          <p:xfrm>
            <a:off x="3221" y="1972"/>
            <a:ext cx="137" cy="208"/>
          </p:xfrm>
          <a:graphic>
            <a:graphicData uri="http://schemas.openxmlformats.org/presentationml/2006/ole">
              <mc:AlternateContent xmlns:mc="http://schemas.openxmlformats.org/markup-compatibility/2006">
                <mc:Choice xmlns:v="urn:schemas-microsoft-com:vml" Requires="v">
                  <p:oleObj spid="_x0000_s70490" name="公式" r:id="rId37" imgW="126720" imgH="190440" progId="Equation.3">
                    <p:embed/>
                  </p:oleObj>
                </mc:Choice>
                <mc:Fallback>
                  <p:oleObj name="公式" r:id="rId37" imgW="126720" imgH="190440" progId="Equation.3">
                    <p:embed/>
                    <p:pic>
                      <p:nvPicPr>
                        <p:cNvPr id="92252" name="Object 92"/>
                        <p:cNvPicPr preferRelativeResize="0">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21" y="1972"/>
                          <a:ext cx="137"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53" name="Line 93"/>
            <p:cNvSpPr>
              <a:spLocks noChangeShapeType="1"/>
            </p:cNvSpPr>
            <p:nvPr/>
          </p:nvSpPr>
          <p:spPr bwMode="auto">
            <a:xfrm>
              <a:off x="2522" y="2221"/>
              <a:ext cx="822" cy="0"/>
            </a:xfrm>
            <a:prstGeom prst="line">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92254" name="Text Box 94"/>
          <p:cNvSpPr txBox="1">
            <a:spLocks noChangeArrowheads="1"/>
          </p:cNvSpPr>
          <p:nvPr/>
        </p:nvSpPr>
        <p:spPr bwMode="auto">
          <a:xfrm>
            <a:off x="6327775" y="3203575"/>
            <a:ext cx="17176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zh-CN" altLang="en-US" sz="2400" b="1">
                <a:solidFill>
                  <a:srgbClr val="FF0000"/>
                </a:solidFill>
                <a:latin typeface="Times New Roman" panose="02020603050405020304" pitchFamily="18" charset="0"/>
              </a:rPr>
              <a:t>电流三角形</a:t>
            </a:r>
            <a:endParaRPr kumimoji="1" lang="zh-CN" altLang="en-US" sz="2400" b="1">
              <a:latin typeface="Times New Roman" panose="02020603050405020304" pitchFamily="18" charset="0"/>
            </a:endParaRPr>
          </a:p>
        </p:txBody>
      </p:sp>
      <p:grpSp>
        <p:nvGrpSpPr>
          <p:cNvPr id="92255" name="Group 95"/>
          <p:cNvGrpSpPr>
            <a:grpSpLocks/>
          </p:cNvGrpSpPr>
          <p:nvPr/>
        </p:nvGrpSpPr>
        <p:grpSpPr bwMode="auto">
          <a:xfrm>
            <a:off x="7046913" y="3789363"/>
            <a:ext cx="1778000" cy="1266825"/>
            <a:chOff x="2600" y="2650"/>
            <a:chExt cx="1120" cy="798"/>
          </a:xfrm>
        </p:grpSpPr>
        <p:grpSp>
          <p:nvGrpSpPr>
            <p:cNvPr id="92256" name="Group 96"/>
            <p:cNvGrpSpPr>
              <a:grpSpLocks/>
            </p:cNvGrpSpPr>
            <p:nvPr/>
          </p:nvGrpSpPr>
          <p:grpSpPr bwMode="auto">
            <a:xfrm>
              <a:off x="2600" y="2650"/>
              <a:ext cx="1120" cy="798"/>
              <a:chOff x="1784" y="3290"/>
              <a:chExt cx="1120" cy="798"/>
            </a:xfrm>
          </p:grpSpPr>
          <p:sp>
            <p:nvSpPr>
              <p:cNvPr id="92257" name="Text Box 97"/>
              <p:cNvSpPr txBox="1">
                <a:spLocks noChangeArrowheads="1"/>
              </p:cNvSpPr>
              <p:nvPr/>
            </p:nvSpPr>
            <p:spPr bwMode="auto">
              <a:xfrm>
                <a:off x="2563" y="3446"/>
                <a:ext cx="34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kumimoji="1" lang="en-US" altLang="zh-CN" sz="2400" b="1" i="1">
                    <a:latin typeface="Times New Roman" panose="02020603050405020304" pitchFamily="18" charset="0"/>
                  </a:rPr>
                  <a:t>I</a:t>
                </a:r>
                <a:r>
                  <a:rPr kumimoji="1" lang="en-US" altLang="zh-CN" sz="2400" b="1" i="1" baseline="-25000">
                    <a:latin typeface="Times New Roman" panose="02020603050405020304" pitchFamily="18" charset="0"/>
                  </a:rPr>
                  <a:t>X</a:t>
                </a:r>
              </a:p>
            </p:txBody>
          </p:sp>
          <p:sp>
            <p:nvSpPr>
              <p:cNvPr id="92258" name="Line 98"/>
              <p:cNvSpPr>
                <a:spLocks noChangeShapeType="1"/>
              </p:cNvSpPr>
              <p:nvPr/>
            </p:nvSpPr>
            <p:spPr bwMode="auto">
              <a:xfrm flipV="1">
                <a:off x="1816" y="3825"/>
                <a:ext cx="803" cy="8"/>
              </a:xfrm>
              <a:prstGeom prst="line">
                <a:avLst/>
              </a:prstGeom>
              <a:noFill/>
              <a:ln w="28575">
                <a:solidFill>
                  <a:srgbClr val="FF0000"/>
                </a:solidFill>
                <a:round/>
                <a:headEnd/>
                <a:tailEnd type="none" w="sm"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2259" name="Object 99"/>
              <p:cNvGraphicFramePr>
                <a:graphicFrameLocks noChangeAspect="1"/>
              </p:cNvGraphicFramePr>
              <p:nvPr/>
            </p:nvGraphicFramePr>
            <p:xfrm>
              <a:off x="2137" y="3854"/>
              <a:ext cx="205" cy="234"/>
            </p:xfrm>
            <a:graphic>
              <a:graphicData uri="http://schemas.openxmlformats.org/presentationml/2006/ole">
                <mc:AlternateContent xmlns:mc="http://schemas.openxmlformats.org/markup-compatibility/2006">
                  <mc:Choice xmlns:v="urn:schemas-microsoft-com:vml" Requires="v">
                    <p:oleObj spid="_x0000_s70491" name="公式" r:id="rId38" imgW="177480" imgH="215640" progId="Equation.3">
                      <p:embed/>
                    </p:oleObj>
                  </mc:Choice>
                  <mc:Fallback>
                    <p:oleObj name="公式" r:id="rId38" imgW="177480" imgH="215640" progId="Equation.3">
                      <p:embed/>
                      <p:pic>
                        <p:nvPicPr>
                          <p:cNvPr id="92259" name="Object 99"/>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2137" y="3854"/>
                            <a:ext cx="205"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60" name="Freeform 100"/>
              <p:cNvSpPr>
                <a:spLocks/>
              </p:cNvSpPr>
              <p:nvPr/>
            </p:nvSpPr>
            <p:spPr bwMode="auto">
              <a:xfrm>
                <a:off x="1784" y="3331"/>
                <a:ext cx="829" cy="510"/>
              </a:xfrm>
              <a:custGeom>
                <a:avLst/>
                <a:gdLst>
                  <a:gd name="T0" fmla="*/ 0 w 834"/>
                  <a:gd name="T1" fmla="*/ 540 h 540"/>
                  <a:gd name="T2" fmla="*/ 834 w 834"/>
                  <a:gd name="T3" fmla="*/ 0 h 540"/>
                </a:gdLst>
                <a:ahLst/>
                <a:cxnLst>
                  <a:cxn ang="0">
                    <a:pos x="T0" y="T1"/>
                  </a:cxn>
                  <a:cxn ang="0">
                    <a:pos x="T2" y="T3"/>
                  </a:cxn>
                </a:cxnLst>
                <a:rect l="0" t="0" r="r" b="b"/>
                <a:pathLst>
                  <a:path w="834" h="540">
                    <a:moveTo>
                      <a:pt x="0" y="540"/>
                    </a:moveTo>
                    <a:lnTo>
                      <a:pt x="834" y="0"/>
                    </a:lnTo>
                  </a:path>
                </a:pathLst>
              </a:custGeom>
              <a:noFill/>
              <a:ln w="28575" cap="flat" cmpd="sng">
                <a:solidFill>
                  <a:srgbClr val="FF0000"/>
                </a:solidFill>
                <a:prstDash val="solid"/>
                <a:round/>
                <a:headEnd type="none" w="med" len="med"/>
                <a:tailEnd type="non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2261" name="Line 101"/>
              <p:cNvSpPr>
                <a:spLocks noChangeShapeType="1"/>
              </p:cNvSpPr>
              <p:nvPr/>
            </p:nvSpPr>
            <p:spPr bwMode="auto">
              <a:xfrm>
                <a:off x="2608" y="3336"/>
                <a:ext cx="0" cy="496"/>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2262" name="Text Box 102"/>
              <p:cNvSpPr txBox="1">
                <a:spLocks noChangeArrowheads="1"/>
              </p:cNvSpPr>
              <p:nvPr/>
            </p:nvSpPr>
            <p:spPr bwMode="auto">
              <a:xfrm>
                <a:off x="2078" y="3290"/>
                <a:ext cx="19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latin typeface="Times New Roman" panose="02020603050405020304" pitchFamily="18" charset="0"/>
                  </a:rPr>
                  <a:t>I</a:t>
                </a:r>
                <a:endParaRPr kumimoji="1" lang="en-US" altLang="zh-CN" sz="2400" b="1">
                  <a:latin typeface="Times New Roman" panose="02020603050405020304" pitchFamily="18" charset="0"/>
                </a:endParaRPr>
              </a:p>
            </p:txBody>
          </p:sp>
        </p:grpSp>
        <p:sp>
          <p:nvSpPr>
            <p:cNvPr id="92263" name="Text Box 103"/>
            <p:cNvSpPr txBox="1">
              <a:spLocks noChangeArrowheads="1"/>
            </p:cNvSpPr>
            <p:nvPr/>
          </p:nvSpPr>
          <p:spPr bwMode="auto">
            <a:xfrm>
              <a:off x="2838" y="2942"/>
              <a:ext cx="29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r>
                <a:rPr kumimoji="1" lang="en-US" altLang="zh-CN" sz="2400" b="1" i="1">
                  <a:solidFill>
                    <a:srgbClr val="6600FF"/>
                  </a:solidFill>
                  <a:latin typeface="Times New Roman" panose="02020603050405020304" pitchFamily="18" charset="0"/>
                  <a:sym typeface="Symbol" panose="05050102010706020507" pitchFamily="18" charset="2"/>
                </a:rPr>
                <a:t></a:t>
              </a:r>
              <a:r>
                <a:rPr kumimoji="1" lang="en-US" altLang="zh-CN" sz="2400" b="1">
                  <a:solidFill>
                    <a:srgbClr val="6600FF"/>
                  </a:solidFill>
                  <a:latin typeface="Times New Roman" panose="02020603050405020304" pitchFamily="18" charset="0"/>
                  <a:sym typeface="Symbol" panose="05050102010706020507" pitchFamily="18" charset="2"/>
                </a:rPr>
                <a:t>’</a:t>
              </a:r>
            </a:p>
          </p:txBody>
        </p:sp>
        <p:sp>
          <p:nvSpPr>
            <p:cNvPr id="92264" name="Arc 104"/>
            <p:cNvSpPr>
              <a:spLocks/>
            </p:cNvSpPr>
            <p:nvPr/>
          </p:nvSpPr>
          <p:spPr bwMode="auto">
            <a:xfrm>
              <a:off x="2784" y="3088"/>
              <a:ext cx="47" cy="9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28575">
              <a:solidFill>
                <a:srgbClr val="66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92265" name="Text Box 105"/>
          <p:cNvSpPr txBox="1">
            <a:spLocks noChangeArrowheads="1"/>
          </p:cNvSpPr>
          <p:nvPr/>
        </p:nvSpPr>
        <p:spPr bwMode="auto">
          <a:xfrm>
            <a:off x="5021263" y="6038850"/>
            <a:ext cx="1716087"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a:latin typeface="Times New Roman" panose="02020603050405020304" pitchFamily="18" charset="0"/>
              </a:rPr>
              <a:t>导纳三角形</a:t>
            </a:r>
          </a:p>
        </p:txBody>
      </p:sp>
      <p:sp>
        <p:nvSpPr>
          <p:cNvPr id="92266" name="Line 106"/>
          <p:cNvSpPr>
            <a:spLocks noChangeShapeType="1"/>
          </p:cNvSpPr>
          <p:nvPr/>
        </p:nvSpPr>
        <p:spPr bwMode="auto">
          <a:xfrm flipV="1">
            <a:off x="6372225" y="3789363"/>
            <a:ext cx="539750" cy="2160587"/>
          </a:xfrm>
          <a:prstGeom prst="line">
            <a:avLst/>
          </a:prstGeom>
          <a:noFill/>
          <a:ln w="76200">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267" name="Text Box 107"/>
          <p:cNvSpPr txBox="1">
            <a:spLocks noChangeArrowheads="1"/>
          </p:cNvSpPr>
          <p:nvPr/>
        </p:nvSpPr>
        <p:spPr bwMode="auto">
          <a:xfrm>
            <a:off x="6100763" y="3911600"/>
            <a:ext cx="644525" cy="366713"/>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pPr>
            <a:r>
              <a:rPr lang="zh-CN" altLang="en-US" b="1">
                <a:solidFill>
                  <a:srgbClr val="0000FF"/>
                </a:solidFill>
              </a:rPr>
              <a:t>相似</a:t>
            </a:r>
          </a:p>
        </p:txBody>
      </p:sp>
      <p:grpSp>
        <p:nvGrpSpPr>
          <p:cNvPr id="92268" name="Group 108"/>
          <p:cNvGrpSpPr>
            <a:grpSpLocks/>
          </p:cNvGrpSpPr>
          <p:nvPr/>
        </p:nvGrpSpPr>
        <p:grpSpPr bwMode="auto">
          <a:xfrm>
            <a:off x="7004050" y="5094288"/>
            <a:ext cx="2139950" cy="1676400"/>
            <a:chOff x="4412" y="3209"/>
            <a:chExt cx="1348" cy="1056"/>
          </a:xfrm>
        </p:grpSpPr>
        <p:sp>
          <p:nvSpPr>
            <p:cNvPr id="92269" name="Line 109"/>
            <p:cNvSpPr>
              <a:spLocks noChangeShapeType="1"/>
            </p:cNvSpPr>
            <p:nvPr/>
          </p:nvSpPr>
          <p:spPr bwMode="auto">
            <a:xfrm>
              <a:off x="4412" y="3977"/>
              <a:ext cx="105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70" name="Line 110"/>
            <p:cNvSpPr>
              <a:spLocks noChangeShapeType="1"/>
            </p:cNvSpPr>
            <p:nvPr/>
          </p:nvSpPr>
          <p:spPr bwMode="auto">
            <a:xfrm flipV="1">
              <a:off x="5468" y="3209"/>
              <a:ext cx="0" cy="7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71" name="Line 111"/>
            <p:cNvSpPr>
              <a:spLocks noChangeShapeType="1"/>
            </p:cNvSpPr>
            <p:nvPr/>
          </p:nvSpPr>
          <p:spPr bwMode="auto">
            <a:xfrm flipH="1">
              <a:off x="4412" y="3209"/>
              <a:ext cx="1056" cy="7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72" name="Freeform 112"/>
            <p:cNvSpPr>
              <a:spLocks/>
            </p:cNvSpPr>
            <p:nvPr/>
          </p:nvSpPr>
          <p:spPr bwMode="auto">
            <a:xfrm>
              <a:off x="4556" y="3869"/>
              <a:ext cx="60" cy="108"/>
            </a:xfrm>
            <a:custGeom>
              <a:avLst/>
              <a:gdLst>
                <a:gd name="T0" fmla="*/ 0 w 60"/>
                <a:gd name="T1" fmla="*/ 0 h 108"/>
                <a:gd name="T2" fmla="*/ 60 w 60"/>
                <a:gd name="T3" fmla="*/ 108 h 108"/>
              </a:gdLst>
              <a:ahLst/>
              <a:cxnLst>
                <a:cxn ang="0">
                  <a:pos x="T0" y="T1"/>
                </a:cxn>
                <a:cxn ang="0">
                  <a:pos x="T2" y="T3"/>
                </a:cxn>
              </a:cxnLst>
              <a:rect l="0" t="0" r="r" b="b"/>
              <a:pathLst>
                <a:path w="60" h="108">
                  <a:moveTo>
                    <a:pt x="0" y="0"/>
                  </a:moveTo>
                  <a:cubicBezTo>
                    <a:pt x="41" y="27"/>
                    <a:pt x="60" y="55"/>
                    <a:pt x="60" y="108"/>
                  </a:cubicBezTo>
                </a:path>
              </a:pathLst>
            </a:custGeom>
            <a:noFill/>
            <a:ln w="9525">
              <a:solidFill>
                <a:schemeClr val="tx1"/>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92273" name="Text Box 113"/>
            <p:cNvSpPr txBox="1">
              <a:spLocks noChangeArrowheads="1"/>
            </p:cNvSpPr>
            <p:nvPr/>
          </p:nvSpPr>
          <p:spPr bwMode="auto">
            <a:xfrm>
              <a:off x="4652" y="3305"/>
              <a:ext cx="31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|Y|</a:t>
              </a:r>
            </a:p>
          </p:txBody>
        </p:sp>
        <p:sp>
          <p:nvSpPr>
            <p:cNvPr id="92274" name="Text Box 114"/>
            <p:cNvSpPr txBox="1">
              <a:spLocks noChangeArrowheads="1"/>
            </p:cNvSpPr>
            <p:nvPr/>
          </p:nvSpPr>
          <p:spPr bwMode="auto">
            <a:xfrm>
              <a:off x="4892" y="3977"/>
              <a:ext cx="25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G</a:t>
              </a:r>
            </a:p>
          </p:txBody>
        </p:sp>
        <p:sp>
          <p:nvSpPr>
            <p:cNvPr id="92275" name="Text Box 115"/>
            <p:cNvSpPr txBox="1">
              <a:spLocks noChangeArrowheads="1"/>
            </p:cNvSpPr>
            <p:nvPr/>
          </p:nvSpPr>
          <p:spPr bwMode="auto">
            <a:xfrm>
              <a:off x="5516" y="3497"/>
              <a:ext cx="24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B</a:t>
              </a:r>
            </a:p>
          </p:txBody>
        </p:sp>
        <p:sp>
          <p:nvSpPr>
            <p:cNvPr id="92276" name="Text Box 116"/>
            <p:cNvSpPr txBox="1">
              <a:spLocks noChangeArrowheads="1"/>
            </p:cNvSpPr>
            <p:nvPr/>
          </p:nvSpPr>
          <p:spPr bwMode="auto">
            <a:xfrm>
              <a:off x="4604" y="3689"/>
              <a:ext cx="37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i="1">
                  <a:latin typeface="Symbol" panose="05050102010706020507" pitchFamily="18" charset="2"/>
                </a:rPr>
                <a:t>j</a:t>
              </a:r>
              <a:r>
                <a:rPr kumimoji="1" lang="en-US" altLang="zh-CN" sz="2400" b="1">
                  <a:latin typeface="Symbol" panose="05050102010706020507" pitchFamily="18" charset="2"/>
                  <a:sym typeface="Symbol" panose="05050102010706020507" pitchFamily="18" charset="2"/>
                </a:rPr>
                <a:t></a:t>
              </a:r>
              <a:endParaRPr kumimoji="1" lang="en-US" altLang="zh-CN" sz="2400" b="1">
                <a:latin typeface="Times New Roman" panose="02020603050405020304" pitchFamily="18" charset="0"/>
              </a:endParaRPr>
            </a:p>
          </p:txBody>
        </p:sp>
        <p:sp>
          <p:nvSpPr>
            <p:cNvPr id="92277" name="Freeform 117"/>
            <p:cNvSpPr>
              <a:spLocks/>
            </p:cNvSpPr>
            <p:nvPr/>
          </p:nvSpPr>
          <p:spPr bwMode="auto">
            <a:xfrm>
              <a:off x="5324" y="3833"/>
              <a:ext cx="144" cy="144"/>
            </a:xfrm>
            <a:custGeom>
              <a:avLst/>
              <a:gdLst>
                <a:gd name="T0" fmla="*/ 96 w 96"/>
                <a:gd name="T1" fmla="*/ 0 h 144"/>
                <a:gd name="T2" fmla="*/ 0 w 96"/>
                <a:gd name="T3" fmla="*/ 0 h 144"/>
                <a:gd name="T4" fmla="*/ 0 w 96"/>
                <a:gd name="T5" fmla="*/ 144 h 144"/>
              </a:gdLst>
              <a:ahLst/>
              <a:cxnLst>
                <a:cxn ang="0">
                  <a:pos x="T0" y="T1"/>
                </a:cxn>
                <a:cxn ang="0">
                  <a:pos x="T2" y="T3"/>
                </a:cxn>
                <a:cxn ang="0">
                  <a:pos x="T4" y="T5"/>
                </a:cxn>
              </a:cxnLst>
              <a:rect l="0" t="0" r="r" b="b"/>
              <a:pathLst>
                <a:path w="96" h="144">
                  <a:moveTo>
                    <a:pt x="96" y="0"/>
                  </a:moveTo>
                  <a:lnTo>
                    <a:pt x="0" y="0"/>
                  </a:lnTo>
                  <a:lnTo>
                    <a:pt x="0" y="144"/>
                  </a:lnTo>
                </a:path>
              </a:pathLst>
            </a:custGeom>
            <a:noFill/>
            <a:ln w="9525"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59175540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92186"/>
                                        </p:tgtEl>
                                        <p:attrNameLst>
                                          <p:attrName>style.visibility</p:attrName>
                                        </p:attrNameLst>
                                      </p:cBhvr>
                                      <p:to>
                                        <p:strVal val="visible"/>
                                      </p:to>
                                    </p:set>
                                    <p:animEffect transition="in" filter="dissolve">
                                      <p:cBhvr>
                                        <p:cTn id="7" dur="500"/>
                                        <p:tgtEl>
                                          <p:spTgt spid="921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2162"/>
                                        </p:tgtEl>
                                        <p:attrNameLst>
                                          <p:attrName>style.visibility</p:attrName>
                                        </p:attrNameLst>
                                      </p:cBhvr>
                                      <p:to>
                                        <p:strVal val="visible"/>
                                      </p:to>
                                    </p:set>
                                    <p:animEffect transition="in" filter="dissolve">
                                      <p:cBhvr>
                                        <p:cTn id="12" dur="500"/>
                                        <p:tgtEl>
                                          <p:spTgt spid="9216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92163"/>
                                        </p:tgtEl>
                                        <p:attrNameLst>
                                          <p:attrName>style.visibility</p:attrName>
                                        </p:attrNameLst>
                                      </p:cBhvr>
                                      <p:to>
                                        <p:strVal val="visible"/>
                                      </p:to>
                                    </p:set>
                                    <p:animEffect transition="in" filter="slide(fromTop)">
                                      <p:cBhvr>
                                        <p:cTn id="17" dur="500"/>
                                        <p:tgtEl>
                                          <p:spTgt spid="9216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2235"/>
                                        </p:tgtEl>
                                        <p:attrNameLst>
                                          <p:attrName>style.visibility</p:attrName>
                                        </p:attrNameLst>
                                      </p:cBhvr>
                                      <p:to>
                                        <p:strVal val="visible"/>
                                      </p:to>
                                    </p:set>
                                    <p:animEffect transition="in" filter="wipe(left)">
                                      <p:cBhvr>
                                        <p:cTn id="22" dur="500"/>
                                        <p:tgtEl>
                                          <p:spTgt spid="9223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2219"/>
                                        </p:tgtEl>
                                        <p:attrNameLst>
                                          <p:attrName>style.visibility</p:attrName>
                                        </p:attrNameLst>
                                      </p:cBhvr>
                                      <p:to>
                                        <p:strVal val="visible"/>
                                      </p:to>
                                    </p:set>
                                    <p:animEffect transition="in" filter="wipe(left)">
                                      <p:cBhvr>
                                        <p:cTn id="27" dur="500"/>
                                        <p:tgtEl>
                                          <p:spTgt spid="9221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92222"/>
                                        </p:tgtEl>
                                        <p:attrNameLst>
                                          <p:attrName>style.visibility</p:attrName>
                                        </p:attrNameLst>
                                      </p:cBhvr>
                                      <p:to>
                                        <p:strVal val="visible"/>
                                      </p:to>
                                    </p:set>
                                    <p:animEffect transition="in" filter="wipe(up)">
                                      <p:cBhvr>
                                        <p:cTn id="32" dur="500"/>
                                        <p:tgtEl>
                                          <p:spTgt spid="92222"/>
                                        </p:tgtEl>
                                      </p:cBhvr>
                                    </p:animEffect>
                                  </p:childTnLst>
                                </p:cTn>
                              </p:par>
                            </p:childTnLst>
                          </p:cTn>
                        </p:par>
                        <p:par>
                          <p:cTn id="33" fill="hold" nodeType="afterGroup">
                            <p:stCondLst>
                              <p:cond delay="500"/>
                            </p:stCondLst>
                            <p:childTnLst>
                              <p:par>
                                <p:cTn id="34" presetID="9" presetClass="entr" presetSubtype="0" fill="hold" nodeType="afterEffect">
                                  <p:stCondLst>
                                    <p:cond delay="0"/>
                                  </p:stCondLst>
                                  <p:childTnLst>
                                    <p:set>
                                      <p:cBhvr>
                                        <p:cTn id="35" dur="1" fill="hold">
                                          <p:stCondLst>
                                            <p:cond delay="0"/>
                                          </p:stCondLst>
                                        </p:cTn>
                                        <p:tgtEl>
                                          <p:spTgt spid="92225"/>
                                        </p:tgtEl>
                                        <p:attrNameLst>
                                          <p:attrName>style.visibility</p:attrName>
                                        </p:attrNameLst>
                                      </p:cBhvr>
                                      <p:to>
                                        <p:strVal val="visible"/>
                                      </p:to>
                                    </p:set>
                                    <p:animEffect transition="in" filter="dissolve">
                                      <p:cBhvr>
                                        <p:cTn id="36" dur="500"/>
                                        <p:tgtEl>
                                          <p:spTgt spid="9222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4" fill="hold" nodeType="clickEffect">
                                  <p:stCondLst>
                                    <p:cond delay="0"/>
                                  </p:stCondLst>
                                  <p:childTnLst>
                                    <p:set>
                                      <p:cBhvr>
                                        <p:cTn id="40" dur="1" fill="hold">
                                          <p:stCondLst>
                                            <p:cond delay="0"/>
                                          </p:stCondLst>
                                        </p:cTn>
                                        <p:tgtEl>
                                          <p:spTgt spid="92232"/>
                                        </p:tgtEl>
                                        <p:attrNameLst>
                                          <p:attrName>style.visibility</p:attrName>
                                        </p:attrNameLst>
                                      </p:cBhvr>
                                      <p:to>
                                        <p:strVal val="visible"/>
                                      </p:to>
                                    </p:set>
                                    <p:animEffect transition="in" filter="wipe(down)">
                                      <p:cBhvr>
                                        <p:cTn id="41" dur="500"/>
                                        <p:tgtEl>
                                          <p:spTgt spid="9223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92226"/>
                                        </p:tgtEl>
                                        <p:attrNameLst>
                                          <p:attrName>style.visibility</p:attrName>
                                        </p:attrNameLst>
                                      </p:cBhvr>
                                      <p:to>
                                        <p:strVal val="visible"/>
                                      </p:to>
                                    </p:set>
                                    <p:animEffect transition="in" filter="wipe(left)">
                                      <p:cBhvr>
                                        <p:cTn id="46" dur="500"/>
                                        <p:tgtEl>
                                          <p:spTgt spid="92226"/>
                                        </p:tgtEl>
                                      </p:cBhvr>
                                    </p:animEffect>
                                  </p:childTnLst>
                                </p:cTn>
                              </p:par>
                            </p:childTnLst>
                          </p:cTn>
                        </p:par>
                        <p:par>
                          <p:cTn id="47" fill="hold" nodeType="afterGroup">
                            <p:stCondLst>
                              <p:cond delay="500"/>
                            </p:stCondLst>
                            <p:childTnLst>
                              <p:par>
                                <p:cTn id="48" presetID="9" presetClass="entr" presetSubtype="0" fill="hold" nodeType="afterEffect">
                                  <p:stCondLst>
                                    <p:cond delay="0"/>
                                  </p:stCondLst>
                                  <p:childTnLst>
                                    <p:set>
                                      <p:cBhvr>
                                        <p:cTn id="49" dur="1" fill="hold">
                                          <p:stCondLst>
                                            <p:cond delay="0"/>
                                          </p:stCondLst>
                                        </p:cTn>
                                        <p:tgtEl>
                                          <p:spTgt spid="92229"/>
                                        </p:tgtEl>
                                        <p:attrNameLst>
                                          <p:attrName>style.visibility</p:attrName>
                                        </p:attrNameLst>
                                      </p:cBhvr>
                                      <p:to>
                                        <p:strVal val="visible"/>
                                      </p:to>
                                    </p:set>
                                    <p:animEffect transition="in" filter="dissolve">
                                      <p:cBhvr>
                                        <p:cTn id="50" dur="500"/>
                                        <p:tgtEl>
                                          <p:spTgt spid="92229"/>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2" presetClass="entr" presetSubtype="1" fill="hold" grpId="0" nodeType="clickEffect">
                                  <p:stCondLst>
                                    <p:cond delay="0"/>
                                  </p:stCondLst>
                                  <p:childTnLst>
                                    <p:set>
                                      <p:cBhvr>
                                        <p:cTn id="54" dur="1" fill="hold">
                                          <p:stCondLst>
                                            <p:cond delay="0"/>
                                          </p:stCondLst>
                                        </p:cTn>
                                        <p:tgtEl>
                                          <p:spTgt spid="92164"/>
                                        </p:tgtEl>
                                        <p:attrNameLst>
                                          <p:attrName>style.visibility</p:attrName>
                                        </p:attrNameLst>
                                      </p:cBhvr>
                                      <p:to>
                                        <p:strVal val="visible"/>
                                      </p:to>
                                    </p:set>
                                    <p:animEffect transition="in" filter="slide(fromTop)">
                                      <p:cBhvr>
                                        <p:cTn id="55" dur="500"/>
                                        <p:tgtEl>
                                          <p:spTgt spid="92164"/>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92183"/>
                                        </p:tgtEl>
                                        <p:attrNameLst>
                                          <p:attrName>style.visibility</p:attrName>
                                        </p:attrNameLst>
                                      </p:cBhvr>
                                      <p:to>
                                        <p:strVal val="visible"/>
                                      </p:to>
                                    </p:set>
                                    <p:animEffect transition="in" filter="wipe(left)">
                                      <p:cBhvr>
                                        <p:cTn id="60" dur="500"/>
                                        <p:tgtEl>
                                          <p:spTgt spid="92183"/>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92166"/>
                                        </p:tgtEl>
                                        <p:attrNameLst>
                                          <p:attrName>style.visibility</p:attrName>
                                        </p:attrNameLst>
                                      </p:cBhvr>
                                      <p:to>
                                        <p:strVal val="visible"/>
                                      </p:to>
                                    </p:set>
                                    <p:animEffect transition="in" filter="wipe(left)">
                                      <p:cBhvr>
                                        <p:cTn id="65" dur="500"/>
                                        <p:tgtEl>
                                          <p:spTgt spid="92166"/>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1" fill="hold" nodeType="clickEffect">
                                  <p:stCondLst>
                                    <p:cond delay="0"/>
                                  </p:stCondLst>
                                  <p:childTnLst>
                                    <p:set>
                                      <p:cBhvr>
                                        <p:cTn id="69" dur="1" fill="hold">
                                          <p:stCondLst>
                                            <p:cond delay="0"/>
                                          </p:stCondLst>
                                        </p:cTn>
                                        <p:tgtEl>
                                          <p:spTgt spid="92169"/>
                                        </p:tgtEl>
                                        <p:attrNameLst>
                                          <p:attrName>style.visibility</p:attrName>
                                        </p:attrNameLst>
                                      </p:cBhvr>
                                      <p:to>
                                        <p:strVal val="visible"/>
                                      </p:to>
                                    </p:set>
                                    <p:animEffect transition="in" filter="wipe(up)">
                                      <p:cBhvr>
                                        <p:cTn id="70" dur="500"/>
                                        <p:tgtEl>
                                          <p:spTgt spid="92169"/>
                                        </p:tgtEl>
                                      </p:cBhvr>
                                    </p:animEffect>
                                  </p:childTnLst>
                                </p:cTn>
                              </p:par>
                            </p:childTnLst>
                          </p:cTn>
                        </p:par>
                        <p:par>
                          <p:cTn id="71" fill="hold" nodeType="afterGroup">
                            <p:stCondLst>
                              <p:cond delay="500"/>
                            </p:stCondLst>
                            <p:childTnLst>
                              <p:par>
                                <p:cTn id="72" presetID="9" presetClass="entr" presetSubtype="0" fill="hold" nodeType="afterEffect">
                                  <p:stCondLst>
                                    <p:cond delay="0"/>
                                  </p:stCondLst>
                                  <p:childTnLst>
                                    <p:set>
                                      <p:cBhvr>
                                        <p:cTn id="73" dur="1" fill="hold">
                                          <p:stCondLst>
                                            <p:cond delay="0"/>
                                          </p:stCondLst>
                                        </p:cTn>
                                        <p:tgtEl>
                                          <p:spTgt spid="92172"/>
                                        </p:tgtEl>
                                        <p:attrNameLst>
                                          <p:attrName>style.visibility</p:attrName>
                                        </p:attrNameLst>
                                      </p:cBhvr>
                                      <p:to>
                                        <p:strVal val="visible"/>
                                      </p:to>
                                    </p:set>
                                    <p:animEffect transition="in" filter="dissolve">
                                      <p:cBhvr>
                                        <p:cTn id="74" dur="500"/>
                                        <p:tgtEl>
                                          <p:spTgt spid="92172"/>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4" fill="hold" nodeType="clickEffect">
                                  <p:stCondLst>
                                    <p:cond delay="0"/>
                                  </p:stCondLst>
                                  <p:childTnLst>
                                    <p:set>
                                      <p:cBhvr>
                                        <p:cTn id="78" dur="1" fill="hold">
                                          <p:stCondLst>
                                            <p:cond delay="0"/>
                                          </p:stCondLst>
                                        </p:cTn>
                                        <p:tgtEl>
                                          <p:spTgt spid="92179"/>
                                        </p:tgtEl>
                                        <p:attrNameLst>
                                          <p:attrName>style.visibility</p:attrName>
                                        </p:attrNameLst>
                                      </p:cBhvr>
                                      <p:to>
                                        <p:strVal val="visible"/>
                                      </p:to>
                                    </p:set>
                                    <p:animEffect transition="in" filter="wipe(down)">
                                      <p:cBhvr>
                                        <p:cTn id="79" dur="500"/>
                                        <p:tgtEl>
                                          <p:spTgt spid="92179"/>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nodeType="clickEffect">
                                  <p:stCondLst>
                                    <p:cond delay="0"/>
                                  </p:stCondLst>
                                  <p:childTnLst>
                                    <p:set>
                                      <p:cBhvr>
                                        <p:cTn id="83" dur="1" fill="hold">
                                          <p:stCondLst>
                                            <p:cond delay="0"/>
                                          </p:stCondLst>
                                        </p:cTn>
                                        <p:tgtEl>
                                          <p:spTgt spid="92173"/>
                                        </p:tgtEl>
                                        <p:attrNameLst>
                                          <p:attrName>style.visibility</p:attrName>
                                        </p:attrNameLst>
                                      </p:cBhvr>
                                      <p:to>
                                        <p:strVal val="visible"/>
                                      </p:to>
                                    </p:set>
                                    <p:animEffect transition="in" filter="wipe(left)">
                                      <p:cBhvr>
                                        <p:cTn id="84" dur="500"/>
                                        <p:tgtEl>
                                          <p:spTgt spid="92173"/>
                                        </p:tgtEl>
                                      </p:cBhvr>
                                    </p:animEffect>
                                  </p:childTnLst>
                                </p:cTn>
                              </p:par>
                            </p:childTnLst>
                          </p:cTn>
                        </p:par>
                        <p:par>
                          <p:cTn id="85" fill="hold" nodeType="afterGroup">
                            <p:stCondLst>
                              <p:cond delay="500"/>
                            </p:stCondLst>
                            <p:childTnLst>
                              <p:par>
                                <p:cTn id="86" presetID="9" presetClass="entr" presetSubtype="0" fill="hold" nodeType="afterEffect">
                                  <p:stCondLst>
                                    <p:cond delay="0"/>
                                  </p:stCondLst>
                                  <p:childTnLst>
                                    <p:set>
                                      <p:cBhvr>
                                        <p:cTn id="87" dur="1" fill="hold">
                                          <p:stCondLst>
                                            <p:cond delay="0"/>
                                          </p:stCondLst>
                                        </p:cTn>
                                        <p:tgtEl>
                                          <p:spTgt spid="92176"/>
                                        </p:tgtEl>
                                        <p:attrNameLst>
                                          <p:attrName>style.visibility</p:attrName>
                                        </p:attrNameLst>
                                      </p:cBhvr>
                                      <p:to>
                                        <p:strVal val="visible"/>
                                      </p:to>
                                    </p:set>
                                    <p:animEffect transition="in" filter="dissolve">
                                      <p:cBhvr>
                                        <p:cTn id="88" dur="500"/>
                                        <p:tgtEl>
                                          <p:spTgt spid="92176"/>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12" presetClass="entr" presetSubtype="1" fill="hold" grpId="0" nodeType="clickEffect">
                                  <p:stCondLst>
                                    <p:cond delay="0"/>
                                  </p:stCondLst>
                                  <p:childTnLst>
                                    <p:set>
                                      <p:cBhvr>
                                        <p:cTn id="92" dur="1" fill="hold">
                                          <p:stCondLst>
                                            <p:cond delay="0"/>
                                          </p:stCondLst>
                                        </p:cTn>
                                        <p:tgtEl>
                                          <p:spTgt spid="92165"/>
                                        </p:tgtEl>
                                        <p:attrNameLst>
                                          <p:attrName>style.visibility</p:attrName>
                                        </p:attrNameLst>
                                      </p:cBhvr>
                                      <p:to>
                                        <p:strVal val="visible"/>
                                      </p:to>
                                    </p:set>
                                    <p:animEffect transition="in" filter="slide(fromTop)">
                                      <p:cBhvr>
                                        <p:cTn id="93" dur="500"/>
                                        <p:tgtEl>
                                          <p:spTgt spid="92165"/>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92248"/>
                                        </p:tgtEl>
                                        <p:attrNameLst>
                                          <p:attrName>style.visibility</p:attrName>
                                        </p:attrNameLst>
                                      </p:cBhvr>
                                      <p:to>
                                        <p:strVal val="visible"/>
                                      </p:to>
                                    </p:set>
                                    <p:animEffect transition="in" filter="wipe(left)">
                                      <p:cBhvr>
                                        <p:cTn id="98" dur="500"/>
                                        <p:tgtEl>
                                          <p:spTgt spid="92248"/>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nodeType="clickEffect">
                                  <p:stCondLst>
                                    <p:cond delay="0"/>
                                  </p:stCondLst>
                                  <p:childTnLst>
                                    <p:set>
                                      <p:cBhvr>
                                        <p:cTn id="102" dur="1" fill="hold">
                                          <p:stCondLst>
                                            <p:cond delay="0"/>
                                          </p:stCondLst>
                                        </p:cTn>
                                        <p:tgtEl>
                                          <p:spTgt spid="92238"/>
                                        </p:tgtEl>
                                        <p:attrNameLst>
                                          <p:attrName>style.visibility</p:attrName>
                                        </p:attrNameLst>
                                      </p:cBhvr>
                                      <p:to>
                                        <p:strVal val="visible"/>
                                      </p:to>
                                    </p:set>
                                    <p:animEffect transition="in" filter="wipe(left)">
                                      <p:cBhvr>
                                        <p:cTn id="103" dur="500"/>
                                        <p:tgtEl>
                                          <p:spTgt spid="92238"/>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1" fill="hold" nodeType="clickEffect">
                                  <p:stCondLst>
                                    <p:cond delay="0"/>
                                  </p:stCondLst>
                                  <p:childTnLst>
                                    <p:set>
                                      <p:cBhvr>
                                        <p:cTn id="107" dur="1" fill="hold">
                                          <p:stCondLst>
                                            <p:cond delay="0"/>
                                          </p:stCondLst>
                                        </p:cTn>
                                        <p:tgtEl>
                                          <p:spTgt spid="92241"/>
                                        </p:tgtEl>
                                        <p:attrNameLst>
                                          <p:attrName>style.visibility</p:attrName>
                                        </p:attrNameLst>
                                      </p:cBhvr>
                                      <p:to>
                                        <p:strVal val="visible"/>
                                      </p:to>
                                    </p:set>
                                    <p:animEffect transition="in" filter="wipe(up)">
                                      <p:cBhvr>
                                        <p:cTn id="108" dur="500"/>
                                        <p:tgtEl>
                                          <p:spTgt spid="92241"/>
                                        </p:tgtEl>
                                      </p:cBhvr>
                                    </p:animEffect>
                                  </p:childTnLst>
                                </p:cTn>
                              </p:par>
                            </p:childTnLst>
                          </p:cTn>
                        </p:par>
                        <p:par>
                          <p:cTn id="109" fill="hold" nodeType="afterGroup">
                            <p:stCondLst>
                              <p:cond delay="500"/>
                            </p:stCondLst>
                            <p:childTnLst>
                              <p:par>
                                <p:cTn id="110" presetID="9" presetClass="entr" presetSubtype="0" fill="hold" nodeType="afterEffect">
                                  <p:stCondLst>
                                    <p:cond delay="0"/>
                                  </p:stCondLst>
                                  <p:childTnLst>
                                    <p:set>
                                      <p:cBhvr>
                                        <p:cTn id="111" dur="1" fill="hold">
                                          <p:stCondLst>
                                            <p:cond delay="0"/>
                                          </p:stCondLst>
                                        </p:cTn>
                                        <p:tgtEl>
                                          <p:spTgt spid="92244"/>
                                        </p:tgtEl>
                                        <p:attrNameLst>
                                          <p:attrName>style.visibility</p:attrName>
                                        </p:attrNameLst>
                                      </p:cBhvr>
                                      <p:to>
                                        <p:strVal val="visible"/>
                                      </p:to>
                                    </p:set>
                                    <p:animEffect transition="in" filter="dissolve">
                                      <p:cBhvr>
                                        <p:cTn id="112" dur="500"/>
                                        <p:tgtEl>
                                          <p:spTgt spid="92244"/>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4" fill="hold" nodeType="clickEffect">
                                  <p:stCondLst>
                                    <p:cond delay="0"/>
                                  </p:stCondLst>
                                  <p:childTnLst>
                                    <p:set>
                                      <p:cBhvr>
                                        <p:cTn id="116" dur="1" fill="hold">
                                          <p:stCondLst>
                                            <p:cond delay="0"/>
                                          </p:stCondLst>
                                        </p:cTn>
                                        <p:tgtEl>
                                          <p:spTgt spid="92245"/>
                                        </p:tgtEl>
                                        <p:attrNameLst>
                                          <p:attrName>style.visibility</p:attrName>
                                        </p:attrNameLst>
                                      </p:cBhvr>
                                      <p:to>
                                        <p:strVal val="visible"/>
                                      </p:to>
                                    </p:set>
                                    <p:animEffect transition="in" filter="wipe(down)">
                                      <p:cBhvr>
                                        <p:cTn id="117" dur="500"/>
                                        <p:tgtEl>
                                          <p:spTgt spid="92245"/>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nodeType="clickEffect">
                                  <p:stCondLst>
                                    <p:cond delay="0"/>
                                  </p:stCondLst>
                                  <p:childTnLst>
                                    <p:set>
                                      <p:cBhvr>
                                        <p:cTn id="121" dur="1" fill="hold">
                                          <p:stCondLst>
                                            <p:cond delay="0"/>
                                          </p:stCondLst>
                                        </p:cTn>
                                        <p:tgtEl>
                                          <p:spTgt spid="92251"/>
                                        </p:tgtEl>
                                        <p:attrNameLst>
                                          <p:attrName>style.visibility</p:attrName>
                                        </p:attrNameLst>
                                      </p:cBhvr>
                                      <p:to>
                                        <p:strVal val="visible"/>
                                      </p:to>
                                    </p:set>
                                    <p:animEffect transition="in" filter="wipe(left)">
                                      <p:cBhvr>
                                        <p:cTn id="122" dur="500"/>
                                        <p:tgtEl>
                                          <p:spTgt spid="92251"/>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92254">
                                            <p:txEl>
                                              <p:pRg st="0" end="0"/>
                                            </p:txEl>
                                          </p:spTgt>
                                        </p:tgtEl>
                                        <p:attrNameLst>
                                          <p:attrName>style.visibility</p:attrName>
                                        </p:attrNameLst>
                                      </p:cBhvr>
                                      <p:to>
                                        <p:strVal val="visible"/>
                                      </p:to>
                                    </p:set>
                                    <p:animEffect transition="in" filter="wipe(left)">
                                      <p:cBhvr>
                                        <p:cTn id="127" dur="500"/>
                                        <p:tgtEl>
                                          <p:spTgt spid="92254">
                                            <p:txEl>
                                              <p:pRg st="0" end="0"/>
                                            </p:txEl>
                                          </p:spTgt>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8" fill="hold" nodeType="clickEffect">
                                  <p:stCondLst>
                                    <p:cond delay="0"/>
                                  </p:stCondLst>
                                  <p:childTnLst>
                                    <p:set>
                                      <p:cBhvr>
                                        <p:cTn id="131" dur="1" fill="hold">
                                          <p:stCondLst>
                                            <p:cond delay="0"/>
                                          </p:stCondLst>
                                        </p:cTn>
                                        <p:tgtEl>
                                          <p:spTgt spid="92255"/>
                                        </p:tgtEl>
                                        <p:attrNameLst>
                                          <p:attrName>style.visibility</p:attrName>
                                        </p:attrNameLst>
                                      </p:cBhvr>
                                      <p:to>
                                        <p:strVal val="visible"/>
                                      </p:to>
                                    </p:set>
                                    <p:animEffect transition="in" filter="wipe(left)">
                                      <p:cBhvr>
                                        <p:cTn id="132" dur="500"/>
                                        <p:tgtEl>
                                          <p:spTgt spid="92255"/>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9" presetClass="entr" presetSubtype="0" fill="hold" grpId="0" nodeType="clickEffect">
                                  <p:stCondLst>
                                    <p:cond delay="0"/>
                                  </p:stCondLst>
                                  <p:childTnLst>
                                    <p:set>
                                      <p:cBhvr>
                                        <p:cTn id="136" dur="1" fill="hold">
                                          <p:stCondLst>
                                            <p:cond delay="0"/>
                                          </p:stCondLst>
                                        </p:cTn>
                                        <p:tgtEl>
                                          <p:spTgt spid="92265"/>
                                        </p:tgtEl>
                                        <p:attrNameLst>
                                          <p:attrName>style.visibility</p:attrName>
                                        </p:attrNameLst>
                                      </p:cBhvr>
                                      <p:to>
                                        <p:strVal val="visible"/>
                                      </p:to>
                                    </p:set>
                                    <p:animEffect transition="in" filter="dissolve">
                                      <p:cBhvr>
                                        <p:cTn id="137" dur="500"/>
                                        <p:tgtEl>
                                          <p:spTgt spid="92265"/>
                                        </p:tgtEl>
                                      </p:cBhvr>
                                    </p:animEffect>
                                  </p:childTnLst>
                                </p:cTn>
                              </p:par>
                            </p:childTnLst>
                          </p:cTn>
                        </p:par>
                        <p:par>
                          <p:cTn id="138" fill="hold" nodeType="afterGroup">
                            <p:stCondLst>
                              <p:cond delay="500"/>
                            </p:stCondLst>
                            <p:childTnLst>
                              <p:par>
                                <p:cTn id="139" presetID="9" presetClass="entr" presetSubtype="0" fill="hold" nodeType="afterEffect">
                                  <p:stCondLst>
                                    <p:cond delay="0"/>
                                  </p:stCondLst>
                                  <p:childTnLst>
                                    <p:set>
                                      <p:cBhvr>
                                        <p:cTn id="140" dur="1" fill="hold">
                                          <p:stCondLst>
                                            <p:cond delay="0"/>
                                          </p:stCondLst>
                                        </p:cTn>
                                        <p:tgtEl>
                                          <p:spTgt spid="92268"/>
                                        </p:tgtEl>
                                        <p:attrNameLst>
                                          <p:attrName>style.visibility</p:attrName>
                                        </p:attrNameLst>
                                      </p:cBhvr>
                                      <p:to>
                                        <p:strVal val="visible"/>
                                      </p:to>
                                    </p:set>
                                    <p:animEffect transition="in" filter="dissolve">
                                      <p:cBhvr>
                                        <p:cTn id="141" dur="500"/>
                                        <p:tgtEl>
                                          <p:spTgt spid="92268"/>
                                        </p:tgtEl>
                                      </p:cBhvr>
                                    </p:animEffec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4" presetClass="entr" presetSubtype="16" fill="hold" nodeType="clickEffect">
                                  <p:stCondLst>
                                    <p:cond delay="0"/>
                                  </p:stCondLst>
                                  <p:childTnLst>
                                    <p:set>
                                      <p:cBhvr>
                                        <p:cTn id="145" dur="1" fill="hold">
                                          <p:stCondLst>
                                            <p:cond delay="0"/>
                                          </p:stCondLst>
                                        </p:cTn>
                                        <p:tgtEl>
                                          <p:spTgt spid="92266"/>
                                        </p:tgtEl>
                                        <p:attrNameLst>
                                          <p:attrName>style.visibility</p:attrName>
                                        </p:attrNameLst>
                                      </p:cBhvr>
                                      <p:to>
                                        <p:strVal val="visible"/>
                                      </p:to>
                                    </p:set>
                                    <p:animEffect transition="in" filter="box(in)">
                                      <p:cBhvr>
                                        <p:cTn id="146" dur="500"/>
                                        <p:tgtEl>
                                          <p:spTgt spid="92266"/>
                                        </p:tgtEl>
                                      </p:cBhvr>
                                    </p:animEffect>
                                  </p:childTnLst>
                                </p:cTn>
                              </p:par>
                            </p:childTnLst>
                          </p:cTn>
                        </p:par>
                        <p:par>
                          <p:cTn id="147" fill="hold" nodeType="afterGroup">
                            <p:stCondLst>
                              <p:cond delay="500"/>
                            </p:stCondLst>
                            <p:childTnLst>
                              <p:par>
                                <p:cTn id="148" presetID="9" presetClass="entr" presetSubtype="0" fill="hold" grpId="0" nodeType="afterEffect">
                                  <p:stCondLst>
                                    <p:cond delay="0"/>
                                  </p:stCondLst>
                                  <p:childTnLst>
                                    <p:set>
                                      <p:cBhvr>
                                        <p:cTn id="149" dur="1" fill="hold">
                                          <p:stCondLst>
                                            <p:cond delay="0"/>
                                          </p:stCondLst>
                                        </p:cTn>
                                        <p:tgtEl>
                                          <p:spTgt spid="92267"/>
                                        </p:tgtEl>
                                        <p:attrNameLst>
                                          <p:attrName>style.visibility</p:attrName>
                                        </p:attrNameLst>
                                      </p:cBhvr>
                                      <p:to>
                                        <p:strVal val="visible"/>
                                      </p:to>
                                    </p:set>
                                    <p:animEffect transition="in" filter="dissolve">
                                      <p:cBhvr>
                                        <p:cTn id="150" dur="500"/>
                                        <p:tgtEl>
                                          <p:spTgt spid="92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2" grpId="0" autoUpdateAnimBg="0"/>
      <p:bldP spid="92163" grpId="0" autoUpdateAnimBg="0"/>
      <p:bldP spid="92164" grpId="0" autoUpdateAnimBg="0"/>
      <p:bldP spid="92165" grpId="0" autoUpdateAnimBg="0"/>
      <p:bldP spid="92254" grpId="0" build="p" autoUpdateAnimBg="0"/>
      <p:bldP spid="92265" grpId="0" autoUpdateAnimBg="0"/>
      <p:bldP spid="92267" grpId="0" animBg="1"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ext Box 2"/>
          <p:cNvSpPr txBox="1">
            <a:spLocks noChangeArrowheads="1"/>
          </p:cNvSpPr>
          <p:nvPr/>
        </p:nvSpPr>
        <p:spPr bwMode="auto">
          <a:xfrm>
            <a:off x="341313" y="188913"/>
            <a:ext cx="416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a:solidFill>
                  <a:srgbClr val="FF0000"/>
                </a:solidFill>
                <a:latin typeface="Times New Roman" panose="02020603050405020304" pitchFamily="18" charset="0"/>
              </a:rPr>
              <a:t>3. </a:t>
            </a:r>
            <a:r>
              <a:rPr kumimoji="1" lang="zh-CN" altLang="en-US" sz="2400" b="1">
                <a:solidFill>
                  <a:srgbClr val="FF0000"/>
                </a:solidFill>
                <a:latin typeface="Times New Roman" panose="02020603050405020304" pitchFamily="18" charset="0"/>
              </a:rPr>
              <a:t>复阻抗和复导纳的等效变换</a:t>
            </a:r>
            <a:endParaRPr kumimoji="1" lang="zh-CN" altLang="en-US" sz="2400" b="1">
              <a:latin typeface="Times New Roman" panose="02020603050405020304" pitchFamily="18" charset="0"/>
            </a:endParaRPr>
          </a:p>
        </p:txBody>
      </p:sp>
      <p:graphicFrame>
        <p:nvGraphicFramePr>
          <p:cNvPr id="94211" name="Object 3"/>
          <p:cNvGraphicFramePr>
            <a:graphicFrameLocks noChangeAspect="1"/>
          </p:cNvGraphicFramePr>
          <p:nvPr/>
        </p:nvGraphicFramePr>
        <p:xfrm>
          <a:off x="560388" y="2387600"/>
          <a:ext cx="3230562" cy="514350"/>
        </p:xfrm>
        <a:graphic>
          <a:graphicData uri="http://schemas.openxmlformats.org/presentationml/2006/ole">
            <mc:AlternateContent xmlns:mc="http://schemas.openxmlformats.org/markup-compatibility/2006">
              <mc:Choice xmlns:v="urn:schemas-microsoft-com:vml" Requires="v">
                <p:oleObj spid="_x0000_s70880" name="公式" r:id="rId4" imgW="1587240" imgH="253800" progId="Equation.3">
                  <p:embed/>
                </p:oleObj>
              </mc:Choice>
              <mc:Fallback>
                <p:oleObj name="公式" r:id="rId4" imgW="1587240" imgH="253800" progId="Equation.3">
                  <p:embed/>
                  <p:pic>
                    <p:nvPicPr>
                      <p:cNvPr id="94211"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0388" y="2387600"/>
                        <a:ext cx="3230562"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212" name="Text Box 4"/>
          <p:cNvSpPr txBox="1">
            <a:spLocks noChangeArrowheads="1"/>
          </p:cNvSpPr>
          <p:nvPr/>
        </p:nvSpPr>
        <p:spPr bwMode="auto">
          <a:xfrm>
            <a:off x="762000" y="5257800"/>
            <a:ext cx="3835400" cy="530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lnSpc>
                <a:spcPct val="120000"/>
              </a:lnSpc>
              <a:spcBef>
                <a:spcPct val="0"/>
              </a:spcBef>
            </a:pPr>
            <a:r>
              <a:rPr kumimoji="1" lang="zh-CN" altLang="en-US" sz="2400" b="1">
                <a:latin typeface="Times New Roman" panose="02020603050405020304" pitchFamily="18" charset="0"/>
              </a:rPr>
              <a:t>一般情况  </a:t>
            </a:r>
            <a:r>
              <a:rPr kumimoji="1" lang="en-US" altLang="zh-CN" sz="2400" b="1" i="1">
                <a:solidFill>
                  <a:srgbClr val="FF0000"/>
                </a:solidFill>
                <a:latin typeface="Times New Roman" panose="02020603050405020304" pitchFamily="18" charset="0"/>
              </a:rPr>
              <a:t>G </a:t>
            </a:r>
            <a:r>
              <a:rPr kumimoji="1" lang="en-US" altLang="zh-CN" sz="2400" b="1">
                <a:solidFill>
                  <a:srgbClr val="FF0000"/>
                </a:solidFill>
                <a:latin typeface="Times New Roman" panose="02020603050405020304" pitchFamily="18" charset="0"/>
                <a:sym typeface="Symbol" panose="05050102010706020507" pitchFamily="18" charset="2"/>
              </a:rPr>
              <a:t> </a:t>
            </a:r>
            <a:r>
              <a:rPr kumimoji="1" lang="en-US" altLang="zh-CN" sz="2400" b="1">
                <a:solidFill>
                  <a:srgbClr val="FF0000"/>
                </a:solidFill>
                <a:latin typeface="Times New Roman" panose="02020603050405020304" pitchFamily="18" charset="0"/>
              </a:rPr>
              <a:t>1</a:t>
            </a:r>
            <a:r>
              <a:rPr kumimoji="1" lang="en-US" altLang="zh-CN" sz="2400" b="1" i="1">
                <a:solidFill>
                  <a:srgbClr val="FF0000"/>
                </a:solidFill>
                <a:latin typeface="Times New Roman" panose="02020603050405020304" pitchFamily="18" charset="0"/>
              </a:rPr>
              <a:t>/R    B </a:t>
            </a:r>
            <a:r>
              <a:rPr kumimoji="1" lang="en-US" altLang="zh-CN" sz="2400" b="1">
                <a:solidFill>
                  <a:srgbClr val="FF0000"/>
                </a:solidFill>
                <a:latin typeface="Times New Roman" panose="02020603050405020304" pitchFamily="18" charset="0"/>
                <a:sym typeface="Symbol" panose="05050102010706020507" pitchFamily="18" charset="2"/>
              </a:rPr>
              <a:t> </a:t>
            </a:r>
            <a:r>
              <a:rPr kumimoji="1" lang="en-US" altLang="zh-CN" sz="2400" b="1">
                <a:solidFill>
                  <a:srgbClr val="FF0000"/>
                </a:solidFill>
                <a:latin typeface="Times New Roman" panose="02020603050405020304" pitchFamily="18" charset="0"/>
              </a:rPr>
              <a:t>1</a:t>
            </a:r>
            <a:r>
              <a:rPr kumimoji="1" lang="en-US" altLang="zh-CN" sz="2400" b="1" i="1">
                <a:solidFill>
                  <a:srgbClr val="FF0000"/>
                </a:solidFill>
                <a:latin typeface="Times New Roman" panose="02020603050405020304" pitchFamily="18" charset="0"/>
              </a:rPr>
              <a:t>/X</a:t>
            </a:r>
            <a:endParaRPr kumimoji="1" lang="en-US" altLang="zh-CN" sz="2400" b="1" i="1">
              <a:latin typeface="Times New Roman" panose="02020603050405020304" pitchFamily="18" charset="0"/>
            </a:endParaRPr>
          </a:p>
        </p:txBody>
      </p:sp>
      <p:grpSp>
        <p:nvGrpSpPr>
          <p:cNvPr id="94213" name="Group 5"/>
          <p:cNvGrpSpPr>
            <a:grpSpLocks/>
          </p:cNvGrpSpPr>
          <p:nvPr/>
        </p:nvGrpSpPr>
        <p:grpSpPr bwMode="auto">
          <a:xfrm>
            <a:off x="1476375" y="742950"/>
            <a:ext cx="2444750" cy="1657350"/>
            <a:chOff x="1026" y="468"/>
            <a:chExt cx="1540" cy="1044"/>
          </a:xfrm>
        </p:grpSpPr>
        <p:sp>
          <p:nvSpPr>
            <p:cNvPr id="94214" name="Text Box 6"/>
            <p:cNvSpPr txBox="1">
              <a:spLocks noChangeArrowheads="1"/>
            </p:cNvSpPr>
            <p:nvPr/>
          </p:nvSpPr>
          <p:spPr bwMode="auto">
            <a:xfrm>
              <a:off x="1080" y="1224"/>
              <a:ext cx="11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kumimoji="1" lang="en-US" altLang="zh-CN" sz="2400" b="1">
                  <a:solidFill>
                    <a:schemeClr val="tx2"/>
                  </a:solidFill>
                  <a:latin typeface="Times New Roman" panose="02020603050405020304" pitchFamily="18" charset="0"/>
                  <a:sym typeface="Symbol" panose="05050102010706020507" pitchFamily="18" charset="2"/>
                </a:rPr>
                <a:t>º</a:t>
              </a:r>
            </a:p>
          </p:txBody>
        </p:sp>
        <p:sp>
          <p:nvSpPr>
            <p:cNvPr id="94215" name="Line 7"/>
            <p:cNvSpPr>
              <a:spLocks noChangeShapeType="1"/>
            </p:cNvSpPr>
            <p:nvPr/>
          </p:nvSpPr>
          <p:spPr bwMode="auto">
            <a:xfrm>
              <a:off x="1104" y="576"/>
              <a:ext cx="105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216" name="Line 8"/>
            <p:cNvSpPr>
              <a:spLocks noChangeShapeType="1"/>
            </p:cNvSpPr>
            <p:nvPr/>
          </p:nvSpPr>
          <p:spPr bwMode="auto">
            <a:xfrm>
              <a:off x="2160" y="576"/>
              <a:ext cx="0" cy="7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217" name="Line 9"/>
            <p:cNvSpPr>
              <a:spLocks noChangeShapeType="1"/>
            </p:cNvSpPr>
            <p:nvPr/>
          </p:nvSpPr>
          <p:spPr bwMode="auto">
            <a:xfrm>
              <a:off x="1152" y="1332"/>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218" name="Rectangle 10"/>
            <p:cNvSpPr>
              <a:spLocks noChangeArrowheads="1"/>
            </p:cNvSpPr>
            <p:nvPr/>
          </p:nvSpPr>
          <p:spPr bwMode="auto">
            <a:xfrm>
              <a:off x="2100" y="828"/>
              <a:ext cx="120" cy="288"/>
            </a:xfrm>
            <a:prstGeom prst="rect">
              <a:avLst/>
            </a:prstGeom>
            <a:solidFill>
              <a:schemeClr val="accent1"/>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4219" name="Rectangle 11"/>
            <p:cNvSpPr>
              <a:spLocks noChangeArrowheads="1"/>
            </p:cNvSpPr>
            <p:nvPr/>
          </p:nvSpPr>
          <p:spPr bwMode="auto">
            <a:xfrm rot="-5400000">
              <a:off x="1524" y="432"/>
              <a:ext cx="120" cy="288"/>
            </a:xfrm>
            <a:prstGeom prst="rect">
              <a:avLst/>
            </a:prstGeom>
            <a:solidFill>
              <a:schemeClr val="accent1"/>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4220" name="Text Box 12"/>
            <p:cNvSpPr txBox="1">
              <a:spLocks noChangeArrowheads="1"/>
            </p:cNvSpPr>
            <p:nvPr/>
          </p:nvSpPr>
          <p:spPr bwMode="auto">
            <a:xfrm>
              <a:off x="1026" y="468"/>
              <a:ext cx="11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kumimoji="1" lang="en-US" altLang="zh-CN" sz="2400" b="1">
                  <a:solidFill>
                    <a:schemeClr val="tx2"/>
                  </a:solidFill>
                  <a:latin typeface="Times New Roman" panose="02020603050405020304" pitchFamily="18" charset="0"/>
                  <a:sym typeface="Symbol" panose="05050102010706020507" pitchFamily="18" charset="2"/>
                </a:rPr>
                <a:t>º</a:t>
              </a:r>
            </a:p>
          </p:txBody>
        </p:sp>
        <p:sp>
          <p:nvSpPr>
            <p:cNvPr id="94221" name="AutoShape 13"/>
            <p:cNvSpPr>
              <a:spLocks noChangeArrowheads="1"/>
            </p:cNvSpPr>
            <p:nvPr/>
          </p:nvSpPr>
          <p:spPr bwMode="auto">
            <a:xfrm>
              <a:off x="1056" y="864"/>
              <a:ext cx="144" cy="240"/>
            </a:xfrm>
            <a:prstGeom prst="rightArrow">
              <a:avLst>
                <a:gd name="adj1" fmla="val 50000"/>
                <a:gd name="adj2" fmla="val 25000"/>
              </a:avLst>
            </a:prstGeom>
            <a:solidFill>
              <a:schemeClr val="accent1"/>
            </a:solidFill>
            <a:ln w="9525">
              <a:solidFill>
                <a:schemeClr val="tx1"/>
              </a:solidFill>
              <a:miter lim="800000"/>
              <a:headEnd/>
              <a:tailEnd/>
            </a:ln>
          </p:spPr>
          <p:txBody>
            <a:bodyPr wrap="none" anchor="ctr"/>
            <a:lstStyle/>
            <a:p>
              <a:endParaRPr lang="zh-CN" altLang="en-US"/>
            </a:p>
          </p:txBody>
        </p:sp>
        <p:sp>
          <p:nvSpPr>
            <p:cNvPr id="94222" name="Text Box 14"/>
            <p:cNvSpPr txBox="1">
              <a:spLocks noChangeArrowheads="1"/>
            </p:cNvSpPr>
            <p:nvPr/>
          </p:nvSpPr>
          <p:spPr bwMode="auto">
            <a:xfrm>
              <a:off x="1205" y="840"/>
              <a:ext cx="23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Z</a:t>
              </a:r>
            </a:p>
          </p:txBody>
        </p:sp>
        <p:sp>
          <p:nvSpPr>
            <p:cNvPr id="94223" name="Text Box 15"/>
            <p:cNvSpPr txBox="1">
              <a:spLocks noChangeArrowheads="1"/>
            </p:cNvSpPr>
            <p:nvPr/>
          </p:nvSpPr>
          <p:spPr bwMode="auto">
            <a:xfrm>
              <a:off x="1478" y="602"/>
              <a:ext cx="244"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R</a:t>
              </a:r>
            </a:p>
          </p:txBody>
        </p:sp>
        <p:sp>
          <p:nvSpPr>
            <p:cNvPr id="94224" name="Text Box 16"/>
            <p:cNvSpPr txBox="1">
              <a:spLocks noChangeArrowheads="1"/>
            </p:cNvSpPr>
            <p:nvPr/>
          </p:nvSpPr>
          <p:spPr bwMode="auto">
            <a:xfrm>
              <a:off x="2258" y="816"/>
              <a:ext cx="30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a:latin typeface="Times New Roman" panose="02020603050405020304" pitchFamily="18" charset="0"/>
                </a:rPr>
                <a:t>j</a:t>
              </a:r>
              <a:r>
                <a:rPr kumimoji="1" lang="en-US" altLang="zh-CN" sz="2400" b="1" i="1">
                  <a:latin typeface="Times New Roman" panose="02020603050405020304" pitchFamily="18" charset="0"/>
                </a:rPr>
                <a:t>X</a:t>
              </a:r>
            </a:p>
          </p:txBody>
        </p:sp>
      </p:grpSp>
      <p:grpSp>
        <p:nvGrpSpPr>
          <p:cNvPr id="94225" name="Group 17"/>
          <p:cNvGrpSpPr>
            <a:grpSpLocks/>
          </p:cNvGrpSpPr>
          <p:nvPr/>
        </p:nvGrpSpPr>
        <p:grpSpPr bwMode="auto">
          <a:xfrm>
            <a:off x="5051425" y="742950"/>
            <a:ext cx="2755900" cy="1600200"/>
            <a:chOff x="3372" y="468"/>
            <a:chExt cx="1736" cy="1008"/>
          </a:xfrm>
        </p:grpSpPr>
        <p:sp>
          <p:nvSpPr>
            <p:cNvPr id="94226" name="Line 18"/>
            <p:cNvSpPr>
              <a:spLocks noChangeShapeType="1"/>
            </p:cNvSpPr>
            <p:nvPr/>
          </p:nvSpPr>
          <p:spPr bwMode="auto">
            <a:xfrm>
              <a:off x="3456" y="576"/>
              <a:ext cx="12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227" name="Line 19"/>
            <p:cNvSpPr>
              <a:spLocks noChangeShapeType="1"/>
            </p:cNvSpPr>
            <p:nvPr/>
          </p:nvSpPr>
          <p:spPr bwMode="auto">
            <a:xfrm>
              <a:off x="3444" y="1296"/>
              <a:ext cx="12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228" name="Line 20"/>
            <p:cNvSpPr>
              <a:spLocks noChangeShapeType="1"/>
            </p:cNvSpPr>
            <p:nvPr/>
          </p:nvSpPr>
          <p:spPr bwMode="auto">
            <a:xfrm flipV="1">
              <a:off x="4692" y="576"/>
              <a:ext cx="0" cy="7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229" name="Rectangle 21"/>
            <p:cNvSpPr>
              <a:spLocks noChangeArrowheads="1"/>
            </p:cNvSpPr>
            <p:nvPr/>
          </p:nvSpPr>
          <p:spPr bwMode="auto">
            <a:xfrm>
              <a:off x="4644" y="792"/>
              <a:ext cx="120" cy="288"/>
            </a:xfrm>
            <a:prstGeom prst="rect">
              <a:avLst/>
            </a:prstGeom>
            <a:solidFill>
              <a:schemeClr val="accent1"/>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4230" name="Line 22"/>
            <p:cNvSpPr>
              <a:spLocks noChangeShapeType="1"/>
            </p:cNvSpPr>
            <p:nvPr/>
          </p:nvSpPr>
          <p:spPr bwMode="auto">
            <a:xfrm>
              <a:off x="4032" y="576"/>
              <a:ext cx="0" cy="720"/>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231" name="Rectangle 23"/>
            <p:cNvSpPr>
              <a:spLocks noChangeArrowheads="1"/>
            </p:cNvSpPr>
            <p:nvPr/>
          </p:nvSpPr>
          <p:spPr bwMode="auto">
            <a:xfrm>
              <a:off x="3972" y="768"/>
              <a:ext cx="120" cy="288"/>
            </a:xfrm>
            <a:prstGeom prst="rect">
              <a:avLst/>
            </a:prstGeom>
            <a:solidFill>
              <a:schemeClr val="accent1"/>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4232" name="Text Box 24"/>
            <p:cNvSpPr txBox="1">
              <a:spLocks noChangeArrowheads="1"/>
            </p:cNvSpPr>
            <p:nvPr/>
          </p:nvSpPr>
          <p:spPr bwMode="auto">
            <a:xfrm>
              <a:off x="3384" y="468"/>
              <a:ext cx="11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kumimoji="1" lang="en-US" altLang="zh-CN" sz="2400" b="1">
                  <a:solidFill>
                    <a:schemeClr val="tx2"/>
                  </a:solidFill>
                  <a:latin typeface="Times New Roman" panose="02020603050405020304" pitchFamily="18" charset="0"/>
                  <a:sym typeface="Symbol" panose="05050102010706020507" pitchFamily="18" charset="2"/>
                </a:rPr>
                <a:t>º</a:t>
              </a:r>
            </a:p>
          </p:txBody>
        </p:sp>
        <p:sp>
          <p:nvSpPr>
            <p:cNvPr id="94233" name="Text Box 25"/>
            <p:cNvSpPr txBox="1">
              <a:spLocks noChangeArrowheads="1"/>
            </p:cNvSpPr>
            <p:nvPr/>
          </p:nvSpPr>
          <p:spPr bwMode="auto">
            <a:xfrm>
              <a:off x="3372" y="1188"/>
              <a:ext cx="11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kumimoji="1" lang="en-US" altLang="zh-CN" sz="2400" b="1">
                  <a:solidFill>
                    <a:schemeClr val="tx2"/>
                  </a:solidFill>
                  <a:latin typeface="Times New Roman" panose="02020603050405020304" pitchFamily="18" charset="0"/>
                  <a:sym typeface="Symbol" panose="05050102010706020507" pitchFamily="18" charset="2"/>
                </a:rPr>
                <a:t>º</a:t>
              </a:r>
            </a:p>
          </p:txBody>
        </p:sp>
        <p:sp>
          <p:nvSpPr>
            <p:cNvPr id="94234" name="Text Box 26"/>
            <p:cNvSpPr txBox="1">
              <a:spLocks noChangeArrowheads="1"/>
            </p:cNvSpPr>
            <p:nvPr/>
          </p:nvSpPr>
          <p:spPr bwMode="auto">
            <a:xfrm>
              <a:off x="4080" y="768"/>
              <a:ext cx="255"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G</a:t>
              </a:r>
            </a:p>
          </p:txBody>
        </p:sp>
        <p:sp>
          <p:nvSpPr>
            <p:cNvPr id="94235" name="Text Box 27"/>
            <p:cNvSpPr txBox="1">
              <a:spLocks noChangeArrowheads="1"/>
            </p:cNvSpPr>
            <p:nvPr/>
          </p:nvSpPr>
          <p:spPr bwMode="auto">
            <a:xfrm>
              <a:off x="4800" y="816"/>
              <a:ext cx="308"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a:latin typeface="Times New Roman" panose="02020603050405020304" pitchFamily="18" charset="0"/>
                </a:rPr>
                <a:t>j</a:t>
              </a:r>
              <a:r>
                <a:rPr kumimoji="1" lang="en-US" altLang="zh-CN" sz="2400" b="1" i="1">
                  <a:latin typeface="Times New Roman" panose="02020603050405020304" pitchFamily="18" charset="0"/>
                </a:rPr>
                <a:t>B</a:t>
              </a:r>
            </a:p>
          </p:txBody>
        </p:sp>
        <p:sp>
          <p:nvSpPr>
            <p:cNvPr id="94236" name="AutoShape 28"/>
            <p:cNvSpPr>
              <a:spLocks noChangeArrowheads="1"/>
            </p:cNvSpPr>
            <p:nvPr/>
          </p:nvSpPr>
          <p:spPr bwMode="auto">
            <a:xfrm>
              <a:off x="3408" y="816"/>
              <a:ext cx="144" cy="240"/>
            </a:xfrm>
            <a:prstGeom prst="rightArrow">
              <a:avLst>
                <a:gd name="adj1" fmla="val 50000"/>
                <a:gd name="adj2" fmla="val 25000"/>
              </a:avLst>
            </a:prstGeom>
            <a:solidFill>
              <a:schemeClr val="accent1"/>
            </a:solidFill>
            <a:ln w="9525">
              <a:solidFill>
                <a:schemeClr val="tx1"/>
              </a:solidFill>
              <a:miter lim="800000"/>
              <a:headEnd/>
              <a:tailEnd/>
            </a:ln>
          </p:spPr>
          <p:txBody>
            <a:bodyPr wrap="none" anchor="ctr"/>
            <a:lstStyle/>
            <a:p>
              <a:endParaRPr lang="zh-CN" altLang="en-US"/>
            </a:p>
          </p:txBody>
        </p:sp>
        <p:sp>
          <p:nvSpPr>
            <p:cNvPr id="94237" name="Text Box 29"/>
            <p:cNvSpPr txBox="1">
              <a:spLocks noChangeArrowheads="1"/>
            </p:cNvSpPr>
            <p:nvPr/>
          </p:nvSpPr>
          <p:spPr bwMode="auto">
            <a:xfrm>
              <a:off x="3552" y="816"/>
              <a:ext cx="23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Y</a:t>
              </a:r>
            </a:p>
          </p:txBody>
        </p:sp>
      </p:grpSp>
      <p:sp>
        <p:nvSpPr>
          <p:cNvPr id="94238" name="AutoShape 30"/>
          <p:cNvSpPr>
            <a:spLocks noChangeArrowheads="1"/>
          </p:cNvSpPr>
          <p:nvPr/>
        </p:nvSpPr>
        <p:spPr bwMode="auto">
          <a:xfrm>
            <a:off x="4191000" y="1371600"/>
            <a:ext cx="609600" cy="228600"/>
          </a:xfrm>
          <a:prstGeom prst="rightArrow">
            <a:avLst>
              <a:gd name="adj1" fmla="val 50000"/>
              <a:gd name="adj2" fmla="val 66667"/>
            </a:avLst>
          </a:prstGeom>
          <a:solidFill>
            <a:srgbClr val="FF0000"/>
          </a:solidFill>
          <a:ln w="9525">
            <a:solidFill>
              <a:srgbClr val="FF66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94239" name="Object 31"/>
          <p:cNvGraphicFramePr>
            <a:graphicFrameLocks noChangeAspect="1"/>
          </p:cNvGraphicFramePr>
          <p:nvPr/>
        </p:nvGraphicFramePr>
        <p:xfrm>
          <a:off x="3614738" y="2387600"/>
          <a:ext cx="3800475" cy="514350"/>
        </p:xfrm>
        <a:graphic>
          <a:graphicData uri="http://schemas.openxmlformats.org/presentationml/2006/ole">
            <mc:AlternateContent xmlns:mc="http://schemas.openxmlformats.org/markup-compatibility/2006">
              <mc:Choice xmlns:v="urn:schemas-microsoft-com:vml" Requires="v">
                <p:oleObj spid="_x0000_s70881" name="公式" r:id="rId6" imgW="1866600" imgH="253800" progId="Equation.3">
                  <p:embed/>
                </p:oleObj>
              </mc:Choice>
              <mc:Fallback>
                <p:oleObj name="公式" r:id="rId6" imgW="1866600" imgH="253800" progId="Equation.3">
                  <p:embed/>
                  <p:pic>
                    <p:nvPicPr>
                      <p:cNvPr id="94239" name="Object 3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14738" y="2387600"/>
                        <a:ext cx="3800475"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240" name="Object 32"/>
          <p:cNvGraphicFramePr>
            <a:graphicFrameLocks noChangeAspect="1"/>
          </p:cNvGraphicFramePr>
          <p:nvPr/>
        </p:nvGraphicFramePr>
        <p:xfrm>
          <a:off x="279400" y="3086100"/>
          <a:ext cx="4860925" cy="774700"/>
        </p:xfrm>
        <a:graphic>
          <a:graphicData uri="http://schemas.openxmlformats.org/presentationml/2006/ole">
            <mc:AlternateContent xmlns:mc="http://schemas.openxmlformats.org/markup-compatibility/2006">
              <mc:Choice xmlns:v="urn:schemas-microsoft-com:vml" Requires="v">
                <p:oleObj spid="_x0000_s70882" name="公式" r:id="rId8" imgW="2387520" imgH="380880" progId="Equation.3">
                  <p:embed/>
                </p:oleObj>
              </mc:Choice>
              <mc:Fallback>
                <p:oleObj name="公式" r:id="rId8" imgW="2387520" imgH="380880" progId="Equation.3">
                  <p:embed/>
                  <p:pic>
                    <p:nvPicPr>
                      <p:cNvPr id="94240" name="Object 3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9400" y="3086100"/>
                        <a:ext cx="4860925" cy="774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241" name="Object 33"/>
          <p:cNvGraphicFramePr>
            <a:graphicFrameLocks noChangeAspect="1"/>
          </p:cNvGraphicFramePr>
          <p:nvPr/>
        </p:nvGraphicFramePr>
        <p:xfrm>
          <a:off x="685800" y="4157663"/>
          <a:ext cx="4059238" cy="617537"/>
        </p:xfrm>
        <a:graphic>
          <a:graphicData uri="http://schemas.openxmlformats.org/presentationml/2006/ole">
            <mc:AlternateContent xmlns:mc="http://schemas.openxmlformats.org/markup-compatibility/2006">
              <mc:Choice xmlns:v="urn:schemas-microsoft-com:vml" Requires="v">
                <p:oleObj spid="_x0000_s70883" name="公式" r:id="rId10" imgW="1993680" imgH="304560" progId="Equation.3">
                  <p:embed/>
                </p:oleObj>
              </mc:Choice>
              <mc:Fallback>
                <p:oleObj name="公式" r:id="rId10" imgW="1993680" imgH="304560" progId="Equation.3">
                  <p:embed/>
                  <p:pic>
                    <p:nvPicPr>
                      <p:cNvPr id="94241" name="Object 3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5800" y="4157663"/>
                        <a:ext cx="4059238" cy="617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242" name="Object 34"/>
          <p:cNvGraphicFramePr>
            <a:graphicFrameLocks noChangeAspect="1"/>
          </p:cNvGraphicFramePr>
          <p:nvPr/>
        </p:nvGraphicFramePr>
        <p:xfrm>
          <a:off x="5584825" y="3910013"/>
          <a:ext cx="3101975" cy="852487"/>
        </p:xfrm>
        <a:graphic>
          <a:graphicData uri="http://schemas.openxmlformats.org/presentationml/2006/ole">
            <mc:AlternateContent xmlns:mc="http://schemas.openxmlformats.org/markup-compatibility/2006">
              <mc:Choice xmlns:v="urn:schemas-microsoft-com:vml" Requires="v">
                <p:oleObj spid="_x0000_s70884" name="公式" r:id="rId12" imgW="1523880" imgH="419040" progId="Equation.3">
                  <p:embed/>
                </p:oleObj>
              </mc:Choice>
              <mc:Fallback>
                <p:oleObj name="公式" r:id="rId12" imgW="1523880" imgH="419040" progId="Equation.3">
                  <p:embed/>
                  <p:pic>
                    <p:nvPicPr>
                      <p:cNvPr id="94242" name="Object 3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584825" y="3910013"/>
                        <a:ext cx="3101975" cy="852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4243" name="Object 35"/>
          <p:cNvGraphicFramePr>
            <a:graphicFrameLocks noChangeAspect="1"/>
          </p:cNvGraphicFramePr>
          <p:nvPr/>
        </p:nvGraphicFramePr>
        <p:xfrm>
          <a:off x="5773738" y="3048000"/>
          <a:ext cx="1289050" cy="798513"/>
        </p:xfrm>
        <a:graphic>
          <a:graphicData uri="http://schemas.openxmlformats.org/presentationml/2006/ole">
            <mc:AlternateContent xmlns:mc="http://schemas.openxmlformats.org/markup-compatibility/2006">
              <mc:Choice xmlns:v="urn:schemas-microsoft-com:vml" Requires="v">
                <p:oleObj spid="_x0000_s70885" name="公式" r:id="rId14" imgW="634680" imgH="393480" progId="Equation.3">
                  <p:embed/>
                </p:oleObj>
              </mc:Choice>
              <mc:Fallback>
                <p:oleObj name="公式" r:id="rId14" imgW="634680" imgH="393480" progId="Equation.3">
                  <p:embed/>
                  <p:pic>
                    <p:nvPicPr>
                      <p:cNvPr id="94243" name="Object 3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773738" y="3048000"/>
                        <a:ext cx="1289050" cy="798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5361557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3" fill="hold" grpId="0" nodeType="afterEffect">
                                  <p:stCondLst>
                                    <p:cond delay="0"/>
                                  </p:stCondLst>
                                  <p:childTnLst>
                                    <p:set>
                                      <p:cBhvr>
                                        <p:cTn id="6" dur="1" fill="hold">
                                          <p:stCondLst>
                                            <p:cond delay="0"/>
                                          </p:stCondLst>
                                        </p:cTn>
                                        <p:tgtEl>
                                          <p:spTgt spid="94210"/>
                                        </p:tgtEl>
                                        <p:attrNameLst>
                                          <p:attrName>style.visibility</p:attrName>
                                        </p:attrNameLst>
                                      </p:cBhvr>
                                      <p:to>
                                        <p:strVal val="visible"/>
                                      </p:to>
                                    </p:set>
                                    <p:anim calcmode="lin" valueType="num">
                                      <p:cBhvr additive="base">
                                        <p:cTn id="7" dur="500" fill="hold"/>
                                        <p:tgtEl>
                                          <p:spTgt spid="94210"/>
                                        </p:tgtEl>
                                        <p:attrNameLst>
                                          <p:attrName>ppt_x</p:attrName>
                                        </p:attrNameLst>
                                      </p:cBhvr>
                                      <p:tavLst>
                                        <p:tav tm="0">
                                          <p:val>
                                            <p:strVal val="1+#ppt_w/2"/>
                                          </p:val>
                                        </p:tav>
                                        <p:tav tm="100000">
                                          <p:val>
                                            <p:strVal val="#ppt_x"/>
                                          </p:val>
                                        </p:tav>
                                      </p:tavLst>
                                    </p:anim>
                                    <p:anim calcmode="lin" valueType="num">
                                      <p:cBhvr additive="base">
                                        <p:cTn id="8" dur="500" fill="hold"/>
                                        <p:tgtEl>
                                          <p:spTgt spid="94210"/>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nodeType="clickEffect">
                                  <p:stCondLst>
                                    <p:cond delay="0"/>
                                  </p:stCondLst>
                                  <p:childTnLst>
                                    <p:set>
                                      <p:cBhvr>
                                        <p:cTn id="12" dur="1" fill="hold">
                                          <p:stCondLst>
                                            <p:cond delay="0"/>
                                          </p:stCondLst>
                                        </p:cTn>
                                        <p:tgtEl>
                                          <p:spTgt spid="94213"/>
                                        </p:tgtEl>
                                        <p:attrNameLst>
                                          <p:attrName>style.visibility</p:attrName>
                                        </p:attrNameLst>
                                      </p:cBhvr>
                                      <p:to>
                                        <p:strVal val="visible"/>
                                      </p:to>
                                    </p:set>
                                    <p:anim calcmode="lin" valueType="num">
                                      <p:cBhvr>
                                        <p:cTn id="13" dur="500" fill="hold"/>
                                        <p:tgtEl>
                                          <p:spTgt spid="94213"/>
                                        </p:tgtEl>
                                        <p:attrNameLst>
                                          <p:attrName>ppt_w</p:attrName>
                                        </p:attrNameLst>
                                      </p:cBhvr>
                                      <p:tavLst>
                                        <p:tav tm="0">
                                          <p:val>
                                            <p:fltVal val="0"/>
                                          </p:val>
                                        </p:tav>
                                        <p:tav tm="100000">
                                          <p:val>
                                            <p:strVal val="#ppt_w"/>
                                          </p:val>
                                        </p:tav>
                                      </p:tavLst>
                                    </p:anim>
                                    <p:anim calcmode="lin" valueType="num">
                                      <p:cBhvr>
                                        <p:cTn id="14" dur="500" fill="hold"/>
                                        <p:tgtEl>
                                          <p:spTgt spid="94213"/>
                                        </p:tgtEl>
                                        <p:attrNameLst>
                                          <p:attrName>ppt_h</p:attrName>
                                        </p:attrNameLst>
                                      </p:cBhvr>
                                      <p:tavLst>
                                        <p:tav tm="0">
                                          <p:val>
                                            <p:fltVal val="0"/>
                                          </p:val>
                                        </p:tav>
                                        <p:tav tm="100000">
                                          <p:val>
                                            <p:strVal val="#ppt_h"/>
                                          </p:val>
                                        </p:tav>
                                      </p:tavLst>
                                    </p:anim>
                                  </p:childTnLst>
                                </p:cTn>
                              </p:par>
                            </p:childTnLst>
                          </p:cTn>
                        </p:par>
                        <p:par>
                          <p:cTn id="15" fill="hold" nodeType="afterGroup">
                            <p:stCondLst>
                              <p:cond delay="500"/>
                            </p:stCondLst>
                            <p:childTnLst>
                              <p:par>
                                <p:cTn id="16" presetID="1" presetClass="entr" presetSubtype="0" fill="hold" nodeType="afterEffect">
                                  <p:stCondLst>
                                    <p:cond delay="0"/>
                                  </p:stCondLst>
                                  <p:childTnLst>
                                    <p:set>
                                      <p:cBhvr>
                                        <p:cTn id="17" dur="1" fill="hold">
                                          <p:stCondLst>
                                            <p:cond delay="499"/>
                                          </p:stCondLst>
                                        </p:cTn>
                                        <p:tgtEl>
                                          <p:spTgt spid="94238"/>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23" presetClass="entr" presetSubtype="16" fill="hold" nodeType="clickEffect">
                                  <p:stCondLst>
                                    <p:cond delay="0"/>
                                  </p:stCondLst>
                                  <p:childTnLst>
                                    <p:set>
                                      <p:cBhvr>
                                        <p:cTn id="21" dur="1" fill="hold">
                                          <p:stCondLst>
                                            <p:cond delay="0"/>
                                          </p:stCondLst>
                                        </p:cTn>
                                        <p:tgtEl>
                                          <p:spTgt spid="94225"/>
                                        </p:tgtEl>
                                        <p:attrNameLst>
                                          <p:attrName>style.visibility</p:attrName>
                                        </p:attrNameLst>
                                      </p:cBhvr>
                                      <p:to>
                                        <p:strVal val="visible"/>
                                      </p:to>
                                    </p:set>
                                    <p:anim calcmode="lin" valueType="num">
                                      <p:cBhvr>
                                        <p:cTn id="22" dur="500" fill="hold"/>
                                        <p:tgtEl>
                                          <p:spTgt spid="94225"/>
                                        </p:tgtEl>
                                        <p:attrNameLst>
                                          <p:attrName>ppt_w</p:attrName>
                                        </p:attrNameLst>
                                      </p:cBhvr>
                                      <p:tavLst>
                                        <p:tav tm="0">
                                          <p:val>
                                            <p:fltVal val="0"/>
                                          </p:val>
                                        </p:tav>
                                        <p:tav tm="100000">
                                          <p:val>
                                            <p:strVal val="#ppt_w"/>
                                          </p:val>
                                        </p:tav>
                                      </p:tavLst>
                                    </p:anim>
                                    <p:anim calcmode="lin" valueType="num">
                                      <p:cBhvr>
                                        <p:cTn id="23" dur="500" fill="hold"/>
                                        <p:tgtEl>
                                          <p:spTgt spid="94225"/>
                                        </p:tgtEl>
                                        <p:attrNameLst>
                                          <p:attrName>ppt_h</p:attrName>
                                        </p:attrNameLst>
                                      </p:cBhvr>
                                      <p:tavLst>
                                        <p:tav tm="0">
                                          <p:val>
                                            <p:fltVal val="0"/>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4" presetClass="entr" presetSubtype="10" fill="hold" nodeType="clickEffect">
                                  <p:stCondLst>
                                    <p:cond delay="0"/>
                                  </p:stCondLst>
                                  <p:childTnLst>
                                    <p:set>
                                      <p:cBhvr>
                                        <p:cTn id="27" dur="1" fill="hold">
                                          <p:stCondLst>
                                            <p:cond delay="0"/>
                                          </p:stCondLst>
                                        </p:cTn>
                                        <p:tgtEl>
                                          <p:spTgt spid="94211"/>
                                        </p:tgtEl>
                                        <p:attrNameLst>
                                          <p:attrName>style.visibility</p:attrName>
                                        </p:attrNameLst>
                                      </p:cBhvr>
                                      <p:to>
                                        <p:strVal val="visible"/>
                                      </p:to>
                                    </p:set>
                                    <p:animEffect transition="in" filter="randombar(horizontal)">
                                      <p:cBhvr>
                                        <p:cTn id="28" dur="500"/>
                                        <p:tgtEl>
                                          <p:spTgt spid="9421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4" presetClass="entr" presetSubtype="10" fill="hold" nodeType="clickEffect">
                                  <p:stCondLst>
                                    <p:cond delay="0"/>
                                  </p:stCondLst>
                                  <p:childTnLst>
                                    <p:set>
                                      <p:cBhvr>
                                        <p:cTn id="32" dur="1" fill="hold">
                                          <p:stCondLst>
                                            <p:cond delay="0"/>
                                          </p:stCondLst>
                                        </p:cTn>
                                        <p:tgtEl>
                                          <p:spTgt spid="94239"/>
                                        </p:tgtEl>
                                        <p:attrNameLst>
                                          <p:attrName>style.visibility</p:attrName>
                                        </p:attrNameLst>
                                      </p:cBhvr>
                                      <p:to>
                                        <p:strVal val="visible"/>
                                      </p:to>
                                    </p:set>
                                    <p:animEffect transition="in" filter="randombar(horizontal)">
                                      <p:cBhvr>
                                        <p:cTn id="33" dur="500"/>
                                        <p:tgtEl>
                                          <p:spTgt spid="9423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4" presetClass="entr" presetSubtype="10" fill="hold" nodeType="clickEffect">
                                  <p:stCondLst>
                                    <p:cond delay="0"/>
                                  </p:stCondLst>
                                  <p:childTnLst>
                                    <p:set>
                                      <p:cBhvr>
                                        <p:cTn id="37" dur="1" fill="hold">
                                          <p:stCondLst>
                                            <p:cond delay="0"/>
                                          </p:stCondLst>
                                        </p:cTn>
                                        <p:tgtEl>
                                          <p:spTgt spid="94243"/>
                                        </p:tgtEl>
                                        <p:attrNameLst>
                                          <p:attrName>style.visibility</p:attrName>
                                        </p:attrNameLst>
                                      </p:cBhvr>
                                      <p:to>
                                        <p:strVal val="visible"/>
                                      </p:to>
                                    </p:set>
                                    <p:animEffect transition="in" filter="randombar(horizontal)">
                                      <p:cBhvr>
                                        <p:cTn id="38" dur="500"/>
                                        <p:tgtEl>
                                          <p:spTgt spid="94243"/>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4" presetClass="entr" presetSubtype="10" fill="hold" nodeType="clickEffect">
                                  <p:stCondLst>
                                    <p:cond delay="0"/>
                                  </p:stCondLst>
                                  <p:childTnLst>
                                    <p:set>
                                      <p:cBhvr>
                                        <p:cTn id="42" dur="1" fill="hold">
                                          <p:stCondLst>
                                            <p:cond delay="0"/>
                                          </p:stCondLst>
                                        </p:cTn>
                                        <p:tgtEl>
                                          <p:spTgt spid="94242"/>
                                        </p:tgtEl>
                                        <p:attrNameLst>
                                          <p:attrName>style.visibility</p:attrName>
                                        </p:attrNameLst>
                                      </p:cBhvr>
                                      <p:to>
                                        <p:strVal val="visible"/>
                                      </p:to>
                                    </p:set>
                                    <p:animEffect transition="in" filter="randombar(horizontal)">
                                      <p:cBhvr>
                                        <p:cTn id="43" dur="500"/>
                                        <p:tgtEl>
                                          <p:spTgt spid="94242"/>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4" presetClass="entr" presetSubtype="10" fill="hold" nodeType="clickEffect">
                                  <p:stCondLst>
                                    <p:cond delay="0"/>
                                  </p:stCondLst>
                                  <p:childTnLst>
                                    <p:set>
                                      <p:cBhvr>
                                        <p:cTn id="47" dur="1" fill="hold">
                                          <p:stCondLst>
                                            <p:cond delay="0"/>
                                          </p:stCondLst>
                                        </p:cTn>
                                        <p:tgtEl>
                                          <p:spTgt spid="94240"/>
                                        </p:tgtEl>
                                        <p:attrNameLst>
                                          <p:attrName>style.visibility</p:attrName>
                                        </p:attrNameLst>
                                      </p:cBhvr>
                                      <p:to>
                                        <p:strVal val="visible"/>
                                      </p:to>
                                    </p:set>
                                    <p:animEffect transition="in" filter="randombar(horizontal)">
                                      <p:cBhvr>
                                        <p:cTn id="48" dur="500"/>
                                        <p:tgtEl>
                                          <p:spTgt spid="94240"/>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4" presetClass="entr" presetSubtype="10" fill="hold" nodeType="clickEffect">
                                  <p:stCondLst>
                                    <p:cond delay="0"/>
                                  </p:stCondLst>
                                  <p:childTnLst>
                                    <p:set>
                                      <p:cBhvr>
                                        <p:cTn id="52" dur="1" fill="hold">
                                          <p:stCondLst>
                                            <p:cond delay="0"/>
                                          </p:stCondLst>
                                        </p:cTn>
                                        <p:tgtEl>
                                          <p:spTgt spid="94241"/>
                                        </p:tgtEl>
                                        <p:attrNameLst>
                                          <p:attrName>style.visibility</p:attrName>
                                        </p:attrNameLst>
                                      </p:cBhvr>
                                      <p:to>
                                        <p:strVal val="visible"/>
                                      </p:to>
                                    </p:set>
                                    <p:animEffect transition="in" filter="randombar(horizontal)">
                                      <p:cBhvr>
                                        <p:cTn id="53" dur="500"/>
                                        <p:tgtEl>
                                          <p:spTgt spid="94241"/>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94212"/>
                                        </p:tgtEl>
                                        <p:attrNameLst>
                                          <p:attrName>style.visibility</p:attrName>
                                        </p:attrNameLst>
                                      </p:cBhvr>
                                      <p:to>
                                        <p:strVal val="visible"/>
                                      </p:to>
                                    </p:set>
                                    <p:anim calcmode="lin" valueType="num">
                                      <p:cBhvr additive="base">
                                        <p:cTn id="58" dur="500" fill="hold"/>
                                        <p:tgtEl>
                                          <p:spTgt spid="94212"/>
                                        </p:tgtEl>
                                        <p:attrNameLst>
                                          <p:attrName>ppt_x</p:attrName>
                                        </p:attrNameLst>
                                      </p:cBhvr>
                                      <p:tavLst>
                                        <p:tav tm="0">
                                          <p:val>
                                            <p:strVal val="#ppt_x"/>
                                          </p:val>
                                        </p:tav>
                                        <p:tav tm="100000">
                                          <p:val>
                                            <p:strVal val="#ppt_x"/>
                                          </p:val>
                                        </p:tav>
                                      </p:tavLst>
                                    </p:anim>
                                    <p:anim calcmode="lin" valueType="num">
                                      <p:cBhvr additive="base">
                                        <p:cTn id="59" dur="500" fill="hold"/>
                                        <p:tgtEl>
                                          <p:spTgt spid="942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0" grpId="0" autoUpdateAnimBg="0"/>
      <p:bldP spid="94212"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2"/>
          <p:cNvSpPr txBox="1">
            <a:spLocks noChangeArrowheads="1"/>
          </p:cNvSpPr>
          <p:nvPr/>
        </p:nvSpPr>
        <p:spPr bwMode="auto">
          <a:xfrm>
            <a:off x="228600" y="228600"/>
            <a:ext cx="2687638"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spcBef>
                <a:spcPct val="0"/>
              </a:spcBef>
            </a:pPr>
            <a:r>
              <a:rPr kumimoji="1" lang="en-US" altLang="zh-CN" sz="2400" b="1">
                <a:solidFill>
                  <a:srgbClr val="FF0000"/>
                </a:solidFill>
                <a:latin typeface="Times New Roman" panose="02020603050405020304" pitchFamily="18" charset="0"/>
              </a:rPr>
              <a:t>4.   </a:t>
            </a:r>
            <a:r>
              <a:rPr kumimoji="1" lang="zh-CN" altLang="en-US" sz="2400" b="1">
                <a:solidFill>
                  <a:srgbClr val="FF0000"/>
                </a:solidFill>
                <a:latin typeface="Times New Roman" panose="02020603050405020304" pitchFamily="18" charset="0"/>
              </a:rPr>
              <a:t>阻抗串、并联</a:t>
            </a:r>
          </a:p>
        </p:txBody>
      </p:sp>
      <p:graphicFrame>
        <p:nvGraphicFramePr>
          <p:cNvPr id="96259" name="Object 3"/>
          <p:cNvGraphicFramePr>
            <a:graphicFrameLocks noChangeAspect="1"/>
          </p:cNvGraphicFramePr>
          <p:nvPr/>
        </p:nvGraphicFramePr>
        <p:xfrm>
          <a:off x="3200400" y="228600"/>
          <a:ext cx="4527550" cy="1811338"/>
        </p:xfrm>
        <a:graphic>
          <a:graphicData uri="http://schemas.openxmlformats.org/presentationml/2006/ole">
            <mc:AlternateContent xmlns:mc="http://schemas.openxmlformats.org/markup-compatibility/2006">
              <mc:Choice xmlns:v="urn:schemas-microsoft-com:vml" Requires="v">
                <p:oleObj spid="_x0000_s71867" name="Equation" r:id="rId4" imgW="2286000" imgH="914400" progId="Equation.3">
                  <p:embed/>
                </p:oleObj>
              </mc:Choice>
              <mc:Fallback>
                <p:oleObj name="Equation" r:id="rId4" imgW="2286000" imgH="914400" progId="Equation.3">
                  <p:embed/>
                  <p:pic>
                    <p:nvPicPr>
                      <p:cNvPr id="9625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0400" y="228600"/>
                        <a:ext cx="4527550" cy="1811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60" name="Object 4"/>
          <p:cNvGraphicFramePr>
            <a:graphicFrameLocks noChangeAspect="1"/>
          </p:cNvGraphicFramePr>
          <p:nvPr/>
        </p:nvGraphicFramePr>
        <p:xfrm>
          <a:off x="4476750" y="3789363"/>
          <a:ext cx="4394200" cy="1133475"/>
        </p:xfrm>
        <a:graphic>
          <a:graphicData uri="http://schemas.openxmlformats.org/presentationml/2006/ole">
            <mc:AlternateContent xmlns:mc="http://schemas.openxmlformats.org/markup-compatibility/2006">
              <mc:Choice xmlns:v="urn:schemas-microsoft-com:vml" Requires="v">
                <p:oleObj spid="_x0000_s71868" name="Equation" r:id="rId6" imgW="2361960" imgH="609480" progId="Equation.DSMT4">
                  <p:embed/>
                </p:oleObj>
              </mc:Choice>
              <mc:Fallback>
                <p:oleObj name="Equation" r:id="rId6" imgW="2361960" imgH="609480" progId="Equation.DSMT4">
                  <p:embed/>
                  <p:pic>
                    <p:nvPicPr>
                      <p:cNvPr id="9626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76750" y="3789363"/>
                        <a:ext cx="4394200" cy="1133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61" name="Object 5"/>
          <p:cNvGraphicFramePr>
            <a:graphicFrameLocks noChangeAspect="1"/>
          </p:cNvGraphicFramePr>
          <p:nvPr/>
        </p:nvGraphicFramePr>
        <p:xfrm>
          <a:off x="4406900" y="2173288"/>
          <a:ext cx="3613150" cy="874712"/>
        </p:xfrm>
        <a:graphic>
          <a:graphicData uri="http://schemas.openxmlformats.org/presentationml/2006/ole">
            <mc:AlternateContent xmlns:mc="http://schemas.openxmlformats.org/markup-compatibility/2006">
              <mc:Choice xmlns:v="urn:schemas-microsoft-com:vml" Requires="v">
                <p:oleObj spid="_x0000_s71869" name="公式" r:id="rId8" imgW="1828800" imgH="444240" progId="Equation.3">
                  <p:embed/>
                </p:oleObj>
              </mc:Choice>
              <mc:Fallback>
                <p:oleObj name="公式" r:id="rId8" imgW="1828800" imgH="444240" progId="Equation.3">
                  <p:embed/>
                  <p:pic>
                    <p:nvPicPr>
                      <p:cNvPr id="96261"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06900" y="2173288"/>
                        <a:ext cx="3613150" cy="874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62" name="Object 6"/>
          <p:cNvGraphicFramePr>
            <a:graphicFrameLocks noChangeAspect="1"/>
          </p:cNvGraphicFramePr>
          <p:nvPr/>
        </p:nvGraphicFramePr>
        <p:xfrm>
          <a:off x="4505325" y="2992438"/>
          <a:ext cx="3305175" cy="752475"/>
        </p:xfrm>
        <a:graphic>
          <a:graphicData uri="http://schemas.openxmlformats.org/presentationml/2006/ole">
            <mc:AlternateContent xmlns:mc="http://schemas.openxmlformats.org/markup-compatibility/2006">
              <mc:Choice xmlns:v="urn:schemas-microsoft-com:vml" Requires="v">
                <p:oleObj spid="_x0000_s71870" name="公式" r:id="rId10" imgW="1777680" imgH="406080" progId="Equation.3">
                  <p:embed/>
                </p:oleObj>
              </mc:Choice>
              <mc:Fallback>
                <p:oleObj name="公式" r:id="rId10" imgW="1777680" imgH="406080" progId="Equation.3">
                  <p:embed/>
                  <p:pic>
                    <p:nvPicPr>
                      <p:cNvPr id="96262"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05325" y="2992438"/>
                        <a:ext cx="3305175" cy="752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263" name="Object 7"/>
          <p:cNvGraphicFramePr>
            <a:graphicFrameLocks noChangeAspect="1"/>
          </p:cNvGraphicFramePr>
          <p:nvPr/>
        </p:nvGraphicFramePr>
        <p:xfrm>
          <a:off x="3694113" y="5189538"/>
          <a:ext cx="4973637" cy="876300"/>
        </p:xfrm>
        <a:graphic>
          <a:graphicData uri="http://schemas.openxmlformats.org/presentationml/2006/ole">
            <mc:AlternateContent xmlns:mc="http://schemas.openxmlformats.org/markup-compatibility/2006">
              <mc:Choice xmlns:v="urn:schemas-microsoft-com:vml" Requires="v">
                <p:oleObj spid="_x0000_s71871" name="公式" r:id="rId12" imgW="2666880" imgH="469800" progId="Equation.3">
                  <p:embed/>
                </p:oleObj>
              </mc:Choice>
              <mc:Fallback>
                <p:oleObj name="公式" r:id="rId12" imgW="2666880" imgH="469800" progId="Equation.3">
                  <p:embed/>
                  <p:pic>
                    <p:nvPicPr>
                      <p:cNvPr id="96263"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94113" y="5189538"/>
                        <a:ext cx="4973637" cy="876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6264" name="Group 8"/>
          <p:cNvGrpSpPr>
            <a:grpSpLocks/>
          </p:cNvGrpSpPr>
          <p:nvPr/>
        </p:nvGrpSpPr>
        <p:grpSpPr bwMode="auto">
          <a:xfrm>
            <a:off x="250825" y="2060575"/>
            <a:ext cx="3413125" cy="3613150"/>
            <a:chOff x="176" y="1436"/>
            <a:chExt cx="2150" cy="2276"/>
          </a:xfrm>
        </p:grpSpPr>
        <p:sp>
          <p:nvSpPr>
            <p:cNvPr id="96265" name="Text Box 9"/>
            <p:cNvSpPr txBox="1">
              <a:spLocks noChangeArrowheads="1"/>
            </p:cNvSpPr>
            <p:nvPr/>
          </p:nvSpPr>
          <p:spPr bwMode="auto">
            <a:xfrm>
              <a:off x="176" y="1436"/>
              <a:ext cx="2150" cy="9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zh-CN" altLang="en-US" sz="2400" b="1" dirty="0">
                  <a:solidFill>
                    <a:srgbClr val="0000FF"/>
                  </a:solidFill>
                  <a:latin typeface="Times New Roman" panose="02020603050405020304" pitchFamily="18" charset="0"/>
                </a:rPr>
                <a:t>例</a:t>
              </a:r>
              <a:r>
                <a:rPr kumimoji="1" lang="en-US" altLang="zh-CN" sz="2400" b="1" dirty="0">
                  <a:solidFill>
                    <a:srgbClr val="FF0000"/>
                  </a:solidFill>
                  <a:latin typeface="Times New Roman" panose="02020603050405020304" pitchFamily="18" charset="0"/>
                </a:rPr>
                <a:t>    </a:t>
              </a:r>
              <a:r>
                <a:rPr kumimoji="1" lang="zh-CN" altLang="en-US" sz="2400" b="1" dirty="0">
                  <a:latin typeface="Times New Roman" panose="02020603050405020304" pitchFamily="18" charset="0"/>
                </a:rPr>
                <a:t>已知 </a:t>
              </a:r>
              <a:r>
                <a:rPr kumimoji="1" lang="en-US" altLang="zh-CN" sz="2400" b="1" i="1" dirty="0">
                  <a:latin typeface="Times New Roman" panose="02020603050405020304" pitchFamily="18" charset="0"/>
                </a:rPr>
                <a:t>Z</a:t>
              </a:r>
              <a:r>
                <a:rPr kumimoji="1" lang="en-US" altLang="zh-CN" sz="2400" b="1" baseline="-25000" dirty="0">
                  <a:latin typeface="Times New Roman" panose="02020603050405020304" pitchFamily="18" charset="0"/>
                </a:rPr>
                <a:t>1</a:t>
              </a:r>
              <a:r>
                <a:rPr kumimoji="1" lang="en-US" altLang="zh-CN" sz="2400" b="1" dirty="0">
                  <a:latin typeface="Times New Roman" panose="02020603050405020304" pitchFamily="18" charset="0"/>
                </a:rPr>
                <a:t>=10+j6.28</a:t>
              </a:r>
              <a:r>
                <a:rPr kumimoji="1" lang="en-US" altLang="zh-CN" sz="2400" b="1" dirty="0">
                  <a:latin typeface="Times New Roman" panose="02020603050405020304" pitchFamily="18" charset="0"/>
                  <a:sym typeface="Symbol" panose="05050102010706020507" pitchFamily="18" charset="2"/>
                </a:rPr>
                <a:t></a:t>
              </a:r>
              <a:endParaRPr kumimoji="1" lang="en-US" altLang="zh-CN" sz="2400" b="1" dirty="0">
                <a:latin typeface="Times New Roman" panose="02020603050405020304" pitchFamily="18" charset="0"/>
              </a:endParaRPr>
            </a:p>
            <a:p>
              <a:pPr algn="l">
                <a:spcBef>
                  <a:spcPct val="0"/>
                </a:spcBef>
              </a:pPr>
              <a:r>
                <a:rPr kumimoji="1" lang="en-US" altLang="zh-CN" sz="2400" b="1" i="1" dirty="0">
                  <a:latin typeface="Times New Roman" panose="02020603050405020304" pitchFamily="18" charset="0"/>
                </a:rPr>
                <a:t>                 Z</a:t>
              </a:r>
              <a:r>
                <a:rPr kumimoji="1" lang="en-US" altLang="zh-CN" sz="2400" b="1" baseline="-25000" dirty="0">
                  <a:latin typeface="Times New Roman" panose="02020603050405020304" pitchFamily="18" charset="0"/>
                </a:rPr>
                <a:t>2</a:t>
              </a:r>
              <a:r>
                <a:rPr kumimoji="1" lang="en-US" altLang="zh-CN" sz="2400" b="1" dirty="0">
                  <a:latin typeface="Times New Roman" panose="02020603050405020304" pitchFamily="18" charset="0"/>
                </a:rPr>
                <a:t>=20</a:t>
              </a:r>
              <a:r>
                <a:rPr kumimoji="1" lang="en-US" altLang="zh-CN" sz="2400" b="1" dirty="0">
                  <a:latin typeface="宋体" panose="02010600030101010101" pitchFamily="2" charset="-122"/>
                </a:rPr>
                <a:t>-</a:t>
              </a:r>
              <a:r>
                <a:rPr kumimoji="1" lang="en-US" altLang="zh-CN" sz="2400" b="1" dirty="0">
                  <a:latin typeface="Times New Roman" panose="02020603050405020304" pitchFamily="18" charset="0"/>
                </a:rPr>
                <a:t>j31.9 </a:t>
              </a:r>
              <a:r>
                <a:rPr kumimoji="1" lang="en-US" altLang="zh-CN" sz="2400" b="1" dirty="0">
                  <a:latin typeface="Times New Roman" panose="02020603050405020304" pitchFamily="18" charset="0"/>
                  <a:sym typeface="Symbol" panose="05050102010706020507" pitchFamily="18" charset="2"/>
                </a:rPr>
                <a:t></a:t>
              </a:r>
              <a:endParaRPr kumimoji="1" lang="en-US" altLang="zh-CN" sz="2400" b="1" dirty="0">
                <a:latin typeface="Times New Roman" panose="02020603050405020304" pitchFamily="18" charset="0"/>
              </a:endParaRPr>
            </a:p>
            <a:p>
              <a:pPr algn="l">
                <a:spcBef>
                  <a:spcPct val="0"/>
                </a:spcBef>
              </a:pPr>
              <a:r>
                <a:rPr kumimoji="1" lang="en-US" altLang="zh-CN" sz="2400" b="1" dirty="0">
                  <a:latin typeface="Times New Roman" panose="02020603050405020304" pitchFamily="18" charset="0"/>
                </a:rPr>
                <a:t>                 Z</a:t>
              </a:r>
              <a:r>
                <a:rPr kumimoji="1" lang="en-US" altLang="zh-CN" sz="2400" b="1" baseline="-25000" dirty="0">
                  <a:latin typeface="Times New Roman" panose="02020603050405020304" pitchFamily="18" charset="0"/>
                </a:rPr>
                <a:t>3</a:t>
              </a:r>
              <a:r>
                <a:rPr kumimoji="1" lang="en-US" altLang="zh-CN" sz="2400" b="1" dirty="0">
                  <a:latin typeface="Times New Roman" panose="02020603050405020304" pitchFamily="18" charset="0"/>
                </a:rPr>
                <a:t>=15+j15.7 </a:t>
              </a:r>
              <a:r>
                <a:rPr kumimoji="1" lang="en-US" altLang="zh-CN" sz="2400" b="1" dirty="0">
                  <a:latin typeface="Times New Roman" panose="02020603050405020304" pitchFamily="18" charset="0"/>
                  <a:sym typeface="Symbol" panose="05050102010706020507" pitchFamily="18" charset="2"/>
                </a:rPr>
                <a:t></a:t>
              </a:r>
              <a:endParaRPr kumimoji="1" lang="en-US" altLang="zh-CN" sz="2400" b="1" dirty="0">
                <a:latin typeface="Times New Roman" panose="02020603050405020304" pitchFamily="18" charset="0"/>
              </a:endParaRPr>
            </a:p>
            <a:p>
              <a:pPr algn="l">
                <a:spcBef>
                  <a:spcPct val="0"/>
                </a:spcBef>
              </a:pPr>
              <a:r>
                <a:rPr kumimoji="1" lang="en-US" altLang="zh-CN" sz="2400" b="1" dirty="0">
                  <a:latin typeface="Times New Roman" panose="02020603050405020304" pitchFamily="18" charset="0"/>
                </a:rPr>
                <a:t>         </a:t>
              </a:r>
              <a:r>
                <a:rPr kumimoji="1" lang="zh-CN" altLang="en-US" sz="2400" b="1" dirty="0">
                  <a:latin typeface="Times New Roman" panose="02020603050405020304" pitchFamily="18" charset="0"/>
                </a:rPr>
                <a:t>求</a:t>
              </a:r>
              <a:r>
                <a:rPr kumimoji="1" lang="zh-CN" altLang="en-US" sz="2400" b="1" i="1" dirty="0">
                  <a:latin typeface="Times New Roman" panose="02020603050405020304" pitchFamily="18" charset="0"/>
                </a:rPr>
                <a:t> </a:t>
              </a:r>
              <a:r>
                <a:rPr kumimoji="1" lang="en-US" altLang="zh-CN" sz="2400" b="1" i="1" dirty="0" err="1">
                  <a:latin typeface="Times New Roman" panose="02020603050405020304" pitchFamily="18" charset="0"/>
                </a:rPr>
                <a:t>Z</a:t>
              </a:r>
              <a:r>
                <a:rPr kumimoji="1" lang="en-US" altLang="zh-CN" sz="2400" b="1" baseline="-25000" dirty="0" err="1">
                  <a:latin typeface="Times New Roman" panose="02020603050405020304" pitchFamily="18" charset="0"/>
                </a:rPr>
                <a:t>ab</a:t>
              </a:r>
              <a:r>
                <a:rPr kumimoji="1" lang="zh-CN" altLang="en-US" sz="2400" b="1" dirty="0">
                  <a:latin typeface="Times New Roman" panose="02020603050405020304" pitchFamily="18" charset="0"/>
                </a:rPr>
                <a:t>。</a:t>
              </a:r>
              <a:endParaRPr kumimoji="1" lang="zh-CN" altLang="en-US" sz="2400" b="1" baseline="-25000" dirty="0">
                <a:latin typeface="Times New Roman" panose="02020603050405020304" pitchFamily="18" charset="0"/>
              </a:endParaRPr>
            </a:p>
          </p:txBody>
        </p:sp>
        <p:grpSp>
          <p:nvGrpSpPr>
            <p:cNvPr id="96266" name="Group 10"/>
            <p:cNvGrpSpPr>
              <a:grpSpLocks/>
            </p:cNvGrpSpPr>
            <p:nvPr/>
          </p:nvGrpSpPr>
          <p:grpSpPr bwMode="auto">
            <a:xfrm>
              <a:off x="304" y="2550"/>
              <a:ext cx="2013" cy="1162"/>
              <a:chOff x="304" y="2550"/>
              <a:chExt cx="2013" cy="1162"/>
            </a:xfrm>
          </p:grpSpPr>
          <p:grpSp>
            <p:nvGrpSpPr>
              <p:cNvPr id="96267" name="Group 11"/>
              <p:cNvGrpSpPr>
                <a:grpSpLocks/>
              </p:cNvGrpSpPr>
              <p:nvPr/>
            </p:nvGrpSpPr>
            <p:grpSpPr bwMode="auto">
              <a:xfrm>
                <a:off x="304" y="2550"/>
                <a:ext cx="2013" cy="1162"/>
                <a:chOff x="304" y="2550"/>
                <a:chExt cx="2013" cy="1162"/>
              </a:xfrm>
            </p:grpSpPr>
            <p:sp>
              <p:nvSpPr>
                <p:cNvPr id="96268" name="Text Box 12"/>
                <p:cNvSpPr txBox="1">
                  <a:spLocks noChangeArrowheads="1"/>
                </p:cNvSpPr>
                <p:nvPr/>
              </p:nvSpPr>
              <p:spPr bwMode="auto">
                <a:xfrm>
                  <a:off x="460" y="2608"/>
                  <a:ext cx="11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kumimoji="1" lang="en-US" altLang="zh-CN" sz="2400" b="1">
                      <a:solidFill>
                        <a:schemeClr val="tx2"/>
                      </a:solidFill>
                      <a:latin typeface="Times New Roman" panose="02020603050405020304" pitchFamily="18" charset="0"/>
                      <a:sym typeface="Symbol" panose="05050102010706020507" pitchFamily="18" charset="2"/>
                    </a:rPr>
                    <a:t>º</a:t>
                  </a:r>
                </a:p>
              </p:txBody>
            </p:sp>
            <p:sp>
              <p:nvSpPr>
                <p:cNvPr id="96269" name="Line 13"/>
                <p:cNvSpPr>
                  <a:spLocks noChangeShapeType="1"/>
                </p:cNvSpPr>
                <p:nvPr/>
              </p:nvSpPr>
              <p:spPr bwMode="auto">
                <a:xfrm>
                  <a:off x="532" y="2716"/>
                  <a:ext cx="14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70" name="Line 14"/>
                <p:cNvSpPr>
                  <a:spLocks noChangeShapeType="1"/>
                </p:cNvSpPr>
                <p:nvPr/>
              </p:nvSpPr>
              <p:spPr bwMode="auto">
                <a:xfrm>
                  <a:off x="532" y="3532"/>
                  <a:ext cx="14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71" name="Line 15"/>
                <p:cNvSpPr>
                  <a:spLocks noChangeShapeType="1"/>
                </p:cNvSpPr>
                <p:nvPr/>
              </p:nvSpPr>
              <p:spPr bwMode="auto">
                <a:xfrm>
                  <a:off x="1972" y="2716"/>
                  <a:ext cx="0" cy="8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72" name="Line 16"/>
                <p:cNvSpPr>
                  <a:spLocks noChangeShapeType="1"/>
                </p:cNvSpPr>
                <p:nvPr/>
              </p:nvSpPr>
              <p:spPr bwMode="auto">
                <a:xfrm>
                  <a:off x="1396" y="2716"/>
                  <a:ext cx="0" cy="816"/>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273" name="Rectangle 17"/>
                <p:cNvSpPr>
                  <a:spLocks noChangeArrowheads="1"/>
                </p:cNvSpPr>
                <p:nvPr/>
              </p:nvSpPr>
              <p:spPr bwMode="auto">
                <a:xfrm>
                  <a:off x="1912" y="2956"/>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6274" name="Rectangle 18"/>
                <p:cNvSpPr>
                  <a:spLocks noChangeArrowheads="1"/>
                </p:cNvSpPr>
                <p:nvPr/>
              </p:nvSpPr>
              <p:spPr bwMode="auto">
                <a:xfrm>
                  <a:off x="1336" y="2956"/>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6275" name="Text Box 19"/>
                <p:cNvSpPr txBox="1">
                  <a:spLocks noChangeArrowheads="1"/>
                </p:cNvSpPr>
                <p:nvPr/>
              </p:nvSpPr>
              <p:spPr bwMode="auto">
                <a:xfrm>
                  <a:off x="466" y="3424"/>
                  <a:ext cx="11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kumimoji="1" lang="en-US" altLang="zh-CN" sz="2400" b="1">
                      <a:solidFill>
                        <a:schemeClr val="tx2"/>
                      </a:solidFill>
                      <a:latin typeface="Times New Roman" panose="02020603050405020304" pitchFamily="18" charset="0"/>
                      <a:sym typeface="Symbol" panose="05050102010706020507" pitchFamily="18" charset="2"/>
                    </a:rPr>
                    <a:t>º</a:t>
                  </a:r>
                </a:p>
              </p:txBody>
            </p:sp>
            <p:sp>
              <p:nvSpPr>
                <p:cNvPr id="96276" name="Text Box 20"/>
                <p:cNvSpPr txBox="1">
                  <a:spLocks noChangeArrowheads="1"/>
                </p:cNvSpPr>
                <p:nvPr/>
              </p:nvSpPr>
              <p:spPr bwMode="auto">
                <a:xfrm>
                  <a:off x="2020" y="2956"/>
                  <a:ext cx="29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Z</a:t>
                  </a:r>
                  <a:r>
                    <a:rPr kumimoji="1" lang="en-US" altLang="zh-CN" sz="2400" b="1" baseline="-25000">
                      <a:latin typeface="Times New Roman" panose="02020603050405020304" pitchFamily="18" charset="0"/>
                    </a:rPr>
                    <a:t>1</a:t>
                  </a:r>
                  <a:endParaRPr kumimoji="1" lang="en-US" altLang="zh-CN" sz="2400" b="1">
                    <a:latin typeface="Times New Roman" panose="02020603050405020304" pitchFamily="18" charset="0"/>
                  </a:endParaRPr>
                </a:p>
              </p:txBody>
            </p:sp>
            <p:sp>
              <p:nvSpPr>
                <p:cNvPr id="96277" name="Text Box 21"/>
                <p:cNvSpPr txBox="1">
                  <a:spLocks noChangeArrowheads="1"/>
                </p:cNvSpPr>
                <p:nvPr/>
              </p:nvSpPr>
              <p:spPr bwMode="auto">
                <a:xfrm>
                  <a:off x="1445" y="2956"/>
                  <a:ext cx="29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Z</a:t>
                  </a:r>
                  <a:r>
                    <a:rPr kumimoji="1" lang="en-US" altLang="zh-CN" sz="2400" b="1" baseline="-25000">
                      <a:latin typeface="Times New Roman" panose="02020603050405020304" pitchFamily="18" charset="0"/>
                    </a:rPr>
                    <a:t>2</a:t>
                  </a:r>
                  <a:endParaRPr kumimoji="1" lang="en-US" altLang="zh-CN" sz="2400" b="1">
                    <a:latin typeface="Times New Roman" panose="02020603050405020304" pitchFamily="18" charset="0"/>
                  </a:endParaRPr>
                </a:p>
              </p:txBody>
            </p:sp>
            <p:sp>
              <p:nvSpPr>
                <p:cNvPr id="96278" name="Text Box 22"/>
                <p:cNvSpPr txBox="1">
                  <a:spLocks noChangeArrowheads="1"/>
                </p:cNvSpPr>
                <p:nvPr/>
              </p:nvSpPr>
              <p:spPr bwMode="auto">
                <a:xfrm>
                  <a:off x="820" y="2716"/>
                  <a:ext cx="297"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i="1">
                      <a:latin typeface="Times New Roman" panose="02020603050405020304" pitchFamily="18" charset="0"/>
                    </a:rPr>
                    <a:t>Z</a:t>
                  </a:r>
                  <a:r>
                    <a:rPr kumimoji="1" lang="en-US" altLang="zh-CN" sz="2400" b="1" baseline="-25000">
                      <a:latin typeface="Times New Roman" panose="02020603050405020304" pitchFamily="18" charset="0"/>
                    </a:rPr>
                    <a:t>3</a:t>
                  </a:r>
                  <a:endParaRPr kumimoji="1" lang="en-US" altLang="zh-CN" sz="2400" b="1">
                    <a:latin typeface="Times New Roman" panose="02020603050405020304" pitchFamily="18" charset="0"/>
                  </a:endParaRPr>
                </a:p>
              </p:txBody>
            </p:sp>
            <p:sp>
              <p:nvSpPr>
                <p:cNvPr id="96279" name="Text Box 23"/>
                <p:cNvSpPr txBox="1">
                  <a:spLocks noChangeArrowheads="1"/>
                </p:cNvSpPr>
                <p:nvPr/>
              </p:nvSpPr>
              <p:spPr bwMode="auto">
                <a:xfrm>
                  <a:off x="306" y="2550"/>
                  <a:ext cx="212"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a:latin typeface="Times New Roman" panose="02020603050405020304" pitchFamily="18" charset="0"/>
                    </a:rPr>
                    <a:t>a</a:t>
                  </a:r>
                </a:p>
              </p:txBody>
            </p:sp>
            <p:sp>
              <p:nvSpPr>
                <p:cNvPr id="96280" name="Text Box 24"/>
                <p:cNvSpPr txBox="1">
                  <a:spLocks noChangeArrowheads="1"/>
                </p:cNvSpPr>
                <p:nvPr/>
              </p:nvSpPr>
              <p:spPr bwMode="auto">
                <a:xfrm>
                  <a:off x="304" y="3388"/>
                  <a:ext cx="223" cy="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l">
                    <a:spcBef>
                      <a:spcPct val="0"/>
                    </a:spcBef>
                  </a:pPr>
                  <a:r>
                    <a:rPr kumimoji="1" lang="en-US" altLang="zh-CN" sz="2400" b="1">
                      <a:latin typeface="Times New Roman" panose="02020603050405020304" pitchFamily="18" charset="0"/>
                    </a:rPr>
                    <a:t>b</a:t>
                  </a:r>
                </a:p>
              </p:txBody>
            </p:sp>
          </p:grpSp>
          <p:sp>
            <p:nvSpPr>
              <p:cNvPr id="96281" name="Rectangle 25"/>
              <p:cNvSpPr>
                <a:spLocks noChangeArrowheads="1"/>
              </p:cNvSpPr>
              <p:nvPr/>
            </p:nvSpPr>
            <p:spPr bwMode="auto">
              <a:xfrm rot="-5400000">
                <a:off x="896" y="2580"/>
                <a:ext cx="120" cy="288"/>
              </a:xfrm>
              <a:prstGeom prst="rect">
                <a:avLst/>
              </a:prstGeom>
              <a:solidFill>
                <a:schemeClr val="accent1"/>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spTree>
    <p:extLst>
      <p:ext uri="{BB962C8B-B14F-4D97-AF65-F5344CB8AC3E}">
        <p14:creationId xmlns:p14="http://schemas.microsoft.com/office/powerpoint/2010/main" val="9975479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nodeType="clickEffect">
                                  <p:stCondLst>
                                    <p:cond delay="0"/>
                                  </p:stCondLst>
                                  <p:childTnLst>
                                    <p:set>
                                      <p:cBhvr>
                                        <p:cTn id="6" dur="1" fill="hold">
                                          <p:stCondLst>
                                            <p:cond delay="0"/>
                                          </p:stCondLst>
                                        </p:cTn>
                                        <p:tgtEl>
                                          <p:spTgt spid="96259"/>
                                        </p:tgtEl>
                                        <p:attrNameLst>
                                          <p:attrName>style.visibility</p:attrName>
                                        </p:attrNameLst>
                                      </p:cBhvr>
                                      <p:to>
                                        <p:strVal val="visible"/>
                                      </p:to>
                                    </p:set>
                                    <p:animEffect transition="in" filter="blinds(vertical)">
                                      <p:cBhvr>
                                        <p:cTn id="7" dur="500"/>
                                        <p:tgtEl>
                                          <p:spTgt spid="962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6264"/>
                                        </p:tgtEl>
                                        <p:attrNameLst>
                                          <p:attrName>style.visibility</p:attrName>
                                        </p:attrNameLst>
                                      </p:cBhvr>
                                      <p:to>
                                        <p:strVal val="visible"/>
                                      </p:to>
                                    </p:set>
                                    <p:animEffect transition="in" filter="wipe(left)">
                                      <p:cBhvr>
                                        <p:cTn id="12" dur="500"/>
                                        <p:tgtEl>
                                          <p:spTgt spid="962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96261"/>
                                        </p:tgtEl>
                                        <p:attrNameLst>
                                          <p:attrName>style.visibility</p:attrName>
                                        </p:attrNameLst>
                                      </p:cBhvr>
                                      <p:to>
                                        <p:strVal val="visible"/>
                                      </p:to>
                                    </p:set>
                                    <p:animEffect transition="in" filter="blinds(horizontal)">
                                      <p:cBhvr>
                                        <p:cTn id="17" dur="500"/>
                                        <p:tgtEl>
                                          <p:spTgt spid="9626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96262"/>
                                        </p:tgtEl>
                                        <p:attrNameLst>
                                          <p:attrName>style.visibility</p:attrName>
                                        </p:attrNameLst>
                                      </p:cBhvr>
                                      <p:to>
                                        <p:strVal val="visible"/>
                                      </p:to>
                                    </p:set>
                                    <p:animEffect transition="in" filter="blinds(horizontal)">
                                      <p:cBhvr>
                                        <p:cTn id="22" dur="500"/>
                                        <p:tgtEl>
                                          <p:spTgt spid="9626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96260"/>
                                        </p:tgtEl>
                                        <p:attrNameLst>
                                          <p:attrName>style.visibility</p:attrName>
                                        </p:attrNameLst>
                                      </p:cBhvr>
                                      <p:to>
                                        <p:strVal val="visible"/>
                                      </p:to>
                                    </p:set>
                                    <p:animEffect transition="in" filter="blinds(horizontal)">
                                      <p:cBhvr>
                                        <p:cTn id="27" dur="500"/>
                                        <p:tgtEl>
                                          <p:spTgt spid="9626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96263"/>
                                        </p:tgtEl>
                                        <p:attrNameLst>
                                          <p:attrName>style.visibility</p:attrName>
                                        </p:attrNameLst>
                                      </p:cBhvr>
                                      <p:to>
                                        <p:strVal val="visible"/>
                                      </p:to>
                                    </p:set>
                                    <p:animEffect transition="in" filter="blinds(horizontal)">
                                      <p:cBhvr>
                                        <p:cTn id="32" dur="500"/>
                                        <p:tgtEl>
                                          <p:spTgt spid="962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a:spLocks noChangeArrowheads="1"/>
          </p:cNvSpPr>
          <p:nvPr/>
        </p:nvSpPr>
        <p:spPr bwMode="auto">
          <a:xfrm>
            <a:off x="357188" y="431800"/>
            <a:ext cx="974725" cy="523220"/>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dirty="0">
                <a:latin typeface="Times New Roman" panose="02020603050405020304" pitchFamily="18" charset="0"/>
                <a:ea typeface="宋体" panose="02010600030101010101" pitchFamily="2" charset="-122"/>
              </a:rPr>
              <a:t>例</a:t>
            </a:r>
            <a:endParaRPr kumimoji="1" lang="en-US" altLang="zh-CN" sz="2800" b="0" dirty="0">
              <a:latin typeface="Times New Roman" panose="02020603050405020304" pitchFamily="18" charset="0"/>
              <a:ea typeface="宋体" panose="02010600030101010101" pitchFamily="2" charset="-122"/>
            </a:endParaRPr>
          </a:p>
        </p:txBody>
      </p:sp>
      <p:sp>
        <p:nvSpPr>
          <p:cNvPr id="52227" name="Text Box 3"/>
          <p:cNvSpPr txBox="1">
            <a:spLocks noChangeArrowheads="1"/>
          </p:cNvSpPr>
          <p:nvPr/>
        </p:nvSpPr>
        <p:spPr bwMode="auto">
          <a:xfrm>
            <a:off x="1116013" y="476250"/>
            <a:ext cx="698500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a:t>求图示电路的等效阻抗，</a:t>
            </a:r>
            <a:r>
              <a:rPr kumimoji="1" lang="zh-CN" altLang="en-US" sz="2800">
                <a:ea typeface="宋体" panose="02010600030101010101" pitchFamily="2" charset="-122"/>
              </a:rPr>
              <a:t> </a:t>
            </a:r>
            <a:r>
              <a:rPr kumimoji="1" lang="zh-CN" altLang="en-US" sz="2800" b="0" i="1">
                <a:ea typeface="仿宋_GB2312" pitchFamily="49" charset="-122"/>
                <a:sym typeface="Symbol" panose="05050102010706020507" pitchFamily="18" charset="2"/>
              </a:rPr>
              <a:t></a:t>
            </a:r>
            <a:r>
              <a:rPr kumimoji="1" lang="zh-CN" altLang="en-US" sz="2800" b="0">
                <a:ea typeface="仿宋_GB2312" pitchFamily="49" charset="-122"/>
                <a:sym typeface="Symbol" panose="05050102010706020507" pitchFamily="18" charset="2"/>
              </a:rPr>
              <a:t>＝</a:t>
            </a:r>
            <a:r>
              <a:rPr kumimoji="1" lang="en-US" altLang="zh-CN" sz="2800" b="0">
                <a:ea typeface="仿宋_GB2312" pitchFamily="49" charset="-122"/>
              </a:rPr>
              <a:t>10</a:t>
            </a:r>
            <a:r>
              <a:rPr kumimoji="1" lang="en-US" altLang="zh-CN" sz="2800" b="0" baseline="30000">
                <a:ea typeface="仿宋_GB2312" pitchFamily="49" charset="-122"/>
              </a:rPr>
              <a:t>5</a:t>
            </a:r>
            <a:r>
              <a:rPr kumimoji="1" lang="en-US" altLang="zh-CN" sz="2800" b="0">
                <a:ea typeface="仿宋_GB2312" pitchFamily="49" charset="-122"/>
              </a:rPr>
              <a:t>rad/s</a:t>
            </a:r>
            <a:r>
              <a:rPr kumimoji="1" lang="en-US" altLang="zh-CN" sz="2800">
                <a:latin typeface="Arial" panose="020B0604020202020204" pitchFamily="34" charset="0"/>
                <a:ea typeface="仿宋_GB2312" pitchFamily="49" charset="-122"/>
              </a:rPr>
              <a:t> </a:t>
            </a:r>
            <a:r>
              <a:rPr kumimoji="1" lang="zh-CN" altLang="en-US" sz="2800">
                <a:ea typeface="宋体" panose="02010600030101010101" pitchFamily="2" charset="-122"/>
              </a:rPr>
              <a:t>。</a:t>
            </a:r>
          </a:p>
        </p:txBody>
      </p:sp>
      <p:sp>
        <p:nvSpPr>
          <p:cNvPr id="52228" name="Text Box 4"/>
          <p:cNvSpPr txBox="1">
            <a:spLocks noChangeArrowheads="1"/>
          </p:cNvSpPr>
          <p:nvPr/>
        </p:nvSpPr>
        <p:spPr bwMode="auto">
          <a:xfrm>
            <a:off x="395288" y="1341438"/>
            <a:ext cx="545342" cy="523220"/>
          </a:xfrm>
          <a:prstGeom prst="rect">
            <a:avLst/>
          </a:prstGeom>
          <a:solidFill>
            <a:srgbClr val="99003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solidFill>
                  <a:schemeClr val="bg1"/>
                </a:solidFill>
                <a:latin typeface="Times New Roman" panose="02020603050405020304" pitchFamily="18" charset="0"/>
                <a:ea typeface="宋体" panose="02010600030101010101" pitchFamily="2" charset="-122"/>
              </a:rPr>
              <a:t>解</a:t>
            </a:r>
          </a:p>
        </p:txBody>
      </p:sp>
      <p:sp>
        <p:nvSpPr>
          <p:cNvPr id="52229" name="Text Box 5"/>
          <p:cNvSpPr txBox="1">
            <a:spLocks noChangeArrowheads="1"/>
          </p:cNvSpPr>
          <p:nvPr/>
        </p:nvSpPr>
        <p:spPr bwMode="auto">
          <a:xfrm>
            <a:off x="1187450" y="1341438"/>
            <a:ext cx="2881313"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a:latin typeface="Times New Roman" panose="02020603050405020304" pitchFamily="18" charset="0"/>
              </a:rPr>
              <a:t>感抗和容抗为：</a:t>
            </a:r>
          </a:p>
        </p:txBody>
      </p:sp>
      <p:graphicFrame>
        <p:nvGraphicFramePr>
          <p:cNvPr id="52230" name="Object 6"/>
          <p:cNvGraphicFramePr>
            <a:graphicFrameLocks noChangeAspect="1"/>
          </p:cNvGraphicFramePr>
          <p:nvPr>
            <p:extLst>
              <p:ext uri="{D42A27DB-BD31-4B8C-83A1-F6EECF244321}">
                <p14:modId xmlns:p14="http://schemas.microsoft.com/office/powerpoint/2010/main" val="755772583"/>
              </p:ext>
            </p:extLst>
          </p:nvPr>
        </p:nvGraphicFramePr>
        <p:xfrm>
          <a:off x="916167" y="4238626"/>
          <a:ext cx="6545262" cy="1435100"/>
        </p:xfrm>
        <a:graphic>
          <a:graphicData uri="http://schemas.openxmlformats.org/presentationml/2006/ole">
            <mc:AlternateContent xmlns:mc="http://schemas.openxmlformats.org/markup-compatibility/2006">
              <mc:Choice xmlns:v="urn:schemas-microsoft-com:vml" Requires="v">
                <p:oleObj spid="_x0000_s118843" name="Equation" r:id="rId4" imgW="3060360" imgH="660240" progId="Equation.DSMT4">
                  <p:embed/>
                </p:oleObj>
              </mc:Choice>
              <mc:Fallback>
                <p:oleObj name="Equation" r:id="rId4" imgW="3060360" imgH="660240" progId="Equation.DSMT4">
                  <p:embed/>
                  <p:pic>
                    <p:nvPicPr>
                      <p:cNvPr id="52230" name="Object 6"/>
                      <p:cNvPicPr>
                        <a:picLocks noChangeAspect="1" noChangeArrowheads="1"/>
                      </p:cNvPicPr>
                      <p:nvPr/>
                    </p:nvPicPr>
                    <p:blipFill>
                      <a:blip r:embed="rId5"/>
                      <a:srcRect/>
                      <a:stretch>
                        <a:fillRect/>
                      </a:stretch>
                    </p:blipFill>
                    <p:spPr bwMode="auto">
                      <a:xfrm>
                        <a:off x="916167" y="4238626"/>
                        <a:ext cx="6545262" cy="1435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31" name="Object 7"/>
          <p:cNvGraphicFramePr>
            <a:graphicFrameLocks noChangeAspect="1"/>
          </p:cNvGraphicFramePr>
          <p:nvPr>
            <p:extLst>
              <p:ext uri="{D42A27DB-BD31-4B8C-83A1-F6EECF244321}">
                <p14:modId xmlns:p14="http://schemas.microsoft.com/office/powerpoint/2010/main" val="1747456543"/>
              </p:ext>
            </p:extLst>
          </p:nvPr>
        </p:nvGraphicFramePr>
        <p:xfrm>
          <a:off x="885825" y="2289175"/>
          <a:ext cx="3921125" cy="477838"/>
        </p:xfrm>
        <a:graphic>
          <a:graphicData uri="http://schemas.openxmlformats.org/presentationml/2006/ole">
            <mc:AlternateContent xmlns:mc="http://schemas.openxmlformats.org/markup-compatibility/2006">
              <mc:Choice xmlns:v="urn:schemas-microsoft-com:vml" Requires="v">
                <p:oleObj spid="_x0000_s118844" name="Equation" r:id="rId6" imgW="1993680" imgH="241200" progId="Equation.DSMT4">
                  <p:embed/>
                </p:oleObj>
              </mc:Choice>
              <mc:Fallback>
                <p:oleObj name="Equation" r:id="rId6" imgW="1993680" imgH="241200" progId="Equation.DSMT4">
                  <p:embed/>
                  <p:pic>
                    <p:nvPicPr>
                      <p:cNvPr id="52231" name="Object 7"/>
                      <p:cNvPicPr>
                        <a:picLocks noChangeAspect="1" noChangeArrowheads="1"/>
                      </p:cNvPicPr>
                      <p:nvPr/>
                    </p:nvPicPr>
                    <p:blipFill>
                      <a:blip r:embed="rId7"/>
                      <a:srcRect/>
                      <a:stretch>
                        <a:fillRect/>
                      </a:stretch>
                    </p:blipFill>
                    <p:spPr bwMode="auto">
                      <a:xfrm>
                        <a:off x="885825" y="2289175"/>
                        <a:ext cx="3921125" cy="47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257" name="Object 33"/>
          <p:cNvGraphicFramePr>
            <a:graphicFrameLocks noChangeAspect="1"/>
          </p:cNvGraphicFramePr>
          <p:nvPr>
            <p:extLst>
              <p:ext uri="{D42A27DB-BD31-4B8C-83A1-F6EECF244321}">
                <p14:modId xmlns:p14="http://schemas.microsoft.com/office/powerpoint/2010/main" val="2118742530"/>
              </p:ext>
            </p:extLst>
          </p:nvPr>
        </p:nvGraphicFramePr>
        <p:xfrm>
          <a:off x="866777" y="3086100"/>
          <a:ext cx="4222750" cy="777875"/>
        </p:xfrm>
        <a:graphic>
          <a:graphicData uri="http://schemas.openxmlformats.org/presentationml/2006/ole">
            <mc:AlternateContent xmlns:mc="http://schemas.openxmlformats.org/markup-compatibility/2006">
              <mc:Choice xmlns:v="urn:schemas-microsoft-com:vml" Requires="v">
                <p:oleObj spid="_x0000_s118845" name="Equation" r:id="rId8" imgW="2145960" imgH="393480" progId="Equation.DSMT4">
                  <p:embed/>
                </p:oleObj>
              </mc:Choice>
              <mc:Fallback>
                <p:oleObj name="Equation" r:id="rId8" imgW="2145960" imgH="393480" progId="Equation.DSMT4">
                  <p:embed/>
                  <p:pic>
                    <p:nvPicPr>
                      <p:cNvPr id="52257" name="Object 33"/>
                      <p:cNvPicPr>
                        <a:picLocks noChangeAspect="1" noChangeArrowheads="1"/>
                      </p:cNvPicPr>
                      <p:nvPr/>
                    </p:nvPicPr>
                    <p:blipFill>
                      <a:blip r:embed="rId9"/>
                      <a:srcRect/>
                      <a:stretch>
                        <a:fillRect/>
                      </a:stretch>
                    </p:blipFill>
                    <p:spPr bwMode="auto">
                      <a:xfrm>
                        <a:off x="866777" y="3086100"/>
                        <a:ext cx="4222750" cy="7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2275" name="Group 51"/>
          <p:cNvGrpSpPr>
            <a:grpSpLocks/>
          </p:cNvGrpSpPr>
          <p:nvPr/>
        </p:nvGrpSpPr>
        <p:grpSpPr bwMode="auto">
          <a:xfrm>
            <a:off x="5364163" y="908050"/>
            <a:ext cx="3562351" cy="2268538"/>
            <a:chOff x="1020" y="2160"/>
            <a:chExt cx="2244" cy="1429"/>
          </a:xfrm>
        </p:grpSpPr>
        <p:sp>
          <p:nvSpPr>
            <p:cNvPr id="52276" name="Line 52"/>
            <p:cNvSpPr>
              <a:spLocks noChangeShapeType="1"/>
            </p:cNvSpPr>
            <p:nvPr/>
          </p:nvSpPr>
          <p:spPr bwMode="auto">
            <a:xfrm>
              <a:off x="1837" y="3203"/>
              <a:ext cx="0" cy="359"/>
            </a:xfrm>
            <a:prstGeom prst="line">
              <a:avLst/>
            </a:prstGeom>
            <a:noFill/>
            <a:ln w="28575">
              <a:solidFill>
                <a:srgbClr val="FFCC00"/>
              </a:solidFill>
              <a:round/>
              <a:headEnd/>
              <a:tailEnd type="oval"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2277" name="Line 53"/>
            <p:cNvSpPr>
              <a:spLocks noChangeShapeType="1"/>
            </p:cNvSpPr>
            <p:nvPr/>
          </p:nvSpPr>
          <p:spPr bwMode="auto">
            <a:xfrm>
              <a:off x="1837" y="2523"/>
              <a:ext cx="0" cy="272"/>
            </a:xfrm>
            <a:prstGeom prst="line">
              <a:avLst/>
            </a:prstGeom>
            <a:noFill/>
            <a:ln w="28575">
              <a:solidFill>
                <a:srgbClr val="FFCC00"/>
              </a:solidFill>
              <a:round/>
              <a:headEnd type="oval" w="med" len="me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2278" name="Text Box 54"/>
            <p:cNvSpPr txBox="1">
              <a:spLocks noChangeArrowheads="1"/>
            </p:cNvSpPr>
            <p:nvPr/>
          </p:nvSpPr>
          <p:spPr bwMode="auto">
            <a:xfrm>
              <a:off x="1247" y="2886"/>
              <a:ext cx="569" cy="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a:latin typeface="Times New Roman" panose="02020603050405020304" pitchFamily="18" charset="0"/>
                  <a:ea typeface="宋体" panose="02010600030101010101" pitchFamily="2" charset="-122"/>
                </a:rPr>
                <a:t>1mH</a:t>
              </a:r>
            </a:p>
          </p:txBody>
        </p:sp>
        <p:sp>
          <p:nvSpPr>
            <p:cNvPr id="52279" name="Oval 55"/>
            <p:cNvSpPr>
              <a:spLocks noChangeArrowheads="1"/>
            </p:cNvSpPr>
            <p:nvPr/>
          </p:nvSpPr>
          <p:spPr bwMode="auto">
            <a:xfrm>
              <a:off x="1020" y="2478"/>
              <a:ext cx="68" cy="68"/>
            </a:xfrm>
            <a:prstGeom prst="ellipse">
              <a:avLst/>
            </a:prstGeom>
            <a:noFill/>
            <a:ln w="38100">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52280" name="Oval 56"/>
            <p:cNvSpPr>
              <a:spLocks noChangeArrowheads="1"/>
            </p:cNvSpPr>
            <p:nvPr/>
          </p:nvSpPr>
          <p:spPr bwMode="auto">
            <a:xfrm>
              <a:off x="1020" y="3521"/>
              <a:ext cx="68" cy="68"/>
            </a:xfrm>
            <a:prstGeom prst="ellipse">
              <a:avLst/>
            </a:prstGeom>
            <a:noFill/>
            <a:ln w="38100">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52281" name="Text Box 57"/>
            <p:cNvSpPr txBox="1">
              <a:spLocks noChangeArrowheads="1"/>
            </p:cNvSpPr>
            <p:nvPr/>
          </p:nvSpPr>
          <p:spPr bwMode="auto">
            <a:xfrm>
              <a:off x="1247" y="2568"/>
              <a:ext cx="516" cy="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a:latin typeface="Times New Roman" panose="02020603050405020304" pitchFamily="18" charset="0"/>
                  <a:ea typeface="宋体" panose="02010600030101010101" pitchFamily="2" charset="-122"/>
                </a:rPr>
                <a:t>30</a:t>
              </a: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p>
          </p:txBody>
        </p:sp>
        <p:sp>
          <p:nvSpPr>
            <p:cNvPr id="52282" name="Line 58"/>
            <p:cNvSpPr>
              <a:spLocks noChangeShapeType="1"/>
            </p:cNvSpPr>
            <p:nvPr/>
          </p:nvSpPr>
          <p:spPr bwMode="auto">
            <a:xfrm>
              <a:off x="1066" y="2523"/>
              <a:ext cx="1451"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52283" name="Line 59"/>
            <p:cNvSpPr>
              <a:spLocks noChangeShapeType="1"/>
            </p:cNvSpPr>
            <p:nvPr/>
          </p:nvSpPr>
          <p:spPr bwMode="auto">
            <a:xfrm>
              <a:off x="2517" y="2523"/>
              <a:ext cx="0" cy="634"/>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52284" name="Line 60"/>
            <p:cNvSpPr>
              <a:spLocks noChangeShapeType="1"/>
            </p:cNvSpPr>
            <p:nvPr/>
          </p:nvSpPr>
          <p:spPr bwMode="auto">
            <a:xfrm>
              <a:off x="2517" y="3249"/>
              <a:ext cx="0" cy="318"/>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52285" name="Line 61"/>
            <p:cNvSpPr>
              <a:spLocks noChangeShapeType="1"/>
            </p:cNvSpPr>
            <p:nvPr/>
          </p:nvSpPr>
          <p:spPr bwMode="auto">
            <a:xfrm>
              <a:off x="1066" y="3567"/>
              <a:ext cx="1451"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52286" name="Text Box 62"/>
            <p:cNvSpPr txBox="1">
              <a:spLocks noChangeArrowheads="1"/>
            </p:cNvSpPr>
            <p:nvPr/>
          </p:nvSpPr>
          <p:spPr bwMode="auto">
            <a:xfrm>
              <a:off x="2562" y="2659"/>
              <a:ext cx="629" cy="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a:latin typeface="Times New Roman" panose="02020603050405020304" pitchFamily="18" charset="0"/>
                  <a:ea typeface="宋体" panose="02010600030101010101" pitchFamily="2" charset="-122"/>
                </a:rPr>
                <a:t>100</a:t>
              </a: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p>
          </p:txBody>
        </p:sp>
        <p:sp>
          <p:nvSpPr>
            <p:cNvPr id="52287" name="Text Box 63"/>
            <p:cNvSpPr txBox="1">
              <a:spLocks noChangeArrowheads="1"/>
            </p:cNvSpPr>
            <p:nvPr/>
          </p:nvSpPr>
          <p:spPr bwMode="auto">
            <a:xfrm>
              <a:off x="2608" y="3113"/>
              <a:ext cx="656" cy="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a:latin typeface="Times New Roman" panose="02020603050405020304" pitchFamily="18" charset="0"/>
                  <a:ea typeface="宋体" panose="02010600030101010101" pitchFamily="2" charset="-122"/>
                </a:rPr>
                <a:t>0.1</a:t>
              </a:r>
              <a:r>
                <a:rPr kumimoji="1" lang="en-US" altLang="zh-CN" sz="2800" b="0">
                  <a:latin typeface="Times New Roman" panose="02020603050405020304" pitchFamily="18" charset="0"/>
                  <a:ea typeface="宋体" panose="02010600030101010101" pitchFamily="2" charset="-122"/>
                  <a:sym typeface="Symbol" panose="05050102010706020507" pitchFamily="18" charset="2"/>
                </a:rPr>
                <a:t>F</a:t>
              </a:r>
            </a:p>
          </p:txBody>
        </p:sp>
        <p:sp>
          <p:nvSpPr>
            <p:cNvPr id="52288" name="Text Box 64"/>
            <p:cNvSpPr txBox="1">
              <a:spLocks noChangeArrowheads="1"/>
            </p:cNvSpPr>
            <p:nvPr/>
          </p:nvSpPr>
          <p:spPr bwMode="auto">
            <a:xfrm>
              <a:off x="1292" y="2160"/>
              <a:ext cx="45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0" i="1">
                  <a:latin typeface="Times New Roman" panose="02020603050405020304" pitchFamily="18" charset="0"/>
                  <a:ea typeface="仿宋_GB2312" pitchFamily="49" charset="-122"/>
                </a:rPr>
                <a:t>R</a:t>
              </a:r>
              <a:r>
                <a:rPr lang="en-US" altLang="zh-CN" sz="2800" b="0" baseline="-25000">
                  <a:latin typeface="Times New Roman" panose="02020603050405020304" pitchFamily="18" charset="0"/>
                  <a:ea typeface="仿宋_GB2312" pitchFamily="49" charset="-122"/>
                </a:rPr>
                <a:t>1</a:t>
              </a:r>
            </a:p>
          </p:txBody>
        </p:sp>
        <p:sp>
          <p:nvSpPr>
            <p:cNvPr id="52289" name="Text Box 65"/>
            <p:cNvSpPr txBox="1">
              <a:spLocks noChangeArrowheads="1"/>
            </p:cNvSpPr>
            <p:nvPr/>
          </p:nvSpPr>
          <p:spPr bwMode="auto">
            <a:xfrm>
              <a:off x="2154" y="2614"/>
              <a:ext cx="45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0" i="1">
                  <a:latin typeface="Times New Roman" panose="02020603050405020304" pitchFamily="18" charset="0"/>
                  <a:ea typeface="仿宋_GB2312" pitchFamily="49" charset="-122"/>
                </a:rPr>
                <a:t>R</a:t>
              </a:r>
              <a:r>
                <a:rPr lang="en-US" altLang="zh-CN" sz="2800" b="0" baseline="-25000">
                  <a:latin typeface="Times New Roman" panose="02020603050405020304" pitchFamily="18" charset="0"/>
                  <a:ea typeface="仿宋_GB2312" pitchFamily="49" charset="-122"/>
                </a:rPr>
                <a:t>2</a:t>
              </a:r>
            </a:p>
          </p:txBody>
        </p:sp>
        <p:sp>
          <p:nvSpPr>
            <p:cNvPr id="52290" name="Rectangle 66"/>
            <p:cNvSpPr>
              <a:spLocks noChangeArrowheads="1"/>
            </p:cNvSpPr>
            <p:nvPr/>
          </p:nvSpPr>
          <p:spPr bwMode="auto">
            <a:xfrm>
              <a:off x="1338" y="2478"/>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52291" name="Rectangle 67"/>
            <p:cNvSpPr>
              <a:spLocks noChangeArrowheads="1"/>
            </p:cNvSpPr>
            <p:nvPr/>
          </p:nvSpPr>
          <p:spPr bwMode="auto">
            <a:xfrm>
              <a:off x="2472" y="2658"/>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52292" name="Group 68"/>
            <p:cNvGrpSpPr>
              <a:grpSpLocks/>
            </p:cNvGrpSpPr>
            <p:nvPr/>
          </p:nvGrpSpPr>
          <p:grpSpPr bwMode="auto">
            <a:xfrm>
              <a:off x="2381" y="3158"/>
              <a:ext cx="240" cy="93"/>
              <a:chOff x="3787" y="2478"/>
              <a:chExt cx="240" cy="93"/>
            </a:xfrm>
          </p:grpSpPr>
          <p:sp>
            <p:nvSpPr>
              <p:cNvPr id="52293" name="Line 69"/>
              <p:cNvSpPr>
                <a:spLocks noChangeShapeType="1"/>
              </p:cNvSpPr>
              <p:nvPr/>
            </p:nvSpPr>
            <p:spPr bwMode="auto">
              <a:xfrm flipV="1">
                <a:off x="3787" y="2568"/>
                <a:ext cx="240" cy="3"/>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sz="2800"/>
              </a:p>
            </p:txBody>
          </p:sp>
          <p:sp>
            <p:nvSpPr>
              <p:cNvPr id="52294" name="Line 70"/>
              <p:cNvSpPr>
                <a:spLocks noChangeShapeType="1"/>
              </p:cNvSpPr>
              <p:nvPr/>
            </p:nvSpPr>
            <p:spPr bwMode="auto">
              <a:xfrm>
                <a:off x="3787" y="2478"/>
                <a:ext cx="240" cy="1"/>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sz="2800"/>
              </a:p>
            </p:txBody>
          </p:sp>
        </p:grpSp>
        <p:grpSp>
          <p:nvGrpSpPr>
            <p:cNvPr id="52295" name="Group 71"/>
            <p:cNvGrpSpPr>
              <a:grpSpLocks/>
            </p:cNvGrpSpPr>
            <p:nvPr/>
          </p:nvGrpSpPr>
          <p:grpSpPr bwMode="auto">
            <a:xfrm rot="5400000">
              <a:off x="1383" y="2705"/>
              <a:ext cx="499" cy="590"/>
              <a:chOff x="476" y="663"/>
              <a:chExt cx="771" cy="862"/>
            </a:xfrm>
          </p:grpSpPr>
          <p:sp>
            <p:nvSpPr>
              <p:cNvPr id="52296" name="AutoShape 72"/>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52297" name="AutoShape 73"/>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52298" name="AutoShape 74"/>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grpSp>
    </p:spTree>
    <p:extLst>
      <p:ext uri="{BB962C8B-B14F-4D97-AF65-F5344CB8AC3E}">
        <p14:creationId xmlns:p14="http://schemas.microsoft.com/office/powerpoint/2010/main" val="35443325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withEffect">
                                  <p:stCondLst>
                                    <p:cond delay="0"/>
                                  </p:stCondLst>
                                  <p:childTnLst>
                                    <p:set>
                                      <p:cBhvr>
                                        <p:cTn id="6" dur="1" fill="hold">
                                          <p:stCondLst>
                                            <p:cond delay="0"/>
                                          </p:stCondLst>
                                        </p:cTn>
                                        <p:tgtEl>
                                          <p:spTgt spid="52226"/>
                                        </p:tgtEl>
                                        <p:attrNameLst>
                                          <p:attrName>style.visibility</p:attrName>
                                        </p:attrNameLst>
                                      </p:cBhvr>
                                      <p:to>
                                        <p:strVal val="visible"/>
                                      </p:to>
                                    </p:set>
                                    <p:anim calcmode="lin" valueType="num">
                                      <p:cBhvr>
                                        <p:cTn id="7" dur="1000" fill="hold"/>
                                        <p:tgtEl>
                                          <p:spTgt spid="52226"/>
                                        </p:tgtEl>
                                        <p:attrNameLst>
                                          <p:attrName>ppt_w</p:attrName>
                                        </p:attrNameLst>
                                      </p:cBhvr>
                                      <p:tavLst>
                                        <p:tav tm="0">
                                          <p:val>
                                            <p:fltVal val="0"/>
                                          </p:val>
                                        </p:tav>
                                        <p:tav tm="100000">
                                          <p:val>
                                            <p:strVal val="#ppt_w"/>
                                          </p:val>
                                        </p:tav>
                                      </p:tavLst>
                                    </p:anim>
                                    <p:anim calcmode="lin" valueType="num">
                                      <p:cBhvr>
                                        <p:cTn id="8" dur="1000" fill="hold"/>
                                        <p:tgtEl>
                                          <p:spTgt spid="52226"/>
                                        </p:tgtEl>
                                        <p:attrNameLst>
                                          <p:attrName>ppt_h</p:attrName>
                                        </p:attrNameLst>
                                      </p:cBhvr>
                                      <p:tavLst>
                                        <p:tav tm="0">
                                          <p:val>
                                            <p:fltVal val="0"/>
                                          </p:val>
                                        </p:tav>
                                        <p:tav tm="100000">
                                          <p:val>
                                            <p:strVal val="#ppt_h"/>
                                          </p:val>
                                        </p:tav>
                                      </p:tavLst>
                                    </p:anim>
                                    <p:anim calcmode="lin" valueType="num">
                                      <p:cBhvr>
                                        <p:cTn id="9" dur="1000" fill="hold"/>
                                        <p:tgtEl>
                                          <p:spTgt spid="52226"/>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52226"/>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3" presetClass="entr" presetSubtype="10" fill="hold" nodeType="afterEffect">
                                  <p:stCondLst>
                                    <p:cond delay="0"/>
                                  </p:stCondLst>
                                  <p:childTnLst>
                                    <p:set>
                                      <p:cBhvr>
                                        <p:cTn id="13" dur="1" fill="hold">
                                          <p:stCondLst>
                                            <p:cond delay="0"/>
                                          </p:stCondLst>
                                        </p:cTn>
                                        <p:tgtEl>
                                          <p:spTgt spid="52275"/>
                                        </p:tgtEl>
                                        <p:attrNameLst>
                                          <p:attrName>style.visibility</p:attrName>
                                        </p:attrNameLst>
                                      </p:cBhvr>
                                      <p:to>
                                        <p:strVal val="visible"/>
                                      </p:to>
                                    </p:set>
                                    <p:animEffect transition="in" filter="blinds(horizontal)">
                                      <p:cBhvr>
                                        <p:cTn id="14" dur="500"/>
                                        <p:tgtEl>
                                          <p:spTgt spid="52275"/>
                                        </p:tgtEl>
                                      </p:cBhvr>
                                    </p:animEffect>
                                  </p:childTnLst>
                                </p:cTn>
                              </p:par>
                            </p:childTnLst>
                          </p:cTn>
                        </p:par>
                        <p:par>
                          <p:cTn id="15" fill="hold" nodeType="afterGroup">
                            <p:stCondLst>
                              <p:cond delay="1500"/>
                            </p:stCondLst>
                            <p:childTnLst>
                              <p:par>
                                <p:cTn id="16" presetID="3" presetClass="entr" presetSubtype="10" fill="hold" grpId="0" nodeType="afterEffect">
                                  <p:stCondLst>
                                    <p:cond delay="0"/>
                                  </p:stCondLst>
                                  <p:childTnLst>
                                    <p:set>
                                      <p:cBhvr>
                                        <p:cTn id="17" dur="1" fill="hold">
                                          <p:stCondLst>
                                            <p:cond delay="0"/>
                                          </p:stCondLst>
                                        </p:cTn>
                                        <p:tgtEl>
                                          <p:spTgt spid="52227"/>
                                        </p:tgtEl>
                                        <p:attrNameLst>
                                          <p:attrName>style.visibility</p:attrName>
                                        </p:attrNameLst>
                                      </p:cBhvr>
                                      <p:to>
                                        <p:strVal val="visible"/>
                                      </p:to>
                                    </p:set>
                                    <p:animEffect transition="in" filter="blinds(horizontal)">
                                      <p:cBhvr>
                                        <p:cTn id="18" dur="500"/>
                                        <p:tgtEl>
                                          <p:spTgt spid="5222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52228"/>
                                        </p:tgtEl>
                                        <p:attrNameLst>
                                          <p:attrName>style.visibility</p:attrName>
                                        </p:attrNameLst>
                                      </p:cBhvr>
                                      <p:to>
                                        <p:strVal val="visible"/>
                                      </p:to>
                                    </p:set>
                                    <p:anim calcmode="lin" valueType="num">
                                      <p:cBhvr>
                                        <p:cTn id="23" dur="1000" fill="hold"/>
                                        <p:tgtEl>
                                          <p:spTgt spid="52228"/>
                                        </p:tgtEl>
                                        <p:attrNameLst>
                                          <p:attrName>ppt_w</p:attrName>
                                        </p:attrNameLst>
                                      </p:cBhvr>
                                      <p:tavLst>
                                        <p:tav tm="0">
                                          <p:val>
                                            <p:fltVal val="0"/>
                                          </p:val>
                                        </p:tav>
                                        <p:tav tm="100000">
                                          <p:val>
                                            <p:strVal val="#ppt_w"/>
                                          </p:val>
                                        </p:tav>
                                      </p:tavLst>
                                    </p:anim>
                                    <p:anim calcmode="lin" valueType="num">
                                      <p:cBhvr>
                                        <p:cTn id="24" dur="1000" fill="hold"/>
                                        <p:tgtEl>
                                          <p:spTgt spid="52228"/>
                                        </p:tgtEl>
                                        <p:attrNameLst>
                                          <p:attrName>ppt_h</p:attrName>
                                        </p:attrNameLst>
                                      </p:cBhvr>
                                      <p:tavLst>
                                        <p:tav tm="0">
                                          <p:val>
                                            <p:fltVal val="0"/>
                                          </p:val>
                                        </p:tav>
                                        <p:tav tm="100000">
                                          <p:val>
                                            <p:strVal val="#ppt_h"/>
                                          </p:val>
                                        </p:tav>
                                      </p:tavLst>
                                    </p:anim>
                                    <p:anim calcmode="lin" valueType="num">
                                      <p:cBhvr>
                                        <p:cTn id="25" dur="1000" fill="hold"/>
                                        <p:tgtEl>
                                          <p:spTgt spid="52228"/>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52228"/>
                                        </p:tgtEl>
                                        <p:attrNameLst>
                                          <p:attrName>ppt_y</p:attrName>
                                        </p:attrNameLst>
                                      </p:cBhvr>
                                      <p:tavLst>
                                        <p:tav tm="0" fmla="#ppt_y+(sin(-2*pi*(1-$))*-#ppt_x+cos(-2*pi*(1-$))*(1-#ppt_y))*(1-$)">
                                          <p:val>
                                            <p:fltVal val="0"/>
                                          </p:val>
                                        </p:tav>
                                        <p:tav tm="100000">
                                          <p:val>
                                            <p:fltVal val="1"/>
                                          </p:val>
                                        </p:tav>
                                      </p:tavLst>
                                    </p:anim>
                                  </p:childTnLst>
                                </p:cTn>
                              </p:par>
                            </p:childTnLst>
                          </p:cTn>
                        </p:par>
                        <p:par>
                          <p:cTn id="27" fill="hold" nodeType="afterGroup">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52229"/>
                                        </p:tgtEl>
                                        <p:attrNameLst>
                                          <p:attrName>style.visibility</p:attrName>
                                        </p:attrNameLst>
                                      </p:cBhvr>
                                      <p:to>
                                        <p:strVal val="visible"/>
                                      </p:to>
                                    </p:set>
                                    <p:animEffect transition="in" filter="wipe(left)">
                                      <p:cBhvr>
                                        <p:cTn id="30" dur="500"/>
                                        <p:tgtEl>
                                          <p:spTgt spid="5222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52231"/>
                                        </p:tgtEl>
                                        <p:attrNameLst>
                                          <p:attrName>style.visibility</p:attrName>
                                        </p:attrNameLst>
                                      </p:cBhvr>
                                      <p:to>
                                        <p:strVal val="visible"/>
                                      </p:to>
                                    </p:set>
                                    <p:animEffect transition="in" filter="wipe(left)">
                                      <p:cBhvr>
                                        <p:cTn id="35" dur="2000"/>
                                        <p:tgtEl>
                                          <p:spTgt spid="5223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52257"/>
                                        </p:tgtEl>
                                        <p:attrNameLst>
                                          <p:attrName>style.visibility</p:attrName>
                                        </p:attrNameLst>
                                      </p:cBhvr>
                                      <p:to>
                                        <p:strVal val="visible"/>
                                      </p:to>
                                    </p:set>
                                    <p:animEffect transition="in" filter="wipe(left)">
                                      <p:cBhvr>
                                        <p:cTn id="40" dur="2000"/>
                                        <p:tgtEl>
                                          <p:spTgt spid="5225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52230"/>
                                        </p:tgtEl>
                                        <p:attrNameLst>
                                          <p:attrName>style.visibility</p:attrName>
                                        </p:attrNameLst>
                                      </p:cBhvr>
                                      <p:to>
                                        <p:strVal val="visible"/>
                                      </p:to>
                                    </p:set>
                                    <p:animEffect transition="in" filter="wipe(left)">
                                      <p:cBhvr>
                                        <p:cTn id="45" dur="2000"/>
                                        <p:tgtEl>
                                          <p:spTgt spid="52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p:bldP spid="52227" grpId="0" autoUpdateAnimBg="0"/>
      <p:bldP spid="52228" grpId="0" animBg="1" autoUpdateAnimBg="0"/>
      <p:bldP spid="52229"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2"/>
          <p:cNvSpPr txBox="1">
            <a:spLocks noChangeArrowheads="1"/>
          </p:cNvSpPr>
          <p:nvPr/>
        </p:nvSpPr>
        <p:spPr bwMode="auto">
          <a:xfrm>
            <a:off x="395288" y="476250"/>
            <a:ext cx="863600" cy="523220"/>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dirty="0">
                <a:latin typeface="Times New Roman" panose="02020603050405020304" pitchFamily="18" charset="0"/>
                <a:ea typeface="宋体" panose="02010600030101010101" pitchFamily="2" charset="-122"/>
              </a:rPr>
              <a:t>例</a:t>
            </a:r>
            <a:endParaRPr kumimoji="1" lang="en-US" altLang="zh-CN" sz="2800" b="0" dirty="0">
              <a:latin typeface="Times New Roman" panose="02020603050405020304" pitchFamily="18" charset="0"/>
              <a:ea typeface="宋体" panose="02010600030101010101" pitchFamily="2" charset="-122"/>
            </a:endParaRPr>
          </a:p>
        </p:txBody>
      </p:sp>
      <p:sp>
        <p:nvSpPr>
          <p:cNvPr id="82947" name="Text Box 3"/>
          <p:cNvSpPr txBox="1">
            <a:spLocks noChangeArrowheads="1"/>
          </p:cNvSpPr>
          <p:nvPr/>
        </p:nvSpPr>
        <p:spPr bwMode="auto">
          <a:xfrm>
            <a:off x="1258888" y="476250"/>
            <a:ext cx="6985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a:t>图示电路对外呈现感性还是容性？</a:t>
            </a:r>
          </a:p>
        </p:txBody>
      </p:sp>
      <p:sp>
        <p:nvSpPr>
          <p:cNvPr id="82948" name="Text Box 4"/>
          <p:cNvSpPr txBox="1">
            <a:spLocks noChangeArrowheads="1"/>
          </p:cNvSpPr>
          <p:nvPr/>
        </p:nvSpPr>
        <p:spPr bwMode="auto">
          <a:xfrm>
            <a:off x="250825" y="1341438"/>
            <a:ext cx="1081088" cy="519112"/>
          </a:xfrm>
          <a:prstGeom prst="rect">
            <a:avLst/>
          </a:prstGeom>
          <a:solidFill>
            <a:srgbClr val="99003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dirty="0">
                <a:solidFill>
                  <a:schemeClr val="bg1"/>
                </a:solidFill>
                <a:latin typeface="Times New Roman" panose="02020603050405020304" pitchFamily="18" charset="0"/>
                <a:ea typeface="宋体" panose="02010600030101010101" pitchFamily="2" charset="-122"/>
              </a:rPr>
              <a:t>解</a:t>
            </a:r>
            <a:endParaRPr kumimoji="1" lang="en-US" altLang="zh-CN" sz="2800" dirty="0">
              <a:solidFill>
                <a:schemeClr val="bg1"/>
              </a:solidFill>
              <a:latin typeface="Times New Roman" panose="02020603050405020304" pitchFamily="18" charset="0"/>
              <a:ea typeface="宋体" panose="02010600030101010101" pitchFamily="2" charset="-122"/>
            </a:endParaRPr>
          </a:p>
        </p:txBody>
      </p:sp>
      <p:sp>
        <p:nvSpPr>
          <p:cNvPr id="82949" name="Text Box 5"/>
          <p:cNvSpPr txBox="1">
            <a:spLocks noChangeArrowheads="1"/>
          </p:cNvSpPr>
          <p:nvPr/>
        </p:nvSpPr>
        <p:spPr bwMode="auto">
          <a:xfrm>
            <a:off x="1403350" y="1341438"/>
            <a:ext cx="2881313"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a:latin typeface="Times New Roman" panose="02020603050405020304" pitchFamily="18" charset="0"/>
              </a:rPr>
              <a:t>等效阻抗为：</a:t>
            </a:r>
          </a:p>
        </p:txBody>
      </p:sp>
      <p:graphicFrame>
        <p:nvGraphicFramePr>
          <p:cNvPr id="82951" name="Object 7"/>
          <p:cNvGraphicFramePr>
            <a:graphicFrameLocks noChangeAspect="1"/>
          </p:cNvGraphicFramePr>
          <p:nvPr>
            <p:extLst>
              <p:ext uri="{D42A27DB-BD31-4B8C-83A1-F6EECF244321}">
                <p14:modId xmlns:p14="http://schemas.microsoft.com/office/powerpoint/2010/main" val="325522755"/>
              </p:ext>
            </p:extLst>
          </p:nvPr>
        </p:nvGraphicFramePr>
        <p:xfrm>
          <a:off x="1047750" y="2398713"/>
          <a:ext cx="5033963" cy="1895475"/>
        </p:xfrm>
        <a:graphic>
          <a:graphicData uri="http://schemas.openxmlformats.org/presentationml/2006/ole">
            <mc:AlternateContent xmlns:mc="http://schemas.openxmlformats.org/markup-compatibility/2006">
              <mc:Choice xmlns:v="urn:schemas-microsoft-com:vml" Requires="v">
                <p:oleObj spid="_x0000_s119829" name="Equation" r:id="rId3" imgW="2374560" imgH="888840" progId="Equation.DSMT4">
                  <p:embed/>
                </p:oleObj>
              </mc:Choice>
              <mc:Fallback>
                <p:oleObj name="Equation" r:id="rId3" imgW="2374560" imgH="888840" progId="Equation.DSMT4">
                  <p:embed/>
                  <p:pic>
                    <p:nvPicPr>
                      <p:cNvPr id="82951" name="Object 7"/>
                      <p:cNvPicPr>
                        <a:picLocks noChangeAspect="1" noChangeArrowheads="1"/>
                      </p:cNvPicPr>
                      <p:nvPr/>
                    </p:nvPicPr>
                    <p:blipFill>
                      <a:blip r:embed="rId4"/>
                      <a:srcRect/>
                      <a:stretch>
                        <a:fillRect/>
                      </a:stretch>
                    </p:blipFill>
                    <p:spPr bwMode="auto">
                      <a:xfrm>
                        <a:off x="1047750" y="2398713"/>
                        <a:ext cx="5033963" cy="189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83005" name="Group 61"/>
          <p:cNvGrpSpPr>
            <a:grpSpLocks/>
          </p:cNvGrpSpPr>
          <p:nvPr/>
        </p:nvGrpSpPr>
        <p:grpSpPr bwMode="auto">
          <a:xfrm>
            <a:off x="5219700" y="981075"/>
            <a:ext cx="2808288" cy="2390775"/>
            <a:chOff x="3515" y="450"/>
            <a:chExt cx="1769" cy="1506"/>
          </a:xfrm>
        </p:grpSpPr>
        <p:sp>
          <p:nvSpPr>
            <p:cNvPr id="83006" name="Oval 62"/>
            <p:cNvSpPr>
              <a:spLocks noChangeArrowheads="1"/>
            </p:cNvSpPr>
            <p:nvPr/>
          </p:nvSpPr>
          <p:spPr bwMode="auto">
            <a:xfrm>
              <a:off x="3515" y="845"/>
              <a:ext cx="68" cy="68"/>
            </a:xfrm>
            <a:prstGeom prst="ellipse">
              <a:avLst/>
            </a:prstGeom>
            <a:noFill/>
            <a:ln w="38100">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83007" name="Oval 63"/>
            <p:cNvSpPr>
              <a:spLocks noChangeArrowheads="1"/>
            </p:cNvSpPr>
            <p:nvPr/>
          </p:nvSpPr>
          <p:spPr bwMode="auto">
            <a:xfrm>
              <a:off x="3515" y="1888"/>
              <a:ext cx="68" cy="68"/>
            </a:xfrm>
            <a:prstGeom prst="ellipse">
              <a:avLst/>
            </a:prstGeom>
            <a:noFill/>
            <a:ln w="38100">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83008" name="Text Box 64"/>
            <p:cNvSpPr txBox="1">
              <a:spLocks noChangeArrowheads="1"/>
            </p:cNvSpPr>
            <p:nvPr/>
          </p:nvSpPr>
          <p:spPr bwMode="auto">
            <a:xfrm>
              <a:off x="3651" y="890"/>
              <a:ext cx="400"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a:latin typeface="Times New Roman" panose="02020603050405020304" pitchFamily="18" charset="0"/>
                  <a:ea typeface="宋体" panose="02010600030101010101" pitchFamily="2" charset="-122"/>
                </a:rPr>
                <a:t>3</a:t>
              </a: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p>
          </p:txBody>
        </p:sp>
        <p:sp>
          <p:nvSpPr>
            <p:cNvPr id="83009" name="Line 65"/>
            <p:cNvSpPr>
              <a:spLocks noChangeShapeType="1"/>
            </p:cNvSpPr>
            <p:nvPr/>
          </p:nvSpPr>
          <p:spPr bwMode="auto">
            <a:xfrm>
              <a:off x="4332" y="754"/>
              <a:ext cx="0" cy="271"/>
            </a:xfrm>
            <a:prstGeom prst="line">
              <a:avLst/>
            </a:prstGeom>
            <a:noFill/>
            <a:ln w="5715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3010" name="Line 66"/>
            <p:cNvSpPr>
              <a:spLocks noChangeShapeType="1"/>
            </p:cNvSpPr>
            <p:nvPr/>
          </p:nvSpPr>
          <p:spPr bwMode="auto">
            <a:xfrm>
              <a:off x="4241" y="754"/>
              <a:ext cx="0" cy="272"/>
            </a:xfrm>
            <a:prstGeom prst="line">
              <a:avLst/>
            </a:prstGeom>
            <a:noFill/>
            <a:ln w="5715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3011" name="Text Box 67"/>
            <p:cNvSpPr txBox="1">
              <a:spLocks noChangeArrowheads="1"/>
            </p:cNvSpPr>
            <p:nvPr/>
          </p:nvSpPr>
          <p:spPr bwMode="auto">
            <a:xfrm>
              <a:off x="4694" y="1480"/>
              <a:ext cx="400"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a:latin typeface="Times New Roman" panose="02020603050405020304" pitchFamily="18" charset="0"/>
                  <a:ea typeface="宋体" panose="02010600030101010101" pitchFamily="2" charset="-122"/>
                </a:rPr>
                <a:t>3</a:t>
              </a: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p>
          </p:txBody>
        </p:sp>
        <p:sp>
          <p:nvSpPr>
            <p:cNvPr id="83012" name="Line 68"/>
            <p:cNvSpPr>
              <a:spLocks noChangeShapeType="1"/>
            </p:cNvSpPr>
            <p:nvPr/>
          </p:nvSpPr>
          <p:spPr bwMode="auto">
            <a:xfrm>
              <a:off x="3561" y="890"/>
              <a:ext cx="680"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3013" name="Line 69"/>
            <p:cNvSpPr>
              <a:spLocks noChangeShapeType="1"/>
            </p:cNvSpPr>
            <p:nvPr/>
          </p:nvSpPr>
          <p:spPr bwMode="auto">
            <a:xfrm>
              <a:off x="4332" y="890"/>
              <a:ext cx="862"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3014" name="Line 70"/>
            <p:cNvSpPr>
              <a:spLocks noChangeShapeType="1"/>
            </p:cNvSpPr>
            <p:nvPr/>
          </p:nvSpPr>
          <p:spPr bwMode="auto">
            <a:xfrm flipH="1">
              <a:off x="5193" y="890"/>
              <a:ext cx="1" cy="136"/>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3015" name="Line 71"/>
            <p:cNvSpPr>
              <a:spLocks noChangeShapeType="1"/>
            </p:cNvSpPr>
            <p:nvPr/>
          </p:nvSpPr>
          <p:spPr bwMode="auto">
            <a:xfrm>
              <a:off x="5194" y="1434"/>
              <a:ext cx="0" cy="499"/>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3016" name="Line 72"/>
            <p:cNvSpPr>
              <a:spLocks noChangeShapeType="1"/>
            </p:cNvSpPr>
            <p:nvPr/>
          </p:nvSpPr>
          <p:spPr bwMode="auto">
            <a:xfrm>
              <a:off x="3561" y="1933"/>
              <a:ext cx="1633"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3017" name="Text Box 73"/>
            <p:cNvSpPr txBox="1">
              <a:spLocks noChangeArrowheads="1"/>
            </p:cNvSpPr>
            <p:nvPr/>
          </p:nvSpPr>
          <p:spPr bwMode="auto">
            <a:xfrm>
              <a:off x="3969" y="450"/>
              <a:ext cx="686"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zh-CN" altLang="en-US" sz="2800" b="0">
                  <a:latin typeface="Times New Roman" panose="02020603050405020304" pitchFamily="18" charset="0"/>
                  <a:ea typeface="宋体" panose="02010600030101010101" pitchFamily="2" charset="-122"/>
                </a:rPr>
                <a:t>－</a:t>
              </a:r>
              <a:r>
                <a:rPr kumimoji="1" lang="en-US" altLang="zh-CN" sz="2800" b="0">
                  <a:latin typeface="Times New Roman" panose="02020603050405020304" pitchFamily="18" charset="0"/>
                  <a:ea typeface="宋体" panose="02010600030101010101" pitchFamily="2" charset="-122"/>
                </a:rPr>
                <a:t>j6</a:t>
              </a: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p>
          </p:txBody>
        </p:sp>
        <p:sp>
          <p:nvSpPr>
            <p:cNvPr id="83018" name="Text Box 74"/>
            <p:cNvSpPr txBox="1">
              <a:spLocks noChangeArrowheads="1"/>
            </p:cNvSpPr>
            <p:nvPr/>
          </p:nvSpPr>
          <p:spPr bwMode="auto">
            <a:xfrm>
              <a:off x="4694" y="981"/>
              <a:ext cx="462"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a:latin typeface="Times New Roman" panose="02020603050405020304" pitchFamily="18" charset="0"/>
                  <a:ea typeface="宋体" panose="02010600030101010101" pitchFamily="2" charset="-122"/>
                </a:rPr>
                <a:t>j4</a:t>
              </a: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p>
          </p:txBody>
        </p:sp>
        <p:sp>
          <p:nvSpPr>
            <p:cNvPr id="83019" name="Line 75"/>
            <p:cNvSpPr>
              <a:spLocks noChangeShapeType="1"/>
            </p:cNvSpPr>
            <p:nvPr/>
          </p:nvSpPr>
          <p:spPr bwMode="auto">
            <a:xfrm>
              <a:off x="4513" y="890"/>
              <a:ext cx="0" cy="1043"/>
            </a:xfrm>
            <a:prstGeom prst="line">
              <a:avLst/>
            </a:prstGeom>
            <a:noFill/>
            <a:ln w="28575">
              <a:solidFill>
                <a:srgbClr val="FFCC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3020" name="Text Box 76"/>
            <p:cNvSpPr txBox="1">
              <a:spLocks noChangeArrowheads="1"/>
            </p:cNvSpPr>
            <p:nvPr/>
          </p:nvSpPr>
          <p:spPr bwMode="auto">
            <a:xfrm>
              <a:off x="4059" y="1253"/>
              <a:ext cx="400"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a:latin typeface="Times New Roman" panose="02020603050405020304" pitchFamily="18" charset="0"/>
                  <a:ea typeface="宋体" panose="02010600030101010101" pitchFamily="2" charset="-122"/>
                </a:rPr>
                <a:t>5</a:t>
              </a: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p>
          </p:txBody>
        </p:sp>
        <p:sp>
          <p:nvSpPr>
            <p:cNvPr id="83021" name="Rectangle 77"/>
            <p:cNvSpPr>
              <a:spLocks noChangeArrowheads="1"/>
            </p:cNvSpPr>
            <p:nvPr/>
          </p:nvSpPr>
          <p:spPr bwMode="auto">
            <a:xfrm>
              <a:off x="3696" y="799"/>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83022" name="Rectangle 78"/>
            <p:cNvSpPr>
              <a:spLocks noChangeArrowheads="1"/>
            </p:cNvSpPr>
            <p:nvPr/>
          </p:nvSpPr>
          <p:spPr bwMode="auto">
            <a:xfrm>
              <a:off x="4468" y="1253"/>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83023" name="Rectangle 79"/>
            <p:cNvSpPr>
              <a:spLocks noChangeArrowheads="1"/>
            </p:cNvSpPr>
            <p:nvPr/>
          </p:nvSpPr>
          <p:spPr bwMode="auto">
            <a:xfrm>
              <a:off x="5112" y="1525"/>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83024" name="Group 80"/>
            <p:cNvGrpSpPr>
              <a:grpSpLocks/>
            </p:cNvGrpSpPr>
            <p:nvPr/>
          </p:nvGrpSpPr>
          <p:grpSpPr bwMode="auto">
            <a:xfrm rot="5400000">
              <a:off x="4739" y="936"/>
              <a:ext cx="499" cy="590"/>
              <a:chOff x="476" y="663"/>
              <a:chExt cx="771" cy="862"/>
            </a:xfrm>
          </p:grpSpPr>
          <p:sp>
            <p:nvSpPr>
              <p:cNvPr id="83025" name="AutoShape 81"/>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83026" name="AutoShape 82"/>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83027" name="AutoShape 83"/>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grpSp>
      <p:sp>
        <p:nvSpPr>
          <p:cNvPr id="83028" name="Rectangle 84"/>
          <p:cNvSpPr>
            <a:spLocks noChangeArrowheads="1"/>
          </p:cNvSpPr>
          <p:nvPr/>
        </p:nvSpPr>
        <p:spPr bwMode="auto">
          <a:xfrm>
            <a:off x="1331913" y="4652963"/>
            <a:ext cx="307007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a:latin typeface="Arial" panose="020B0604020202020204" pitchFamily="34" charset="0"/>
              </a:rPr>
              <a:t>电路对外呈现容性</a:t>
            </a:r>
          </a:p>
        </p:txBody>
      </p:sp>
    </p:spTree>
    <p:extLst>
      <p:ext uri="{BB962C8B-B14F-4D97-AF65-F5344CB8AC3E}">
        <p14:creationId xmlns:p14="http://schemas.microsoft.com/office/powerpoint/2010/main" val="15237495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withEffect">
                                  <p:stCondLst>
                                    <p:cond delay="0"/>
                                  </p:stCondLst>
                                  <p:childTnLst>
                                    <p:set>
                                      <p:cBhvr>
                                        <p:cTn id="6" dur="1" fill="hold">
                                          <p:stCondLst>
                                            <p:cond delay="0"/>
                                          </p:stCondLst>
                                        </p:cTn>
                                        <p:tgtEl>
                                          <p:spTgt spid="82946"/>
                                        </p:tgtEl>
                                        <p:attrNameLst>
                                          <p:attrName>style.visibility</p:attrName>
                                        </p:attrNameLst>
                                      </p:cBhvr>
                                      <p:to>
                                        <p:strVal val="visible"/>
                                      </p:to>
                                    </p:set>
                                    <p:anim calcmode="lin" valueType="num">
                                      <p:cBhvr>
                                        <p:cTn id="7" dur="1000" fill="hold"/>
                                        <p:tgtEl>
                                          <p:spTgt spid="82946"/>
                                        </p:tgtEl>
                                        <p:attrNameLst>
                                          <p:attrName>ppt_w</p:attrName>
                                        </p:attrNameLst>
                                      </p:cBhvr>
                                      <p:tavLst>
                                        <p:tav tm="0">
                                          <p:val>
                                            <p:fltVal val="0"/>
                                          </p:val>
                                        </p:tav>
                                        <p:tav tm="100000">
                                          <p:val>
                                            <p:strVal val="#ppt_w"/>
                                          </p:val>
                                        </p:tav>
                                      </p:tavLst>
                                    </p:anim>
                                    <p:anim calcmode="lin" valueType="num">
                                      <p:cBhvr>
                                        <p:cTn id="8" dur="1000" fill="hold"/>
                                        <p:tgtEl>
                                          <p:spTgt spid="82946"/>
                                        </p:tgtEl>
                                        <p:attrNameLst>
                                          <p:attrName>ppt_h</p:attrName>
                                        </p:attrNameLst>
                                      </p:cBhvr>
                                      <p:tavLst>
                                        <p:tav tm="0">
                                          <p:val>
                                            <p:fltVal val="0"/>
                                          </p:val>
                                        </p:tav>
                                        <p:tav tm="100000">
                                          <p:val>
                                            <p:strVal val="#ppt_h"/>
                                          </p:val>
                                        </p:tav>
                                      </p:tavLst>
                                    </p:anim>
                                    <p:anim calcmode="lin" valueType="num">
                                      <p:cBhvr>
                                        <p:cTn id="9" dur="1000" fill="hold"/>
                                        <p:tgtEl>
                                          <p:spTgt spid="82946"/>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82946"/>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3" presetClass="entr" presetSubtype="10" fill="hold" nodeType="afterEffect">
                                  <p:stCondLst>
                                    <p:cond delay="0"/>
                                  </p:stCondLst>
                                  <p:childTnLst>
                                    <p:set>
                                      <p:cBhvr>
                                        <p:cTn id="13" dur="1" fill="hold">
                                          <p:stCondLst>
                                            <p:cond delay="0"/>
                                          </p:stCondLst>
                                        </p:cTn>
                                        <p:tgtEl>
                                          <p:spTgt spid="83005"/>
                                        </p:tgtEl>
                                        <p:attrNameLst>
                                          <p:attrName>style.visibility</p:attrName>
                                        </p:attrNameLst>
                                      </p:cBhvr>
                                      <p:to>
                                        <p:strVal val="visible"/>
                                      </p:to>
                                    </p:set>
                                    <p:animEffect transition="in" filter="blinds(horizontal)">
                                      <p:cBhvr>
                                        <p:cTn id="14" dur="500"/>
                                        <p:tgtEl>
                                          <p:spTgt spid="83005"/>
                                        </p:tgtEl>
                                      </p:cBhvr>
                                    </p:animEffect>
                                  </p:childTnLst>
                                </p:cTn>
                              </p:par>
                            </p:childTnLst>
                          </p:cTn>
                        </p:par>
                        <p:par>
                          <p:cTn id="15" fill="hold" nodeType="afterGroup">
                            <p:stCondLst>
                              <p:cond delay="1500"/>
                            </p:stCondLst>
                            <p:childTnLst>
                              <p:par>
                                <p:cTn id="16" presetID="12" presetClass="entr" presetSubtype="2" fill="hold" grpId="0" nodeType="afterEffect">
                                  <p:stCondLst>
                                    <p:cond delay="0"/>
                                  </p:stCondLst>
                                  <p:childTnLst>
                                    <p:set>
                                      <p:cBhvr>
                                        <p:cTn id="17" dur="1" fill="hold">
                                          <p:stCondLst>
                                            <p:cond delay="0"/>
                                          </p:stCondLst>
                                        </p:cTn>
                                        <p:tgtEl>
                                          <p:spTgt spid="82947"/>
                                        </p:tgtEl>
                                        <p:attrNameLst>
                                          <p:attrName>style.visibility</p:attrName>
                                        </p:attrNameLst>
                                      </p:cBhvr>
                                      <p:to>
                                        <p:strVal val="visible"/>
                                      </p:to>
                                    </p:set>
                                    <p:animEffect transition="in" filter="slide(fromRight)">
                                      <p:cBhvr>
                                        <p:cTn id="18" dur="500"/>
                                        <p:tgtEl>
                                          <p:spTgt spid="8294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82948"/>
                                        </p:tgtEl>
                                        <p:attrNameLst>
                                          <p:attrName>style.visibility</p:attrName>
                                        </p:attrNameLst>
                                      </p:cBhvr>
                                      <p:to>
                                        <p:strVal val="visible"/>
                                      </p:to>
                                    </p:set>
                                    <p:anim calcmode="lin" valueType="num">
                                      <p:cBhvr>
                                        <p:cTn id="23" dur="1000" fill="hold"/>
                                        <p:tgtEl>
                                          <p:spTgt spid="82948"/>
                                        </p:tgtEl>
                                        <p:attrNameLst>
                                          <p:attrName>ppt_w</p:attrName>
                                        </p:attrNameLst>
                                      </p:cBhvr>
                                      <p:tavLst>
                                        <p:tav tm="0">
                                          <p:val>
                                            <p:fltVal val="0"/>
                                          </p:val>
                                        </p:tav>
                                        <p:tav tm="100000">
                                          <p:val>
                                            <p:strVal val="#ppt_w"/>
                                          </p:val>
                                        </p:tav>
                                      </p:tavLst>
                                    </p:anim>
                                    <p:anim calcmode="lin" valueType="num">
                                      <p:cBhvr>
                                        <p:cTn id="24" dur="1000" fill="hold"/>
                                        <p:tgtEl>
                                          <p:spTgt spid="82948"/>
                                        </p:tgtEl>
                                        <p:attrNameLst>
                                          <p:attrName>ppt_h</p:attrName>
                                        </p:attrNameLst>
                                      </p:cBhvr>
                                      <p:tavLst>
                                        <p:tav tm="0">
                                          <p:val>
                                            <p:fltVal val="0"/>
                                          </p:val>
                                        </p:tav>
                                        <p:tav tm="100000">
                                          <p:val>
                                            <p:strVal val="#ppt_h"/>
                                          </p:val>
                                        </p:tav>
                                      </p:tavLst>
                                    </p:anim>
                                    <p:anim calcmode="lin" valueType="num">
                                      <p:cBhvr>
                                        <p:cTn id="25" dur="1000" fill="hold"/>
                                        <p:tgtEl>
                                          <p:spTgt spid="82948"/>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82948"/>
                                        </p:tgtEl>
                                        <p:attrNameLst>
                                          <p:attrName>ppt_y</p:attrName>
                                        </p:attrNameLst>
                                      </p:cBhvr>
                                      <p:tavLst>
                                        <p:tav tm="0" fmla="#ppt_y+(sin(-2*pi*(1-$))*-#ppt_x+cos(-2*pi*(1-$))*(1-#ppt_y))*(1-$)">
                                          <p:val>
                                            <p:fltVal val="0"/>
                                          </p:val>
                                        </p:tav>
                                        <p:tav tm="100000">
                                          <p:val>
                                            <p:fltVal val="1"/>
                                          </p:val>
                                        </p:tav>
                                      </p:tavLst>
                                    </p:anim>
                                  </p:childTnLst>
                                </p:cTn>
                              </p:par>
                            </p:childTnLst>
                          </p:cTn>
                        </p:par>
                        <p:par>
                          <p:cTn id="27" fill="hold" nodeType="afterGroup">
                            <p:stCondLst>
                              <p:cond delay="1000"/>
                            </p:stCondLst>
                            <p:childTnLst>
                              <p:par>
                                <p:cTn id="28" presetID="12" presetClass="entr" presetSubtype="1" fill="hold" grpId="0" nodeType="afterEffect">
                                  <p:stCondLst>
                                    <p:cond delay="0"/>
                                  </p:stCondLst>
                                  <p:childTnLst>
                                    <p:set>
                                      <p:cBhvr>
                                        <p:cTn id="29" dur="1" fill="hold">
                                          <p:stCondLst>
                                            <p:cond delay="0"/>
                                          </p:stCondLst>
                                        </p:cTn>
                                        <p:tgtEl>
                                          <p:spTgt spid="82949"/>
                                        </p:tgtEl>
                                        <p:attrNameLst>
                                          <p:attrName>style.visibility</p:attrName>
                                        </p:attrNameLst>
                                      </p:cBhvr>
                                      <p:to>
                                        <p:strVal val="visible"/>
                                      </p:to>
                                    </p:set>
                                    <p:animEffect transition="in" filter="slide(fromTop)">
                                      <p:cBhvr>
                                        <p:cTn id="30" dur="500"/>
                                        <p:tgtEl>
                                          <p:spTgt spid="8294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82951"/>
                                        </p:tgtEl>
                                        <p:attrNameLst>
                                          <p:attrName>style.visibility</p:attrName>
                                        </p:attrNameLst>
                                      </p:cBhvr>
                                      <p:to>
                                        <p:strVal val="visible"/>
                                      </p:to>
                                    </p:set>
                                    <p:animEffect transition="in" filter="wipe(up)">
                                      <p:cBhvr>
                                        <p:cTn id="35" dur="2000"/>
                                        <p:tgtEl>
                                          <p:spTgt spid="8295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83028"/>
                                        </p:tgtEl>
                                        <p:attrNameLst>
                                          <p:attrName>style.visibility</p:attrName>
                                        </p:attrNameLst>
                                      </p:cBhvr>
                                      <p:to>
                                        <p:strVal val="visible"/>
                                      </p:to>
                                    </p:set>
                                    <p:animEffect transition="in" filter="blinds(horizontal)">
                                      <p:cBhvr>
                                        <p:cTn id="40" dur="500"/>
                                        <p:tgtEl>
                                          <p:spTgt spid="83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6" grpId="0"/>
      <p:bldP spid="82947" grpId="0" autoUpdateAnimBg="0"/>
      <p:bldP spid="82948" grpId="0" animBg="1" autoUpdateAnimBg="0"/>
      <p:bldP spid="82949" grpId="0" autoUpdateAnimBg="0"/>
      <p:bldP spid="8302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ext Box 2"/>
          <p:cNvSpPr txBox="1">
            <a:spLocks noChangeArrowheads="1"/>
          </p:cNvSpPr>
          <p:nvPr/>
        </p:nvSpPr>
        <p:spPr bwMode="auto">
          <a:xfrm>
            <a:off x="1298278" y="404813"/>
            <a:ext cx="7129462" cy="762000"/>
          </a:xfrm>
          <a:prstGeom prst="rect">
            <a:avLst/>
          </a:prstGeom>
          <a:noFill/>
          <a:ln>
            <a:noFill/>
          </a:ln>
          <a:effectLst>
            <a:prstShdw prst="shdw17" dist="17961" dir="2700000">
              <a:srgbClr val="CCECFF">
                <a:gamma/>
                <a:shade val="60000"/>
                <a:invGamma/>
              </a:srgbClr>
            </a:prstShdw>
          </a:effectLst>
          <a:extLst>
            <a:ext uri="{909E8E84-426E-40DD-AFC4-6F175D3DCCD1}">
              <a14:hiddenFill xmlns:a14="http://schemas.microsoft.com/office/drawing/2010/main">
                <a:gradFill rotWithShape="0">
                  <a:gsLst>
                    <a:gs pos="0">
                      <a:srgbClr val="CCECFF"/>
                    </a:gs>
                    <a:gs pos="100000">
                      <a:srgbClr val="CCECFF">
                        <a:gamma/>
                        <a:shade val="46275"/>
                        <a:invGamma/>
                      </a:srgb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en-US" altLang="zh-CN" sz="4400" dirty="0"/>
              <a:t>10.5  </a:t>
            </a:r>
            <a:r>
              <a:rPr kumimoji="1" lang="zh-CN" altLang="en-US" sz="4400" dirty="0"/>
              <a:t>正弦稳态电路的分析</a:t>
            </a:r>
          </a:p>
        </p:txBody>
      </p:sp>
      <p:sp>
        <p:nvSpPr>
          <p:cNvPr id="104451" name="Text Box 3"/>
          <p:cNvSpPr txBox="1">
            <a:spLocks noChangeArrowheads="1"/>
          </p:cNvSpPr>
          <p:nvPr/>
        </p:nvSpPr>
        <p:spPr bwMode="auto">
          <a:xfrm>
            <a:off x="1371303" y="1341438"/>
            <a:ext cx="6256337" cy="519112"/>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dirty="0">
                <a:latin typeface="Times New Roman" panose="02020603050405020304" pitchFamily="18" charset="0"/>
              </a:rPr>
              <a:t>电阻电路与正弦电流电路的分析比较：</a:t>
            </a:r>
          </a:p>
        </p:txBody>
      </p:sp>
      <p:graphicFrame>
        <p:nvGraphicFramePr>
          <p:cNvPr id="104452" name="Object 4"/>
          <p:cNvGraphicFramePr>
            <a:graphicFrameLocks noChangeAspect="1"/>
          </p:cNvGraphicFramePr>
          <p:nvPr>
            <p:extLst>
              <p:ext uri="{D42A27DB-BD31-4B8C-83A1-F6EECF244321}">
                <p14:modId xmlns:p14="http://schemas.microsoft.com/office/powerpoint/2010/main" val="1469636593"/>
              </p:ext>
            </p:extLst>
          </p:nvPr>
        </p:nvGraphicFramePr>
        <p:xfrm>
          <a:off x="1106488" y="2500313"/>
          <a:ext cx="2833687" cy="2519362"/>
        </p:xfrm>
        <a:graphic>
          <a:graphicData uri="http://schemas.openxmlformats.org/presentationml/2006/ole">
            <mc:AlternateContent xmlns:mc="http://schemas.openxmlformats.org/markup-compatibility/2006">
              <mc:Choice xmlns:v="urn:schemas-microsoft-com:vml" Requires="v">
                <p:oleObj spid="_x0000_s120860" name="Equation" r:id="rId3" imgW="1396800" imgH="1244520" progId="Equation.DSMT4">
                  <p:embed/>
                </p:oleObj>
              </mc:Choice>
              <mc:Fallback>
                <p:oleObj name="Equation" r:id="rId3" imgW="1396800" imgH="1244520" progId="Equation.DSMT4">
                  <p:embed/>
                  <p:pic>
                    <p:nvPicPr>
                      <p:cNvPr id="104452" name="Object 4"/>
                      <p:cNvPicPr>
                        <a:picLocks noChangeAspect="1" noChangeArrowheads="1"/>
                      </p:cNvPicPr>
                      <p:nvPr/>
                    </p:nvPicPr>
                    <p:blipFill>
                      <a:blip r:embed="rId4"/>
                      <a:srcRect/>
                      <a:stretch>
                        <a:fillRect/>
                      </a:stretch>
                    </p:blipFill>
                    <p:spPr bwMode="auto">
                      <a:xfrm>
                        <a:off x="1106488" y="2500313"/>
                        <a:ext cx="2833687" cy="2519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53" name="Object 5"/>
          <p:cNvGraphicFramePr>
            <a:graphicFrameLocks noChangeAspect="1"/>
          </p:cNvGraphicFramePr>
          <p:nvPr>
            <p:extLst>
              <p:ext uri="{D42A27DB-BD31-4B8C-83A1-F6EECF244321}">
                <p14:modId xmlns:p14="http://schemas.microsoft.com/office/powerpoint/2010/main" val="2384756829"/>
              </p:ext>
            </p:extLst>
          </p:nvPr>
        </p:nvGraphicFramePr>
        <p:xfrm>
          <a:off x="4735513" y="2293938"/>
          <a:ext cx="3568700" cy="3000375"/>
        </p:xfrm>
        <a:graphic>
          <a:graphicData uri="http://schemas.openxmlformats.org/presentationml/2006/ole">
            <mc:AlternateContent xmlns:mc="http://schemas.openxmlformats.org/markup-compatibility/2006">
              <mc:Choice xmlns:v="urn:schemas-microsoft-com:vml" Requires="v">
                <p:oleObj spid="_x0000_s120861" name="Equation" r:id="rId5" imgW="1841400" imgH="1549080" progId="Equation.DSMT4">
                  <p:embed/>
                </p:oleObj>
              </mc:Choice>
              <mc:Fallback>
                <p:oleObj name="Equation" r:id="rId5" imgW="1841400" imgH="1549080" progId="Equation.DSMT4">
                  <p:embed/>
                  <p:pic>
                    <p:nvPicPr>
                      <p:cNvPr id="104453" name="Object 5"/>
                      <p:cNvPicPr>
                        <a:picLocks noChangeAspect="1" noChangeArrowheads="1"/>
                      </p:cNvPicPr>
                      <p:nvPr/>
                    </p:nvPicPr>
                    <p:blipFill>
                      <a:blip r:embed="rId6"/>
                      <a:srcRect/>
                      <a:stretch>
                        <a:fillRect/>
                      </a:stretch>
                    </p:blipFill>
                    <p:spPr bwMode="auto">
                      <a:xfrm>
                        <a:off x="4735513" y="2293938"/>
                        <a:ext cx="3568700" cy="300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2468058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9" fill="hold" grpId="0" nodeType="withEffect">
                                  <p:stCondLst>
                                    <p:cond delay="0"/>
                                  </p:stCondLst>
                                  <p:childTnLst>
                                    <p:set>
                                      <p:cBhvr>
                                        <p:cTn id="6" dur="1" fill="hold">
                                          <p:stCondLst>
                                            <p:cond delay="0"/>
                                          </p:stCondLst>
                                        </p:cTn>
                                        <p:tgtEl>
                                          <p:spTgt spid="104450"/>
                                        </p:tgtEl>
                                        <p:attrNameLst>
                                          <p:attrName>style.visibility</p:attrName>
                                        </p:attrNameLst>
                                      </p:cBhvr>
                                      <p:to>
                                        <p:strVal val="visible"/>
                                      </p:to>
                                    </p:set>
                                    <p:anim calcmode="lin" valueType="num">
                                      <p:cBhvr additive="base">
                                        <p:cTn id="7" dur="500" fill="hold"/>
                                        <p:tgtEl>
                                          <p:spTgt spid="104450"/>
                                        </p:tgtEl>
                                        <p:attrNameLst>
                                          <p:attrName>ppt_x</p:attrName>
                                        </p:attrNameLst>
                                      </p:cBhvr>
                                      <p:tavLst>
                                        <p:tav tm="0">
                                          <p:val>
                                            <p:strVal val="0-#ppt_w/2"/>
                                          </p:val>
                                        </p:tav>
                                        <p:tav tm="100000">
                                          <p:val>
                                            <p:strVal val="#ppt_x"/>
                                          </p:val>
                                        </p:tav>
                                      </p:tavLst>
                                    </p:anim>
                                    <p:anim calcmode="lin" valueType="num">
                                      <p:cBhvr additive="base">
                                        <p:cTn id="8" dur="500" fill="hold"/>
                                        <p:tgtEl>
                                          <p:spTgt spid="104450"/>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4451"/>
                                        </p:tgtEl>
                                        <p:attrNameLst>
                                          <p:attrName>style.visibility</p:attrName>
                                        </p:attrNameLst>
                                      </p:cBhvr>
                                      <p:to>
                                        <p:strVal val="visible"/>
                                      </p:to>
                                    </p:set>
                                    <p:animEffect transition="in" filter="wipe(left)">
                                      <p:cBhvr>
                                        <p:cTn id="13" dur="2000"/>
                                        <p:tgtEl>
                                          <p:spTgt spid="10445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104452"/>
                                        </p:tgtEl>
                                        <p:attrNameLst>
                                          <p:attrName>style.visibility</p:attrName>
                                        </p:attrNameLst>
                                      </p:cBhvr>
                                      <p:to>
                                        <p:strVal val="visible"/>
                                      </p:to>
                                    </p:set>
                                    <p:animEffect transition="in" filter="wipe(up)">
                                      <p:cBhvr>
                                        <p:cTn id="18" dur="2000"/>
                                        <p:tgtEl>
                                          <p:spTgt spid="10445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nodeType="clickEffect">
                                  <p:stCondLst>
                                    <p:cond delay="0"/>
                                  </p:stCondLst>
                                  <p:childTnLst>
                                    <p:set>
                                      <p:cBhvr>
                                        <p:cTn id="22" dur="1" fill="hold">
                                          <p:stCondLst>
                                            <p:cond delay="0"/>
                                          </p:stCondLst>
                                        </p:cTn>
                                        <p:tgtEl>
                                          <p:spTgt spid="104453"/>
                                        </p:tgtEl>
                                        <p:attrNameLst>
                                          <p:attrName>style.visibility</p:attrName>
                                        </p:attrNameLst>
                                      </p:cBhvr>
                                      <p:to>
                                        <p:strVal val="visible"/>
                                      </p:to>
                                    </p:set>
                                    <p:animEffect transition="in" filter="wipe(up)">
                                      <p:cBhvr>
                                        <p:cTn id="23" dur="2000"/>
                                        <p:tgtEl>
                                          <p:spTgt spid="1044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p:bldP spid="104451"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Text Box 3"/>
          <p:cNvSpPr txBox="1">
            <a:spLocks noChangeArrowheads="1"/>
          </p:cNvSpPr>
          <p:nvPr/>
        </p:nvSpPr>
        <p:spPr bwMode="auto">
          <a:xfrm>
            <a:off x="900113" y="1125538"/>
            <a:ext cx="7559675" cy="10577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marL="381000" indent="-381000">
              <a:defRPr>
                <a:solidFill>
                  <a:schemeClr val="tx1"/>
                </a:solidFill>
                <a:latin typeface="Arial" panose="020B0604020202020204" pitchFamily="34" charset="0"/>
                <a:ea typeface="宋体" panose="02010600030101010101" pitchFamily="2" charset="-122"/>
              </a:defRPr>
            </a:lvl1pPr>
            <a:lvl2pPr marL="666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20000"/>
              </a:lnSpc>
            </a:pPr>
            <a:r>
              <a:rPr kumimoji="1" lang="en-US" altLang="zh-CN" sz="2800">
                <a:latin typeface="楷体_GB2312" pitchFamily="49" charset="-122"/>
                <a:ea typeface="楷体_GB2312" pitchFamily="49" charset="-122"/>
              </a:rPr>
              <a:t>1.</a:t>
            </a:r>
            <a:r>
              <a:rPr kumimoji="1" lang="zh-CN" altLang="en-US" sz="2800">
                <a:latin typeface="楷体_GB2312" pitchFamily="49" charset="-122"/>
                <a:ea typeface="楷体_GB2312" pitchFamily="49" charset="-122"/>
              </a:rPr>
              <a:t>引入相量法，电阻电路和正弦电流电路依据的电路定律是相似的。</a:t>
            </a:r>
          </a:p>
        </p:txBody>
      </p:sp>
      <p:sp>
        <p:nvSpPr>
          <p:cNvPr id="49174" name="Text Box 22"/>
          <p:cNvSpPr txBox="1">
            <a:spLocks noChangeArrowheads="1"/>
          </p:cNvSpPr>
          <p:nvPr/>
        </p:nvSpPr>
        <p:spPr bwMode="auto">
          <a:xfrm>
            <a:off x="755576" y="404664"/>
            <a:ext cx="110799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3600" b="0" dirty="0">
                <a:solidFill>
                  <a:srgbClr val="FA7748"/>
                </a:solidFill>
                <a:latin typeface="Times New Roman" panose="02020603050405020304" pitchFamily="18" charset="0"/>
                <a:ea typeface="华文行楷" panose="02010800040101010101" pitchFamily="2" charset="-122"/>
              </a:rPr>
              <a:t>结论</a:t>
            </a:r>
          </a:p>
        </p:txBody>
      </p:sp>
      <p:sp>
        <p:nvSpPr>
          <p:cNvPr id="49175" name="Text Box 23"/>
          <p:cNvSpPr txBox="1">
            <a:spLocks noChangeArrowheads="1"/>
          </p:cNvSpPr>
          <p:nvPr/>
        </p:nvSpPr>
        <p:spPr bwMode="auto">
          <a:xfrm>
            <a:off x="900113" y="2276475"/>
            <a:ext cx="7239000" cy="10577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marL="381000" indent="-381000">
              <a:defRPr>
                <a:solidFill>
                  <a:schemeClr val="tx1"/>
                </a:solidFill>
                <a:latin typeface="Arial" panose="020B0604020202020204" pitchFamily="34" charset="0"/>
                <a:ea typeface="宋体" panose="02010600030101010101" pitchFamily="2" charset="-122"/>
              </a:defRPr>
            </a:lvl1pPr>
            <a:lvl2pPr marL="57150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20000"/>
              </a:lnSpc>
            </a:pPr>
            <a:r>
              <a:rPr kumimoji="1" lang="en-US" altLang="zh-CN" sz="2800">
                <a:latin typeface="楷体_GB2312" pitchFamily="49" charset="-122"/>
                <a:ea typeface="楷体_GB2312" pitchFamily="49" charset="-122"/>
              </a:rPr>
              <a:t>2.</a:t>
            </a:r>
            <a:r>
              <a:rPr kumimoji="1" lang="zh-CN" altLang="en-US" sz="2800">
                <a:latin typeface="楷体_GB2312" pitchFamily="49" charset="-122"/>
                <a:ea typeface="楷体_GB2312" pitchFamily="49" charset="-122"/>
              </a:rPr>
              <a:t>引入电路的相量模型，把列写时域微分方程转为直接列写相量形式的代数方程。</a:t>
            </a:r>
          </a:p>
        </p:txBody>
      </p:sp>
      <p:sp>
        <p:nvSpPr>
          <p:cNvPr id="49176" name="Text Box 24"/>
          <p:cNvSpPr txBox="1">
            <a:spLocks noChangeArrowheads="1"/>
          </p:cNvSpPr>
          <p:nvPr/>
        </p:nvSpPr>
        <p:spPr bwMode="auto">
          <a:xfrm>
            <a:off x="900113" y="3429000"/>
            <a:ext cx="7416800" cy="16303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4762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20000"/>
              </a:lnSpc>
            </a:pPr>
            <a:r>
              <a:rPr kumimoji="1" lang="en-US" altLang="zh-CN" sz="2800">
                <a:latin typeface="楷体_GB2312" pitchFamily="49" charset="-122"/>
                <a:ea typeface="楷体_GB2312" pitchFamily="49" charset="-122"/>
              </a:rPr>
              <a:t>3.</a:t>
            </a:r>
            <a:r>
              <a:rPr kumimoji="1" lang="zh-CN" altLang="en-US" sz="2800">
                <a:latin typeface="楷体_GB2312" pitchFamily="49" charset="-122"/>
                <a:ea typeface="楷体_GB2312" pitchFamily="49" charset="-122"/>
              </a:rPr>
              <a:t>引入阻抗以后，可将电阻电路中讨论的所有网络定理和分析方法都推广应用于正弦稳态的相量分析中。直流</a:t>
            </a:r>
            <a:r>
              <a:rPr kumimoji="1" lang="zh-CN" altLang="en-US" sz="2800" b="0">
                <a:latin typeface="楷体_GB2312" pitchFamily="49" charset="-122"/>
                <a:ea typeface="楷体_GB2312" pitchFamily="49" charset="-122"/>
              </a:rPr>
              <a:t>（</a:t>
            </a:r>
            <a:r>
              <a:rPr kumimoji="1" lang="en-US" altLang="zh-CN" sz="2800" b="0" i="1">
                <a:latin typeface="Times New Roman" panose="02020603050405020304" pitchFamily="18" charset="0"/>
                <a:ea typeface="楷体_GB2312" pitchFamily="49" charset="-122"/>
              </a:rPr>
              <a:t>f </a:t>
            </a:r>
            <a:r>
              <a:rPr kumimoji="1" lang="en-US" altLang="zh-CN" sz="2800" b="0">
                <a:latin typeface="Times New Roman" panose="02020603050405020304" pitchFamily="18" charset="0"/>
                <a:ea typeface="楷体_GB2312" pitchFamily="49" charset="-122"/>
              </a:rPr>
              <a:t>=0</a:t>
            </a:r>
            <a:r>
              <a:rPr kumimoji="1" lang="en-US" altLang="zh-CN" sz="2800" b="0">
                <a:latin typeface="楷体_GB2312" pitchFamily="49" charset="-122"/>
                <a:ea typeface="楷体_GB2312" pitchFamily="49" charset="-122"/>
              </a:rPr>
              <a:t>)</a:t>
            </a:r>
            <a:r>
              <a:rPr kumimoji="1" lang="zh-CN" altLang="en-US" sz="2800">
                <a:latin typeface="楷体_GB2312" pitchFamily="49" charset="-122"/>
                <a:ea typeface="楷体_GB2312" pitchFamily="49" charset="-122"/>
              </a:rPr>
              <a:t>是一个特例。</a:t>
            </a:r>
          </a:p>
        </p:txBody>
      </p:sp>
    </p:spTree>
    <p:extLst>
      <p:ext uri="{BB962C8B-B14F-4D97-AF65-F5344CB8AC3E}">
        <p14:creationId xmlns:p14="http://schemas.microsoft.com/office/powerpoint/2010/main" val="20638931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2" fill="hold" grpId="0" nodeType="clickEffect">
                                  <p:stCondLst>
                                    <p:cond delay="0"/>
                                  </p:stCondLst>
                                  <p:iterate type="lt">
                                    <p:tmPct val="100000"/>
                                  </p:iterate>
                                  <p:childTnLst>
                                    <p:set>
                                      <p:cBhvr>
                                        <p:cTn id="6" dur="1" fill="hold">
                                          <p:stCondLst>
                                            <p:cond delay="0"/>
                                          </p:stCondLst>
                                        </p:cTn>
                                        <p:tgtEl>
                                          <p:spTgt spid="49155"/>
                                        </p:tgtEl>
                                        <p:attrNameLst>
                                          <p:attrName>style.visibility</p:attrName>
                                        </p:attrNameLst>
                                      </p:cBhvr>
                                      <p:to>
                                        <p:strVal val="visible"/>
                                      </p:to>
                                    </p:set>
                                    <p:anim calcmode="lin" valueType="num">
                                      <p:cBhvr>
                                        <p:cTn id="7" dur="75" fill="hold"/>
                                        <p:tgtEl>
                                          <p:spTgt spid="49155"/>
                                        </p:tgtEl>
                                        <p:attrNameLst>
                                          <p:attrName>ppt_x</p:attrName>
                                        </p:attrNameLst>
                                      </p:cBhvr>
                                      <p:tavLst>
                                        <p:tav tm="0">
                                          <p:val>
                                            <p:strVal val="#ppt_x+#ppt_w/2"/>
                                          </p:val>
                                        </p:tav>
                                        <p:tav tm="100000">
                                          <p:val>
                                            <p:strVal val="#ppt_x"/>
                                          </p:val>
                                        </p:tav>
                                      </p:tavLst>
                                    </p:anim>
                                    <p:anim calcmode="lin" valueType="num">
                                      <p:cBhvr>
                                        <p:cTn id="8" dur="75" fill="hold"/>
                                        <p:tgtEl>
                                          <p:spTgt spid="49155"/>
                                        </p:tgtEl>
                                        <p:attrNameLst>
                                          <p:attrName>ppt_y</p:attrName>
                                        </p:attrNameLst>
                                      </p:cBhvr>
                                      <p:tavLst>
                                        <p:tav tm="0">
                                          <p:val>
                                            <p:strVal val="#ppt_y"/>
                                          </p:val>
                                        </p:tav>
                                        <p:tav tm="100000">
                                          <p:val>
                                            <p:strVal val="#ppt_y"/>
                                          </p:val>
                                        </p:tav>
                                      </p:tavLst>
                                    </p:anim>
                                    <p:anim calcmode="lin" valueType="num">
                                      <p:cBhvr>
                                        <p:cTn id="9" dur="75" fill="hold"/>
                                        <p:tgtEl>
                                          <p:spTgt spid="49155"/>
                                        </p:tgtEl>
                                        <p:attrNameLst>
                                          <p:attrName>ppt_w</p:attrName>
                                        </p:attrNameLst>
                                      </p:cBhvr>
                                      <p:tavLst>
                                        <p:tav tm="0">
                                          <p:val>
                                            <p:fltVal val="0"/>
                                          </p:val>
                                        </p:tav>
                                        <p:tav tm="100000">
                                          <p:val>
                                            <p:strVal val="#ppt_w"/>
                                          </p:val>
                                        </p:tav>
                                      </p:tavLst>
                                    </p:anim>
                                    <p:anim calcmode="lin" valueType="num">
                                      <p:cBhvr>
                                        <p:cTn id="10" dur="75" fill="hold"/>
                                        <p:tgtEl>
                                          <p:spTgt spid="49155"/>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2" fill="hold" grpId="0" nodeType="clickEffect">
                                  <p:stCondLst>
                                    <p:cond delay="0"/>
                                  </p:stCondLst>
                                  <p:iterate type="lt">
                                    <p:tmPct val="100000"/>
                                  </p:iterate>
                                  <p:childTnLst>
                                    <p:set>
                                      <p:cBhvr>
                                        <p:cTn id="14" dur="1" fill="hold">
                                          <p:stCondLst>
                                            <p:cond delay="0"/>
                                          </p:stCondLst>
                                        </p:cTn>
                                        <p:tgtEl>
                                          <p:spTgt spid="49175"/>
                                        </p:tgtEl>
                                        <p:attrNameLst>
                                          <p:attrName>style.visibility</p:attrName>
                                        </p:attrNameLst>
                                      </p:cBhvr>
                                      <p:to>
                                        <p:strVal val="visible"/>
                                      </p:to>
                                    </p:set>
                                    <p:anim calcmode="lin" valueType="num">
                                      <p:cBhvr>
                                        <p:cTn id="15" dur="75" fill="hold"/>
                                        <p:tgtEl>
                                          <p:spTgt spid="49175"/>
                                        </p:tgtEl>
                                        <p:attrNameLst>
                                          <p:attrName>ppt_x</p:attrName>
                                        </p:attrNameLst>
                                      </p:cBhvr>
                                      <p:tavLst>
                                        <p:tav tm="0">
                                          <p:val>
                                            <p:strVal val="#ppt_x+#ppt_w/2"/>
                                          </p:val>
                                        </p:tav>
                                        <p:tav tm="100000">
                                          <p:val>
                                            <p:strVal val="#ppt_x"/>
                                          </p:val>
                                        </p:tav>
                                      </p:tavLst>
                                    </p:anim>
                                    <p:anim calcmode="lin" valueType="num">
                                      <p:cBhvr>
                                        <p:cTn id="16" dur="75" fill="hold"/>
                                        <p:tgtEl>
                                          <p:spTgt spid="49175"/>
                                        </p:tgtEl>
                                        <p:attrNameLst>
                                          <p:attrName>ppt_y</p:attrName>
                                        </p:attrNameLst>
                                      </p:cBhvr>
                                      <p:tavLst>
                                        <p:tav tm="0">
                                          <p:val>
                                            <p:strVal val="#ppt_y"/>
                                          </p:val>
                                        </p:tav>
                                        <p:tav tm="100000">
                                          <p:val>
                                            <p:strVal val="#ppt_y"/>
                                          </p:val>
                                        </p:tav>
                                      </p:tavLst>
                                    </p:anim>
                                    <p:anim calcmode="lin" valueType="num">
                                      <p:cBhvr>
                                        <p:cTn id="17" dur="75" fill="hold"/>
                                        <p:tgtEl>
                                          <p:spTgt spid="49175"/>
                                        </p:tgtEl>
                                        <p:attrNameLst>
                                          <p:attrName>ppt_w</p:attrName>
                                        </p:attrNameLst>
                                      </p:cBhvr>
                                      <p:tavLst>
                                        <p:tav tm="0">
                                          <p:val>
                                            <p:fltVal val="0"/>
                                          </p:val>
                                        </p:tav>
                                        <p:tav tm="100000">
                                          <p:val>
                                            <p:strVal val="#ppt_w"/>
                                          </p:val>
                                        </p:tav>
                                      </p:tavLst>
                                    </p:anim>
                                    <p:anim calcmode="lin" valueType="num">
                                      <p:cBhvr>
                                        <p:cTn id="18" dur="75" fill="hold"/>
                                        <p:tgtEl>
                                          <p:spTgt spid="49175"/>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2" fill="hold" grpId="0" nodeType="clickEffect">
                                  <p:stCondLst>
                                    <p:cond delay="0"/>
                                  </p:stCondLst>
                                  <p:iterate type="lt">
                                    <p:tmPct val="100000"/>
                                  </p:iterate>
                                  <p:childTnLst>
                                    <p:set>
                                      <p:cBhvr>
                                        <p:cTn id="22" dur="1" fill="hold">
                                          <p:stCondLst>
                                            <p:cond delay="0"/>
                                          </p:stCondLst>
                                        </p:cTn>
                                        <p:tgtEl>
                                          <p:spTgt spid="49176"/>
                                        </p:tgtEl>
                                        <p:attrNameLst>
                                          <p:attrName>style.visibility</p:attrName>
                                        </p:attrNameLst>
                                      </p:cBhvr>
                                      <p:to>
                                        <p:strVal val="visible"/>
                                      </p:to>
                                    </p:set>
                                    <p:anim calcmode="lin" valueType="num">
                                      <p:cBhvr>
                                        <p:cTn id="23" dur="75" fill="hold"/>
                                        <p:tgtEl>
                                          <p:spTgt spid="49176"/>
                                        </p:tgtEl>
                                        <p:attrNameLst>
                                          <p:attrName>ppt_x</p:attrName>
                                        </p:attrNameLst>
                                      </p:cBhvr>
                                      <p:tavLst>
                                        <p:tav tm="0">
                                          <p:val>
                                            <p:strVal val="#ppt_x+#ppt_w/2"/>
                                          </p:val>
                                        </p:tav>
                                        <p:tav tm="100000">
                                          <p:val>
                                            <p:strVal val="#ppt_x"/>
                                          </p:val>
                                        </p:tav>
                                      </p:tavLst>
                                    </p:anim>
                                    <p:anim calcmode="lin" valueType="num">
                                      <p:cBhvr>
                                        <p:cTn id="24" dur="75" fill="hold"/>
                                        <p:tgtEl>
                                          <p:spTgt spid="49176"/>
                                        </p:tgtEl>
                                        <p:attrNameLst>
                                          <p:attrName>ppt_y</p:attrName>
                                        </p:attrNameLst>
                                      </p:cBhvr>
                                      <p:tavLst>
                                        <p:tav tm="0">
                                          <p:val>
                                            <p:strVal val="#ppt_y"/>
                                          </p:val>
                                        </p:tav>
                                        <p:tav tm="100000">
                                          <p:val>
                                            <p:strVal val="#ppt_y"/>
                                          </p:val>
                                        </p:tav>
                                      </p:tavLst>
                                    </p:anim>
                                    <p:anim calcmode="lin" valueType="num">
                                      <p:cBhvr>
                                        <p:cTn id="25" dur="75" fill="hold"/>
                                        <p:tgtEl>
                                          <p:spTgt spid="49176"/>
                                        </p:tgtEl>
                                        <p:attrNameLst>
                                          <p:attrName>ppt_w</p:attrName>
                                        </p:attrNameLst>
                                      </p:cBhvr>
                                      <p:tavLst>
                                        <p:tav tm="0">
                                          <p:val>
                                            <p:fltVal val="0"/>
                                          </p:val>
                                        </p:tav>
                                        <p:tav tm="100000">
                                          <p:val>
                                            <p:strVal val="#ppt_w"/>
                                          </p:val>
                                        </p:tav>
                                      </p:tavLst>
                                    </p:anim>
                                    <p:anim calcmode="lin" valueType="num">
                                      <p:cBhvr>
                                        <p:cTn id="26" dur="75" fill="hold"/>
                                        <p:tgtEl>
                                          <p:spTgt spid="4917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autoUpdateAnimBg="0"/>
      <p:bldP spid="49175" grpId="0" autoUpdateAnimBg="0"/>
      <p:bldP spid="49176"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Text Box 3"/>
          <p:cNvSpPr txBox="1">
            <a:spLocks noChangeArrowheads="1"/>
          </p:cNvSpPr>
          <p:nvPr/>
        </p:nvSpPr>
        <p:spPr bwMode="auto">
          <a:xfrm>
            <a:off x="323850" y="428625"/>
            <a:ext cx="724878" cy="523220"/>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25400">
                <a:solidFill>
                  <a:srgbClr val="FF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latin typeface="Times New Roman" panose="02020603050405020304" pitchFamily="18" charset="0"/>
                <a:ea typeface="宋体" panose="02010600030101010101" pitchFamily="2" charset="-122"/>
              </a:rPr>
              <a:t>例</a:t>
            </a:r>
            <a:r>
              <a:rPr kumimoji="1" lang="en-US" altLang="zh-CN" sz="2800" b="0">
                <a:latin typeface="Times New Roman" panose="02020603050405020304" pitchFamily="18" charset="0"/>
                <a:ea typeface="宋体" panose="02010600030101010101" pitchFamily="2" charset="-122"/>
              </a:rPr>
              <a:t>1</a:t>
            </a:r>
          </a:p>
        </p:txBody>
      </p:sp>
      <p:sp>
        <p:nvSpPr>
          <p:cNvPr id="48216" name="Text Box 88"/>
          <p:cNvSpPr txBox="1">
            <a:spLocks noChangeArrowheads="1"/>
          </p:cNvSpPr>
          <p:nvPr/>
        </p:nvSpPr>
        <p:spPr bwMode="auto">
          <a:xfrm>
            <a:off x="1258888" y="4365625"/>
            <a:ext cx="4392612" cy="519113"/>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a:latin typeface="Times New Roman" panose="02020603050405020304" pitchFamily="18" charset="0"/>
              </a:rPr>
              <a:t>画出电路的相量模型</a:t>
            </a:r>
          </a:p>
        </p:txBody>
      </p:sp>
      <p:sp>
        <p:nvSpPr>
          <p:cNvPr id="48217" name="AutoShape 89"/>
          <p:cNvSpPr>
            <a:spLocks noChangeArrowheads="1"/>
          </p:cNvSpPr>
          <p:nvPr/>
        </p:nvSpPr>
        <p:spPr bwMode="auto">
          <a:xfrm>
            <a:off x="4140200" y="2708275"/>
            <a:ext cx="669925" cy="144463"/>
          </a:xfrm>
          <a:prstGeom prst="rightArrow">
            <a:avLst>
              <a:gd name="adj1" fmla="val 50000"/>
              <a:gd name="adj2" fmla="val 115934"/>
            </a:avLst>
          </a:prstGeom>
          <a:solidFill>
            <a:srgbClr val="0066FF"/>
          </a:solidFill>
          <a:ln w="25400">
            <a:solidFill>
              <a:srgbClr val="0066FF"/>
            </a:solidFill>
            <a:miter lim="800000"/>
            <a:headEnd/>
            <a:tailEnd type="none" w="sm"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48218" name="Object 90"/>
          <p:cNvGraphicFramePr>
            <a:graphicFrameLocks noChangeAspect="1"/>
          </p:cNvGraphicFramePr>
          <p:nvPr>
            <p:extLst>
              <p:ext uri="{D42A27DB-BD31-4B8C-83A1-F6EECF244321}">
                <p14:modId xmlns:p14="http://schemas.microsoft.com/office/powerpoint/2010/main" val="937570272"/>
              </p:ext>
            </p:extLst>
          </p:nvPr>
        </p:nvGraphicFramePr>
        <p:xfrm>
          <a:off x="1165225" y="5073650"/>
          <a:ext cx="7145338" cy="1133475"/>
        </p:xfrm>
        <a:graphic>
          <a:graphicData uri="http://schemas.openxmlformats.org/presentationml/2006/ole">
            <mc:AlternateContent xmlns:mc="http://schemas.openxmlformats.org/markup-compatibility/2006">
              <mc:Choice xmlns:v="urn:schemas-microsoft-com:vml" Requires="v">
                <p:oleObj spid="_x0000_s121962" name="Equation" r:id="rId3" imgW="3682800" imgH="583920" progId="Equation.DSMT4">
                  <p:embed/>
                </p:oleObj>
              </mc:Choice>
              <mc:Fallback>
                <p:oleObj name="Equation" r:id="rId3" imgW="3682800" imgH="583920" progId="Equation.DSMT4">
                  <p:embed/>
                  <p:pic>
                    <p:nvPicPr>
                      <p:cNvPr id="48218" name="Object 90"/>
                      <p:cNvPicPr>
                        <a:picLocks noChangeAspect="1" noChangeArrowheads="1"/>
                      </p:cNvPicPr>
                      <p:nvPr/>
                    </p:nvPicPr>
                    <p:blipFill>
                      <a:blip r:embed="rId4"/>
                      <a:srcRect/>
                      <a:stretch>
                        <a:fillRect/>
                      </a:stretch>
                    </p:blipFill>
                    <p:spPr bwMode="auto">
                      <a:xfrm>
                        <a:off x="1165225" y="5073650"/>
                        <a:ext cx="7145338" cy="1133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8237" name="Group 109"/>
          <p:cNvGrpSpPr>
            <a:grpSpLocks/>
          </p:cNvGrpSpPr>
          <p:nvPr/>
        </p:nvGrpSpPr>
        <p:grpSpPr bwMode="auto">
          <a:xfrm>
            <a:off x="1116013" y="476250"/>
            <a:ext cx="7472363" cy="1023938"/>
            <a:chOff x="703" y="164"/>
            <a:chExt cx="4707" cy="645"/>
          </a:xfrm>
        </p:grpSpPr>
        <p:graphicFrame>
          <p:nvGraphicFramePr>
            <p:cNvPr id="48132" name="Object 4"/>
            <p:cNvGraphicFramePr>
              <a:graphicFrameLocks noChangeAspect="1"/>
            </p:cNvGraphicFramePr>
            <p:nvPr>
              <p:extLst>
                <p:ext uri="{D42A27DB-BD31-4B8C-83A1-F6EECF244321}">
                  <p14:modId xmlns:p14="http://schemas.microsoft.com/office/powerpoint/2010/main" val="167001927"/>
                </p:ext>
              </p:extLst>
            </p:nvPr>
          </p:nvGraphicFramePr>
          <p:xfrm>
            <a:off x="1564" y="202"/>
            <a:ext cx="3634" cy="558"/>
          </p:xfrm>
          <a:graphic>
            <a:graphicData uri="http://schemas.openxmlformats.org/presentationml/2006/ole">
              <mc:AlternateContent xmlns:mc="http://schemas.openxmlformats.org/markup-compatibility/2006">
                <mc:Choice xmlns:v="urn:schemas-microsoft-com:vml" Requires="v">
                  <p:oleObj spid="_x0000_s121963" name="Equation" r:id="rId5" imgW="2971800" imgH="457200" progId="Equation.DSMT4">
                    <p:embed/>
                  </p:oleObj>
                </mc:Choice>
                <mc:Fallback>
                  <p:oleObj name="Equation" r:id="rId5" imgW="2971800" imgH="457200" progId="Equation.DSMT4">
                    <p:embed/>
                    <p:pic>
                      <p:nvPicPr>
                        <p:cNvPr id="48132" name="Object 4"/>
                        <p:cNvPicPr>
                          <a:picLocks noChangeAspect="1" noChangeArrowheads="1"/>
                        </p:cNvPicPr>
                        <p:nvPr/>
                      </p:nvPicPr>
                      <p:blipFill>
                        <a:blip r:embed="rId6"/>
                        <a:srcRect/>
                        <a:stretch>
                          <a:fillRect/>
                        </a:stretch>
                      </p:blipFill>
                      <p:spPr bwMode="auto">
                        <a:xfrm>
                          <a:off x="1564" y="202"/>
                          <a:ext cx="3634" cy="5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33" name="Text Box 5"/>
            <p:cNvSpPr txBox="1">
              <a:spLocks noChangeArrowheads="1"/>
            </p:cNvSpPr>
            <p:nvPr/>
          </p:nvSpPr>
          <p:spPr bwMode="auto">
            <a:xfrm>
              <a:off x="3606" y="482"/>
              <a:ext cx="180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t>求</a:t>
              </a:r>
              <a:r>
                <a:rPr kumimoji="1" lang="en-US" altLang="zh-CN" sz="2800"/>
                <a:t>:</a:t>
              </a:r>
              <a:r>
                <a:rPr kumimoji="1" lang="zh-CN" altLang="en-US" sz="2800"/>
                <a:t>各支路电流。</a:t>
              </a:r>
            </a:p>
          </p:txBody>
        </p:sp>
        <p:sp>
          <p:nvSpPr>
            <p:cNvPr id="48220" name="Text Box 92"/>
            <p:cNvSpPr txBox="1">
              <a:spLocks noChangeArrowheads="1"/>
            </p:cNvSpPr>
            <p:nvPr/>
          </p:nvSpPr>
          <p:spPr bwMode="auto">
            <a:xfrm>
              <a:off x="703" y="164"/>
              <a:ext cx="95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a:latin typeface="Arial" panose="020B0604020202020204" pitchFamily="34" charset="0"/>
                </a:rPr>
                <a:t>已知：</a:t>
              </a:r>
            </a:p>
          </p:txBody>
        </p:sp>
      </p:grpSp>
      <p:sp>
        <p:nvSpPr>
          <p:cNvPr id="48223" name="Text Box 95"/>
          <p:cNvSpPr txBox="1">
            <a:spLocks noChangeArrowheads="1"/>
          </p:cNvSpPr>
          <p:nvPr/>
        </p:nvSpPr>
        <p:spPr bwMode="auto">
          <a:xfrm>
            <a:off x="468313" y="4365625"/>
            <a:ext cx="541337" cy="519113"/>
          </a:xfrm>
          <a:prstGeom prst="rect">
            <a:avLst/>
          </a:prstGeom>
          <a:solidFill>
            <a:srgbClr val="990033"/>
          </a:solidFill>
          <a:ln>
            <a:noFill/>
          </a:ln>
          <a:effectLst/>
          <a:extLst>
            <a:ext uri="{91240B29-F687-4F45-9708-019B960494DF}">
              <a14:hiddenLine xmlns:a14="http://schemas.microsoft.com/office/drawing/2010/main" w="25400">
                <a:solidFill>
                  <a:srgbClr val="FF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solidFill>
                  <a:schemeClr val="bg1"/>
                </a:solidFill>
                <a:latin typeface="Times New Roman" panose="02020603050405020304" pitchFamily="18" charset="0"/>
                <a:ea typeface="宋体" panose="02010600030101010101" pitchFamily="2" charset="-122"/>
              </a:rPr>
              <a:t>解</a:t>
            </a:r>
          </a:p>
        </p:txBody>
      </p:sp>
      <p:grpSp>
        <p:nvGrpSpPr>
          <p:cNvPr id="48238" name="Group 110"/>
          <p:cNvGrpSpPr>
            <a:grpSpLocks/>
          </p:cNvGrpSpPr>
          <p:nvPr/>
        </p:nvGrpSpPr>
        <p:grpSpPr bwMode="auto">
          <a:xfrm>
            <a:off x="468313" y="1268413"/>
            <a:ext cx="3455987" cy="2932112"/>
            <a:chOff x="249" y="1856"/>
            <a:chExt cx="2177" cy="1847"/>
          </a:xfrm>
        </p:grpSpPr>
        <p:sp>
          <p:nvSpPr>
            <p:cNvPr id="48239" name="Oval 111"/>
            <p:cNvSpPr>
              <a:spLocks noChangeArrowheads="1"/>
            </p:cNvSpPr>
            <p:nvPr/>
          </p:nvSpPr>
          <p:spPr bwMode="auto">
            <a:xfrm>
              <a:off x="249" y="2886"/>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8240" name="Text Box 112"/>
            <p:cNvSpPr txBox="1">
              <a:spLocks noChangeArrowheads="1"/>
            </p:cNvSpPr>
            <p:nvPr/>
          </p:nvSpPr>
          <p:spPr bwMode="auto">
            <a:xfrm>
              <a:off x="1973" y="2614"/>
              <a:ext cx="3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a:latin typeface="Times New Roman" panose="02020603050405020304" pitchFamily="18" charset="0"/>
                <a:ea typeface="宋体" panose="02010600030101010101" pitchFamily="2" charset="-122"/>
              </a:endParaRPr>
            </a:p>
          </p:txBody>
        </p:sp>
        <p:sp>
          <p:nvSpPr>
            <p:cNvPr id="48241" name="Text Box 113"/>
            <p:cNvSpPr txBox="1">
              <a:spLocks noChangeArrowheads="1"/>
            </p:cNvSpPr>
            <p:nvPr/>
          </p:nvSpPr>
          <p:spPr bwMode="auto">
            <a:xfrm>
              <a:off x="431" y="2568"/>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a:t>
              </a:r>
            </a:p>
          </p:txBody>
        </p:sp>
        <p:sp>
          <p:nvSpPr>
            <p:cNvPr id="48242" name="Text Box 114"/>
            <p:cNvSpPr txBox="1">
              <a:spLocks noChangeArrowheads="1"/>
            </p:cNvSpPr>
            <p:nvPr/>
          </p:nvSpPr>
          <p:spPr bwMode="auto">
            <a:xfrm>
              <a:off x="431" y="3203"/>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_</a:t>
              </a:r>
            </a:p>
          </p:txBody>
        </p:sp>
        <p:grpSp>
          <p:nvGrpSpPr>
            <p:cNvPr id="48243" name="Group 115"/>
            <p:cNvGrpSpPr>
              <a:grpSpLocks/>
            </p:cNvGrpSpPr>
            <p:nvPr/>
          </p:nvGrpSpPr>
          <p:grpSpPr bwMode="auto">
            <a:xfrm rot="-5400000">
              <a:off x="1270" y="2734"/>
              <a:ext cx="221" cy="96"/>
              <a:chOff x="3845" y="3156"/>
              <a:chExt cx="221" cy="96"/>
            </a:xfrm>
          </p:grpSpPr>
          <p:sp>
            <p:nvSpPr>
              <p:cNvPr id="48244" name="Line 116"/>
              <p:cNvSpPr>
                <a:spLocks noChangeShapeType="1"/>
              </p:cNvSpPr>
              <p:nvPr/>
            </p:nvSpPr>
            <p:spPr bwMode="auto">
              <a:xfrm>
                <a:off x="3845" y="3156"/>
                <a:ext cx="221" cy="1"/>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sz="2800"/>
              </a:p>
            </p:txBody>
          </p:sp>
          <p:sp>
            <p:nvSpPr>
              <p:cNvPr id="48245" name="Line 117"/>
              <p:cNvSpPr>
                <a:spLocks noChangeShapeType="1"/>
              </p:cNvSpPr>
              <p:nvPr/>
            </p:nvSpPr>
            <p:spPr bwMode="auto">
              <a:xfrm flipV="1">
                <a:off x="3845" y="3249"/>
                <a:ext cx="221" cy="3"/>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sz="2800"/>
              </a:p>
            </p:txBody>
          </p:sp>
        </p:grpSp>
        <p:sp>
          <p:nvSpPr>
            <p:cNvPr id="48246" name="Text Box 118"/>
            <p:cNvSpPr txBox="1">
              <a:spLocks noChangeArrowheads="1"/>
            </p:cNvSpPr>
            <p:nvPr/>
          </p:nvSpPr>
          <p:spPr bwMode="auto">
            <a:xfrm>
              <a:off x="2064" y="3158"/>
              <a:ext cx="241"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L</a:t>
              </a:r>
            </a:p>
          </p:txBody>
        </p:sp>
        <p:sp>
          <p:nvSpPr>
            <p:cNvPr id="48247" name="Line 119"/>
            <p:cNvSpPr>
              <a:spLocks noChangeShapeType="1"/>
            </p:cNvSpPr>
            <p:nvPr/>
          </p:nvSpPr>
          <p:spPr bwMode="auto">
            <a:xfrm>
              <a:off x="842" y="2247"/>
              <a:ext cx="936"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8248" name="Line 120"/>
            <p:cNvSpPr>
              <a:spLocks noChangeShapeType="1"/>
            </p:cNvSpPr>
            <p:nvPr/>
          </p:nvSpPr>
          <p:spPr bwMode="auto">
            <a:xfrm>
              <a:off x="843" y="2247"/>
              <a:ext cx="0" cy="568"/>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8249" name="Line 121"/>
            <p:cNvSpPr>
              <a:spLocks noChangeShapeType="1"/>
            </p:cNvSpPr>
            <p:nvPr/>
          </p:nvSpPr>
          <p:spPr bwMode="auto">
            <a:xfrm>
              <a:off x="1837" y="2251"/>
              <a:ext cx="0" cy="568"/>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8250" name="Line 122"/>
            <p:cNvSpPr>
              <a:spLocks noChangeShapeType="1"/>
            </p:cNvSpPr>
            <p:nvPr/>
          </p:nvSpPr>
          <p:spPr bwMode="auto">
            <a:xfrm>
              <a:off x="1429" y="2795"/>
              <a:ext cx="403"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8251" name="Line 123"/>
            <p:cNvSpPr>
              <a:spLocks noChangeShapeType="1"/>
            </p:cNvSpPr>
            <p:nvPr/>
          </p:nvSpPr>
          <p:spPr bwMode="auto">
            <a:xfrm>
              <a:off x="901" y="2247"/>
              <a:ext cx="936"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8252" name="Line 124"/>
            <p:cNvSpPr>
              <a:spLocks noChangeShapeType="1"/>
            </p:cNvSpPr>
            <p:nvPr/>
          </p:nvSpPr>
          <p:spPr bwMode="auto">
            <a:xfrm>
              <a:off x="435" y="2479"/>
              <a:ext cx="408" cy="0"/>
            </a:xfrm>
            <a:prstGeom prst="line">
              <a:avLst/>
            </a:prstGeom>
            <a:noFill/>
            <a:ln w="28575">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8253" name="Line 125"/>
            <p:cNvSpPr>
              <a:spLocks noChangeShapeType="1"/>
            </p:cNvSpPr>
            <p:nvPr/>
          </p:nvSpPr>
          <p:spPr bwMode="auto">
            <a:xfrm>
              <a:off x="1837" y="2523"/>
              <a:ext cx="499" cy="0"/>
            </a:xfrm>
            <a:prstGeom prst="line">
              <a:avLst/>
            </a:prstGeom>
            <a:noFill/>
            <a:ln w="28575">
              <a:solidFill>
                <a:srgbClr val="FFC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8254" name="Line 126"/>
            <p:cNvSpPr>
              <a:spLocks noChangeShapeType="1"/>
            </p:cNvSpPr>
            <p:nvPr/>
          </p:nvSpPr>
          <p:spPr bwMode="auto">
            <a:xfrm>
              <a:off x="2324" y="3487"/>
              <a:ext cx="0" cy="18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8255" name="Line 127"/>
            <p:cNvSpPr>
              <a:spLocks noChangeShapeType="1"/>
            </p:cNvSpPr>
            <p:nvPr/>
          </p:nvSpPr>
          <p:spPr bwMode="auto">
            <a:xfrm flipH="1">
              <a:off x="435" y="3667"/>
              <a:ext cx="1889"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8256" name="Line 128"/>
            <p:cNvSpPr>
              <a:spLocks noChangeShapeType="1"/>
            </p:cNvSpPr>
            <p:nvPr/>
          </p:nvSpPr>
          <p:spPr bwMode="auto">
            <a:xfrm>
              <a:off x="435" y="2467"/>
              <a:ext cx="0" cy="1236"/>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8257" name="Text Box 129"/>
            <p:cNvSpPr txBox="1">
              <a:spLocks noChangeArrowheads="1"/>
            </p:cNvSpPr>
            <p:nvPr/>
          </p:nvSpPr>
          <p:spPr bwMode="auto">
            <a:xfrm>
              <a:off x="476" y="2151"/>
              <a:ext cx="25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i</a:t>
              </a:r>
              <a:r>
                <a:rPr kumimoji="1" lang="en-US" altLang="zh-CN" sz="2800" b="0" baseline="-25000">
                  <a:latin typeface="Times New Roman" panose="02020603050405020304" pitchFamily="18" charset="0"/>
                  <a:ea typeface="宋体" panose="02010600030101010101" pitchFamily="2" charset="-122"/>
                </a:rPr>
                <a:t>1</a:t>
              </a:r>
              <a:endParaRPr kumimoji="1" lang="en-US" altLang="zh-CN" sz="2800" b="0" i="1">
                <a:latin typeface="Times New Roman" panose="02020603050405020304" pitchFamily="18" charset="0"/>
                <a:ea typeface="宋体" panose="02010600030101010101" pitchFamily="2" charset="-122"/>
              </a:endParaRPr>
            </a:p>
          </p:txBody>
        </p:sp>
        <p:sp>
          <p:nvSpPr>
            <p:cNvPr id="48258" name="Text Box 130"/>
            <p:cNvSpPr txBox="1">
              <a:spLocks noChangeArrowheads="1"/>
            </p:cNvSpPr>
            <p:nvPr/>
          </p:nvSpPr>
          <p:spPr bwMode="auto">
            <a:xfrm>
              <a:off x="916" y="1856"/>
              <a:ext cx="25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i</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i="1">
                <a:latin typeface="Times New Roman" panose="02020603050405020304" pitchFamily="18" charset="0"/>
                <a:ea typeface="宋体" panose="02010600030101010101" pitchFamily="2" charset="-122"/>
              </a:endParaRPr>
            </a:p>
          </p:txBody>
        </p:sp>
        <p:sp>
          <p:nvSpPr>
            <p:cNvPr id="48259" name="Text Box 131"/>
            <p:cNvSpPr txBox="1">
              <a:spLocks noChangeArrowheads="1"/>
            </p:cNvSpPr>
            <p:nvPr/>
          </p:nvSpPr>
          <p:spPr bwMode="auto">
            <a:xfrm>
              <a:off x="884" y="2387"/>
              <a:ext cx="25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i</a:t>
              </a:r>
              <a:r>
                <a:rPr kumimoji="1" lang="en-US" altLang="zh-CN" sz="2800" b="0" baseline="-25000">
                  <a:latin typeface="Times New Roman" panose="02020603050405020304" pitchFamily="18" charset="0"/>
                  <a:ea typeface="宋体" panose="02010600030101010101" pitchFamily="2" charset="-122"/>
                </a:rPr>
                <a:t>3</a:t>
              </a:r>
              <a:endParaRPr kumimoji="1" lang="en-US" altLang="zh-CN" sz="2800" b="0" i="1">
                <a:latin typeface="Times New Roman" panose="02020603050405020304" pitchFamily="18" charset="0"/>
                <a:ea typeface="宋体" panose="02010600030101010101" pitchFamily="2" charset="-122"/>
              </a:endParaRPr>
            </a:p>
          </p:txBody>
        </p:sp>
        <p:sp>
          <p:nvSpPr>
            <p:cNvPr id="48260" name="Text Box 132"/>
            <p:cNvSpPr txBox="1">
              <a:spLocks noChangeArrowheads="1"/>
            </p:cNvSpPr>
            <p:nvPr/>
          </p:nvSpPr>
          <p:spPr bwMode="auto">
            <a:xfrm>
              <a:off x="1251" y="1868"/>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1</a:t>
              </a:r>
              <a:endParaRPr kumimoji="1" lang="en-US" altLang="zh-CN" sz="2800" b="0" i="1">
                <a:latin typeface="Times New Roman" panose="02020603050405020304" pitchFamily="18" charset="0"/>
                <a:ea typeface="宋体" panose="02010600030101010101" pitchFamily="2" charset="-122"/>
              </a:endParaRPr>
            </a:p>
          </p:txBody>
        </p:sp>
        <p:sp>
          <p:nvSpPr>
            <p:cNvPr id="48261" name="Text Box 133"/>
            <p:cNvSpPr txBox="1">
              <a:spLocks noChangeArrowheads="1"/>
            </p:cNvSpPr>
            <p:nvPr/>
          </p:nvSpPr>
          <p:spPr bwMode="auto">
            <a:xfrm>
              <a:off x="1474" y="2478"/>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C</a:t>
              </a:r>
            </a:p>
          </p:txBody>
        </p:sp>
        <p:sp>
          <p:nvSpPr>
            <p:cNvPr id="48262" name="Text Box 134"/>
            <p:cNvSpPr txBox="1">
              <a:spLocks noChangeArrowheads="1"/>
            </p:cNvSpPr>
            <p:nvPr/>
          </p:nvSpPr>
          <p:spPr bwMode="auto">
            <a:xfrm>
              <a:off x="657" y="2931"/>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u</a:t>
              </a:r>
            </a:p>
          </p:txBody>
        </p:sp>
        <p:grpSp>
          <p:nvGrpSpPr>
            <p:cNvPr id="48263" name="Group 135"/>
            <p:cNvGrpSpPr>
              <a:grpSpLocks/>
            </p:cNvGrpSpPr>
            <p:nvPr/>
          </p:nvGrpSpPr>
          <p:grpSpPr bwMode="auto">
            <a:xfrm rot="5400000">
              <a:off x="1927" y="3021"/>
              <a:ext cx="454" cy="545"/>
              <a:chOff x="476" y="663"/>
              <a:chExt cx="771" cy="862"/>
            </a:xfrm>
          </p:grpSpPr>
          <p:sp>
            <p:nvSpPr>
              <p:cNvPr id="48264" name="AutoShape 136"/>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8265" name="AutoShape 137"/>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8266" name="AutoShape 138"/>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sp>
          <p:nvSpPr>
            <p:cNvPr id="48267" name="Line 139"/>
            <p:cNvSpPr>
              <a:spLocks noChangeShapeType="1"/>
            </p:cNvSpPr>
            <p:nvPr/>
          </p:nvSpPr>
          <p:spPr bwMode="auto">
            <a:xfrm>
              <a:off x="2336" y="2524"/>
              <a:ext cx="0" cy="589"/>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48268" name="Rectangle 140"/>
            <p:cNvSpPr>
              <a:spLocks noChangeArrowheads="1"/>
            </p:cNvSpPr>
            <p:nvPr/>
          </p:nvSpPr>
          <p:spPr bwMode="auto">
            <a:xfrm>
              <a:off x="2290" y="2614"/>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8269" name="Rectangle 141"/>
            <p:cNvSpPr>
              <a:spLocks noChangeArrowheads="1"/>
            </p:cNvSpPr>
            <p:nvPr/>
          </p:nvSpPr>
          <p:spPr bwMode="auto">
            <a:xfrm>
              <a:off x="1202" y="2205"/>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8270" name="Line 142"/>
            <p:cNvSpPr>
              <a:spLocks noChangeShapeType="1"/>
            </p:cNvSpPr>
            <p:nvPr/>
          </p:nvSpPr>
          <p:spPr bwMode="auto">
            <a:xfrm>
              <a:off x="884" y="2750"/>
              <a:ext cx="272"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48271" name="Line 143"/>
            <p:cNvSpPr>
              <a:spLocks noChangeShapeType="1"/>
            </p:cNvSpPr>
            <p:nvPr/>
          </p:nvSpPr>
          <p:spPr bwMode="auto">
            <a:xfrm>
              <a:off x="476" y="2523"/>
              <a:ext cx="272"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48272" name="Line 144"/>
            <p:cNvSpPr>
              <a:spLocks noChangeShapeType="1"/>
            </p:cNvSpPr>
            <p:nvPr/>
          </p:nvSpPr>
          <p:spPr bwMode="auto">
            <a:xfrm>
              <a:off x="884" y="2296"/>
              <a:ext cx="272"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48273" name="Line 145"/>
            <p:cNvSpPr>
              <a:spLocks noChangeShapeType="1"/>
            </p:cNvSpPr>
            <p:nvPr/>
          </p:nvSpPr>
          <p:spPr bwMode="auto">
            <a:xfrm>
              <a:off x="839" y="2795"/>
              <a:ext cx="499"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pSp>
      <p:grpSp>
        <p:nvGrpSpPr>
          <p:cNvPr id="48317" name="Group 189"/>
          <p:cNvGrpSpPr>
            <a:grpSpLocks/>
          </p:cNvGrpSpPr>
          <p:nvPr/>
        </p:nvGrpSpPr>
        <p:grpSpPr bwMode="auto">
          <a:xfrm>
            <a:off x="4859338" y="1412875"/>
            <a:ext cx="4203700" cy="2913063"/>
            <a:chOff x="521" y="2036"/>
            <a:chExt cx="2648" cy="1835"/>
          </a:xfrm>
        </p:grpSpPr>
        <p:grpSp>
          <p:nvGrpSpPr>
            <p:cNvPr id="48318" name="Group 190"/>
            <p:cNvGrpSpPr>
              <a:grpSpLocks/>
            </p:cNvGrpSpPr>
            <p:nvPr/>
          </p:nvGrpSpPr>
          <p:grpSpPr bwMode="auto">
            <a:xfrm>
              <a:off x="1202" y="3067"/>
              <a:ext cx="723" cy="399"/>
              <a:chOff x="3710" y="1720"/>
              <a:chExt cx="723" cy="399"/>
            </a:xfrm>
          </p:grpSpPr>
          <p:sp>
            <p:nvSpPr>
              <p:cNvPr id="48319" name="AutoShape 191"/>
              <p:cNvSpPr>
                <a:spLocks/>
              </p:cNvSpPr>
              <p:nvPr/>
            </p:nvSpPr>
            <p:spPr bwMode="auto">
              <a:xfrm rot="-5400000">
                <a:off x="3994" y="1436"/>
                <a:ext cx="156" cy="723"/>
              </a:xfrm>
              <a:prstGeom prst="leftBrace">
                <a:avLst>
                  <a:gd name="adj1" fmla="val 38622"/>
                  <a:gd name="adj2" fmla="val 50000"/>
                </a:avLst>
              </a:prstGeom>
              <a:noFill/>
              <a:ln w="28575">
                <a:solidFill>
                  <a:srgbClr val="FF0000"/>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eaVert" wrap="none" anchor="ctr"/>
              <a:lstStyle/>
              <a:p>
                <a:pPr algn="ctr"/>
                <a:endParaRPr lang="zh-CN" altLang="zh-CN" sz="2800" b="0">
                  <a:latin typeface="Arial" panose="020B0604020202020204" pitchFamily="34" charset="0"/>
                  <a:ea typeface="仿宋_GB2312" pitchFamily="49" charset="-122"/>
                </a:endParaRPr>
              </a:p>
            </p:txBody>
          </p:sp>
          <p:sp>
            <p:nvSpPr>
              <p:cNvPr id="48320" name="Text Box 192"/>
              <p:cNvSpPr txBox="1">
                <a:spLocks noChangeArrowheads="1"/>
              </p:cNvSpPr>
              <p:nvPr/>
            </p:nvSpPr>
            <p:spPr bwMode="auto">
              <a:xfrm>
                <a:off x="3927" y="1792"/>
                <a:ext cx="31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00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1</a:t>
                </a:r>
                <a:endParaRPr kumimoji="1" lang="en-US" altLang="zh-CN" sz="2800" b="0" i="1">
                  <a:latin typeface="Times New Roman" panose="02020603050405020304" pitchFamily="18" charset="0"/>
                  <a:ea typeface="宋体" panose="02010600030101010101" pitchFamily="2" charset="-122"/>
                </a:endParaRPr>
              </a:p>
            </p:txBody>
          </p:sp>
        </p:grpSp>
        <p:grpSp>
          <p:nvGrpSpPr>
            <p:cNvPr id="48321" name="Group 193"/>
            <p:cNvGrpSpPr>
              <a:grpSpLocks/>
            </p:cNvGrpSpPr>
            <p:nvPr/>
          </p:nvGrpSpPr>
          <p:grpSpPr bwMode="auto">
            <a:xfrm>
              <a:off x="2744" y="2840"/>
              <a:ext cx="425" cy="804"/>
              <a:chOff x="5163" y="1524"/>
              <a:chExt cx="425" cy="804"/>
            </a:xfrm>
          </p:grpSpPr>
          <p:sp>
            <p:nvSpPr>
              <p:cNvPr id="48322" name="AutoShape 194"/>
              <p:cNvSpPr>
                <a:spLocks/>
              </p:cNvSpPr>
              <p:nvPr/>
            </p:nvSpPr>
            <p:spPr bwMode="auto">
              <a:xfrm>
                <a:off x="5163" y="1524"/>
                <a:ext cx="129" cy="804"/>
              </a:xfrm>
              <a:prstGeom prst="rightBrace">
                <a:avLst>
                  <a:gd name="adj1" fmla="val 51938"/>
                  <a:gd name="adj2" fmla="val 50000"/>
                </a:avLst>
              </a:prstGeom>
              <a:noFill/>
              <a:ln w="28575">
                <a:solidFill>
                  <a:srgbClr val="FF0000"/>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8323" name="Text Box 195"/>
              <p:cNvSpPr txBox="1">
                <a:spLocks noChangeArrowheads="1"/>
              </p:cNvSpPr>
              <p:nvPr/>
            </p:nvSpPr>
            <p:spPr bwMode="auto">
              <a:xfrm>
                <a:off x="5271" y="1709"/>
                <a:ext cx="31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i="1">
                  <a:latin typeface="Times New Roman" panose="02020603050405020304" pitchFamily="18" charset="0"/>
                  <a:ea typeface="宋体" panose="02010600030101010101" pitchFamily="2" charset="-122"/>
                </a:endParaRPr>
              </a:p>
            </p:txBody>
          </p:sp>
        </p:grpSp>
        <p:graphicFrame>
          <p:nvGraphicFramePr>
            <p:cNvPr id="48324" name="Object 196"/>
            <p:cNvGraphicFramePr>
              <a:graphicFrameLocks noChangeAspect="1"/>
            </p:cNvGraphicFramePr>
            <p:nvPr>
              <p:extLst>
                <p:ext uri="{D42A27DB-BD31-4B8C-83A1-F6EECF244321}">
                  <p14:modId xmlns:p14="http://schemas.microsoft.com/office/powerpoint/2010/main" val="1914683687"/>
                </p:ext>
              </p:extLst>
            </p:nvPr>
          </p:nvGraphicFramePr>
          <p:xfrm>
            <a:off x="891" y="3173"/>
            <a:ext cx="201" cy="248"/>
          </p:xfrm>
          <a:graphic>
            <a:graphicData uri="http://schemas.openxmlformats.org/presentationml/2006/ole">
              <mc:AlternateContent xmlns:mc="http://schemas.openxmlformats.org/markup-compatibility/2006">
                <mc:Choice xmlns:v="urn:schemas-microsoft-com:vml" Requires="v">
                  <p:oleObj spid="_x0000_s121964" name="Equation" r:id="rId7" imgW="164880" imgH="203040" progId="Equation.DSMT4">
                    <p:embed/>
                  </p:oleObj>
                </mc:Choice>
                <mc:Fallback>
                  <p:oleObj name="Equation" r:id="rId7" imgW="164880" imgH="203040" progId="Equation.DSMT4">
                    <p:embed/>
                    <p:pic>
                      <p:nvPicPr>
                        <p:cNvPr id="48324" name="Object 196"/>
                        <p:cNvPicPr>
                          <a:picLocks noChangeAspect="1" noChangeArrowheads="1"/>
                        </p:cNvPicPr>
                        <p:nvPr/>
                      </p:nvPicPr>
                      <p:blipFill>
                        <a:blip r:embed="rId8"/>
                        <a:srcRect/>
                        <a:stretch>
                          <a:fillRect/>
                        </a:stretch>
                      </p:blipFill>
                      <p:spPr bwMode="auto">
                        <a:xfrm>
                          <a:off x="891" y="3173"/>
                          <a:ext cx="201"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325" name="Object 197"/>
            <p:cNvGraphicFramePr>
              <a:graphicFrameLocks noChangeAspect="1"/>
            </p:cNvGraphicFramePr>
            <p:nvPr>
              <p:extLst>
                <p:ext uri="{D42A27DB-BD31-4B8C-83A1-F6EECF244321}">
                  <p14:modId xmlns:p14="http://schemas.microsoft.com/office/powerpoint/2010/main" val="3813131530"/>
                </p:ext>
              </p:extLst>
            </p:nvPr>
          </p:nvGraphicFramePr>
          <p:xfrm>
            <a:off x="756" y="2312"/>
            <a:ext cx="189" cy="329"/>
          </p:xfrm>
          <a:graphic>
            <a:graphicData uri="http://schemas.openxmlformats.org/presentationml/2006/ole">
              <mc:AlternateContent xmlns:mc="http://schemas.openxmlformats.org/markup-compatibility/2006">
                <mc:Choice xmlns:v="urn:schemas-microsoft-com:vml" Requires="v">
                  <p:oleObj spid="_x0000_s121965" name="Equation" r:id="rId9" imgW="139680" imgH="241200" progId="Equation.DSMT4">
                    <p:embed/>
                  </p:oleObj>
                </mc:Choice>
                <mc:Fallback>
                  <p:oleObj name="Equation" r:id="rId9" imgW="139680" imgH="241200" progId="Equation.DSMT4">
                    <p:embed/>
                    <p:pic>
                      <p:nvPicPr>
                        <p:cNvPr id="48325" name="Object 197"/>
                        <p:cNvPicPr>
                          <a:picLocks noChangeAspect="1" noChangeArrowheads="1"/>
                        </p:cNvPicPr>
                        <p:nvPr/>
                      </p:nvPicPr>
                      <p:blipFill>
                        <a:blip r:embed="rId10"/>
                        <a:srcRect/>
                        <a:stretch>
                          <a:fillRect/>
                        </a:stretch>
                      </p:blipFill>
                      <p:spPr bwMode="auto">
                        <a:xfrm>
                          <a:off x="756" y="2312"/>
                          <a:ext cx="189" cy="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326" name="Object 198"/>
            <p:cNvGraphicFramePr>
              <a:graphicFrameLocks noChangeAspect="1"/>
            </p:cNvGraphicFramePr>
            <p:nvPr>
              <p:extLst>
                <p:ext uri="{D42A27DB-BD31-4B8C-83A1-F6EECF244321}">
                  <p14:modId xmlns:p14="http://schemas.microsoft.com/office/powerpoint/2010/main" val="1641997574"/>
                </p:ext>
              </p:extLst>
            </p:nvPr>
          </p:nvGraphicFramePr>
          <p:xfrm>
            <a:off x="1164" y="2084"/>
            <a:ext cx="186" cy="300"/>
          </p:xfrm>
          <a:graphic>
            <a:graphicData uri="http://schemas.openxmlformats.org/presentationml/2006/ole">
              <mc:AlternateContent xmlns:mc="http://schemas.openxmlformats.org/markup-compatibility/2006">
                <mc:Choice xmlns:v="urn:schemas-microsoft-com:vml" Requires="v">
                  <p:oleObj spid="_x0000_s121966" name="Equation" r:id="rId11" imgW="152280" imgH="241200" progId="Equation.DSMT4">
                    <p:embed/>
                  </p:oleObj>
                </mc:Choice>
                <mc:Fallback>
                  <p:oleObj name="Equation" r:id="rId11" imgW="152280" imgH="241200" progId="Equation.DSMT4">
                    <p:embed/>
                    <p:pic>
                      <p:nvPicPr>
                        <p:cNvPr id="48326" name="Object 198"/>
                        <p:cNvPicPr>
                          <a:picLocks noChangeAspect="1" noChangeArrowheads="1"/>
                        </p:cNvPicPr>
                        <p:nvPr/>
                      </p:nvPicPr>
                      <p:blipFill>
                        <a:blip r:embed="rId12"/>
                        <a:srcRect/>
                        <a:stretch>
                          <a:fillRect/>
                        </a:stretch>
                      </p:blipFill>
                      <p:spPr bwMode="auto">
                        <a:xfrm>
                          <a:off x="1164" y="2084"/>
                          <a:ext cx="186" cy="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327" name="Object 199"/>
            <p:cNvGraphicFramePr>
              <a:graphicFrameLocks noChangeAspect="1"/>
            </p:cNvGraphicFramePr>
            <p:nvPr>
              <p:extLst>
                <p:ext uri="{D42A27DB-BD31-4B8C-83A1-F6EECF244321}">
                  <p14:modId xmlns:p14="http://schemas.microsoft.com/office/powerpoint/2010/main" val="611136045"/>
                </p:ext>
              </p:extLst>
            </p:nvPr>
          </p:nvGraphicFramePr>
          <p:xfrm>
            <a:off x="1165" y="2585"/>
            <a:ext cx="206" cy="328"/>
          </p:xfrm>
          <a:graphic>
            <a:graphicData uri="http://schemas.openxmlformats.org/presentationml/2006/ole">
              <mc:AlternateContent xmlns:mc="http://schemas.openxmlformats.org/markup-compatibility/2006">
                <mc:Choice xmlns:v="urn:schemas-microsoft-com:vml" Requires="v">
                  <p:oleObj spid="_x0000_s121967" name="Equation" r:id="rId13" imgW="152280" imgH="241200" progId="Equation.DSMT4">
                    <p:embed/>
                  </p:oleObj>
                </mc:Choice>
                <mc:Fallback>
                  <p:oleObj name="Equation" r:id="rId13" imgW="152280" imgH="241200" progId="Equation.DSMT4">
                    <p:embed/>
                    <p:pic>
                      <p:nvPicPr>
                        <p:cNvPr id="48327" name="Object 199"/>
                        <p:cNvPicPr>
                          <a:picLocks noChangeAspect="1" noChangeArrowheads="1"/>
                        </p:cNvPicPr>
                        <p:nvPr/>
                      </p:nvPicPr>
                      <p:blipFill>
                        <a:blip r:embed="rId14"/>
                        <a:srcRect/>
                        <a:stretch>
                          <a:fillRect/>
                        </a:stretch>
                      </p:blipFill>
                      <p:spPr bwMode="auto">
                        <a:xfrm>
                          <a:off x="1165" y="2585"/>
                          <a:ext cx="206" cy="3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328" name="Object 200"/>
            <p:cNvGraphicFramePr>
              <a:graphicFrameLocks noChangeAspect="1"/>
            </p:cNvGraphicFramePr>
            <p:nvPr>
              <p:extLst>
                <p:ext uri="{D42A27DB-BD31-4B8C-83A1-F6EECF244321}">
                  <p14:modId xmlns:p14="http://schemas.microsoft.com/office/powerpoint/2010/main" val="4224229781"/>
                </p:ext>
              </p:extLst>
            </p:nvPr>
          </p:nvGraphicFramePr>
          <p:xfrm>
            <a:off x="1487" y="2468"/>
            <a:ext cx="570" cy="449"/>
          </p:xfrm>
          <a:graphic>
            <a:graphicData uri="http://schemas.openxmlformats.org/presentationml/2006/ole">
              <mc:AlternateContent xmlns:mc="http://schemas.openxmlformats.org/markup-compatibility/2006">
                <mc:Choice xmlns:v="urn:schemas-microsoft-com:vml" Requires="v">
                  <p:oleObj spid="_x0000_s121968" name="Equation" r:id="rId15" imgW="431640" imgH="393480" progId="Equation.DSMT4">
                    <p:embed/>
                  </p:oleObj>
                </mc:Choice>
                <mc:Fallback>
                  <p:oleObj name="Equation" r:id="rId15" imgW="431640" imgH="393480" progId="Equation.DSMT4">
                    <p:embed/>
                    <p:pic>
                      <p:nvPicPr>
                        <p:cNvPr id="48328" name="Object 200"/>
                        <p:cNvPicPr>
                          <a:picLocks noChangeAspect="1" noChangeArrowheads="1"/>
                        </p:cNvPicPr>
                        <p:nvPr/>
                      </p:nvPicPr>
                      <p:blipFill>
                        <a:blip r:embed="rId16"/>
                        <a:srcRect/>
                        <a:stretch>
                          <a:fillRect/>
                        </a:stretch>
                      </p:blipFill>
                      <p:spPr bwMode="auto">
                        <a:xfrm>
                          <a:off x="1487" y="2468"/>
                          <a:ext cx="570" cy="4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329" name="Object 201"/>
            <p:cNvGraphicFramePr>
              <a:graphicFrameLocks noChangeAspect="1"/>
            </p:cNvGraphicFramePr>
            <p:nvPr>
              <p:extLst>
                <p:ext uri="{D42A27DB-BD31-4B8C-83A1-F6EECF244321}">
                  <p14:modId xmlns:p14="http://schemas.microsoft.com/office/powerpoint/2010/main" val="301598861"/>
                </p:ext>
              </p:extLst>
            </p:nvPr>
          </p:nvGraphicFramePr>
          <p:xfrm>
            <a:off x="2180" y="3356"/>
            <a:ext cx="416" cy="277"/>
          </p:xfrm>
          <a:graphic>
            <a:graphicData uri="http://schemas.openxmlformats.org/presentationml/2006/ole">
              <mc:AlternateContent xmlns:mc="http://schemas.openxmlformats.org/markup-compatibility/2006">
                <mc:Choice xmlns:v="urn:schemas-microsoft-com:vml" Requires="v">
                  <p:oleObj spid="_x0000_s121969" name="Equation" r:id="rId17" imgW="304560" imgH="203040" progId="Equation.DSMT4">
                    <p:embed/>
                  </p:oleObj>
                </mc:Choice>
                <mc:Fallback>
                  <p:oleObj name="Equation" r:id="rId17" imgW="304560" imgH="203040" progId="Equation.DSMT4">
                    <p:embed/>
                    <p:pic>
                      <p:nvPicPr>
                        <p:cNvPr id="48329" name="Object 201"/>
                        <p:cNvPicPr>
                          <a:picLocks noChangeAspect="1" noChangeArrowheads="1"/>
                        </p:cNvPicPr>
                        <p:nvPr/>
                      </p:nvPicPr>
                      <p:blipFill>
                        <a:blip r:embed="rId18"/>
                        <a:srcRect/>
                        <a:stretch>
                          <a:fillRect/>
                        </a:stretch>
                      </p:blipFill>
                      <p:spPr bwMode="auto">
                        <a:xfrm>
                          <a:off x="2180" y="3356"/>
                          <a:ext cx="416" cy="2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330" name="Oval 202"/>
            <p:cNvSpPr>
              <a:spLocks noChangeArrowheads="1"/>
            </p:cNvSpPr>
            <p:nvPr/>
          </p:nvSpPr>
          <p:spPr bwMode="auto">
            <a:xfrm>
              <a:off x="521" y="3054"/>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8331" name="Text Box 203"/>
            <p:cNvSpPr txBox="1">
              <a:spLocks noChangeArrowheads="1"/>
            </p:cNvSpPr>
            <p:nvPr/>
          </p:nvSpPr>
          <p:spPr bwMode="auto">
            <a:xfrm>
              <a:off x="2245" y="2782"/>
              <a:ext cx="3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a:latin typeface="Times New Roman" panose="02020603050405020304" pitchFamily="18" charset="0"/>
                <a:ea typeface="宋体" panose="02010600030101010101" pitchFamily="2" charset="-122"/>
              </a:endParaRPr>
            </a:p>
          </p:txBody>
        </p:sp>
        <p:sp>
          <p:nvSpPr>
            <p:cNvPr id="48332" name="Text Box 204"/>
            <p:cNvSpPr txBox="1">
              <a:spLocks noChangeArrowheads="1"/>
            </p:cNvSpPr>
            <p:nvPr/>
          </p:nvSpPr>
          <p:spPr bwMode="auto">
            <a:xfrm>
              <a:off x="703" y="2736"/>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a:t>
              </a:r>
            </a:p>
          </p:txBody>
        </p:sp>
        <p:sp>
          <p:nvSpPr>
            <p:cNvPr id="48333" name="Text Box 205"/>
            <p:cNvSpPr txBox="1">
              <a:spLocks noChangeArrowheads="1"/>
            </p:cNvSpPr>
            <p:nvPr/>
          </p:nvSpPr>
          <p:spPr bwMode="auto">
            <a:xfrm>
              <a:off x="703" y="3371"/>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_</a:t>
              </a:r>
            </a:p>
          </p:txBody>
        </p:sp>
        <p:grpSp>
          <p:nvGrpSpPr>
            <p:cNvPr id="48334" name="Group 206"/>
            <p:cNvGrpSpPr>
              <a:grpSpLocks/>
            </p:cNvGrpSpPr>
            <p:nvPr/>
          </p:nvGrpSpPr>
          <p:grpSpPr bwMode="auto">
            <a:xfrm rot="-5400000">
              <a:off x="1542" y="2902"/>
              <a:ext cx="221" cy="96"/>
              <a:chOff x="3845" y="3156"/>
              <a:chExt cx="221" cy="96"/>
            </a:xfrm>
          </p:grpSpPr>
          <p:sp>
            <p:nvSpPr>
              <p:cNvPr id="48335" name="Line 207"/>
              <p:cNvSpPr>
                <a:spLocks noChangeShapeType="1"/>
              </p:cNvSpPr>
              <p:nvPr/>
            </p:nvSpPr>
            <p:spPr bwMode="auto">
              <a:xfrm>
                <a:off x="3845" y="3156"/>
                <a:ext cx="221" cy="1"/>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sz="2800"/>
              </a:p>
            </p:txBody>
          </p:sp>
          <p:sp>
            <p:nvSpPr>
              <p:cNvPr id="48336" name="Line 208"/>
              <p:cNvSpPr>
                <a:spLocks noChangeShapeType="1"/>
              </p:cNvSpPr>
              <p:nvPr/>
            </p:nvSpPr>
            <p:spPr bwMode="auto">
              <a:xfrm flipV="1">
                <a:off x="3845" y="3249"/>
                <a:ext cx="221" cy="3"/>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sz="2800"/>
              </a:p>
            </p:txBody>
          </p:sp>
        </p:grpSp>
        <p:sp>
          <p:nvSpPr>
            <p:cNvPr id="48337" name="Line 209"/>
            <p:cNvSpPr>
              <a:spLocks noChangeShapeType="1"/>
            </p:cNvSpPr>
            <p:nvPr/>
          </p:nvSpPr>
          <p:spPr bwMode="auto">
            <a:xfrm>
              <a:off x="1114" y="2415"/>
              <a:ext cx="936"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8338" name="Line 210"/>
            <p:cNvSpPr>
              <a:spLocks noChangeShapeType="1"/>
            </p:cNvSpPr>
            <p:nvPr/>
          </p:nvSpPr>
          <p:spPr bwMode="auto">
            <a:xfrm>
              <a:off x="1115" y="2415"/>
              <a:ext cx="0" cy="568"/>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8339" name="Line 211"/>
            <p:cNvSpPr>
              <a:spLocks noChangeShapeType="1"/>
            </p:cNvSpPr>
            <p:nvPr/>
          </p:nvSpPr>
          <p:spPr bwMode="auto">
            <a:xfrm>
              <a:off x="2109" y="2419"/>
              <a:ext cx="0" cy="568"/>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8340" name="Line 212"/>
            <p:cNvSpPr>
              <a:spLocks noChangeShapeType="1"/>
            </p:cNvSpPr>
            <p:nvPr/>
          </p:nvSpPr>
          <p:spPr bwMode="auto">
            <a:xfrm>
              <a:off x="1701" y="2963"/>
              <a:ext cx="403"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8341" name="Line 213"/>
            <p:cNvSpPr>
              <a:spLocks noChangeShapeType="1"/>
            </p:cNvSpPr>
            <p:nvPr/>
          </p:nvSpPr>
          <p:spPr bwMode="auto">
            <a:xfrm>
              <a:off x="1173" y="2415"/>
              <a:ext cx="936"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8342" name="Line 214"/>
            <p:cNvSpPr>
              <a:spLocks noChangeShapeType="1"/>
            </p:cNvSpPr>
            <p:nvPr/>
          </p:nvSpPr>
          <p:spPr bwMode="auto">
            <a:xfrm>
              <a:off x="707" y="2647"/>
              <a:ext cx="408" cy="0"/>
            </a:xfrm>
            <a:prstGeom prst="line">
              <a:avLst/>
            </a:prstGeom>
            <a:noFill/>
            <a:ln w="28575">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8343" name="Line 215"/>
            <p:cNvSpPr>
              <a:spLocks noChangeShapeType="1"/>
            </p:cNvSpPr>
            <p:nvPr/>
          </p:nvSpPr>
          <p:spPr bwMode="auto">
            <a:xfrm>
              <a:off x="2109" y="2691"/>
              <a:ext cx="499" cy="0"/>
            </a:xfrm>
            <a:prstGeom prst="line">
              <a:avLst/>
            </a:prstGeom>
            <a:noFill/>
            <a:ln w="28575">
              <a:solidFill>
                <a:srgbClr val="FFC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8344" name="Line 216"/>
            <p:cNvSpPr>
              <a:spLocks noChangeShapeType="1"/>
            </p:cNvSpPr>
            <p:nvPr/>
          </p:nvSpPr>
          <p:spPr bwMode="auto">
            <a:xfrm>
              <a:off x="2596" y="3655"/>
              <a:ext cx="0" cy="18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8345" name="Line 217"/>
            <p:cNvSpPr>
              <a:spLocks noChangeShapeType="1"/>
            </p:cNvSpPr>
            <p:nvPr/>
          </p:nvSpPr>
          <p:spPr bwMode="auto">
            <a:xfrm flipH="1">
              <a:off x="707" y="3835"/>
              <a:ext cx="1889"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8346" name="Line 218"/>
            <p:cNvSpPr>
              <a:spLocks noChangeShapeType="1"/>
            </p:cNvSpPr>
            <p:nvPr/>
          </p:nvSpPr>
          <p:spPr bwMode="auto">
            <a:xfrm>
              <a:off x="707" y="2635"/>
              <a:ext cx="0" cy="1236"/>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8347" name="Text Box 219"/>
            <p:cNvSpPr txBox="1">
              <a:spLocks noChangeArrowheads="1"/>
            </p:cNvSpPr>
            <p:nvPr/>
          </p:nvSpPr>
          <p:spPr bwMode="auto">
            <a:xfrm>
              <a:off x="1523" y="2036"/>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1</a:t>
              </a:r>
              <a:endParaRPr kumimoji="1" lang="en-US" altLang="zh-CN" sz="2800" b="0" i="1">
                <a:latin typeface="Times New Roman" panose="02020603050405020304" pitchFamily="18" charset="0"/>
                <a:ea typeface="宋体" panose="02010600030101010101" pitchFamily="2" charset="-122"/>
              </a:endParaRPr>
            </a:p>
          </p:txBody>
        </p:sp>
        <p:grpSp>
          <p:nvGrpSpPr>
            <p:cNvPr id="48348" name="Group 220"/>
            <p:cNvGrpSpPr>
              <a:grpSpLocks/>
            </p:cNvGrpSpPr>
            <p:nvPr/>
          </p:nvGrpSpPr>
          <p:grpSpPr bwMode="auto">
            <a:xfrm rot="5400000">
              <a:off x="2199" y="3189"/>
              <a:ext cx="454" cy="545"/>
              <a:chOff x="476" y="663"/>
              <a:chExt cx="771" cy="862"/>
            </a:xfrm>
          </p:grpSpPr>
          <p:sp>
            <p:nvSpPr>
              <p:cNvPr id="48349" name="AutoShape 221"/>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8350" name="AutoShape 222"/>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8351" name="AutoShape 223"/>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sp>
          <p:nvSpPr>
            <p:cNvPr id="48352" name="Line 224"/>
            <p:cNvSpPr>
              <a:spLocks noChangeShapeType="1"/>
            </p:cNvSpPr>
            <p:nvPr/>
          </p:nvSpPr>
          <p:spPr bwMode="auto">
            <a:xfrm>
              <a:off x="2608" y="2692"/>
              <a:ext cx="0" cy="589"/>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48353" name="Rectangle 225"/>
            <p:cNvSpPr>
              <a:spLocks noChangeArrowheads="1"/>
            </p:cNvSpPr>
            <p:nvPr/>
          </p:nvSpPr>
          <p:spPr bwMode="auto">
            <a:xfrm>
              <a:off x="2562" y="2782"/>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8354" name="Rectangle 226"/>
            <p:cNvSpPr>
              <a:spLocks noChangeArrowheads="1"/>
            </p:cNvSpPr>
            <p:nvPr/>
          </p:nvSpPr>
          <p:spPr bwMode="auto">
            <a:xfrm>
              <a:off x="1474" y="2373"/>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8355" name="Line 227"/>
            <p:cNvSpPr>
              <a:spLocks noChangeShapeType="1"/>
            </p:cNvSpPr>
            <p:nvPr/>
          </p:nvSpPr>
          <p:spPr bwMode="auto">
            <a:xfrm>
              <a:off x="1156" y="2918"/>
              <a:ext cx="272"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48356" name="Line 228"/>
            <p:cNvSpPr>
              <a:spLocks noChangeShapeType="1"/>
            </p:cNvSpPr>
            <p:nvPr/>
          </p:nvSpPr>
          <p:spPr bwMode="auto">
            <a:xfrm>
              <a:off x="748" y="2691"/>
              <a:ext cx="272"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48357" name="Line 229"/>
            <p:cNvSpPr>
              <a:spLocks noChangeShapeType="1"/>
            </p:cNvSpPr>
            <p:nvPr/>
          </p:nvSpPr>
          <p:spPr bwMode="auto">
            <a:xfrm>
              <a:off x="1156" y="2464"/>
              <a:ext cx="272"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48358" name="Line 230"/>
            <p:cNvSpPr>
              <a:spLocks noChangeShapeType="1"/>
            </p:cNvSpPr>
            <p:nvPr/>
          </p:nvSpPr>
          <p:spPr bwMode="auto">
            <a:xfrm>
              <a:off x="1111" y="2963"/>
              <a:ext cx="499"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pSp>
    </p:spTree>
    <p:extLst>
      <p:ext uri="{BB962C8B-B14F-4D97-AF65-F5344CB8AC3E}">
        <p14:creationId xmlns:p14="http://schemas.microsoft.com/office/powerpoint/2010/main" val="37979491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withEffect">
                                  <p:stCondLst>
                                    <p:cond delay="0"/>
                                  </p:stCondLst>
                                  <p:childTnLst>
                                    <p:set>
                                      <p:cBhvr>
                                        <p:cTn id="6" dur="1" fill="hold">
                                          <p:stCondLst>
                                            <p:cond delay="0"/>
                                          </p:stCondLst>
                                        </p:cTn>
                                        <p:tgtEl>
                                          <p:spTgt spid="48131"/>
                                        </p:tgtEl>
                                        <p:attrNameLst>
                                          <p:attrName>style.visibility</p:attrName>
                                        </p:attrNameLst>
                                      </p:cBhvr>
                                      <p:to>
                                        <p:strVal val="visible"/>
                                      </p:to>
                                    </p:set>
                                    <p:anim calcmode="lin" valueType="num">
                                      <p:cBhvr>
                                        <p:cTn id="7" dur="1000" fill="hold"/>
                                        <p:tgtEl>
                                          <p:spTgt spid="48131"/>
                                        </p:tgtEl>
                                        <p:attrNameLst>
                                          <p:attrName>ppt_w</p:attrName>
                                        </p:attrNameLst>
                                      </p:cBhvr>
                                      <p:tavLst>
                                        <p:tav tm="0">
                                          <p:val>
                                            <p:fltVal val="0"/>
                                          </p:val>
                                        </p:tav>
                                        <p:tav tm="100000">
                                          <p:val>
                                            <p:strVal val="#ppt_w"/>
                                          </p:val>
                                        </p:tav>
                                      </p:tavLst>
                                    </p:anim>
                                    <p:anim calcmode="lin" valueType="num">
                                      <p:cBhvr>
                                        <p:cTn id="8" dur="1000" fill="hold"/>
                                        <p:tgtEl>
                                          <p:spTgt spid="48131"/>
                                        </p:tgtEl>
                                        <p:attrNameLst>
                                          <p:attrName>ppt_h</p:attrName>
                                        </p:attrNameLst>
                                      </p:cBhvr>
                                      <p:tavLst>
                                        <p:tav tm="0">
                                          <p:val>
                                            <p:fltVal val="0"/>
                                          </p:val>
                                        </p:tav>
                                        <p:tav tm="100000">
                                          <p:val>
                                            <p:strVal val="#ppt_h"/>
                                          </p:val>
                                        </p:tav>
                                      </p:tavLst>
                                    </p:anim>
                                    <p:anim calcmode="lin" valueType="num">
                                      <p:cBhvr>
                                        <p:cTn id="9" dur="1000" fill="hold"/>
                                        <p:tgtEl>
                                          <p:spTgt spid="48131"/>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48131"/>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3" presetClass="entr" presetSubtype="10" fill="hold" nodeType="afterEffect">
                                  <p:stCondLst>
                                    <p:cond delay="0"/>
                                  </p:stCondLst>
                                  <p:childTnLst>
                                    <p:set>
                                      <p:cBhvr>
                                        <p:cTn id="13" dur="1" fill="hold">
                                          <p:stCondLst>
                                            <p:cond delay="0"/>
                                          </p:stCondLst>
                                        </p:cTn>
                                        <p:tgtEl>
                                          <p:spTgt spid="48238"/>
                                        </p:tgtEl>
                                        <p:attrNameLst>
                                          <p:attrName>style.visibility</p:attrName>
                                        </p:attrNameLst>
                                      </p:cBhvr>
                                      <p:to>
                                        <p:strVal val="visible"/>
                                      </p:to>
                                    </p:set>
                                    <p:animEffect transition="in" filter="blinds(horizontal)">
                                      <p:cBhvr>
                                        <p:cTn id="14" dur="500"/>
                                        <p:tgtEl>
                                          <p:spTgt spid="48238"/>
                                        </p:tgtEl>
                                      </p:cBhvr>
                                    </p:animEffect>
                                  </p:childTnLst>
                                </p:cTn>
                              </p:par>
                            </p:childTnLst>
                          </p:cTn>
                        </p:par>
                        <p:par>
                          <p:cTn id="15" fill="hold" nodeType="afterGroup">
                            <p:stCondLst>
                              <p:cond delay="1500"/>
                            </p:stCondLst>
                            <p:childTnLst>
                              <p:par>
                                <p:cTn id="16" presetID="3" presetClass="entr" presetSubtype="10" fill="hold" nodeType="afterEffect">
                                  <p:stCondLst>
                                    <p:cond delay="0"/>
                                  </p:stCondLst>
                                  <p:childTnLst>
                                    <p:set>
                                      <p:cBhvr>
                                        <p:cTn id="17" dur="1" fill="hold">
                                          <p:stCondLst>
                                            <p:cond delay="0"/>
                                          </p:stCondLst>
                                        </p:cTn>
                                        <p:tgtEl>
                                          <p:spTgt spid="48237"/>
                                        </p:tgtEl>
                                        <p:attrNameLst>
                                          <p:attrName>style.visibility</p:attrName>
                                        </p:attrNameLst>
                                      </p:cBhvr>
                                      <p:to>
                                        <p:strVal val="visible"/>
                                      </p:to>
                                    </p:set>
                                    <p:animEffect transition="in" filter="blinds(horizontal)">
                                      <p:cBhvr>
                                        <p:cTn id="18" dur="500"/>
                                        <p:tgtEl>
                                          <p:spTgt spid="4823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48223"/>
                                        </p:tgtEl>
                                        <p:attrNameLst>
                                          <p:attrName>style.visibility</p:attrName>
                                        </p:attrNameLst>
                                      </p:cBhvr>
                                      <p:to>
                                        <p:strVal val="visible"/>
                                      </p:to>
                                    </p:set>
                                    <p:anim calcmode="lin" valueType="num">
                                      <p:cBhvr>
                                        <p:cTn id="23" dur="1000" fill="hold"/>
                                        <p:tgtEl>
                                          <p:spTgt spid="48223"/>
                                        </p:tgtEl>
                                        <p:attrNameLst>
                                          <p:attrName>ppt_w</p:attrName>
                                        </p:attrNameLst>
                                      </p:cBhvr>
                                      <p:tavLst>
                                        <p:tav tm="0">
                                          <p:val>
                                            <p:fltVal val="0"/>
                                          </p:val>
                                        </p:tav>
                                        <p:tav tm="100000">
                                          <p:val>
                                            <p:strVal val="#ppt_w"/>
                                          </p:val>
                                        </p:tav>
                                      </p:tavLst>
                                    </p:anim>
                                    <p:anim calcmode="lin" valueType="num">
                                      <p:cBhvr>
                                        <p:cTn id="24" dur="1000" fill="hold"/>
                                        <p:tgtEl>
                                          <p:spTgt spid="48223"/>
                                        </p:tgtEl>
                                        <p:attrNameLst>
                                          <p:attrName>ppt_h</p:attrName>
                                        </p:attrNameLst>
                                      </p:cBhvr>
                                      <p:tavLst>
                                        <p:tav tm="0">
                                          <p:val>
                                            <p:fltVal val="0"/>
                                          </p:val>
                                        </p:tav>
                                        <p:tav tm="100000">
                                          <p:val>
                                            <p:strVal val="#ppt_h"/>
                                          </p:val>
                                        </p:tav>
                                      </p:tavLst>
                                    </p:anim>
                                    <p:anim calcmode="lin" valueType="num">
                                      <p:cBhvr>
                                        <p:cTn id="25" dur="1000" fill="hold"/>
                                        <p:tgtEl>
                                          <p:spTgt spid="48223"/>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4822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55" presetClass="entr" presetSubtype="0" fill="hold" grpId="0" nodeType="clickEffect">
                                  <p:stCondLst>
                                    <p:cond delay="0"/>
                                  </p:stCondLst>
                                  <p:childTnLst>
                                    <p:set>
                                      <p:cBhvr>
                                        <p:cTn id="30" dur="1" fill="hold">
                                          <p:stCondLst>
                                            <p:cond delay="0"/>
                                          </p:stCondLst>
                                        </p:cTn>
                                        <p:tgtEl>
                                          <p:spTgt spid="48216"/>
                                        </p:tgtEl>
                                        <p:attrNameLst>
                                          <p:attrName>style.visibility</p:attrName>
                                        </p:attrNameLst>
                                      </p:cBhvr>
                                      <p:to>
                                        <p:strVal val="visible"/>
                                      </p:to>
                                    </p:set>
                                    <p:anim calcmode="lin" valueType="num">
                                      <p:cBhvr>
                                        <p:cTn id="31" dur="1000" fill="hold"/>
                                        <p:tgtEl>
                                          <p:spTgt spid="48216"/>
                                        </p:tgtEl>
                                        <p:attrNameLst>
                                          <p:attrName>ppt_w</p:attrName>
                                        </p:attrNameLst>
                                      </p:cBhvr>
                                      <p:tavLst>
                                        <p:tav tm="0">
                                          <p:val>
                                            <p:strVal val="#ppt_w*0.70"/>
                                          </p:val>
                                        </p:tav>
                                        <p:tav tm="100000">
                                          <p:val>
                                            <p:strVal val="#ppt_w"/>
                                          </p:val>
                                        </p:tav>
                                      </p:tavLst>
                                    </p:anim>
                                    <p:anim calcmode="lin" valueType="num">
                                      <p:cBhvr>
                                        <p:cTn id="32" dur="1000" fill="hold"/>
                                        <p:tgtEl>
                                          <p:spTgt spid="48216"/>
                                        </p:tgtEl>
                                        <p:attrNameLst>
                                          <p:attrName>ppt_h</p:attrName>
                                        </p:attrNameLst>
                                      </p:cBhvr>
                                      <p:tavLst>
                                        <p:tav tm="0">
                                          <p:val>
                                            <p:strVal val="#ppt_h"/>
                                          </p:val>
                                        </p:tav>
                                        <p:tav tm="100000">
                                          <p:val>
                                            <p:strVal val="#ppt_h"/>
                                          </p:val>
                                        </p:tav>
                                      </p:tavLst>
                                    </p:anim>
                                    <p:animEffect transition="in" filter="fade">
                                      <p:cBhvr>
                                        <p:cTn id="33" dur="1000"/>
                                        <p:tgtEl>
                                          <p:spTgt spid="48216"/>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2" presetClass="entr" presetSubtype="8" fill="hold" nodeType="clickEffect">
                                  <p:stCondLst>
                                    <p:cond delay="0"/>
                                  </p:stCondLst>
                                  <p:childTnLst>
                                    <p:set>
                                      <p:cBhvr>
                                        <p:cTn id="37" dur="1" fill="hold">
                                          <p:stCondLst>
                                            <p:cond delay="0"/>
                                          </p:stCondLst>
                                        </p:cTn>
                                        <p:tgtEl>
                                          <p:spTgt spid="48217"/>
                                        </p:tgtEl>
                                        <p:attrNameLst>
                                          <p:attrName>style.visibility</p:attrName>
                                        </p:attrNameLst>
                                      </p:cBhvr>
                                      <p:to>
                                        <p:strVal val="visible"/>
                                      </p:to>
                                    </p:set>
                                    <p:animEffect transition="in" filter="slide(fromLeft)">
                                      <p:cBhvr>
                                        <p:cTn id="38" dur="500"/>
                                        <p:tgtEl>
                                          <p:spTgt spid="48217"/>
                                        </p:tgtEl>
                                      </p:cBhvr>
                                    </p:animEffect>
                                  </p:childTnLst>
                                </p:cTn>
                              </p:par>
                            </p:childTnLst>
                          </p:cTn>
                        </p:par>
                        <p:par>
                          <p:cTn id="39" fill="hold" nodeType="afterGroup">
                            <p:stCondLst>
                              <p:cond delay="500"/>
                            </p:stCondLst>
                            <p:childTnLst>
                              <p:par>
                                <p:cTn id="40" presetID="3" presetClass="entr" presetSubtype="10" fill="hold" nodeType="afterEffect">
                                  <p:stCondLst>
                                    <p:cond delay="0"/>
                                  </p:stCondLst>
                                  <p:childTnLst>
                                    <p:set>
                                      <p:cBhvr>
                                        <p:cTn id="41" dur="1" fill="hold">
                                          <p:stCondLst>
                                            <p:cond delay="0"/>
                                          </p:stCondLst>
                                        </p:cTn>
                                        <p:tgtEl>
                                          <p:spTgt spid="48317"/>
                                        </p:tgtEl>
                                        <p:attrNameLst>
                                          <p:attrName>style.visibility</p:attrName>
                                        </p:attrNameLst>
                                      </p:cBhvr>
                                      <p:to>
                                        <p:strVal val="visible"/>
                                      </p:to>
                                    </p:set>
                                    <p:animEffect transition="in" filter="blinds(horizontal)">
                                      <p:cBhvr>
                                        <p:cTn id="42" dur="500"/>
                                        <p:tgtEl>
                                          <p:spTgt spid="4831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4" fill="hold" nodeType="clickEffect">
                                  <p:stCondLst>
                                    <p:cond delay="0"/>
                                  </p:stCondLst>
                                  <p:childTnLst>
                                    <p:set>
                                      <p:cBhvr>
                                        <p:cTn id="46" dur="1" fill="hold">
                                          <p:stCondLst>
                                            <p:cond delay="0"/>
                                          </p:stCondLst>
                                        </p:cTn>
                                        <p:tgtEl>
                                          <p:spTgt spid="48218"/>
                                        </p:tgtEl>
                                        <p:attrNameLst>
                                          <p:attrName>style.visibility</p:attrName>
                                        </p:attrNameLst>
                                      </p:cBhvr>
                                      <p:to>
                                        <p:strVal val="visible"/>
                                      </p:to>
                                    </p:set>
                                    <p:animEffect transition="in" filter="slide(fromBottom)">
                                      <p:cBhvr>
                                        <p:cTn id="47" dur="2000"/>
                                        <p:tgtEl>
                                          <p:spTgt spid="48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p:bldP spid="48216" grpId="0"/>
      <p:bldP spid="48223"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106" name="Object 2"/>
          <p:cNvGraphicFramePr>
            <a:graphicFrameLocks noChangeAspect="1"/>
          </p:cNvGraphicFramePr>
          <p:nvPr>
            <p:extLst>
              <p:ext uri="{D42A27DB-BD31-4B8C-83A1-F6EECF244321}">
                <p14:modId xmlns:p14="http://schemas.microsoft.com/office/powerpoint/2010/main" val="1530337821"/>
              </p:ext>
            </p:extLst>
          </p:nvPr>
        </p:nvGraphicFramePr>
        <p:xfrm>
          <a:off x="1155700" y="1209675"/>
          <a:ext cx="3803650" cy="492125"/>
        </p:xfrm>
        <a:graphic>
          <a:graphicData uri="http://schemas.openxmlformats.org/presentationml/2006/ole">
            <mc:AlternateContent xmlns:mc="http://schemas.openxmlformats.org/markup-compatibility/2006">
              <mc:Choice xmlns:v="urn:schemas-microsoft-com:vml" Requires="v">
                <p:oleObj spid="_x0000_s122999" name="Equation" r:id="rId3" imgW="1752480" imgH="228600" progId="Equation.DSMT4">
                  <p:embed/>
                </p:oleObj>
              </mc:Choice>
              <mc:Fallback>
                <p:oleObj name="Equation" r:id="rId3" imgW="1752480" imgH="228600" progId="Equation.DSMT4">
                  <p:embed/>
                  <p:pic>
                    <p:nvPicPr>
                      <p:cNvPr id="47106" name="Object 2"/>
                      <p:cNvPicPr>
                        <a:picLocks noChangeAspect="1" noChangeArrowheads="1"/>
                      </p:cNvPicPr>
                      <p:nvPr/>
                    </p:nvPicPr>
                    <p:blipFill>
                      <a:blip r:embed="rId4"/>
                      <a:srcRect/>
                      <a:stretch>
                        <a:fillRect/>
                      </a:stretch>
                    </p:blipFill>
                    <p:spPr bwMode="auto">
                      <a:xfrm>
                        <a:off x="1155700" y="1209675"/>
                        <a:ext cx="3803650" cy="492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07" name="Object 3"/>
          <p:cNvGraphicFramePr>
            <a:graphicFrameLocks noChangeAspect="1"/>
          </p:cNvGraphicFramePr>
          <p:nvPr>
            <p:extLst>
              <p:ext uri="{D42A27DB-BD31-4B8C-83A1-F6EECF244321}">
                <p14:modId xmlns:p14="http://schemas.microsoft.com/office/powerpoint/2010/main" val="3232980105"/>
              </p:ext>
            </p:extLst>
          </p:nvPr>
        </p:nvGraphicFramePr>
        <p:xfrm>
          <a:off x="1257300" y="1916113"/>
          <a:ext cx="5981700" cy="1031875"/>
        </p:xfrm>
        <a:graphic>
          <a:graphicData uri="http://schemas.openxmlformats.org/presentationml/2006/ole">
            <mc:AlternateContent xmlns:mc="http://schemas.openxmlformats.org/markup-compatibility/2006">
              <mc:Choice xmlns:v="urn:schemas-microsoft-com:vml" Requires="v">
                <p:oleObj spid="_x0000_s123000" name="Equation" r:id="rId5" imgW="2654280" imgH="457200" progId="Equation.DSMT4">
                  <p:embed/>
                </p:oleObj>
              </mc:Choice>
              <mc:Fallback>
                <p:oleObj name="Equation" r:id="rId5" imgW="2654280" imgH="457200" progId="Equation.DSMT4">
                  <p:embed/>
                  <p:pic>
                    <p:nvPicPr>
                      <p:cNvPr id="47107" name="Object 3"/>
                      <p:cNvPicPr>
                        <a:picLocks noChangeAspect="1" noChangeArrowheads="1"/>
                      </p:cNvPicPr>
                      <p:nvPr/>
                    </p:nvPicPr>
                    <p:blipFill>
                      <a:blip r:embed="rId6"/>
                      <a:srcRect/>
                      <a:stretch>
                        <a:fillRect/>
                      </a:stretch>
                    </p:blipFill>
                    <p:spPr bwMode="auto">
                      <a:xfrm>
                        <a:off x="1257300" y="1916113"/>
                        <a:ext cx="5981700" cy="1031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68" name="Object 64"/>
          <p:cNvGraphicFramePr>
            <a:graphicFrameLocks noChangeAspect="1"/>
          </p:cNvGraphicFramePr>
          <p:nvPr>
            <p:extLst>
              <p:ext uri="{D42A27DB-BD31-4B8C-83A1-F6EECF244321}">
                <p14:modId xmlns:p14="http://schemas.microsoft.com/office/powerpoint/2010/main" val="280480735"/>
              </p:ext>
            </p:extLst>
          </p:nvPr>
        </p:nvGraphicFramePr>
        <p:xfrm>
          <a:off x="1349375" y="488950"/>
          <a:ext cx="5508625" cy="517525"/>
        </p:xfrm>
        <a:graphic>
          <a:graphicData uri="http://schemas.openxmlformats.org/presentationml/2006/ole">
            <mc:AlternateContent xmlns:mc="http://schemas.openxmlformats.org/markup-compatibility/2006">
              <mc:Choice xmlns:v="urn:schemas-microsoft-com:vml" Requires="v">
                <p:oleObj spid="_x0000_s123001" name="Equation" r:id="rId7" imgW="2565360" imgH="241200" progId="Equation.DSMT4">
                  <p:embed/>
                </p:oleObj>
              </mc:Choice>
              <mc:Fallback>
                <p:oleObj name="Equation" r:id="rId7" imgW="2565360" imgH="241200" progId="Equation.DSMT4">
                  <p:embed/>
                  <p:pic>
                    <p:nvPicPr>
                      <p:cNvPr id="47168" name="Object 64"/>
                      <p:cNvPicPr>
                        <a:picLocks noChangeAspect="1" noChangeArrowheads="1"/>
                      </p:cNvPicPr>
                      <p:nvPr/>
                    </p:nvPicPr>
                    <p:blipFill>
                      <a:blip r:embed="rId8"/>
                      <a:srcRect/>
                      <a:stretch>
                        <a:fillRect/>
                      </a:stretch>
                    </p:blipFill>
                    <p:spPr bwMode="auto">
                      <a:xfrm>
                        <a:off x="1349375" y="488950"/>
                        <a:ext cx="5508625"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6" name="Group 189"/>
          <p:cNvGrpSpPr>
            <a:grpSpLocks/>
          </p:cNvGrpSpPr>
          <p:nvPr/>
        </p:nvGrpSpPr>
        <p:grpSpPr bwMode="auto">
          <a:xfrm>
            <a:off x="2146300" y="3068960"/>
            <a:ext cx="4203700" cy="2913063"/>
            <a:chOff x="521" y="2036"/>
            <a:chExt cx="2648" cy="1835"/>
          </a:xfrm>
        </p:grpSpPr>
        <p:grpSp>
          <p:nvGrpSpPr>
            <p:cNvPr id="57" name="Group 190"/>
            <p:cNvGrpSpPr>
              <a:grpSpLocks/>
            </p:cNvGrpSpPr>
            <p:nvPr/>
          </p:nvGrpSpPr>
          <p:grpSpPr bwMode="auto">
            <a:xfrm>
              <a:off x="1202" y="3067"/>
              <a:ext cx="723" cy="399"/>
              <a:chOff x="3710" y="1720"/>
              <a:chExt cx="723" cy="399"/>
            </a:xfrm>
          </p:grpSpPr>
          <p:sp>
            <p:nvSpPr>
              <p:cNvPr id="96" name="AutoShape 191"/>
              <p:cNvSpPr>
                <a:spLocks/>
              </p:cNvSpPr>
              <p:nvPr/>
            </p:nvSpPr>
            <p:spPr bwMode="auto">
              <a:xfrm rot="-5400000">
                <a:off x="3994" y="1436"/>
                <a:ext cx="156" cy="723"/>
              </a:xfrm>
              <a:prstGeom prst="leftBrace">
                <a:avLst>
                  <a:gd name="adj1" fmla="val 38622"/>
                  <a:gd name="adj2" fmla="val 50000"/>
                </a:avLst>
              </a:prstGeom>
              <a:noFill/>
              <a:ln w="28575">
                <a:solidFill>
                  <a:srgbClr val="FF0000"/>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eaVert" wrap="none" anchor="ctr"/>
              <a:lstStyle/>
              <a:p>
                <a:pPr algn="ctr"/>
                <a:endParaRPr lang="zh-CN" altLang="zh-CN" sz="2800" b="0">
                  <a:latin typeface="Arial" panose="020B0604020202020204" pitchFamily="34" charset="0"/>
                  <a:ea typeface="仿宋_GB2312" pitchFamily="49" charset="-122"/>
                </a:endParaRPr>
              </a:p>
            </p:txBody>
          </p:sp>
          <p:sp>
            <p:nvSpPr>
              <p:cNvPr id="97" name="Text Box 192"/>
              <p:cNvSpPr txBox="1">
                <a:spLocks noChangeArrowheads="1"/>
              </p:cNvSpPr>
              <p:nvPr/>
            </p:nvSpPr>
            <p:spPr bwMode="auto">
              <a:xfrm>
                <a:off x="3927" y="1792"/>
                <a:ext cx="31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00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1</a:t>
                </a:r>
                <a:endParaRPr kumimoji="1" lang="en-US" altLang="zh-CN" sz="2800" b="0" i="1">
                  <a:latin typeface="Times New Roman" panose="02020603050405020304" pitchFamily="18" charset="0"/>
                  <a:ea typeface="宋体" panose="02010600030101010101" pitchFamily="2" charset="-122"/>
                </a:endParaRPr>
              </a:p>
            </p:txBody>
          </p:sp>
        </p:grpSp>
        <p:grpSp>
          <p:nvGrpSpPr>
            <p:cNvPr id="58" name="Group 193"/>
            <p:cNvGrpSpPr>
              <a:grpSpLocks/>
            </p:cNvGrpSpPr>
            <p:nvPr/>
          </p:nvGrpSpPr>
          <p:grpSpPr bwMode="auto">
            <a:xfrm>
              <a:off x="2744" y="2840"/>
              <a:ext cx="425" cy="804"/>
              <a:chOff x="5163" y="1524"/>
              <a:chExt cx="425" cy="804"/>
            </a:xfrm>
          </p:grpSpPr>
          <p:sp>
            <p:nvSpPr>
              <p:cNvPr id="94" name="AutoShape 194"/>
              <p:cNvSpPr>
                <a:spLocks/>
              </p:cNvSpPr>
              <p:nvPr/>
            </p:nvSpPr>
            <p:spPr bwMode="auto">
              <a:xfrm>
                <a:off x="5163" y="1524"/>
                <a:ext cx="129" cy="804"/>
              </a:xfrm>
              <a:prstGeom prst="rightBrace">
                <a:avLst>
                  <a:gd name="adj1" fmla="val 51938"/>
                  <a:gd name="adj2" fmla="val 50000"/>
                </a:avLst>
              </a:prstGeom>
              <a:noFill/>
              <a:ln w="28575">
                <a:solidFill>
                  <a:srgbClr val="FF0000"/>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95" name="Text Box 195"/>
              <p:cNvSpPr txBox="1">
                <a:spLocks noChangeArrowheads="1"/>
              </p:cNvSpPr>
              <p:nvPr/>
            </p:nvSpPr>
            <p:spPr bwMode="auto">
              <a:xfrm>
                <a:off x="5271" y="1709"/>
                <a:ext cx="31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i="1">
                  <a:latin typeface="Times New Roman" panose="02020603050405020304" pitchFamily="18" charset="0"/>
                  <a:ea typeface="宋体" panose="02010600030101010101" pitchFamily="2" charset="-122"/>
                </a:endParaRPr>
              </a:p>
            </p:txBody>
          </p:sp>
        </p:grpSp>
        <p:graphicFrame>
          <p:nvGraphicFramePr>
            <p:cNvPr id="59" name="Object 196"/>
            <p:cNvGraphicFramePr>
              <a:graphicFrameLocks noChangeAspect="1"/>
            </p:cNvGraphicFramePr>
            <p:nvPr>
              <p:extLst>
                <p:ext uri="{D42A27DB-BD31-4B8C-83A1-F6EECF244321}">
                  <p14:modId xmlns:p14="http://schemas.microsoft.com/office/powerpoint/2010/main" val="3764436376"/>
                </p:ext>
              </p:extLst>
            </p:nvPr>
          </p:nvGraphicFramePr>
          <p:xfrm>
            <a:off x="891" y="3173"/>
            <a:ext cx="201" cy="248"/>
          </p:xfrm>
          <a:graphic>
            <a:graphicData uri="http://schemas.openxmlformats.org/presentationml/2006/ole">
              <mc:AlternateContent xmlns:mc="http://schemas.openxmlformats.org/markup-compatibility/2006">
                <mc:Choice xmlns:v="urn:schemas-microsoft-com:vml" Requires="v">
                  <p:oleObj spid="_x0000_s123002" name="Equation" r:id="rId9" imgW="164880" imgH="203040" progId="Equation.DSMT4">
                    <p:embed/>
                  </p:oleObj>
                </mc:Choice>
                <mc:Fallback>
                  <p:oleObj name="Equation" r:id="rId9" imgW="164880" imgH="203040" progId="Equation.DSMT4">
                    <p:embed/>
                    <p:pic>
                      <p:nvPicPr>
                        <p:cNvPr id="48324" name="Object 196"/>
                        <p:cNvPicPr>
                          <a:picLocks noChangeAspect="1" noChangeArrowheads="1"/>
                        </p:cNvPicPr>
                        <p:nvPr/>
                      </p:nvPicPr>
                      <p:blipFill>
                        <a:blip r:embed="rId10"/>
                        <a:srcRect/>
                        <a:stretch>
                          <a:fillRect/>
                        </a:stretch>
                      </p:blipFill>
                      <p:spPr bwMode="auto">
                        <a:xfrm>
                          <a:off x="891" y="3173"/>
                          <a:ext cx="201"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0" name="Object 197"/>
            <p:cNvGraphicFramePr>
              <a:graphicFrameLocks noChangeAspect="1"/>
            </p:cNvGraphicFramePr>
            <p:nvPr>
              <p:extLst>
                <p:ext uri="{D42A27DB-BD31-4B8C-83A1-F6EECF244321}">
                  <p14:modId xmlns:p14="http://schemas.microsoft.com/office/powerpoint/2010/main" val="4178788396"/>
                </p:ext>
              </p:extLst>
            </p:nvPr>
          </p:nvGraphicFramePr>
          <p:xfrm>
            <a:off x="756" y="2312"/>
            <a:ext cx="189" cy="329"/>
          </p:xfrm>
          <a:graphic>
            <a:graphicData uri="http://schemas.openxmlformats.org/presentationml/2006/ole">
              <mc:AlternateContent xmlns:mc="http://schemas.openxmlformats.org/markup-compatibility/2006">
                <mc:Choice xmlns:v="urn:schemas-microsoft-com:vml" Requires="v">
                  <p:oleObj spid="_x0000_s123003" name="Equation" r:id="rId11" imgW="139680" imgH="241200" progId="Equation.DSMT4">
                    <p:embed/>
                  </p:oleObj>
                </mc:Choice>
                <mc:Fallback>
                  <p:oleObj name="Equation" r:id="rId11" imgW="139680" imgH="241200" progId="Equation.DSMT4">
                    <p:embed/>
                    <p:pic>
                      <p:nvPicPr>
                        <p:cNvPr id="48325" name="Object 197"/>
                        <p:cNvPicPr>
                          <a:picLocks noChangeAspect="1" noChangeArrowheads="1"/>
                        </p:cNvPicPr>
                        <p:nvPr/>
                      </p:nvPicPr>
                      <p:blipFill>
                        <a:blip r:embed="rId12"/>
                        <a:srcRect/>
                        <a:stretch>
                          <a:fillRect/>
                        </a:stretch>
                      </p:blipFill>
                      <p:spPr bwMode="auto">
                        <a:xfrm>
                          <a:off x="756" y="2312"/>
                          <a:ext cx="189" cy="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 name="Object 198"/>
            <p:cNvGraphicFramePr>
              <a:graphicFrameLocks noChangeAspect="1"/>
            </p:cNvGraphicFramePr>
            <p:nvPr>
              <p:extLst>
                <p:ext uri="{D42A27DB-BD31-4B8C-83A1-F6EECF244321}">
                  <p14:modId xmlns:p14="http://schemas.microsoft.com/office/powerpoint/2010/main" val="3596259803"/>
                </p:ext>
              </p:extLst>
            </p:nvPr>
          </p:nvGraphicFramePr>
          <p:xfrm>
            <a:off x="1164" y="2084"/>
            <a:ext cx="186" cy="300"/>
          </p:xfrm>
          <a:graphic>
            <a:graphicData uri="http://schemas.openxmlformats.org/presentationml/2006/ole">
              <mc:AlternateContent xmlns:mc="http://schemas.openxmlformats.org/markup-compatibility/2006">
                <mc:Choice xmlns:v="urn:schemas-microsoft-com:vml" Requires="v">
                  <p:oleObj spid="_x0000_s123004" name="Equation" r:id="rId13" imgW="152280" imgH="241200" progId="Equation.DSMT4">
                    <p:embed/>
                  </p:oleObj>
                </mc:Choice>
                <mc:Fallback>
                  <p:oleObj name="Equation" r:id="rId13" imgW="152280" imgH="241200" progId="Equation.DSMT4">
                    <p:embed/>
                    <p:pic>
                      <p:nvPicPr>
                        <p:cNvPr id="48326" name="Object 198"/>
                        <p:cNvPicPr>
                          <a:picLocks noChangeAspect="1" noChangeArrowheads="1"/>
                        </p:cNvPicPr>
                        <p:nvPr/>
                      </p:nvPicPr>
                      <p:blipFill>
                        <a:blip r:embed="rId14"/>
                        <a:srcRect/>
                        <a:stretch>
                          <a:fillRect/>
                        </a:stretch>
                      </p:blipFill>
                      <p:spPr bwMode="auto">
                        <a:xfrm>
                          <a:off x="1164" y="2084"/>
                          <a:ext cx="186" cy="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 name="Object 199"/>
            <p:cNvGraphicFramePr>
              <a:graphicFrameLocks noChangeAspect="1"/>
            </p:cNvGraphicFramePr>
            <p:nvPr>
              <p:extLst>
                <p:ext uri="{D42A27DB-BD31-4B8C-83A1-F6EECF244321}">
                  <p14:modId xmlns:p14="http://schemas.microsoft.com/office/powerpoint/2010/main" val="4261578998"/>
                </p:ext>
              </p:extLst>
            </p:nvPr>
          </p:nvGraphicFramePr>
          <p:xfrm>
            <a:off x="1165" y="2585"/>
            <a:ext cx="206" cy="328"/>
          </p:xfrm>
          <a:graphic>
            <a:graphicData uri="http://schemas.openxmlformats.org/presentationml/2006/ole">
              <mc:AlternateContent xmlns:mc="http://schemas.openxmlformats.org/markup-compatibility/2006">
                <mc:Choice xmlns:v="urn:schemas-microsoft-com:vml" Requires="v">
                  <p:oleObj spid="_x0000_s123005" name="Equation" r:id="rId15" imgW="152280" imgH="241200" progId="Equation.DSMT4">
                    <p:embed/>
                  </p:oleObj>
                </mc:Choice>
                <mc:Fallback>
                  <p:oleObj name="Equation" r:id="rId15" imgW="152280" imgH="241200" progId="Equation.DSMT4">
                    <p:embed/>
                    <p:pic>
                      <p:nvPicPr>
                        <p:cNvPr id="48327" name="Object 199"/>
                        <p:cNvPicPr>
                          <a:picLocks noChangeAspect="1" noChangeArrowheads="1"/>
                        </p:cNvPicPr>
                        <p:nvPr/>
                      </p:nvPicPr>
                      <p:blipFill>
                        <a:blip r:embed="rId16"/>
                        <a:srcRect/>
                        <a:stretch>
                          <a:fillRect/>
                        </a:stretch>
                      </p:blipFill>
                      <p:spPr bwMode="auto">
                        <a:xfrm>
                          <a:off x="1165" y="2585"/>
                          <a:ext cx="206" cy="3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 name="Object 200"/>
            <p:cNvGraphicFramePr>
              <a:graphicFrameLocks noChangeAspect="1"/>
            </p:cNvGraphicFramePr>
            <p:nvPr>
              <p:extLst>
                <p:ext uri="{D42A27DB-BD31-4B8C-83A1-F6EECF244321}">
                  <p14:modId xmlns:p14="http://schemas.microsoft.com/office/powerpoint/2010/main" val="925592923"/>
                </p:ext>
              </p:extLst>
            </p:nvPr>
          </p:nvGraphicFramePr>
          <p:xfrm>
            <a:off x="1487" y="2468"/>
            <a:ext cx="570" cy="449"/>
          </p:xfrm>
          <a:graphic>
            <a:graphicData uri="http://schemas.openxmlformats.org/presentationml/2006/ole">
              <mc:AlternateContent xmlns:mc="http://schemas.openxmlformats.org/markup-compatibility/2006">
                <mc:Choice xmlns:v="urn:schemas-microsoft-com:vml" Requires="v">
                  <p:oleObj spid="_x0000_s123006" name="Equation" r:id="rId17" imgW="431640" imgH="393480" progId="Equation.DSMT4">
                    <p:embed/>
                  </p:oleObj>
                </mc:Choice>
                <mc:Fallback>
                  <p:oleObj name="Equation" r:id="rId17" imgW="431640" imgH="393480" progId="Equation.DSMT4">
                    <p:embed/>
                    <p:pic>
                      <p:nvPicPr>
                        <p:cNvPr id="48328" name="Object 200"/>
                        <p:cNvPicPr>
                          <a:picLocks noChangeAspect="1" noChangeArrowheads="1"/>
                        </p:cNvPicPr>
                        <p:nvPr/>
                      </p:nvPicPr>
                      <p:blipFill>
                        <a:blip r:embed="rId18"/>
                        <a:srcRect/>
                        <a:stretch>
                          <a:fillRect/>
                        </a:stretch>
                      </p:blipFill>
                      <p:spPr bwMode="auto">
                        <a:xfrm>
                          <a:off x="1487" y="2468"/>
                          <a:ext cx="570" cy="4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 name="Object 201"/>
            <p:cNvGraphicFramePr>
              <a:graphicFrameLocks noChangeAspect="1"/>
            </p:cNvGraphicFramePr>
            <p:nvPr>
              <p:extLst>
                <p:ext uri="{D42A27DB-BD31-4B8C-83A1-F6EECF244321}">
                  <p14:modId xmlns:p14="http://schemas.microsoft.com/office/powerpoint/2010/main" val="1073884889"/>
                </p:ext>
              </p:extLst>
            </p:nvPr>
          </p:nvGraphicFramePr>
          <p:xfrm>
            <a:off x="2180" y="3356"/>
            <a:ext cx="416" cy="277"/>
          </p:xfrm>
          <a:graphic>
            <a:graphicData uri="http://schemas.openxmlformats.org/presentationml/2006/ole">
              <mc:AlternateContent xmlns:mc="http://schemas.openxmlformats.org/markup-compatibility/2006">
                <mc:Choice xmlns:v="urn:schemas-microsoft-com:vml" Requires="v">
                  <p:oleObj spid="_x0000_s123007" name="Equation" r:id="rId19" imgW="304560" imgH="203040" progId="Equation.DSMT4">
                    <p:embed/>
                  </p:oleObj>
                </mc:Choice>
                <mc:Fallback>
                  <p:oleObj name="Equation" r:id="rId19" imgW="304560" imgH="203040" progId="Equation.DSMT4">
                    <p:embed/>
                    <p:pic>
                      <p:nvPicPr>
                        <p:cNvPr id="48329" name="Object 201"/>
                        <p:cNvPicPr>
                          <a:picLocks noChangeAspect="1" noChangeArrowheads="1"/>
                        </p:cNvPicPr>
                        <p:nvPr/>
                      </p:nvPicPr>
                      <p:blipFill>
                        <a:blip r:embed="rId20"/>
                        <a:srcRect/>
                        <a:stretch>
                          <a:fillRect/>
                        </a:stretch>
                      </p:blipFill>
                      <p:spPr bwMode="auto">
                        <a:xfrm>
                          <a:off x="2180" y="3356"/>
                          <a:ext cx="416" cy="2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 name="Oval 202"/>
            <p:cNvSpPr>
              <a:spLocks noChangeArrowheads="1"/>
            </p:cNvSpPr>
            <p:nvPr/>
          </p:nvSpPr>
          <p:spPr bwMode="auto">
            <a:xfrm>
              <a:off x="521" y="3054"/>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66" name="Text Box 203"/>
            <p:cNvSpPr txBox="1">
              <a:spLocks noChangeArrowheads="1"/>
            </p:cNvSpPr>
            <p:nvPr/>
          </p:nvSpPr>
          <p:spPr bwMode="auto">
            <a:xfrm>
              <a:off x="2245" y="2782"/>
              <a:ext cx="3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a:latin typeface="Times New Roman" panose="02020603050405020304" pitchFamily="18" charset="0"/>
                <a:ea typeface="宋体" panose="02010600030101010101" pitchFamily="2" charset="-122"/>
              </a:endParaRPr>
            </a:p>
          </p:txBody>
        </p:sp>
        <p:sp>
          <p:nvSpPr>
            <p:cNvPr id="67" name="Text Box 204"/>
            <p:cNvSpPr txBox="1">
              <a:spLocks noChangeArrowheads="1"/>
            </p:cNvSpPr>
            <p:nvPr/>
          </p:nvSpPr>
          <p:spPr bwMode="auto">
            <a:xfrm>
              <a:off x="703" y="2736"/>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a:t>
              </a:r>
            </a:p>
          </p:txBody>
        </p:sp>
        <p:sp>
          <p:nvSpPr>
            <p:cNvPr id="68" name="Text Box 205"/>
            <p:cNvSpPr txBox="1">
              <a:spLocks noChangeArrowheads="1"/>
            </p:cNvSpPr>
            <p:nvPr/>
          </p:nvSpPr>
          <p:spPr bwMode="auto">
            <a:xfrm>
              <a:off x="703" y="3371"/>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_</a:t>
              </a:r>
            </a:p>
          </p:txBody>
        </p:sp>
        <p:grpSp>
          <p:nvGrpSpPr>
            <p:cNvPr id="69" name="Group 206"/>
            <p:cNvGrpSpPr>
              <a:grpSpLocks/>
            </p:cNvGrpSpPr>
            <p:nvPr/>
          </p:nvGrpSpPr>
          <p:grpSpPr bwMode="auto">
            <a:xfrm rot="-5400000">
              <a:off x="1542" y="2902"/>
              <a:ext cx="221" cy="96"/>
              <a:chOff x="3845" y="3156"/>
              <a:chExt cx="221" cy="96"/>
            </a:xfrm>
          </p:grpSpPr>
          <p:sp>
            <p:nvSpPr>
              <p:cNvPr id="92" name="Line 207"/>
              <p:cNvSpPr>
                <a:spLocks noChangeShapeType="1"/>
              </p:cNvSpPr>
              <p:nvPr/>
            </p:nvSpPr>
            <p:spPr bwMode="auto">
              <a:xfrm>
                <a:off x="3845" y="3156"/>
                <a:ext cx="221" cy="1"/>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sz="2800"/>
              </a:p>
            </p:txBody>
          </p:sp>
          <p:sp>
            <p:nvSpPr>
              <p:cNvPr id="93" name="Line 208"/>
              <p:cNvSpPr>
                <a:spLocks noChangeShapeType="1"/>
              </p:cNvSpPr>
              <p:nvPr/>
            </p:nvSpPr>
            <p:spPr bwMode="auto">
              <a:xfrm flipV="1">
                <a:off x="3845" y="3249"/>
                <a:ext cx="221" cy="3"/>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sz="2800"/>
              </a:p>
            </p:txBody>
          </p:sp>
        </p:grpSp>
        <p:sp>
          <p:nvSpPr>
            <p:cNvPr id="70" name="Line 209"/>
            <p:cNvSpPr>
              <a:spLocks noChangeShapeType="1"/>
            </p:cNvSpPr>
            <p:nvPr/>
          </p:nvSpPr>
          <p:spPr bwMode="auto">
            <a:xfrm>
              <a:off x="1114" y="2415"/>
              <a:ext cx="936"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1" name="Line 210"/>
            <p:cNvSpPr>
              <a:spLocks noChangeShapeType="1"/>
            </p:cNvSpPr>
            <p:nvPr/>
          </p:nvSpPr>
          <p:spPr bwMode="auto">
            <a:xfrm>
              <a:off x="1115" y="2415"/>
              <a:ext cx="0" cy="568"/>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2" name="Line 211"/>
            <p:cNvSpPr>
              <a:spLocks noChangeShapeType="1"/>
            </p:cNvSpPr>
            <p:nvPr/>
          </p:nvSpPr>
          <p:spPr bwMode="auto">
            <a:xfrm>
              <a:off x="2109" y="2419"/>
              <a:ext cx="0" cy="568"/>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3" name="Line 212"/>
            <p:cNvSpPr>
              <a:spLocks noChangeShapeType="1"/>
            </p:cNvSpPr>
            <p:nvPr/>
          </p:nvSpPr>
          <p:spPr bwMode="auto">
            <a:xfrm>
              <a:off x="1701" y="2963"/>
              <a:ext cx="403"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4" name="Line 213"/>
            <p:cNvSpPr>
              <a:spLocks noChangeShapeType="1"/>
            </p:cNvSpPr>
            <p:nvPr/>
          </p:nvSpPr>
          <p:spPr bwMode="auto">
            <a:xfrm>
              <a:off x="1173" y="2415"/>
              <a:ext cx="936"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5" name="Line 214"/>
            <p:cNvSpPr>
              <a:spLocks noChangeShapeType="1"/>
            </p:cNvSpPr>
            <p:nvPr/>
          </p:nvSpPr>
          <p:spPr bwMode="auto">
            <a:xfrm>
              <a:off x="707" y="2647"/>
              <a:ext cx="408" cy="0"/>
            </a:xfrm>
            <a:prstGeom prst="line">
              <a:avLst/>
            </a:prstGeom>
            <a:noFill/>
            <a:ln w="28575">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6" name="Line 215"/>
            <p:cNvSpPr>
              <a:spLocks noChangeShapeType="1"/>
            </p:cNvSpPr>
            <p:nvPr/>
          </p:nvSpPr>
          <p:spPr bwMode="auto">
            <a:xfrm>
              <a:off x="2109" y="2691"/>
              <a:ext cx="499" cy="0"/>
            </a:xfrm>
            <a:prstGeom prst="line">
              <a:avLst/>
            </a:prstGeom>
            <a:noFill/>
            <a:ln w="28575">
              <a:solidFill>
                <a:srgbClr val="FFC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7" name="Line 216"/>
            <p:cNvSpPr>
              <a:spLocks noChangeShapeType="1"/>
            </p:cNvSpPr>
            <p:nvPr/>
          </p:nvSpPr>
          <p:spPr bwMode="auto">
            <a:xfrm>
              <a:off x="2596" y="3655"/>
              <a:ext cx="0" cy="18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8" name="Line 217"/>
            <p:cNvSpPr>
              <a:spLocks noChangeShapeType="1"/>
            </p:cNvSpPr>
            <p:nvPr/>
          </p:nvSpPr>
          <p:spPr bwMode="auto">
            <a:xfrm flipH="1">
              <a:off x="707" y="3835"/>
              <a:ext cx="1889"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9" name="Line 218"/>
            <p:cNvSpPr>
              <a:spLocks noChangeShapeType="1"/>
            </p:cNvSpPr>
            <p:nvPr/>
          </p:nvSpPr>
          <p:spPr bwMode="auto">
            <a:xfrm>
              <a:off x="707" y="2635"/>
              <a:ext cx="0" cy="1236"/>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80" name="Text Box 219"/>
            <p:cNvSpPr txBox="1">
              <a:spLocks noChangeArrowheads="1"/>
            </p:cNvSpPr>
            <p:nvPr/>
          </p:nvSpPr>
          <p:spPr bwMode="auto">
            <a:xfrm>
              <a:off x="1523" y="2036"/>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1</a:t>
              </a:r>
              <a:endParaRPr kumimoji="1" lang="en-US" altLang="zh-CN" sz="2800" b="0" i="1">
                <a:latin typeface="Times New Roman" panose="02020603050405020304" pitchFamily="18" charset="0"/>
                <a:ea typeface="宋体" panose="02010600030101010101" pitchFamily="2" charset="-122"/>
              </a:endParaRPr>
            </a:p>
          </p:txBody>
        </p:sp>
        <p:grpSp>
          <p:nvGrpSpPr>
            <p:cNvPr id="81" name="Group 220"/>
            <p:cNvGrpSpPr>
              <a:grpSpLocks/>
            </p:cNvGrpSpPr>
            <p:nvPr/>
          </p:nvGrpSpPr>
          <p:grpSpPr bwMode="auto">
            <a:xfrm rot="5400000">
              <a:off x="2199" y="3189"/>
              <a:ext cx="454" cy="545"/>
              <a:chOff x="476" y="663"/>
              <a:chExt cx="771" cy="862"/>
            </a:xfrm>
          </p:grpSpPr>
          <p:sp>
            <p:nvSpPr>
              <p:cNvPr id="89" name="AutoShape 221"/>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90" name="AutoShape 222"/>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91" name="AutoShape 223"/>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sp>
          <p:nvSpPr>
            <p:cNvPr id="82" name="Line 224"/>
            <p:cNvSpPr>
              <a:spLocks noChangeShapeType="1"/>
            </p:cNvSpPr>
            <p:nvPr/>
          </p:nvSpPr>
          <p:spPr bwMode="auto">
            <a:xfrm>
              <a:off x="2608" y="2692"/>
              <a:ext cx="0" cy="589"/>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3" name="Rectangle 225"/>
            <p:cNvSpPr>
              <a:spLocks noChangeArrowheads="1"/>
            </p:cNvSpPr>
            <p:nvPr/>
          </p:nvSpPr>
          <p:spPr bwMode="auto">
            <a:xfrm>
              <a:off x="2562" y="2782"/>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84" name="Rectangle 226"/>
            <p:cNvSpPr>
              <a:spLocks noChangeArrowheads="1"/>
            </p:cNvSpPr>
            <p:nvPr/>
          </p:nvSpPr>
          <p:spPr bwMode="auto">
            <a:xfrm>
              <a:off x="1474" y="2373"/>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85" name="Line 227"/>
            <p:cNvSpPr>
              <a:spLocks noChangeShapeType="1"/>
            </p:cNvSpPr>
            <p:nvPr/>
          </p:nvSpPr>
          <p:spPr bwMode="auto">
            <a:xfrm>
              <a:off x="1156" y="2918"/>
              <a:ext cx="272"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6" name="Line 228"/>
            <p:cNvSpPr>
              <a:spLocks noChangeShapeType="1"/>
            </p:cNvSpPr>
            <p:nvPr/>
          </p:nvSpPr>
          <p:spPr bwMode="auto">
            <a:xfrm>
              <a:off x="748" y="2691"/>
              <a:ext cx="272"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7" name="Line 229"/>
            <p:cNvSpPr>
              <a:spLocks noChangeShapeType="1"/>
            </p:cNvSpPr>
            <p:nvPr/>
          </p:nvSpPr>
          <p:spPr bwMode="auto">
            <a:xfrm>
              <a:off x="1156" y="2464"/>
              <a:ext cx="272"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8" name="Line 230"/>
            <p:cNvSpPr>
              <a:spLocks noChangeShapeType="1"/>
            </p:cNvSpPr>
            <p:nvPr/>
          </p:nvSpPr>
          <p:spPr bwMode="auto">
            <a:xfrm>
              <a:off x="1111" y="2963"/>
              <a:ext cx="499"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pSp>
    </p:spTree>
    <p:extLst>
      <p:ext uri="{BB962C8B-B14F-4D97-AF65-F5344CB8AC3E}">
        <p14:creationId xmlns:p14="http://schemas.microsoft.com/office/powerpoint/2010/main" val="18233616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nodeType="withEffect">
                                  <p:stCondLst>
                                    <p:cond delay="0"/>
                                  </p:stCondLst>
                                  <p:childTnLst>
                                    <p:set>
                                      <p:cBhvr>
                                        <p:cTn id="6" dur="1" fill="hold">
                                          <p:stCondLst>
                                            <p:cond delay="0"/>
                                          </p:stCondLst>
                                        </p:cTn>
                                        <p:tgtEl>
                                          <p:spTgt spid="47168"/>
                                        </p:tgtEl>
                                        <p:attrNameLst>
                                          <p:attrName>style.visibility</p:attrName>
                                        </p:attrNameLst>
                                      </p:cBhvr>
                                      <p:to>
                                        <p:strVal val="visible"/>
                                      </p:to>
                                    </p:set>
                                    <p:animEffect transition="in" filter="slide(fromBottom)">
                                      <p:cBhvr>
                                        <p:cTn id="7" dur="1000"/>
                                        <p:tgtEl>
                                          <p:spTgt spid="471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47106"/>
                                        </p:tgtEl>
                                        <p:attrNameLst>
                                          <p:attrName>style.visibility</p:attrName>
                                        </p:attrNameLst>
                                      </p:cBhvr>
                                      <p:to>
                                        <p:strVal val="visible"/>
                                      </p:to>
                                    </p:set>
                                    <p:anim calcmode="lin" valueType="num">
                                      <p:cBhvr additive="base">
                                        <p:cTn id="12" dur="500" fill="hold"/>
                                        <p:tgtEl>
                                          <p:spTgt spid="47106"/>
                                        </p:tgtEl>
                                        <p:attrNameLst>
                                          <p:attrName>ppt_x</p:attrName>
                                        </p:attrNameLst>
                                      </p:cBhvr>
                                      <p:tavLst>
                                        <p:tav tm="0">
                                          <p:val>
                                            <p:strVal val="0-#ppt_w/2"/>
                                          </p:val>
                                        </p:tav>
                                        <p:tav tm="100000">
                                          <p:val>
                                            <p:strVal val="#ppt_x"/>
                                          </p:val>
                                        </p:tav>
                                      </p:tavLst>
                                    </p:anim>
                                    <p:anim calcmode="lin" valueType="num">
                                      <p:cBhvr additive="base">
                                        <p:cTn id="13" dur="500" fill="hold"/>
                                        <p:tgtEl>
                                          <p:spTgt spid="47106"/>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47107"/>
                                        </p:tgtEl>
                                        <p:attrNameLst>
                                          <p:attrName>style.visibility</p:attrName>
                                        </p:attrNameLst>
                                      </p:cBhvr>
                                      <p:to>
                                        <p:strVal val="visible"/>
                                      </p:to>
                                    </p:set>
                                    <p:animEffect transition="in" filter="wipe(up)">
                                      <p:cBhvr>
                                        <p:cTn id="18" dur="2000"/>
                                        <p:tgtEl>
                                          <p:spTgt spid="47107"/>
                                        </p:tgtEl>
                                      </p:cBhvr>
                                    </p:animEffect>
                                  </p:childTnLst>
                                </p:cTn>
                              </p:par>
                            </p:childTnLst>
                          </p:cTn>
                        </p:par>
                        <p:par>
                          <p:cTn id="19" fill="hold">
                            <p:stCondLst>
                              <p:cond delay="2000"/>
                            </p:stCondLst>
                            <p:childTnLst>
                              <p:par>
                                <p:cTn id="20" presetID="3" presetClass="entr" presetSubtype="10" fill="hold" nodeType="after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blinds(horizontal)">
                                      <p:cBhvr>
                                        <p:cTn id="22"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6500" name="Object 4"/>
          <p:cNvGraphicFramePr>
            <a:graphicFrameLocks noChangeAspect="1"/>
          </p:cNvGraphicFramePr>
          <p:nvPr>
            <p:extLst>
              <p:ext uri="{D42A27DB-BD31-4B8C-83A1-F6EECF244321}">
                <p14:modId xmlns:p14="http://schemas.microsoft.com/office/powerpoint/2010/main" val="4276836223"/>
              </p:ext>
            </p:extLst>
          </p:nvPr>
        </p:nvGraphicFramePr>
        <p:xfrm>
          <a:off x="1160463" y="530225"/>
          <a:ext cx="5324475" cy="889000"/>
        </p:xfrm>
        <a:graphic>
          <a:graphicData uri="http://schemas.openxmlformats.org/presentationml/2006/ole">
            <mc:AlternateContent xmlns:mc="http://schemas.openxmlformats.org/markup-compatibility/2006">
              <mc:Choice xmlns:v="urn:schemas-microsoft-com:vml" Requires="v">
                <p:oleObj spid="_x0000_s124023" name="Equation" r:id="rId3" imgW="2501640" imgH="419040" progId="Equation.DSMT4">
                  <p:embed/>
                </p:oleObj>
              </mc:Choice>
              <mc:Fallback>
                <p:oleObj name="Equation" r:id="rId3" imgW="2501640" imgH="419040" progId="Equation.DSMT4">
                  <p:embed/>
                  <p:pic>
                    <p:nvPicPr>
                      <p:cNvPr id="106500" name="Object 4"/>
                      <p:cNvPicPr>
                        <a:picLocks noChangeAspect="1" noChangeArrowheads="1"/>
                      </p:cNvPicPr>
                      <p:nvPr/>
                    </p:nvPicPr>
                    <p:blipFill>
                      <a:blip r:embed="rId4"/>
                      <a:srcRect/>
                      <a:stretch>
                        <a:fillRect/>
                      </a:stretch>
                    </p:blipFill>
                    <p:spPr bwMode="auto">
                      <a:xfrm>
                        <a:off x="1160463" y="530225"/>
                        <a:ext cx="5324475"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501" name="Object 5"/>
          <p:cNvGraphicFramePr>
            <a:graphicFrameLocks noChangeAspect="1"/>
          </p:cNvGraphicFramePr>
          <p:nvPr>
            <p:extLst>
              <p:ext uri="{D42A27DB-BD31-4B8C-83A1-F6EECF244321}">
                <p14:modId xmlns:p14="http://schemas.microsoft.com/office/powerpoint/2010/main" val="1947376859"/>
              </p:ext>
            </p:extLst>
          </p:nvPr>
        </p:nvGraphicFramePr>
        <p:xfrm>
          <a:off x="1054100" y="1670050"/>
          <a:ext cx="5810250" cy="1820863"/>
        </p:xfrm>
        <a:graphic>
          <a:graphicData uri="http://schemas.openxmlformats.org/presentationml/2006/ole">
            <mc:AlternateContent xmlns:mc="http://schemas.openxmlformats.org/markup-compatibility/2006">
              <mc:Choice xmlns:v="urn:schemas-microsoft-com:vml" Requires="v">
                <p:oleObj spid="_x0000_s124024" name="Equation" r:id="rId5" imgW="2908080" imgH="914400" progId="Equation.DSMT4">
                  <p:embed/>
                </p:oleObj>
              </mc:Choice>
              <mc:Fallback>
                <p:oleObj name="Equation" r:id="rId5" imgW="2908080" imgH="914400" progId="Equation.DSMT4">
                  <p:embed/>
                  <p:pic>
                    <p:nvPicPr>
                      <p:cNvPr id="106501" name="Object 5"/>
                      <p:cNvPicPr>
                        <a:picLocks noChangeAspect="1" noChangeArrowheads="1"/>
                      </p:cNvPicPr>
                      <p:nvPr/>
                    </p:nvPicPr>
                    <p:blipFill>
                      <a:blip r:embed="rId6"/>
                      <a:srcRect/>
                      <a:stretch>
                        <a:fillRect/>
                      </a:stretch>
                    </p:blipFill>
                    <p:spPr bwMode="auto">
                      <a:xfrm>
                        <a:off x="1054100" y="1670050"/>
                        <a:ext cx="5810250" cy="1820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502" name="Object 6"/>
          <p:cNvGraphicFramePr>
            <a:graphicFrameLocks noChangeAspect="1"/>
          </p:cNvGraphicFramePr>
          <p:nvPr>
            <p:extLst>
              <p:ext uri="{D42A27DB-BD31-4B8C-83A1-F6EECF244321}">
                <p14:modId xmlns:p14="http://schemas.microsoft.com/office/powerpoint/2010/main" val="3225860238"/>
              </p:ext>
            </p:extLst>
          </p:nvPr>
        </p:nvGraphicFramePr>
        <p:xfrm>
          <a:off x="1173163" y="4168775"/>
          <a:ext cx="5861050" cy="1971675"/>
        </p:xfrm>
        <a:graphic>
          <a:graphicData uri="http://schemas.openxmlformats.org/presentationml/2006/ole">
            <mc:AlternateContent xmlns:mc="http://schemas.openxmlformats.org/markup-compatibility/2006">
              <mc:Choice xmlns:v="urn:schemas-microsoft-com:vml" Requires="v">
                <p:oleObj spid="_x0000_s124025" name="Equation" r:id="rId7" imgW="2946240" imgH="990360" progId="Equation.DSMT4">
                  <p:embed/>
                </p:oleObj>
              </mc:Choice>
              <mc:Fallback>
                <p:oleObj name="Equation" r:id="rId7" imgW="2946240" imgH="990360" progId="Equation.DSMT4">
                  <p:embed/>
                  <p:pic>
                    <p:nvPicPr>
                      <p:cNvPr id="106502" name="Object 6"/>
                      <p:cNvPicPr>
                        <a:picLocks noChangeAspect="1" noChangeArrowheads="1"/>
                      </p:cNvPicPr>
                      <p:nvPr/>
                    </p:nvPicPr>
                    <p:blipFill>
                      <a:blip r:embed="rId8"/>
                      <a:srcRect/>
                      <a:stretch>
                        <a:fillRect/>
                      </a:stretch>
                    </p:blipFill>
                    <p:spPr bwMode="auto">
                      <a:xfrm>
                        <a:off x="1173163" y="4168775"/>
                        <a:ext cx="5861050" cy="197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6" name="Group 189"/>
          <p:cNvGrpSpPr>
            <a:grpSpLocks/>
          </p:cNvGrpSpPr>
          <p:nvPr/>
        </p:nvGrpSpPr>
        <p:grpSpPr bwMode="auto">
          <a:xfrm>
            <a:off x="4940133" y="2542381"/>
            <a:ext cx="4203700" cy="2913063"/>
            <a:chOff x="521" y="2036"/>
            <a:chExt cx="2648" cy="1835"/>
          </a:xfrm>
        </p:grpSpPr>
        <p:grpSp>
          <p:nvGrpSpPr>
            <p:cNvPr id="57" name="Group 190"/>
            <p:cNvGrpSpPr>
              <a:grpSpLocks/>
            </p:cNvGrpSpPr>
            <p:nvPr/>
          </p:nvGrpSpPr>
          <p:grpSpPr bwMode="auto">
            <a:xfrm>
              <a:off x="1202" y="3067"/>
              <a:ext cx="723" cy="399"/>
              <a:chOff x="3710" y="1720"/>
              <a:chExt cx="723" cy="399"/>
            </a:xfrm>
          </p:grpSpPr>
          <p:sp>
            <p:nvSpPr>
              <p:cNvPr id="96" name="AutoShape 191"/>
              <p:cNvSpPr>
                <a:spLocks/>
              </p:cNvSpPr>
              <p:nvPr/>
            </p:nvSpPr>
            <p:spPr bwMode="auto">
              <a:xfrm rot="-5400000">
                <a:off x="3994" y="1436"/>
                <a:ext cx="156" cy="723"/>
              </a:xfrm>
              <a:prstGeom prst="leftBrace">
                <a:avLst>
                  <a:gd name="adj1" fmla="val 38622"/>
                  <a:gd name="adj2" fmla="val 50000"/>
                </a:avLst>
              </a:prstGeom>
              <a:noFill/>
              <a:ln w="28575">
                <a:solidFill>
                  <a:srgbClr val="FF0000"/>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eaVert" wrap="none" anchor="ctr"/>
              <a:lstStyle/>
              <a:p>
                <a:pPr algn="ctr"/>
                <a:endParaRPr lang="zh-CN" altLang="zh-CN" sz="2800" b="0">
                  <a:latin typeface="Arial" panose="020B0604020202020204" pitchFamily="34" charset="0"/>
                  <a:ea typeface="仿宋_GB2312" pitchFamily="49" charset="-122"/>
                </a:endParaRPr>
              </a:p>
            </p:txBody>
          </p:sp>
          <p:sp>
            <p:nvSpPr>
              <p:cNvPr id="97" name="Text Box 192"/>
              <p:cNvSpPr txBox="1">
                <a:spLocks noChangeArrowheads="1"/>
              </p:cNvSpPr>
              <p:nvPr/>
            </p:nvSpPr>
            <p:spPr bwMode="auto">
              <a:xfrm>
                <a:off x="3927" y="1792"/>
                <a:ext cx="31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00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1</a:t>
                </a:r>
                <a:endParaRPr kumimoji="1" lang="en-US" altLang="zh-CN" sz="2800" b="0" i="1">
                  <a:latin typeface="Times New Roman" panose="02020603050405020304" pitchFamily="18" charset="0"/>
                  <a:ea typeface="宋体" panose="02010600030101010101" pitchFamily="2" charset="-122"/>
                </a:endParaRPr>
              </a:p>
            </p:txBody>
          </p:sp>
        </p:grpSp>
        <p:grpSp>
          <p:nvGrpSpPr>
            <p:cNvPr id="58" name="Group 193"/>
            <p:cNvGrpSpPr>
              <a:grpSpLocks/>
            </p:cNvGrpSpPr>
            <p:nvPr/>
          </p:nvGrpSpPr>
          <p:grpSpPr bwMode="auto">
            <a:xfrm>
              <a:off x="2744" y="2840"/>
              <a:ext cx="425" cy="804"/>
              <a:chOff x="5163" y="1524"/>
              <a:chExt cx="425" cy="804"/>
            </a:xfrm>
          </p:grpSpPr>
          <p:sp>
            <p:nvSpPr>
              <p:cNvPr id="94" name="AutoShape 194"/>
              <p:cNvSpPr>
                <a:spLocks/>
              </p:cNvSpPr>
              <p:nvPr/>
            </p:nvSpPr>
            <p:spPr bwMode="auto">
              <a:xfrm>
                <a:off x="5163" y="1524"/>
                <a:ext cx="129" cy="804"/>
              </a:xfrm>
              <a:prstGeom prst="rightBrace">
                <a:avLst>
                  <a:gd name="adj1" fmla="val 51938"/>
                  <a:gd name="adj2" fmla="val 50000"/>
                </a:avLst>
              </a:prstGeom>
              <a:noFill/>
              <a:ln w="28575">
                <a:solidFill>
                  <a:srgbClr val="FF0000"/>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95" name="Text Box 195"/>
              <p:cNvSpPr txBox="1">
                <a:spLocks noChangeArrowheads="1"/>
              </p:cNvSpPr>
              <p:nvPr/>
            </p:nvSpPr>
            <p:spPr bwMode="auto">
              <a:xfrm>
                <a:off x="5271" y="1709"/>
                <a:ext cx="31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i="1">
                  <a:latin typeface="Times New Roman" panose="02020603050405020304" pitchFamily="18" charset="0"/>
                  <a:ea typeface="宋体" panose="02010600030101010101" pitchFamily="2" charset="-122"/>
                </a:endParaRPr>
              </a:p>
            </p:txBody>
          </p:sp>
        </p:grpSp>
        <p:graphicFrame>
          <p:nvGraphicFramePr>
            <p:cNvPr id="59" name="Object 196"/>
            <p:cNvGraphicFramePr>
              <a:graphicFrameLocks noChangeAspect="1"/>
            </p:cNvGraphicFramePr>
            <p:nvPr>
              <p:extLst>
                <p:ext uri="{D42A27DB-BD31-4B8C-83A1-F6EECF244321}">
                  <p14:modId xmlns:p14="http://schemas.microsoft.com/office/powerpoint/2010/main" val="3764436376"/>
                </p:ext>
              </p:extLst>
            </p:nvPr>
          </p:nvGraphicFramePr>
          <p:xfrm>
            <a:off x="891" y="3173"/>
            <a:ext cx="201" cy="248"/>
          </p:xfrm>
          <a:graphic>
            <a:graphicData uri="http://schemas.openxmlformats.org/presentationml/2006/ole">
              <mc:AlternateContent xmlns:mc="http://schemas.openxmlformats.org/markup-compatibility/2006">
                <mc:Choice xmlns:v="urn:schemas-microsoft-com:vml" Requires="v">
                  <p:oleObj spid="_x0000_s124026" name="Equation" r:id="rId9" imgW="164880" imgH="203040" progId="Equation.DSMT4">
                    <p:embed/>
                  </p:oleObj>
                </mc:Choice>
                <mc:Fallback>
                  <p:oleObj name="Equation" r:id="rId9" imgW="164880" imgH="203040" progId="Equation.DSMT4">
                    <p:embed/>
                    <p:pic>
                      <p:nvPicPr>
                        <p:cNvPr id="48324" name="Object 196"/>
                        <p:cNvPicPr>
                          <a:picLocks noChangeAspect="1" noChangeArrowheads="1"/>
                        </p:cNvPicPr>
                        <p:nvPr/>
                      </p:nvPicPr>
                      <p:blipFill>
                        <a:blip r:embed="rId10"/>
                        <a:srcRect/>
                        <a:stretch>
                          <a:fillRect/>
                        </a:stretch>
                      </p:blipFill>
                      <p:spPr bwMode="auto">
                        <a:xfrm>
                          <a:off x="891" y="3173"/>
                          <a:ext cx="201"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0" name="Object 197"/>
            <p:cNvGraphicFramePr>
              <a:graphicFrameLocks noChangeAspect="1"/>
            </p:cNvGraphicFramePr>
            <p:nvPr>
              <p:extLst>
                <p:ext uri="{D42A27DB-BD31-4B8C-83A1-F6EECF244321}">
                  <p14:modId xmlns:p14="http://schemas.microsoft.com/office/powerpoint/2010/main" val="4178788396"/>
                </p:ext>
              </p:extLst>
            </p:nvPr>
          </p:nvGraphicFramePr>
          <p:xfrm>
            <a:off x="756" y="2312"/>
            <a:ext cx="189" cy="329"/>
          </p:xfrm>
          <a:graphic>
            <a:graphicData uri="http://schemas.openxmlformats.org/presentationml/2006/ole">
              <mc:AlternateContent xmlns:mc="http://schemas.openxmlformats.org/markup-compatibility/2006">
                <mc:Choice xmlns:v="urn:schemas-microsoft-com:vml" Requires="v">
                  <p:oleObj spid="_x0000_s124027" name="Equation" r:id="rId11" imgW="139680" imgH="241200" progId="Equation.DSMT4">
                    <p:embed/>
                  </p:oleObj>
                </mc:Choice>
                <mc:Fallback>
                  <p:oleObj name="Equation" r:id="rId11" imgW="139680" imgH="241200" progId="Equation.DSMT4">
                    <p:embed/>
                    <p:pic>
                      <p:nvPicPr>
                        <p:cNvPr id="48325" name="Object 197"/>
                        <p:cNvPicPr>
                          <a:picLocks noChangeAspect="1" noChangeArrowheads="1"/>
                        </p:cNvPicPr>
                        <p:nvPr/>
                      </p:nvPicPr>
                      <p:blipFill>
                        <a:blip r:embed="rId12"/>
                        <a:srcRect/>
                        <a:stretch>
                          <a:fillRect/>
                        </a:stretch>
                      </p:blipFill>
                      <p:spPr bwMode="auto">
                        <a:xfrm>
                          <a:off x="756" y="2312"/>
                          <a:ext cx="189" cy="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 name="Object 198"/>
            <p:cNvGraphicFramePr>
              <a:graphicFrameLocks noChangeAspect="1"/>
            </p:cNvGraphicFramePr>
            <p:nvPr>
              <p:extLst>
                <p:ext uri="{D42A27DB-BD31-4B8C-83A1-F6EECF244321}">
                  <p14:modId xmlns:p14="http://schemas.microsoft.com/office/powerpoint/2010/main" val="3596259803"/>
                </p:ext>
              </p:extLst>
            </p:nvPr>
          </p:nvGraphicFramePr>
          <p:xfrm>
            <a:off x="1164" y="2084"/>
            <a:ext cx="186" cy="300"/>
          </p:xfrm>
          <a:graphic>
            <a:graphicData uri="http://schemas.openxmlformats.org/presentationml/2006/ole">
              <mc:AlternateContent xmlns:mc="http://schemas.openxmlformats.org/markup-compatibility/2006">
                <mc:Choice xmlns:v="urn:schemas-microsoft-com:vml" Requires="v">
                  <p:oleObj spid="_x0000_s124028" name="Equation" r:id="rId13" imgW="152280" imgH="241200" progId="Equation.DSMT4">
                    <p:embed/>
                  </p:oleObj>
                </mc:Choice>
                <mc:Fallback>
                  <p:oleObj name="Equation" r:id="rId13" imgW="152280" imgH="241200" progId="Equation.DSMT4">
                    <p:embed/>
                    <p:pic>
                      <p:nvPicPr>
                        <p:cNvPr id="48326" name="Object 198"/>
                        <p:cNvPicPr>
                          <a:picLocks noChangeAspect="1" noChangeArrowheads="1"/>
                        </p:cNvPicPr>
                        <p:nvPr/>
                      </p:nvPicPr>
                      <p:blipFill>
                        <a:blip r:embed="rId14"/>
                        <a:srcRect/>
                        <a:stretch>
                          <a:fillRect/>
                        </a:stretch>
                      </p:blipFill>
                      <p:spPr bwMode="auto">
                        <a:xfrm>
                          <a:off x="1164" y="2084"/>
                          <a:ext cx="186" cy="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 name="Object 199"/>
            <p:cNvGraphicFramePr>
              <a:graphicFrameLocks noChangeAspect="1"/>
            </p:cNvGraphicFramePr>
            <p:nvPr>
              <p:extLst>
                <p:ext uri="{D42A27DB-BD31-4B8C-83A1-F6EECF244321}">
                  <p14:modId xmlns:p14="http://schemas.microsoft.com/office/powerpoint/2010/main" val="4261578998"/>
                </p:ext>
              </p:extLst>
            </p:nvPr>
          </p:nvGraphicFramePr>
          <p:xfrm>
            <a:off x="1165" y="2585"/>
            <a:ext cx="206" cy="328"/>
          </p:xfrm>
          <a:graphic>
            <a:graphicData uri="http://schemas.openxmlformats.org/presentationml/2006/ole">
              <mc:AlternateContent xmlns:mc="http://schemas.openxmlformats.org/markup-compatibility/2006">
                <mc:Choice xmlns:v="urn:schemas-microsoft-com:vml" Requires="v">
                  <p:oleObj spid="_x0000_s124029" name="Equation" r:id="rId15" imgW="152280" imgH="241200" progId="Equation.DSMT4">
                    <p:embed/>
                  </p:oleObj>
                </mc:Choice>
                <mc:Fallback>
                  <p:oleObj name="Equation" r:id="rId15" imgW="152280" imgH="241200" progId="Equation.DSMT4">
                    <p:embed/>
                    <p:pic>
                      <p:nvPicPr>
                        <p:cNvPr id="48327" name="Object 199"/>
                        <p:cNvPicPr>
                          <a:picLocks noChangeAspect="1" noChangeArrowheads="1"/>
                        </p:cNvPicPr>
                        <p:nvPr/>
                      </p:nvPicPr>
                      <p:blipFill>
                        <a:blip r:embed="rId16"/>
                        <a:srcRect/>
                        <a:stretch>
                          <a:fillRect/>
                        </a:stretch>
                      </p:blipFill>
                      <p:spPr bwMode="auto">
                        <a:xfrm>
                          <a:off x="1165" y="2585"/>
                          <a:ext cx="206" cy="3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 name="Object 200"/>
            <p:cNvGraphicFramePr>
              <a:graphicFrameLocks noChangeAspect="1"/>
            </p:cNvGraphicFramePr>
            <p:nvPr>
              <p:extLst>
                <p:ext uri="{D42A27DB-BD31-4B8C-83A1-F6EECF244321}">
                  <p14:modId xmlns:p14="http://schemas.microsoft.com/office/powerpoint/2010/main" val="925592923"/>
                </p:ext>
              </p:extLst>
            </p:nvPr>
          </p:nvGraphicFramePr>
          <p:xfrm>
            <a:off x="1487" y="2468"/>
            <a:ext cx="570" cy="449"/>
          </p:xfrm>
          <a:graphic>
            <a:graphicData uri="http://schemas.openxmlformats.org/presentationml/2006/ole">
              <mc:AlternateContent xmlns:mc="http://schemas.openxmlformats.org/markup-compatibility/2006">
                <mc:Choice xmlns:v="urn:schemas-microsoft-com:vml" Requires="v">
                  <p:oleObj spid="_x0000_s124030" name="Equation" r:id="rId17" imgW="431640" imgH="393480" progId="Equation.DSMT4">
                    <p:embed/>
                  </p:oleObj>
                </mc:Choice>
                <mc:Fallback>
                  <p:oleObj name="Equation" r:id="rId17" imgW="431640" imgH="393480" progId="Equation.DSMT4">
                    <p:embed/>
                    <p:pic>
                      <p:nvPicPr>
                        <p:cNvPr id="48328" name="Object 200"/>
                        <p:cNvPicPr>
                          <a:picLocks noChangeAspect="1" noChangeArrowheads="1"/>
                        </p:cNvPicPr>
                        <p:nvPr/>
                      </p:nvPicPr>
                      <p:blipFill>
                        <a:blip r:embed="rId18"/>
                        <a:srcRect/>
                        <a:stretch>
                          <a:fillRect/>
                        </a:stretch>
                      </p:blipFill>
                      <p:spPr bwMode="auto">
                        <a:xfrm>
                          <a:off x="1487" y="2468"/>
                          <a:ext cx="570" cy="4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 name="Object 201"/>
            <p:cNvGraphicFramePr>
              <a:graphicFrameLocks noChangeAspect="1"/>
            </p:cNvGraphicFramePr>
            <p:nvPr>
              <p:extLst>
                <p:ext uri="{D42A27DB-BD31-4B8C-83A1-F6EECF244321}">
                  <p14:modId xmlns:p14="http://schemas.microsoft.com/office/powerpoint/2010/main" val="1073884889"/>
                </p:ext>
              </p:extLst>
            </p:nvPr>
          </p:nvGraphicFramePr>
          <p:xfrm>
            <a:off x="2180" y="3356"/>
            <a:ext cx="416" cy="277"/>
          </p:xfrm>
          <a:graphic>
            <a:graphicData uri="http://schemas.openxmlformats.org/presentationml/2006/ole">
              <mc:AlternateContent xmlns:mc="http://schemas.openxmlformats.org/markup-compatibility/2006">
                <mc:Choice xmlns:v="urn:schemas-microsoft-com:vml" Requires="v">
                  <p:oleObj spid="_x0000_s124031" name="Equation" r:id="rId19" imgW="304560" imgH="203040" progId="Equation.DSMT4">
                    <p:embed/>
                  </p:oleObj>
                </mc:Choice>
                <mc:Fallback>
                  <p:oleObj name="Equation" r:id="rId19" imgW="304560" imgH="203040" progId="Equation.DSMT4">
                    <p:embed/>
                    <p:pic>
                      <p:nvPicPr>
                        <p:cNvPr id="48329" name="Object 201"/>
                        <p:cNvPicPr>
                          <a:picLocks noChangeAspect="1" noChangeArrowheads="1"/>
                        </p:cNvPicPr>
                        <p:nvPr/>
                      </p:nvPicPr>
                      <p:blipFill>
                        <a:blip r:embed="rId20"/>
                        <a:srcRect/>
                        <a:stretch>
                          <a:fillRect/>
                        </a:stretch>
                      </p:blipFill>
                      <p:spPr bwMode="auto">
                        <a:xfrm>
                          <a:off x="2180" y="3356"/>
                          <a:ext cx="416" cy="2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 name="Oval 202"/>
            <p:cNvSpPr>
              <a:spLocks noChangeArrowheads="1"/>
            </p:cNvSpPr>
            <p:nvPr/>
          </p:nvSpPr>
          <p:spPr bwMode="auto">
            <a:xfrm>
              <a:off x="521" y="3054"/>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66" name="Text Box 203"/>
            <p:cNvSpPr txBox="1">
              <a:spLocks noChangeArrowheads="1"/>
            </p:cNvSpPr>
            <p:nvPr/>
          </p:nvSpPr>
          <p:spPr bwMode="auto">
            <a:xfrm>
              <a:off x="2245" y="2782"/>
              <a:ext cx="3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a:latin typeface="Times New Roman" panose="02020603050405020304" pitchFamily="18" charset="0"/>
                <a:ea typeface="宋体" panose="02010600030101010101" pitchFamily="2" charset="-122"/>
              </a:endParaRPr>
            </a:p>
          </p:txBody>
        </p:sp>
        <p:sp>
          <p:nvSpPr>
            <p:cNvPr id="67" name="Text Box 204"/>
            <p:cNvSpPr txBox="1">
              <a:spLocks noChangeArrowheads="1"/>
            </p:cNvSpPr>
            <p:nvPr/>
          </p:nvSpPr>
          <p:spPr bwMode="auto">
            <a:xfrm>
              <a:off x="703" y="2736"/>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a:t>
              </a:r>
            </a:p>
          </p:txBody>
        </p:sp>
        <p:sp>
          <p:nvSpPr>
            <p:cNvPr id="68" name="Text Box 205"/>
            <p:cNvSpPr txBox="1">
              <a:spLocks noChangeArrowheads="1"/>
            </p:cNvSpPr>
            <p:nvPr/>
          </p:nvSpPr>
          <p:spPr bwMode="auto">
            <a:xfrm>
              <a:off x="703" y="3371"/>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_</a:t>
              </a:r>
            </a:p>
          </p:txBody>
        </p:sp>
        <p:grpSp>
          <p:nvGrpSpPr>
            <p:cNvPr id="69" name="Group 206"/>
            <p:cNvGrpSpPr>
              <a:grpSpLocks/>
            </p:cNvGrpSpPr>
            <p:nvPr/>
          </p:nvGrpSpPr>
          <p:grpSpPr bwMode="auto">
            <a:xfrm rot="-5400000">
              <a:off x="1542" y="2902"/>
              <a:ext cx="221" cy="96"/>
              <a:chOff x="3845" y="3156"/>
              <a:chExt cx="221" cy="96"/>
            </a:xfrm>
          </p:grpSpPr>
          <p:sp>
            <p:nvSpPr>
              <p:cNvPr id="92" name="Line 207"/>
              <p:cNvSpPr>
                <a:spLocks noChangeShapeType="1"/>
              </p:cNvSpPr>
              <p:nvPr/>
            </p:nvSpPr>
            <p:spPr bwMode="auto">
              <a:xfrm>
                <a:off x="3845" y="3156"/>
                <a:ext cx="221" cy="1"/>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sz="2800"/>
              </a:p>
            </p:txBody>
          </p:sp>
          <p:sp>
            <p:nvSpPr>
              <p:cNvPr id="93" name="Line 208"/>
              <p:cNvSpPr>
                <a:spLocks noChangeShapeType="1"/>
              </p:cNvSpPr>
              <p:nvPr/>
            </p:nvSpPr>
            <p:spPr bwMode="auto">
              <a:xfrm flipV="1">
                <a:off x="3845" y="3249"/>
                <a:ext cx="221" cy="3"/>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sz="2800"/>
              </a:p>
            </p:txBody>
          </p:sp>
        </p:grpSp>
        <p:sp>
          <p:nvSpPr>
            <p:cNvPr id="70" name="Line 209"/>
            <p:cNvSpPr>
              <a:spLocks noChangeShapeType="1"/>
            </p:cNvSpPr>
            <p:nvPr/>
          </p:nvSpPr>
          <p:spPr bwMode="auto">
            <a:xfrm>
              <a:off x="1114" y="2415"/>
              <a:ext cx="936"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1" name="Line 210"/>
            <p:cNvSpPr>
              <a:spLocks noChangeShapeType="1"/>
            </p:cNvSpPr>
            <p:nvPr/>
          </p:nvSpPr>
          <p:spPr bwMode="auto">
            <a:xfrm>
              <a:off x="1115" y="2415"/>
              <a:ext cx="0" cy="568"/>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2" name="Line 211"/>
            <p:cNvSpPr>
              <a:spLocks noChangeShapeType="1"/>
            </p:cNvSpPr>
            <p:nvPr/>
          </p:nvSpPr>
          <p:spPr bwMode="auto">
            <a:xfrm>
              <a:off x="2109" y="2419"/>
              <a:ext cx="0" cy="568"/>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3" name="Line 212"/>
            <p:cNvSpPr>
              <a:spLocks noChangeShapeType="1"/>
            </p:cNvSpPr>
            <p:nvPr/>
          </p:nvSpPr>
          <p:spPr bwMode="auto">
            <a:xfrm>
              <a:off x="1701" y="2963"/>
              <a:ext cx="403"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4" name="Line 213"/>
            <p:cNvSpPr>
              <a:spLocks noChangeShapeType="1"/>
            </p:cNvSpPr>
            <p:nvPr/>
          </p:nvSpPr>
          <p:spPr bwMode="auto">
            <a:xfrm>
              <a:off x="1173" y="2415"/>
              <a:ext cx="936"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5" name="Line 214"/>
            <p:cNvSpPr>
              <a:spLocks noChangeShapeType="1"/>
            </p:cNvSpPr>
            <p:nvPr/>
          </p:nvSpPr>
          <p:spPr bwMode="auto">
            <a:xfrm>
              <a:off x="707" y="2647"/>
              <a:ext cx="408" cy="0"/>
            </a:xfrm>
            <a:prstGeom prst="line">
              <a:avLst/>
            </a:prstGeom>
            <a:noFill/>
            <a:ln w="28575">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6" name="Line 215"/>
            <p:cNvSpPr>
              <a:spLocks noChangeShapeType="1"/>
            </p:cNvSpPr>
            <p:nvPr/>
          </p:nvSpPr>
          <p:spPr bwMode="auto">
            <a:xfrm>
              <a:off x="2109" y="2691"/>
              <a:ext cx="499" cy="0"/>
            </a:xfrm>
            <a:prstGeom prst="line">
              <a:avLst/>
            </a:prstGeom>
            <a:noFill/>
            <a:ln w="28575">
              <a:solidFill>
                <a:srgbClr val="FFC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7" name="Line 216"/>
            <p:cNvSpPr>
              <a:spLocks noChangeShapeType="1"/>
            </p:cNvSpPr>
            <p:nvPr/>
          </p:nvSpPr>
          <p:spPr bwMode="auto">
            <a:xfrm>
              <a:off x="2596" y="3655"/>
              <a:ext cx="0" cy="18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8" name="Line 217"/>
            <p:cNvSpPr>
              <a:spLocks noChangeShapeType="1"/>
            </p:cNvSpPr>
            <p:nvPr/>
          </p:nvSpPr>
          <p:spPr bwMode="auto">
            <a:xfrm flipH="1">
              <a:off x="707" y="3835"/>
              <a:ext cx="1889"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9" name="Line 218"/>
            <p:cNvSpPr>
              <a:spLocks noChangeShapeType="1"/>
            </p:cNvSpPr>
            <p:nvPr/>
          </p:nvSpPr>
          <p:spPr bwMode="auto">
            <a:xfrm>
              <a:off x="707" y="2635"/>
              <a:ext cx="0" cy="1236"/>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80" name="Text Box 219"/>
            <p:cNvSpPr txBox="1">
              <a:spLocks noChangeArrowheads="1"/>
            </p:cNvSpPr>
            <p:nvPr/>
          </p:nvSpPr>
          <p:spPr bwMode="auto">
            <a:xfrm>
              <a:off x="1523" y="2036"/>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1</a:t>
              </a:r>
              <a:endParaRPr kumimoji="1" lang="en-US" altLang="zh-CN" sz="2800" b="0" i="1">
                <a:latin typeface="Times New Roman" panose="02020603050405020304" pitchFamily="18" charset="0"/>
                <a:ea typeface="宋体" panose="02010600030101010101" pitchFamily="2" charset="-122"/>
              </a:endParaRPr>
            </a:p>
          </p:txBody>
        </p:sp>
        <p:grpSp>
          <p:nvGrpSpPr>
            <p:cNvPr id="81" name="Group 220"/>
            <p:cNvGrpSpPr>
              <a:grpSpLocks/>
            </p:cNvGrpSpPr>
            <p:nvPr/>
          </p:nvGrpSpPr>
          <p:grpSpPr bwMode="auto">
            <a:xfrm rot="5400000">
              <a:off x="2199" y="3189"/>
              <a:ext cx="454" cy="545"/>
              <a:chOff x="476" y="663"/>
              <a:chExt cx="771" cy="862"/>
            </a:xfrm>
          </p:grpSpPr>
          <p:sp>
            <p:nvSpPr>
              <p:cNvPr id="89" name="AutoShape 221"/>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90" name="AutoShape 222"/>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91" name="AutoShape 223"/>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sp>
          <p:nvSpPr>
            <p:cNvPr id="82" name="Line 224"/>
            <p:cNvSpPr>
              <a:spLocks noChangeShapeType="1"/>
            </p:cNvSpPr>
            <p:nvPr/>
          </p:nvSpPr>
          <p:spPr bwMode="auto">
            <a:xfrm>
              <a:off x="2608" y="2692"/>
              <a:ext cx="0" cy="589"/>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3" name="Rectangle 225"/>
            <p:cNvSpPr>
              <a:spLocks noChangeArrowheads="1"/>
            </p:cNvSpPr>
            <p:nvPr/>
          </p:nvSpPr>
          <p:spPr bwMode="auto">
            <a:xfrm>
              <a:off x="2562" y="2782"/>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84" name="Rectangle 226"/>
            <p:cNvSpPr>
              <a:spLocks noChangeArrowheads="1"/>
            </p:cNvSpPr>
            <p:nvPr/>
          </p:nvSpPr>
          <p:spPr bwMode="auto">
            <a:xfrm>
              <a:off x="1474" y="2373"/>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85" name="Line 227"/>
            <p:cNvSpPr>
              <a:spLocks noChangeShapeType="1"/>
            </p:cNvSpPr>
            <p:nvPr/>
          </p:nvSpPr>
          <p:spPr bwMode="auto">
            <a:xfrm>
              <a:off x="1156" y="2918"/>
              <a:ext cx="272"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6" name="Line 228"/>
            <p:cNvSpPr>
              <a:spLocks noChangeShapeType="1"/>
            </p:cNvSpPr>
            <p:nvPr/>
          </p:nvSpPr>
          <p:spPr bwMode="auto">
            <a:xfrm>
              <a:off x="748" y="2691"/>
              <a:ext cx="272"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7" name="Line 229"/>
            <p:cNvSpPr>
              <a:spLocks noChangeShapeType="1"/>
            </p:cNvSpPr>
            <p:nvPr/>
          </p:nvSpPr>
          <p:spPr bwMode="auto">
            <a:xfrm>
              <a:off x="1156" y="2464"/>
              <a:ext cx="272"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8" name="Line 230"/>
            <p:cNvSpPr>
              <a:spLocks noChangeShapeType="1"/>
            </p:cNvSpPr>
            <p:nvPr/>
          </p:nvSpPr>
          <p:spPr bwMode="auto">
            <a:xfrm>
              <a:off x="1111" y="2963"/>
              <a:ext cx="499"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pSp>
    </p:spTree>
    <p:extLst>
      <p:ext uri="{BB962C8B-B14F-4D97-AF65-F5344CB8AC3E}">
        <p14:creationId xmlns:p14="http://schemas.microsoft.com/office/powerpoint/2010/main" val="22908866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106500"/>
                                        </p:tgtEl>
                                        <p:attrNameLst>
                                          <p:attrName>style.visibility</p:attrName>
                                        </p:attrNameLst>
                                      </p:cBhvr>
                                      <p:to>
                                        <p:strVal val="visible"/>
                                      </p:to>
                                    </p:set>
                                    <p:animEffect transition="in" filter="wipe(left)">
                                      <p:cBhvr>
                                        <p:cTn id="7" dur="2000"/>
                                        <p:tgtEl>
                                          <p:spTgt spid="1065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6501"/>
                                        </p:tgtEl>
                                        <p:attrNameLst>
                                          <p:attrName>style.visibility</p:attrName>
                                        </p:attrNameLst>
                                      </p:cBhvr>
                                      <p:to>
                                        <p:strVal val="visible"/>
                                      </p:to>
                                    </p:set>
                                    <p:animEffect transition="in" filter="wipe(left)">
                                      <p:cBhvr>
                                        <p:cTn id="12" dur="2000"/>
                                        <p:tgtEl>
                                          <p:spTgt spid="10650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6502"/>
                                        </p:tgtEl>
                                        <p:attrNameLst>
                                          <p:attrName>style.visibility</p:attrName>
                                        </p:attrNameLst>
                                      </p:cBhvr>
                                      <p:to>
                                        <p:strVal val="visible"/>
                                      </p:to>
                                    </p:set>
                                    <p:animEffect transition="in" filter="wipe(left)">
                                      <p:cBhvr>
                                        <p:cTn id="17" dur="2000"/>
                                        <p:tgtEl>
                                          <p:spTgt spid="106502"/>
                                        </p:tgtEl>
                                      </p:cBhvr>
                                    </p:animEffect>
                                  </p:childTnLst>
                                </p:cTn>
                              </p:par>
                            </p:childTnLst>
                          </p:cTn>
                        </p:par>
                        <p:par>
                          <p:cTn id="18" fill="hold">
                            <p:stCondLst>
                              <p:cond delay="2000"/>
                            </p:stCondLst>
                            <p:childTnLst>
                              <p:par>
                                <p:cTn id="19" presetID="3" presetClass="entr" presetSubtype="10" fill="hold" nodeType="afterEffect">
                                  <p:stCondLst>
                                    <p:cond delay="0"/>
                                  </p:stCondLst>
                                  <p:childTnLst>
                                    <p:set>
                                      <p:cBhvr>
                                        <p:cTn id="20" dur="1" fill="hold">
                                          <p:stCondLst>
                                            <p:cond delay="0"/>
                                          </p:stCondLst>
                                        </p:cTn>
                                        <p:tgtEl>
                                          <p:spTgt spid="56"/>
                                        </p:tgtEl>
                                        <p:attrNameLst>
                                          <p:attrName>style.visibility</p:attrName>
                                        </p:attrNameLst>
                                      </p:cBhvr>
                                      <p:to>
                                        <p:strVal val="visible"/>
                                      </p:to>
                                    </p:set>
                                    <p:animEffect transition="in" filter="blinds(horizontal)">
                                      <p:cBhvr>
                                        <p:cTn id="21"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272" name="Group 192"/>
          <p:cNvGrpSpPr>
            <a:grpSpLocks/>
          </p:cNvGrpSpPr>
          <p:nvPr/>
        </p:nvGrpSpPr>
        <p:grpSpPr bwMode="auto">
          <a:xfrm>
            <a:off x="4716463" y="981075"/>
            <a:ext cx="4032250" cy="2519363"/>
            <a:chOff x="6010" y="436"/>
            <a:chExt cx="2540" cy="1587"/>
          </a:xfrm>
        </p:grpSpPr>
        <p:sp>
          <p:nvSpPr>
            <p:cNvPr id="46233" name="Line 153"/>
            <p:cNvSpPr>
              <a:spLocks noChangeShapeType="1"/>
            </p:cNvSpPr>
            <p:nvPr/>
          </p:nvSpPr>
          <p:spPr bwMode="auto">
            <a:xfrm>
              <a:off x="6010" y="1978"/>
              <a:ext cx="2358"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46234" name="Object 154"/>
            <p:cNvGraphicFramePr>
              <a:graphicFrameLocks noChangeAspect="1"/>
            </p:cNvGraphicFramePr>
            <p:nvPr>
              <p:extLst>
                <p:ext uri="{D42A27DB-BD31-4B8C-83A1-F6EECF244321}">
                  <p14:modId xmlns:p14="http://schemas.microsoft.com/office/powerpoint/2010/main" val="3032909932"/>
                </p:ext>
              </p:extLst>
            </p:nvPr>
          </p:nvGraphicFramePr>
          <p:xfrm>
            <a:off x="8105" y="817"/>
            <a:ext cx="215" cy="341"/>
          </p:xfrm>
          <a:graphic>
            <a:graphicData uri="http://schemas.openxmlformats.org/presentationml/2006/ole">
              <mc:AlternateContent xmlns:mc="http://schemas.openxmlformats.org/markup-compatibility/2006">
                <mc:Choice xmlns:v="urn:schemas-microsoft-com:vml" Requires="v">
                  <p:oleObj spid="_x0000_s125112" name="Equation" r:id="rId3" imgW="152280" imgH="241200" progId="Equation.DSMT4">
                    <p:embed/>
                  </p:oleObj>
                </mc:Choice>
                <mc:Fallback>
                  <p:oleObj name="Equation" r:id="rId3" imgW="152280" imgH="241200" progId="Equation.DSMT4">
                    <p:embed/>
                    <p:pic>
                      <p:nvPicPr>
                        <p:cNvPr id="46234" name="Object 154"/>
                        <p:cNvPicPr>
                          <a:picLocks noChangeAspect="1" noChangeArrowheads="1"/>
                        </p:cNvPicPr>
                        <p:nvPr/>
                      </p:nvPicPr>
                      <p:blipFill>
                        <a:blip r:embed="rId4"/>
                        <a:srcRect/>
                        <a:stretch>
                          <a:fillRect/>
                        </a:stretch>
                      </p:blipFill>
                      <p:spPr bwMode="auto">
                        <a:xfrm>
                          <a:off x="8105" y="817"/>
                          <a:ext cx="215" cy="3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235" name="Object 155"/>
            <p:cNvGraphicFramePr>
              <a:graphicFrameLocks noChangeAspect="1"/>
            </p:cNvGraphicFramePr>
            <p:nvPr>
              <p:extLst>
                <p:ext uri="{D42A27DB-BD31-4B8C-83A1-F6EECF244321}">
                  <p14:modId xmlns:p14="http://schemas.microsoft.com/office/powerpoint/2010/main" val="3139369964"/>
                </p:ext>
              </p:extLst>
            </p:nvPr>
          </p:nvGraphicFramePr>
          <p:xfrm>
            <a:off x="6169" y="1313"/>
            <a:ext cx="372" cy="248"/>
          </p:xfrm>
          <a:graphic>
            <a:graphicData uri="http://schemas.openxmlformats.org/presentationml/2006/ole">
              <mc:AlternateContent xmlns:mc="http://schemas.openxmlformats.org/markup-compatibility/2006">
                <mc:Choice xmlns:v="urn:schemas-microsoft-com:vml" Requires="v">
                  <p:oleObj spid="_x0000_s125113" name="Equation" r:id="rId5" imgW="304560" imgH="203040" progId="Equation.DSMT4">
                    <p:embed/>
                  </p:oleObj>
                </mc:Choice>
                <mc:Fallback>
                  <p:oleObj name="Equation" r:id="rId5" imgW="304560" imgH="203040" progId="Equation.DSMT4">
                    <p:embed/>
                    <p:pic>
                      <p:nvPicPr>
                        <p:cNvPr id="46235" name="Object 155"/>
                        <p:cNvPicPr>
                          <a:picLocks noChangeAspect="1" noChangeArrowheads="1"/>
                        </p:cNvPicPr>
                        <p:nvPr/>
                      </p:nvPicPr>
                      <p:blipFill>
                        <a:blip r:embed="rId6"/>
                        <a:srcRect/>
                        <a:stretch>
                          <a:fillRect/>
                        </a:stretch>
                      </p:blipFill>
                      <p:spPr bwMode="auto">
                        <a:xfrm>
                          <a:off x="6169" y="1313"/>
                          <a:ext cx="372"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236" name="Object 156"/>
            <p:cNvGraphicFramePr>
              <a:graphicFrameLocks noChangeAspect="1"/>
            </p:cNvGraphicFramePr>
            <p:nvPr>
              <p:extLst>
                <p:ext uri="{D42A27DB-BD31-4B8C-83A1-F6EECF244321}">
                  <p14:modId xmlns:p14="http://schemas.microsoft.com/office/powerpoint/2010/main" val="836887677"/>
                </p:ext>
              </p:extLst>
            </p:nvPr>
          </p:nvGraphicFramePr>
          <p:xfrm>
            <a:off x="7273" y="1059"/>
            <a:ext cx="373" cy="411"/>
          </p:xfrm>
          <a:graphic>
            <a:graphicData uri="http://schemas.openxmlformats.org/presentationml/2006/ole">
              <mc:AlternateContent xmlns:mc="http://schemas.openxmlformats.org/markup-compatibility/2006">
                <mc:Choice xmlns:v="urn:schemas-microsoft-com:vml" Requires="v">
                  <p:oleObj spid="_x0000_s125114" name="Equation" r:id="rId7" imgW="355320" imgH="393480" progId="Equation.DSMT4">
                    <p:embed/>
                  </p:oleObj>
                </mc:Choice>
                <mc:Fallback>
                  <p:oleObj name="Equation" r:id="rId7" imgW="355320" imgH="393480" progId="Equation.DSMT4">
                    <p:embed/>
                    <p:pic>
                      <p:nvPicPr>
                        <p:cNvPr id="46236" name="Object 156"/>
                        <p:cNvPicPr>
                          <a:picLocks noChangeAspect="1" noChangeArrowheads="1"/>
                        </p:cNvPicPr>
                        <p:nvPr/>
                      </p:nvPicPr>
                      <p:blipFill>
                        <a:blip r:embed="rId8"/>
                        <a:srcRect/>
                        <a:stretch>
                          <a:fillRect/>
                        </a:stretch>
                      </p:blipFill>
                      <p:spPr bwMode="auto">
                        <a:xfrm>
                          <a:off x="7273" y="1059"/>
                          <a:ext cx="373" cy="4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237" name="Object 157"/>
            <p:cNvGraphicFramePr>
              <a:graphicFrameLocks noChangeAspect="1"/>
            </p:cNvGraphicFramePr>
            <p:nvPr>
              <p:extLst>
                <p:ext uri="{D42A27DB-BD31-4B8C-83A1-F6EECF244321}">
                  <p14:modId xmlns:p14="http://schemas.microsoft.com/office/powerpoint/2010/main" val="3087708593"/>
                </p:ext>
              </p:extLst>
            </p:nvPr>
          </p:nvGraphicFramePr>
          <p:xfrm>
            <a:off x="6426" y="829"/>
            <a:ext cx="285" cy="316"/>
          </p:xfrm>
          <a:graphic>
            <a:graphicData uri="http://schemas.openxmlformats.org/presentationml/2006/ole">
              <mc:AlternateContent xmlns:mc="http://schemas.openxmlformats.org/markup-compatibility/2006">
                <mc:Choice xmlns:v="urn:schemas-microsoft-com:vml" Requires="v">
                  <p:oleObj spid="_x0000_s125115" name="Equation" r:id="rId9" imgW="215640" imgH="241200" progId="Equation.DSMT4">
                    <p:embed/>
                  </p:oleObj>
                </mc:Choice>
                <mc:Fallback>
                  <p:oleObj name="Equation" r:id="rId9" imgW="215640" imgH="241200" progId="Equation.DSMT4">
                    <p:embed/>
                    <p:pic>
                      <p:nvPicPr>
                        <p:cNvPr id="46237" name="Object 157"/>
                        <p:cNvPicPr>
                          <a:picLocks noChangeAspect="1" noChangeArrowheads="1"/>
                        </p:cNvPicPr>
                        <p:nvPr/>
                      </p:nvPicPr>
                      <p:blipFill>
                        <a:blip r:embed="rId10"/>
                        <a:srcRect/>
                        <a:stretch>
                          <a:fillRect/>
                        </a:stretch>
                      </p:blipFill>
                      <p:spPr bwMode="auto">
                        <a:xfrm>
                          <a:off x="6426" y="829"/>
                          <a:ext cx="285" cy="3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238" name="Line 158"/>
            <p:cNvSpPr>
              <a:spLocks noChangeShapeType="1"/>
            </p:cNvSpPr>
            <p:nvPr/>
          </p:nvSpPr>
          <p:spPr bwMode="auto">
            <a:xfrm>
              <a:off x="8368" y="617"/>
              <a:ext cx="0" cy="1362"/>
            </a:xfrm>
            <a:prstGeom prst="line">
              <a:avLst/>
            </a:prstGeom>
            <a:noFill/>
            <a:ln w="28575">
              <a:solidFill>
                <a:srgbClr val="FFCC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40" name="Oval 160"/>
            <p:cNvSpPr>
              <a:spLocks noChangeArrowheads="1"/>
            </p:cNvSpPr>
            <p:nvPr/>
          </p:nvSpPr>
          <p:spPr bwMode="auto">
            <a:xfrm>
              <a:off x="6373" y="436"/>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6241" name="Text Box 161"/>
            <p:cNvSpPr txBox="1">
              <a:spLocks noChangeArrowheads="1"/>
            </p:cNvSpPr>
            <p:nvPr/>
          </p:nvSpPr>
          <p:spPr bwMode="auto">
            <a:xfrm>
              <a:off x="6736" y="617"/>
              <a:ext cx="244"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p>
          </p:txBody>
        </p:sp>
        <p:sp>
          <p:nvSpPr>
            <p:cNvPr id="46242" name="Text Box 162"/>
            <p:cNvSpPr txBox="1">
              <a:spLocks noChangeArrowheads="1"/>
            </p:cNvSpPr>
            <p:nvPr/>
          </p:nvSpPr>
          <p:spPr bwMode="auto">
            <a:xfrm>
              <a:off x="6146" y="481"/>
              <a:ext cx="212"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0">
                  <a:latin typeface="Times New Roman" panose="02020603050405020304" pitchFamily="18" charset="0"/>
                  <a:ea typeface="宋体" panose="02010600030101010101" pitchFamily="2" charset="-122"/>
                  <a:sym typeface="Symbol" panose="05050102010706020507" pitchFamily="18" charset="2"/>
                </a:rPr>
                <a:t>_</a:t>
              </a:r>
            </a:p>
          </p:txBody>
        </p:sp>
        <p:sp>
          <p:nvSpPr>
            <p:cNvPr id="46243" name="Line 163"/>
            <p:cNvSpPr>
              <a:spLocks noChangeShapeType="1"/>
            </p:cNvSpPr>
            <p:nvPr/>
          </p:nvSpPr>
          <p:spPr bwMode="auto">
            <a:xfrm flipV="1">
              <a:off x="8368" y="799"/>
              <a:ext cx="0" cy="40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pSp>
          <p:nvGrpSpPr>
            <p:cNvPr id="46271" name="Group 191"/>
            <p:cNvGrpSpPr>
              <a:grpSpLocks/>
            </p:cNvGrpSpPr>
            <p:nvPr/>
          </p:nvGrpSpPr>
          <p:grpSpPr bwMode="auto">
            <a:xfrm>
              <a:off x="8187" y="1207"/>
              <a:ext cx="363" cy="363"/>
              <a:chOff x="8187" y="1117"/>
              <a:chExt cx="363" cy="363"/>
            </a:xfrm>
          </p:grpSpPr>
          <p:sp>
            <p:nvSpPr>
              <p:cNvPr id="46239" name="Oval 159"/>
              <p:cNvSpPr>
                <a:spLocks noChangeArrowheads="1"/>
              </p:cNvSpPr>
              <p:nvPr/>
            </p:nvSpPr>
            <p:spPr bwMode="auto">
              <a:xfrm>
                <a:off x="8187" y="1117"/>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6244" name="Line 164"/>
              <p:cNvSpPr>
                <a:spLocks noChangeShapeType="1"/>
              </p:cNvSpPr>
              <p:nvPr/>
            </p:nvSpPr>
            <p:spPr bwMode="auto">
              <a:xfrm>
                <a:off x="8187" y="1298"/>
                <a:ext cx="363" cy="0"/>
              </a:xfrm>
              <a:prstGeom prst="line">
                <a:avLst/>
              </a:prstGeom>
              <a:noFill/>
              <a:ln w="38100">
                <a:solidFill>
                  <a:srgbClr val="FF99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pSp>
        <p:sp>
          <p:nvSpPr>
            <p:cNvPr id="46245" name="Line 165"/>
            <p:cNvSpPr>
              <a:spLocks noChangeShapeType="1"/>
            </p:cNvSpPr>
            <p:nvPr/>
          </p:nvSpPr>
          <p:spPr bwMode="auto">
            <a:xfrm>
              <a:off x="6010" y="617"/>
              <a:ext cx="2358" cy="1"/>
            </a:xfrm>
            <a:prstGeom prst="line">
              <a:avLst/>
            </a:prstGeom>
            <a:noFill/>
            <a:ln w="28575">
              <a:solidFill>
                <a:srgbClr val="FFCC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46" name="Line 166"/>
            <p:cNvSpPr>
              <a:spLocks noChangeShapeType="1"/>
            </p:cNvSpPr>
            <p:nvPr/>
          </p:nvSpPr>
          <p:spPr bwMode="auto">
            <a:xfrm>
              <a:off x="6010" y="617"/>
              <a:ext cx="0" cy="1362"/>
            </a:xfrm>
            <a:prstGeom prst="line">
              <a:avLst/>
            </a:prstGeom>
            <a:noFill/>
            <a:ln w="28575">
              <a:solidFill>
                <a:srgbClr val="FFCC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47" name="Line 167"/>
            <p:cNvSpPr>
              <a:spLocks noChangeShapeType="1"/>
            </p:cNvSpPr>
            <p:nvPr/>
          </p:nvSpPr>
          <p:spPr bwMode="auto">
            <a:xfrm flipH="1">
              <a:off x="7144" y="617"/>
              <a:ext cx="12" cy="1362"/>
            </a:xfrm>
            <a:prstGeom prst="line">
              <a:avLst/>
            </a:prstGeom>
            <a:noFill/>
            <a:ln w="28575">
              <a:solidFill>
                <a:srgbClr val="FFCC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48" name="Line 168"/>
            <p:cNvSpPr>
              <a:spLocks noChangeShapeType="1"/>
            </p:cNvSpPr>
            <p:nvPr/>
          </p:nvSpPr>
          <p:spPr bwMode="auto">
            <a:xfrm>
              <a:off x="6010" y="1289"/>
              <a:ext cx="144" cy="0"/>
            </a:xfrm>
            <a:prstGeom prst="line">
              <a:avLst/>
            </a:prstGeom>
            <a:noFill/>
            <a:ln w="28575">
              <a:solidFill>
                <a:srgbClr val="FFCC00"/>
              </a:solidFill>
              <a:round/>
              <a:headEnd type="oval" w="med"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49" name="Line 169"/>
            <p:cNvSpPr>
              <a:spLocks noChangeShapeType="1"/>
            </p:cNvSpPr>
            <p:nvPr/>
          </p:nvSpPr>
          <p:spPr bwMode="auto">
            <a:xfrm>
              <a:off x="6616" y="1289"/>
              <a:ext cx="528" cy="0"/>
            </a:xfrm>
            <a:prstGeom prst="line">
              <a:avLst/>
            </a:prstGeom>
            <a:noFill/>
            <a:ln w="28575">
              <a:solidFill>
                <a:srgbClr val="FFCC00"/>
              </a:solidFill>
              <a:round/>
              <a:headEnd/>
              <a:tailEnd type="oval"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50" name="Line 170"/>
            <p:cNvSpPr>
              <a:spLocks noChangeShapeType="1"/>
            </p:cNvSpPr>
            <p:nvPr/>
          </p:nvSpPr>
          <p:spPr bwMode="auto">
            <a:xfrm>
              <a:off x="7773" y="617"/>
              <a:ext cx="0" cy="624"/>
            </a:xfrm>
            <a:prstGeom prst="line">
              <a:avLst/>
            </a:prstGeom>
            <a:noFill/>
            <a:ln w="28575">
              <a:solidFill>
                <a:srgbClr val="FFCC00"/>
              </a:solidFill>
              <a:round/>
              <a:headEnd type="oval" w="med"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51" name="Line 171"/>
            <p:cNvSpPr>
              <a:spLocks noChangeShapeType="1"/>
            </p:cNvSpPr>
            <p:nvPr/>
          </p:nvSpPr>
          <p:spPr bwMode="auto">
            <a:xfrm>
              <a:off x="7677" y="1241"/>
              <a:ext cx="192" cy="0"/>
            </a:xfrm>
            <a:prstGeom prst="line">
              <a:avLst/>
            </a:prstGeom>
            <a:noFill/>
            <a:ln w="57150">
              <a:solidFill>
                <a:srgbClr val="FF99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52" name="Line 172"/>
            <p:cNvSpPr>
              <a:spLocks noChangeShapeType="1"/>
            </p:cNvSpPr>
            <p:nvPr/>
          </p:nvSpPr>
          <p:spPr bwMode="auto">
            <a:xfrm>
              <a:off x="7677" y="1337"/>
              <a:ext cx="192" cy="0"/>
            </a:xfrm>
            <a:prstGeom prst="line">
              <a:avLst/>
            </a:prstGeom>
            <a:noFill/>
            <a:ln w="57150">
              <a:solidFill>
                <a:srgbClr val="FF99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53" name="Text Box 173"/>
            <p:cNvSpPr txBox="1">
              <a:spLocks noChangeArrowheads="1"/>
            </p:cNvSpPr>
            <p:nvPr/>
          </p:nvSpPr>
          <p:spPr bwMode="auto">
            <a:xfrm>
              <a:off x="6690" y="1298"/>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1</a:t>
              </a:r>
              <a:endParaRPr kumimoji="1" lang="en-US" altLang="zh-CN" sz="2800" b="0" i="1">
                <a:latin typeface="Times New Roman" panose="02020603050405020304" pitchFamily="18" charset="0"/>
                <a:ea typeface="宋体" panose="02010600030101010101" pitchFamily="2" charset="-122"/>
              </a:endParaRPr>
            </a:p>
          </p:txBody>
        </p:sp>
        <p:sp>
          <p:nvSpPr>
            <p:cNvPr id="46254" name="Text Box 174"/>
            <p:cNvSpPr txBox="1">
              <a:spLocks noChangeArrowheads="1"/>
            </p:cNvSpPr>
            <p:nvPr/>
          </p:nvSpPr>
          <p:spPr bwMode="auto">
            <a:xfrm>
              <a:off x="7189" y="708"/>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i="1">
                <a:latin typeface="Times New Roman" panose="02020603050405020304" pitchFamily="18" charset="0"/>
                <a:ea typeface="宋体" panose="02010600030101010101" pitchFamily="2" charset="-122"/>
              </a:endParaRPr>
            </a:p>
          </p:txBody>
        </p:sp>
        <p:sp>
          <p:nvSpPr>
            <p:cNvPr id="46255" name="Text Box 175"/>
            <p:cNvSpPr txBox="1">
              <a:spLocks noChangeArrowheads="1"/>
            </p:cNvSpPr>
            <p:nvPr/>
          </p:nvSpPr>
          <p:spPr bwMode="auto">
            <a:xfrm>
              <a:off x="7234" y="1570"/>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3</a:t>
              </a:r>
              <a:endParaRPr kumimoji="1" lang="en-US" altLang="zh-CN" sz="2800" b="0" i="1">
                <a:latin typeface="Times New Roman" panose="02020603050405020304" pitchFamily="18" charset="0"/>
                <a:ea typeface="宋体" panose="02010600030101010101" pitchFamily="2" charset="-122"/>
              </a:endParaRPr>
            </a:p>
          </p:txBody>
        </p:sp>
        <p:sp>
          <p:nvSpPr>
            <p:cNvPr id="46256" name="Text Box 176"/>
            <p:cNvSpPr txBox="1">
              <a:spLocks noChangeArrowheads="1"/>
            </p:cNvSpPr>
            <p:nvPr/>
          </p:nvSpPr>
          <p:spPr bwMode="auto">
            <a:xfrm>
              <a:off x="6442" y="1593"/>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4</a:t>
              </a:r>
              <a:endParaRPr kumimoji="1" lang="en-US" altLang="zh-CN" sz="2800" b="0" i="1">
                <a:latin typeface="Times New Roman" panose="02020603050405020304" pitchFamily="18" charset="0"/>
                <a:ea typeface="宋体" panose="02010600030101010101" pitchFamily="2" charset="-122"/>
              </a:endParaRPr>
            </a:p>
          </p:txBody>
        </p:sp>
        <p:sp>
          <p:nvSpPr>
            <p:cNvPr id="46257" name="Rectangle 177"/>
            <p:cNvSpPr>
              <a:spLocks noChangeArrowheads="1"/>
            </p:cNvSpPr>
            <p:nvPr/>
          </p:nvSpPr>
          <p:spPr bwMode="auto">
            <a:xfrm>
              <a:off x="6464" y="1887"/>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6258" name="Rectangle 178"/>
            <p:cNvSpPr>
              <a:spLocks noChangeArrowheads="1"/>
            </p:cNvSpPr>
            <p:nvPr/>
          </p:nvSpPr>
          <p:spPr bwMode="auto">
            <a:xfrm>
              <a:off x="7098" y="799"/>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6259" name="Rectangle 179"/>
            <p:cNvSpPr>
              <a:spLocks noChangeArrowheads="1"/>
            </p:cNvSpPr>
            <p:nvPr/>
          </p:nvSpPr>
          <p:spPr bwMode="auto">
            <a:xfrm>
              <a:off x="7107" y="1479"/>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6260" name="Rectangle 180"/>
            <p:cNvSpPr>
              <a:spLocks noChangeArrowheads="1"/>
            </p:cNvSpPr>
            <p:nvPr/>
          </p:nvSpPr>
          <p:spPr bwMode="auto">
            <a:xfrm>
              <a:off x="6736" y="1207"/>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46261" name="Group 181"/>
            <p:cNvGrpSpPr>
              <a:grpSpLocks/>
            </p:cNvGrpSpPr>
            <p:nvPr/>
          </p:nvGrpSpPr>
          <p:grpSpPr bwMode="auto">
            <a:xfrm>
              <a:off x="6133" y="1207"/>
              <a:ext cx="499" cy="590"/>
              <a:chOff x="476" y="663"/>
              <a:chExt cx="771" cy="862"/>
            </a:xfrm>
          </p:grpSpPr>
          <p:sp>
            <p:nvSpPr>
              <p:cNvPr id="46262" name="AutoShape 182"/>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6263" name="AutoShape 183"/>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6264" name="AutoShape 184"/>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sp>
          <p:nvSpPr>
            <p:cNvPr id="46265" name="Line 185"/>
            <p:cNvSpPr>
              <a:spLocks noChangeShapeType="1"/>
            </p:cNvSpPr>
            <p:nvPr/>
          </p:nvSpPr>
          <p:spPr bwMode="auto">
            <a:xfrm>
              <a:off x="7779" y="1343"/>
              <a:ext cx="0" cy="635"/>
            </a:xfrm>
            <a:prstGeom prst="line">
              <a:avLst/>
            </a:prstGeom>
            <a:noFill/>
            <a:ln w="28575">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pSp>
      <p:sp>
        <p:nvSpPr>
          <p:cNvPr id="46082" name="Text Box 2"/>
          <p:cNvSpPr txBox="1">
            <a:spLocks noChangeArrowheads="1"/>
          </p:cNvSpPr>
          <p:nvPr/>
        </p:nvSpPr>
        <p:spPr bwMode="auto">
          <a:xfrm>
            <a:off x="1403350" y="404813"/>
            <a:ext cx="6613525"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zh-CN" altLang="en-US" sz="2800">
                <a:latin typeface="Times New Roman" panose="02020603050405020304" pitchFamily="18" charset="0"/>
              </a:rPr>
              <a:t>列写电路的回路电流方程和结点电压方程</a:t>
            </a:r>
          </a:p>
        </p:txBody>
      </p:sp>
      <p:sp>
        <p:nvSpPr>
          <p:cNvPr id="46083" name="Text Box 3"/>
          <p:cNvSpPr txBox="1">
            <a:spLocks noChangeArrowheads="1"/>
          </p:cNvSpPr>
          <p:nvPr/>
        </p:nvSpPr>
        <p:spPr bwMode="auto">
          <a:xfrm>
            <a:off x="323850" y="404813"/>
            <a:ext cx="814647" cy="523220"/>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latin typeface="Times New Roman" panose="02020603050405020304" pitchFamily="18" charset="0"/>
                <a:ea typeface="宋体" panose="02010600030101010101" pitchFamily="2" charset="-122"/>
              </a:rPr>
              <a:t>例</a:t>
            </a:r>
            <a:r>
              <a:rPr kumimoji="1" lang="en-US" altLang="zh-CN" sz="2800" b="0">
                <a:latin typeface="Times New Roman" panose="02020603050405020304" pitchFamily="18" charset="0"/>
                <a:ea typeface="宋体" panose="02010600030101010101" pitchFamily="2" charset="-122"/>
              </a:rPr>
              <a:t>2</a:t>
            </a:r>
            <a:r>
              <a:rPr kumimoji="1" lang="en-US" altLang="zh-CN" sz="2800">
                <a:latin typeface="Times New Roman" panose="02020603050405020304" pitchFamily="18" charset="0"/>
                <a:ea typeface="宋体" panose="02010600030101010101" pitchFamily="2" charset="-122"/>
              </a:rPr>
              <a:t> </a:t>
            </a:r>
          </a:p>
        </p:txBody>
      </p:sp>
      <p:sp>
        <p:nvSpPr>
          <p:cNvPr id="46084" name="Text Box 4"/>
          <p:cNvSpPr txBox="1">
            <a:spLocks noChangeArrowheads="1"/>
          </p:cNvSpPr>
          <p:nvPr/>
        </p:nvSpPr>
        <p:spPr bwMode="auto">
          <a:xfrm>
            <a:off x="468313" y="3573463"/>
            <a:ext cx="545342" cy="523220"/>
          </a:xfrm>
          <a:prstGeom prst="rect">
            <a:avLst/>
          </a:prstGeom>
          <a:solidFill>
            <a:srgbClr val="99003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solidFill>
                  <a:schemeClr val="bg1"/>
                </a:solidFill>
                <a:latin typeface="Times New Roman" panose="02020603050405020304" pitchFamily="18" charset="0"/>
                <a:ea typeface="宋体" panose="02010600030101010101" pitchFamily="2" charset="-122"/>
              </a:rPr>
              <a:t>解</a:t>
            </a:r>
          </a:p>
        </p:txBody>
      </p:sp>
      <p:grpSp>
        <p:nvGrpSpPr>
          <p:cNvPr id="46181" name="Group 101"/>
          <p:cNvGrpSpPr>
            <a:grpSpLocks/>
          </p:cNvGrpSpPr>
          <p:nvPr/>
        </p:nvGrpSpPr>
        <p:grpSpPr bwMode="auto">
          <a:xfrm>
            <a:off x="5076825" y="1557338"/>
            <a:ext cx="1066800" cy="488950"/>
            <a:chOff x="3216" y="914"/>
            <a:chExt cx="672" cy="308"/>
          </a:xfrm>
        </p:grpSpPr>
        <p:sp>
          <p:nvSpPr>
            <p:cNvPr id="46160" name="Arc 80"/>
            <p:cNvSpPr>
              <a:spLocks/>
            </p:cNvSpPr>
            <p:nvPr/>
          </p:nvSpPr>
          <p:spPr bwMode="auto">
            <a:xfrm>
              <a:off x="3216" y="984"/>
              <a:ext cx="672" cy="192"/>
            </a:xfrm>
            <a:custGeom>
              <a:avLst/>
              <a:gdLst>
                <a:gd name="G0" fmla="+- 21600 0 0"/>
                <a:gd name="G1" fmla="+- 21600 0 0"/>
                <a:gd name="G2" fmla="+- 21600 0 0"/>
                <a:gd name="T0" fmla="*/ 21600 w 43200"/>
                <a:gd name="T1" fmla="*/ 0 h 43200"/>
                <a:gd name="T2" fmla="*/ 14335 w 43200"/>
                <a:gd name="T3" fmla="*/ 1258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2471"/>
                    <a:pt x="5738" y="4328"/>
                    <a:pt x="14335" y="1258"/>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2471"/>
                    <a:pt x="5738" y="4328"/>
                    <a:pt x="14335" y="1258"/>
                  </a:cubicBezTo>
                  <a:lnTo>
                    <a:pt x="21600" y="21600"/>
                  </a:lnTo>
                  <a:close/>
                </a:path>
              </a:pathLst>
            </a:custGeom>
            <a:noFill/>
            <a:ln w="28575">
              <a:solidFill>
                <a:srgbClr val="FF0000"/>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46162" name="Object 82"/>
            <p:cNvGraphicFramePr>
              <a:graphicFrameLocks noChangeAspect="1"/>
            </p:cNvGraphicFramePr>
            <p:nvPr/>
          </p:nvGraphicFramePr>
          <p:xfrm>
            <a:off x="3415" y="914"/>
            <a:ext cx="174" cy="308"/>
          </p:xfrm>
          <a:graphic>
            <a:graphicData uri="http://schemas.openxmlformats.org/presentationml/2006/ole">
              <mc:AlternateContent xmlns:mc="http://schemas.openxmlformats.org/markup-compatibility/2006">
                <mc:Choice xmlns:v="urn:schemas-microsoft-com:vml" Requires="v">
                  <p:oleObj spid="_x0000_s125116" name="公式" r:id="rId11" imgW="152280" imgH="266400" progId="Equation.3">
                    <p:embed/>
                  </p:oleObj>
                </mc:Choice>
                <mc:Fallback>
                  <p:oleObj name="公式" r:id="rId11" imgW="152280" imgH="266400" progId="Equation.3">
                    <p:embed/>
                    <p:pic>
                      <p:nvPicPr>
                        <p:cNvPr id="46162" name="Object 8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15" y="914"/>
                          <a:ext cx="174" cy="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6182" name="Group 102"/>
          <p:cNvGrpSpPr>
            <a:grpSpLocks/>
          </p:cNvGrpSpPr>
          <p:nvPr/>
        </p:nvGrpSpPr>
        <p:grpSpPr bwMode="auto">
          <a:xfrm>
            <a:off x="5076825" y="2492375"/>
            <a:ext cx="1066800" cy="488950"/>
            <a:chOff x="3216" y="1514"/>
            <a:chExt cx="672" cy="308"/>
          </a:xfrm>
        </p:grpSpPr>
        <p:sp>
          <p:nvSpPr>
            <p:cNvPr id="46164" name="Arc 84"/>
            <p:cNvSpPr>
              <a:spLocks/>
            </p:cNvSpPr>
            <p:nvPr/>
          </p:nvSpPr>
          <p:spPr bwMode="auto">
            <a:xfrm>
              <a:off x="3216" y="1584"/>
              <a:ext cx="672" cy="192"/>
            </a:xfrm>
            <a:custGeom>
              <a:avLst/>
              <a:gdLst>
                <a:gd name="G0" fmla="+- 21600 0 0"/>
                <a:gd name="G1" fmla="+- 21600 0 0"/>
                <a:gd name="G2" fmla="+- 21600 0 0"/>
                <a:gd name="T0" fmla="*/ 21600 w 43200"/>
                <a:gd name="T1" fmla="*/ 0 h 43200"/>
                <a:gd name="T2" fmla="*/ 14335 w 43200"/>
                <a:gd name="T3" fmla="*/ 1258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2471"/>
                    <a:pt x="5738" y="4328"/>
                    <a:pt x="14335" y="1258"/>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2471"/>
                    <a:pt x="5738" y="4328"/>
                    <a:pt x="14335" y="1258"/>
                  </a:cubicBezTo>
                  <a:lnTo>
                    <a:pt x="21600" y="21600"/>
                  </a:lnTo>
                  <a:close/>
                </a:path>
              </a:pathLst>
            </a:custGeom>
            <a:noFill/>
            <a:ln w="28575">
              <a:solidFill>
                <a:srgbClr val="FF0000"/>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46166" name="Object 86"/>
            <p:cNvGraphicFramePr>
              <a:graphicFrameLocks noChangeAspect="1"/>
            </p:cNvGraphicFramePr>
            <p:nvPr/>
          </p:nvGraphicFramePr>
          <p:xfrm>
            <a:off x="3415" y="1514"/>
            <a:ext cx="189" cy="308"/>
          </p:xfrm>
          <a:graphic>
            <a:graphicData uri="http://schemas.openxmlformats.org/presentationml/2006/ole">
              <mc:AlternateContent xmlns:mc="http://schemas.openxmlformats.org/markup-compatibility/2006">
                <mc:Choice xmlns:v="urn:schemas-microsoft-com:vml" Requires="v">
                  <p:oleObj spid="_x0000_s125117" name="公式" r:id="rId13" imgW="164880" imgH="266400" progId="Equation.3">
                    <p:embed/>
                  </p:oleObj>
                </mc:Choice>
                <mc:Fallback>
                  <p:oleObj name="公式" r:id="rId13" imgW="164880" imgH="266400" progId="Equation.3">
                    <p:embed/>
                    <p:pic>
                      <p:nvPicPr>
                        <p:cNvPr id="46166" name="Object 8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15" y="1514"/>
                          <a:ext cx="189" cy="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6184" name="Group 104"/>
          <p:cNvGrpSpPr>
            <a:grpSpLocks/>
          </p:cNvGrpSpPr>
          <p:nvPr/>
        </p:nvGrpSpPr>
        <p:grpSpPr bwMode="auto">
          <a:xfrm>
            <a:off x="7740650" y="1773238"/>
            <a:ext cx="304800" cy="1066800"/>
            <a:chOff x="4897" y="960"/>
            <a:chExt cx="192" cy="672"/>
          </a:xfrm>
        </p:grpSpPr>
        <p:sp>
          <p:nvSpPr>
            <p:cNvPr id="46168" name="Arc 88"/>
            <p:cNvSpPr>
              <a:spLocks/>
            </p:cNvSpPr>
            <p:nvPr/>
          </p:nvSpPr>
          <p:spPr bwMode="auto">
            <a:xfrm rot="16200000" flipH="1">
              <a:off x="4657" y="1200"/>
              <a:ext cx="672" cy="192"/>
            </a:xfrm>
            <a:custGeom>
              <a:avLst/>
              <a:gdLst>
                <a:gd name="G0" fmla="+- 21600 0 0"/>
                <a:gd name="G1" fmla="+- 21600 0 0"/>
                <a:gd name="G2" fmla="+- 21600 0 0"/>
                <a:gd name="T0" fmla="*/ 21600 w 43200"/>
                <a:gd name="T1" fmla="*/ 0 h 43200"/>
                <a:gd name="T2" fmla="*/ 14335 w 43200"/>
                <a:gd name="T3" fmla="*/ 1258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2471"/>
                    <a:pt x="5738" y="4328"/>
                    <a:pt x="14335" y="1258"/>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2471"/>
                    <a:pt x="5738" y="4328"/>
                    <a:pt x="14335" y="1258"/>
                  </a:cubicBezTo>
                  <a:lnTo>
                    <a:pt x="21600" y="21600"/>
                  </a:lnTo>
                  <a:close/>
                </a:path>
              </a:pathLst>
            </a:custGeom>
            <a:noFill/>
            <a:ln w="28575">
              <a:solidFill>
                <a:srgbClr val="FF0000"/>
              </a:solidFill>
              <a:round/>
              <a:headEnd type="triangle" w="med" len="me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46170" name="Object 90"/>
            <p:cNvGraphicFramePr>
              <a:graphicFrameLocks noChangeAspect="1"/>
            </p:cNvGraphicFramePr>
            <p:nvPr/>
          </p:nvGraphicFramePr>
          <p:xfrm>
            <a:off x="4897" y="1082"/>
            <a:ext cx="189" cy="308"/>
          </p:xfrm>
          <a:graphic>
            <a:graphicData uri="http://schemas.openxmlformats.org/presentationml/2006/ole">
              <mc:AlternateContent xmlns:mc="http://schemas.openxmlformats.org/markup-compatibility/2006">
                <mc:Choice xmlns:v="urn:schemas-microsoft-com:vml" Requires="v">
                  <p:oleObj spid="_x0000_s125118" name="公式" r:id="rId15" imgW="164880" imgH="266400" progId="Equation.3">
                    <p:embed/>
                  </p:oleObj>
                </mc:Choice>
                <mc:Fallback>
                  <p:oleObj name="公式" r:id="rId15" imgW="164880" imgH="266400" progId="Equation.3">
                    <p:embed/>
                    <p:pic>
                      <p:nvPicPr>
                        <p:cNvPr id="46170" name="Object 9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97" y="1082"/>
                          <a:ext cx="189" cy="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6183" name="Group 103"/>
          <p:cNvGrpSpPr>
            <a:grpSpLocks/>
          </p:cNvGrpSpPr>
          <p:nvPr/>
        </p:nvGrpSpPr>
        <p:grpSpPr bwMode="auto">
          <a:xfrm>
            <a:off x="6877050" y="1773238"/>
            <a:ext cx="311150" cy="1066800"/>
            <a:chOff x="4320" y="1056"/>
            <a:chExt cx="196" cy="672"/>
          </a:xfrm>
        </p:grpSpPr>
        <p:sp>
          <p:nvSpPr>
            <p:cNvPr id="46172" name="Arc 92"/>
            <p:cNvSpPr>
              <a:spLocks/>
            </p:cNvSpPr>
            <p:nvPr/>
          </p:nvSpPr>
          <p:spPr bwMode="auto">
            <a:xfrm rot="5400000">
              <a:off x="4080" y="1296"/>
              <a:ext cx="672" cy="192"/>
            </a:xfrm>
            <a:custGeom>
              <a:avLst/>
              <a:gdLst>
                <a:gd name="G0" fmla="+- 21600 0 0"/>
                <a:gd name="G1" fmla="+- 21600 0 0"/>
                <a:gd name="G2" fmla="+- 21600 0 0"/>
                <a:gd name="T0" fmla="*/ 21600 w 43200"/>
                <a:gd name="T1" fmla="*/ 0 h 43200"/>
                <a:gd name="T2" fmla="*/ 14335 w 43200"/>
                <a:gd name="T3" fmla="*/ 1258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2471"/>
                    <a:pt x="5738" y="4328"/>
                    <a:pt x="14335" y="1258"/>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2471"/>
                    <a:pt x="5738" y="4328"/>
                    <a:pt x="14335" y="1258"/>
                  </a:cubicBezTo>
                  <a:lnTo>
                    <a:pt x="21600" y="21600"/>
                  </a:lnTo>
                  <a:close/>
                </a:path>
              </a:pathLst>
            </a:custGeom>
            <a:noFill/>
            <a:ln w="28575">
              <a:solidFill>
                <a:srgbClr val="FF0000"/>
              </a:solidFill>
              <a:round/>
              <a:headE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46174" name="Object 94"/>
            <p:cNvGraphicFramePr>
              <a:graphicFrameLocks noChangeAspect="1"/>
            </p:cNvGraphicFramePr>
            <p:nvPr/>
          </p:nvGraphicFramePr>
          <p:xfrm>
            <a:off x="4327" y="1234"/>
            <a:ext cx="189" cy="306"/>
          </p:xfrm>
          <a:graphic>
            <a:graphicData uri="http://schemas.openxmlformats.org/presentationml/2006/ole">
              <mc:AlternateContent xmlns:mc="http://schemas.openxmlformats.org/markup-compatibility/2006">
                <mc:Choice xmlns:v="urn:schemas-microsoft-com:vml" Requires="v">
                  <p:oleObj spid="_x0000_s125119" name="Equation" r:id="rId17" imgW="164880" imgH="266400" progId="Equation.DSMT4">
                    <p:embed/>
                  </p:oleObj>
                </mc:Choice>
                <mc:Fallback>
                  <p:oleObj name="Equation" r:id="rId17" imgW="164880" imgH="266400" progId="Equation.DSMT4">
                    <p:embed/>
                    <p:pic>
                      <p:nvPicPr>
                        <p:cNvPr id="46174" name="Object 9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327" y="1234"/>
                          <a:ext cx="189" cy="3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6175" name="Text Box 95"/>
          <p:cNvSpPr txBox="1">
            <a:spLocks noChangeArrowheads="1"/>
          </p:cNvSpPr>
          <p:nvPr/>
        </p:nvSpPr>
        <p:spPr bwMode="auto">
          <a:xfrm>
            <a:off x="1258888" y="3573463"/>
            <a:ext cx="22320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a:t>回路方程</a:t>
            </a:r>
          </a:p>
        </p:txBody>
      </p:sp>
      <p:graphicFrame>
        <p:nvGraphicFramePr>
          <p:cNvPr id="46176" name="Object 96"/>
          <p:cNvGraphicFramePr>
            <a:graphicFrameLocks noChangeAspect="1"/>
          </p:cNvGraphicFramePr>
          <p:nvPr>
            <p:extLst>
              <p:ext uri="{D42A27DB-BD31-4B8C-83A1-F6EECF244321}">
                <p14:modId xmlns:p14="http://schemas.microsoft.com/office/powerpoint/2010/main" val="131150792"/>
              </p:ext>
            </p:extLst>
          </p:nvPr>
        </p:nvGraphicFramePr>
        <p:xfrm>
          <a:off x="1555750" y="4103688"/>
          <a:ext cx="6053138" cy="536575"/>
        </p:xfrm>
        <a:graphic>
          <a:graphicData uri="http://schemas.openxmlformats.org/presentationml/2006/ole">
            <mc:AlternateContent xmlns:mc="http://schemas.openxmlformats.org/markup-compatibility/2006">
              <mc:Choice xmlns:v="urn:schemas-microsoft-com:vml" Requires="v">
                <p:oleObj spid="_x0000_s125120" name="Equation" r:id="rId19" imgW="2705040" imgH="241200" progId="Equation.DSMT4">
                  <p:embed/>
                </p:oleObj>
              </mc:Choice>
              <mc:Fallback>
                <p:oleObj name="Equation" r:id="rId19" imgW="2705040" imgH="241200" progId="Equation.DSMT4">
                  <p:embed/>
                  <p:pic>
                    <p:nvPicPr>
                      <p:cNvPr id="46176" name="Object 96"/>
                      <p:cNvPicPr>
                        <a:picLocks noChangeAspect="1" noChangeArrowheads="1"/>
                      </p:cNvPicPr>
                      <p:nvPr/>
                    </p:nvPicPr>
                    <p:blipFill>
                      <a:blip r:embed="rId20"/>
                      <a:srcRect/>
                      <a:stretch>
                        <a:fillRect/>
                      </a:stretch>
                    </p:blipFill>
                    <p:spPr bwMode="auto">
                      <a:xfrm>
                        <a:off x="1555750" y="4103688"/>
                        <a:ext cx="6053138"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177" name="Object 97"/>
          <p:cNvGraphicFramePr>
            <a:graphicFrameLocks noChangeAspect="1"/>
          </p:cNvGraphicFramePr>
          <p:nvPr>
            <p:extLst>
              <p:ext uri="{D42A27DB-BD31-4B8C-83A1-F6EECF244321}">
                <p14:modId xmlns:p14="http://schemas.microsoft.com/office/powerpoint/2010/main" val="960333452"/>
              </p:ext>
            </p:extLst>
          </p:nvPr>
        </p:nvGraphicFramePr>
        <p:xfrm>
          <a:off x="1562100" y="4749800"/>
          <a:ext cx="5984875" cy="495300"/>
        </p:xfrm>
        <a:graphic>
          <a:graphicData uri="http://schemas.openxmlformats.org/presentationml/2006/ole">
            <mc:AlternateContent xmlns:mc="http://schemas.openxmlformats.org/markup-compatibility/2006">
              <mc:Choice xmlns:v="urn:schemas-microsoft-com:vml" Requires="v">
                <p:oleObj spid="_x0000_s125121" name="Equation" r:id="rId21" imgW="2895480" imgH="241200" progId="Equation.DSMT4">
                  <p:embed/>
                </p:oleObj>
              </mc:Choice>
              <mc:Fallback>
                <p:oleObj name="Equation" r:id="rId21" imgW="2895480" imgH="241200" progId="Equation.DSMT4">
                  <p:embed/>
                  <p:pic>
                    <p:nvPicPr>
                      <p:cNvPr id="46177" name="Object 97"/>
                      <p:cNvPicPr>
                        <a:picLocks noChangeAspect="1" noChangeArrowheads="1"/>
                      </p:cNvPicPr>
                      <p:nvPr/>
                    </p:nvPicPr>
                    <p:blipFill>
                      <a:blip r:embed="rId22"/>
                      <a:srcRect/>
                      <a:stretch>
                        <a:fillRect/>
                      </a:stretch>
                    </p:blipFill>
                    <p:spPr bwMode="auto">
                      <a:xfrm>
                        <a:off x="1562100" y="4749800"/>
                        <a:ext cx="5984875"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178" name="Object 98"/>
          <p:cNvGraphicFramePr>
            <a:graphicFrameLocks noChangeAspect="1"/>
          </p:cNvGraphicFramePr>
          <p:nvPr>
            <p:extLst>
              <p:ext uri="{D42A27DB-BD31-4B8C-83A1-F6EECF244321}">
                <p14:modId xmlns:p14="http://schemas.microsoft.com/office/powerpoint/2010/main" val="2947021824"/>
              </p:ext>
            </p:extLst>
          </p:nvPr>
        </p:nvGraphicFramePr>
        <p:xfrm>
          <a:off x="1501775" y="5267325"/>
          <a:ext cx="5592763" cy="844550"/>
        </p:xfrm>
        <a:graphic>
          <a:graphicData uri="http://schemas.openxmlformats.org/presentationml/2006/ole">
            <mc:AlternateContent xmlns:mc="http://schemas.openxmlformats.org/markup-compatibility/2006">
              <mc:Choice xmlns:v="urn:schemas-microsoft-com:vml" Requires="v">
                <p:oleObj spid="_x0000_s125122" name="Equation" r:id="rId23" imgW="2755800" imgH="419040" progId="Equation.DSMT4">
                  <p:embed/>
                </p:oleObj>
              </mc:Choice>
              <mc:Fallback>
                <p:oleObj name="Equation" r:id="rId23" imgW="2755800" imgH="419040" progId="Equation.DSMT4">
                  <p:embed/>
                  <p:pic>
                    <p:nvPicPr>
                      <p:cNvPr id="46178" name="Object 98"/>
                      <p:cNvPicPr>
                        <a:picLocks noChangeAspect="1" noChangeArrowheads="1"/>
                      </p:cNvPicPr>
                      <p:nvPr/>
                    </p:nvPicPr>
                    <p:blipFill>
                      <a:blip r:embed="rId24"/>
                      <a:srcRect/>
                      <a:stretch>
                        <a:fillRect/>
                      </a:stretch>
                    </p:blipFill>
                    <p:spPr bwMode="auto">
                      <a:xfrm>
                        <a:off x="1501775" y="5267325"/>
                        <a:ext cx="5592763" cy="844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179" name="Object 99"/>
          <p:cNvGraphicFramePr>
            <a:graphicFrameLocks noChangeAspect="1"/>
          </p:cNvGraphicFramePr>
          <p:nvPr>
            <p:extLst>
              <p:ext uri="{D42A27DB-BD31-4B8C-83A1-F6EECF244321}">
                <p14:modId xmlns:p14="http://schemas.microsoft.com/office/powerpoint/2010/main" val="2585085329"/>
              </p:ext>
            </p:extLst>
          </p:nvPr>
        </p:nvGraphicFramePr>
        <p:xfrm>
          <a:off x="1255713" y="6048375"/>
          <a:ext cx="1157287" cy="522288"/>
        </p:xfrm>
        <a:graphic>
          <a:graphicData uri="http://schemas.openxmlformats.org/presentationml/2006/ole">
            <mc:AlternateContent xmlns:mc="http://schemas.openxmlformats.org/markup-compatibility/2006">
              <mc:Choice xmlns:v="urn:schemas-microsoft-com:vml" Requires="v">
                <p:oleObj spid="_x0000_s125123" name="Equation" r:id="rId25" imgW="533160" imgH="241200" progId="Equation.DSMT4">
                  <p:embed/>
                </p:oleObj>
              </mc:Choice>
              <mc:Fallback>
                <p:oleObj name="Equation" r:id="rId25" imgW="533160" imgH="241200" progId="Equation.DSMT4">
                  <p:embed/>
                  <p:pic>
                    <p:nvPicPr>
                      <p:cNvPr id="46179" name="Object 99"/>
                      <p:cNvPicPr>
                        <a:picLocks noChangeAspect="1" noChangeArrowheads="1"/>
                      </p:cNvPicPr>
                      <p:nvPr/>
                    </p:nvPicPr>
                    <p:blipFill>
                      <a:blip r:embed="rId26"/>
                      <a:srcRect/>
                      <a:stretch>
                        <a:fillRect/>
                      </a:stretch>
                    </p:blipFill>
                    <p:spPr bwMode="auto">
                      <a:xfrm>
                        <a:off x="1255713" y="6048375"/>
                        <a:ext cx="1157287" cy="522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180" name="AutoShape 100"/>
          <p:cNvSpPr>
            <a:spLocks/>
          </p:cNvSpPr>
          <p:nvPr/>
        </p:nvSpPr>
        <p:spPr bwMode="auto">
          <a:xfrm>
            <a:off x="900113" y="4221163"/>
            <a:ext cx="142875" cy="2249487"/>
          </a:xfrm>
          <a:prstGeom prst="leftBrace">
            <a:avLst>
              <a:gd name="adj1" fmla="val 131204"/>
              <a:gd name="adj2" fmla="val 50000"/>
            </a:avLst>
          </a:prstGeom>
          <a:noFill/>
          <a:ln w="28575">
            <a:solidFill>
              <a:srgbClr val="FF0000"/>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pSp>
        <p:nvGrpSpPr>
          <p:cNvPr id="46270" name="Group 190"/>
          <p:cNvGrpSpPr>
            <a:grpSpLocks/>
          </p:cNvGrpSpPr>
          <p:nvPr/>
        </p:nvGrpSpPr>
        <p:grpSpPr bwMode="auto">
          <a:xfrm>
            <a:off x="827088" y="981075"/>
            <a:ext cx="3673475" cy="2519363"/>
            <a:chOff x="521" y="618"/>
            <a:chExt cx="2314" cy="1587"/>
          </a:xfrm>
        </p:grpSpPr>
        <p:sp>
          <p:nvSpPr>
            <p:cNvPr id="46199" name="Line 119"/>
            <p:cNvSpPr>
              <a:spLocks noChangeShapeType="1"/>
            </p:cNvSpPr>
            <p:nvPr/>
          </p:nvSpPr>
          <p:spPr bwMode="auto">
            <a:xfrm>
              <a:off x="2653" y="799"/>
              <a:ext cx="0" cy="1361"/>
            </a:xfrm>
            <a:prstGeom prst="line">
              <a:avLst/>
            </a:prstGeom>
            <a:noFill/>
            <a:ln w="28575">
              <a:solidFill>
                <a:srgbClr val="FFCC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01" name="Oval 121"/>
            <p:cNvSpPr>
              <a:spLocks noChangeArrowheads="1"/>
            </p:cNvSpPr>
            <p:nvPr/>
          </p:nvSpPr>
          <p:spPr bwMode="auto">
            <a:xfrm>
              <a:off x="884" y="618"/>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6202" name="Text Box 122"/>
            <p:cNvSpPr txBox="1">
              <a:spLocks noChangeArrowheads="1"/>
            </p:cNvSpPr>
            <p:nvPr/>
          </p:nvSpPr>
          <p:spPr bwMode="auto">
            <a:xfrm>
              <a:off x="1247" y="799"/>
              <a:ext cx="244"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p>
          </p:txBody>
        </p:sp>
        <p:sp>
          <p:nvSpPr>
            <p:cNvPr id="46203" name="Text Box 123"/>
            <p:cNvSpPr txBox="1">
              <a:spLocks noChangeArrowheads="1"/>
            </p:cNvSpPr>
            <p:nvPr/>
          </p:nvSpPr>
          <p:spPr bwMode="auto">
            <a:xfrm>
              <a:off x="657" y="663"/>
              <a:ext cx="212"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0">
                  <a:latin typeface="Times New Roman" panose="02020603050405020304" pitchFamily="18" charset="0"/>
                  <a:ea typeface="宋体" panose="02010600030101010101" pitchFamily="2" charset="-122"/>
                  <a:sym typeface="Symbol" panose="05050102010706020507" pitchFamily="18" charset="2"/>
                </a:rPr>
                <a:t>_</a:t>
              </a:r>
            </a:p>
          </p:txBody>
        </p:sp>
        <p:sp>
          <p:nvSpPr>
            <p:cNvPr id="46206" name="Line 126"/>
            <p:cNvSpPr>
              <a:spLocks noChangeShapeType="1"/>
            </p:cNvSpPr>
            <p:nvPr/>
          </p:nvSpPr>
          <p:spPr bwMode="auto">
            <a:xfrm>
              <a:off x="521" y="799"/>
              <a:ext cx="2132" cy="0"/>
            </a:xfrm>
            <a:prstGeom prst="line">
              <a:avLst/>
            </a:prstGeom>
            <a:noFill/>
            <a:ln w="28575">
              <a:solidFill>
                <a:srgbClr val="FFCC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07" name="Line 127"/>
            <p:cNvSpPr>
              <a:spLocks noChangeShapeType="1"/>
            </p:cNvSpPr>
            <p:nvPr/>
          </p:nvSpPr>
          <p:spPr bwMode="auto">
            <a:xfrm>
              <a:off x="521" y="799"/>
              <a:ext cx="0" cy="1361"/>
            </a:xfrm>
            <a:prstGeom prst="line">
              <a:avLst/>
            </a:prstGeom>
            <a:noFill/>
            <a:ln w="28575">
              <a:solidFill>
                <a:srgbClr val="FFCC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08" name="Line 128"/>
            <p:cNvSpPr>
              <a:spLocks noChangeShapeType="1"/>
            </p:cNvSpPr>
            <p:nvPr/>
          </p:nvSpPr>
          <p:spPr bwMode="auto">
            <a:xfrm>
              <a:off x="521" y="2160"/>
              <a:ext cx="2132" cy="0"/>
            </a:xfrm>
            <a:prstGeom prst="line">
              <a:avLst/>
            </a:prstGeom>
            <a:noFill/>
            <a:ln w="28575">
              <a:solidFill>
                <a:srgbClr val="FFCC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09" name="Line 129"/>
            <p:cNvSpPr>
              <a:spLocks noChangeShapeType="1"/>
            </p:cNvSpPr>
            <p:nvPr/>
          </p:nvSpPr>
          <p:spPr bwMode="auto">
            <a:xfrm flipH="1">
              <a:off x="1655" y="799"/>
              <a:ext cx="12" cy="1361"/>
            </a:xfrm>
            <a:prstGeom prst="line">
              <a:avLst/>
            </a:prstGeom>
            <a:noFill/>
            <a:ln w="28575">
              <a:solidFill>
                <a:srgbClr val="FFCC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10" name="Line 130"/>
            <p:cNvSpPr>
              <a:spLocks noChangeShapeType="1"/>
            </p:cNvSpPr>
            <p:nvPr/>
          </p:nvSpPr>
          <p:spPr bwMode="auto">
            <a:xfrm>
              <a:off x="521" y="1471"/>
              <a:ext cx="144" cy="0"/>
            </a:xfrm>
            <a:prstGeom prst="line">
              <a:avLst/>
            </a:prstGeom>
            <a:noFill/>
            <a:ln w="28575">
              <a:solidFill>
                <a:srgbClr val="FFCC00"/>
              </a:solidFill>
              <a:round/>
              <a:headEnd type="oval" w="med"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11" name="Line 131"/>
            <p:cNvSpPr>
              <a:spLocks noChangeShapeType="1"/>
            </p:cNvSpPr>
            <p:nvPr/>
          </p:nvSpPr>
          <p:spPr bwMode="auto">
            <a:xfrm>
              <a:off x="1127" y="1471"/>
              <a:ext cx="528" cy="0"/>
            </a:xfrm>
            <a:prstGeom prst="line">
              <a:avLst/>
            </a:prstGeom>
            <a:noFill/>
            <a:ln w="28575">
              <a:solidFill>
                <a:srgbClr val="FFCC00"/>
              </a:solidFill>
              <a:round/>
              <a:headEnd/>
              <a:tailEnd type="oval"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12" name="Line 132"/>
            <p:cNvSpPr>
              <a:spLocks noChangeShapeType="1"/>
            </p:cNvSpPr>
            <p:nvPr/>
          </p:nvSpPr>
          <p:spPr bwMode="auto">
            <a:xfrm>
              <a:off x="2239" y="799"/>
              <a:ext cx="0" cy="624"/>
            </a:xfrm>
            <a:prstGeom prst="line">
              <a:avLst/>
            </a:prstGeom>
            <a:noFill/>
            <a:ln w="28575">
              <a:solidFill>
                <a:srgbClr val="FFCC00"/>
              </a:solidFill>
              <a:round/>
              <a:headEnd type="oval" w="med"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13" name="Line 133"/>
            <p:cNvSpPr>
              <a:spLocks noChangeShapeType="1"/>
            </p:cNvSpPr>
            <p:nvPr/>
          </p:nvSpPr>
          <p:spPr bwMode="auto">
            <a:xfrm>
              <a:off x="2245" y="1525"/>
              <a:ext cx="0" cy="635"/>
            </a:xfrm>
            <a:prstGeom prst="line">
              <a:avLst/>
            </a:prstGeom>
            <a:noFill/>
            <a:ln w="28575">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14" name="Line 134"/>
            <p:cNvSpPr>
              <a:spLocks noChangeShapeType="1"/>
            </p:cNvSpPr>
            <p:nvPr/>
          </p:nvSpPr>
          <p:spPr bwMode="auto">
            <a:xfrm>
              <a:off x="2143" y="1423"/>
              <a:ext cx="192" cy="0"/>
            </a:xfrm>
            <a:prstGeom prst="line">
              <a:avLst/>
            </a:prstGeom>
            <a:noFill/>
            <a:ln w="57150">
              <a:solidFill>
                <a:srgbClr val="FF99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6215" name="Line 135"/>
            <p:cNvSpPr>
              <a:spLocks noChangeShapeType="1"/>
            </p:cNvSpPr>
            <p:nvPr/>
          </p:nvSpPr>
          <p:spPr bwMode="auto">
            <a:xfrm>
              <a:off x="2143" y="1519"/>
              <a:ext cx="192" cy="0"/>
            </a:xfrm>
            <a:prstGeom prst="line">
              <a:avLst/>
            </a:prstGeom>
            <a:noFill/>
            <a:ln w="57150">
              <a:solidFill>
                <a:srgbClr val="FF99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46216" name="Object 136"/>
            <p:cNvGraphicFramePr>
              <a:graphicFrameLocks noChangeAspect="1"/>
            </p:cNvGraphicFramePr>
            <p:nvPr>
              <p:extLst>
                <p:ext uri="{D42A27DB-BD31-4B8C-83A1-F6EECF244321}">
                  <p14:modId xmlns:p14="http://schemas.microsoft.com/office/powerpoint/2010/main" val="2647723780"/>
                </p:ext>
              </p:extLst>
            </p:nvPr>
          </p:nvGraphicFramePr>
          <p:xfrm>
            <a:off x="983" y="981"/>
            <a:ext cx="241" cy="336"/>
          </p:xfrm>
          <a:graphic>
            <a:graphicData uri="http://schemas.openxmlformats.org/presentationml/2006/ole">
              <mc:AlternateContent xmlns:mc="http://schemas.openxmlformats.org/markup-compatibility/2006">
                <mc:Choice xmlns:v="urn:schemas-microsoft-com:vml" Requires="v">
                  <p:oleObj spid="_x0000_s125124" name="Equation" r:id="rId27" imgW="164880" imgH="228600" progId="Equation.DSMT4">
                    <p:embed/>
                  </p:oleObj>
                </mc:Choice>
                <mc:Fallback>
                  <p:oleObj name="Equation" r:id="rId27" imgW="164880" imgH="228600" progId="Equation.DSMT4">
                    <p:embed/>
                    <p:pic>
                      <p:nvPicPr>
                        <p:cNvPr id="46216" name="Object 136"/>
                        <p:cNvPicPr>
                          <a:picLocks noChangeAspect="1" noChangeArrowheads="1"/>
                        </p:cNvPicPr>
                        <p:nvPr/>
                      </p:nvPicPr>
                      <p:blipFill>
                        <a:blip r:embed="rId28"/>
                        <a:srcRect/>
                        <a:stretch>
                          <a:fillRect/>
                        </a:stretch>
                      </p:blipFill>
                      <p:spPr bwMode="auto">
                        <a:xfrm>
                          <a:off x="983" y="981"/>
                          <a:ext cx="241"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217" name="Object 137"/>
            <p:cNvGraphicFramePr>
              <a:graphicFrameLocks noChangeAspect="1"/>
            </p:cNvGraphicFramePr>
            <p:nvPr>
              <p:extLst>
                <p:ext uri="{D42A27DB-BD31-4B8C-83A1-F6EECF244321}">
                  <p14:modId xmlns:p14="http://schemas.microsoft.com/office/powerpoint/2010/main" val="411340401"/>
                </p:ext>
              </p:extLst>
            </p:nvPr>
          </p:nvGraphicFramePr>
          <p:xfrm>
            <a:off x="2443" y="938"/>
            <a:ext cx="200" cy="360"/>
          </p:xfrm>
          <a:graphic>
            <a:graphicData uri="http://schemas.openxmlformats.org/presentationml/2006/ole">
              <mc:AlternateContent xmlns:mc="http://schemas.openxmlformats.org/markup-compatibility/2006">
                <mc:Choice xmlns:v="urn:schemas-microsoft-com:vml" Requires="v">
                  <p:oleObj spid="_x0000_s125125" name="Equation" r:id="rId29" imgW="126720" imgH="228600" progId="Equation.DSMT4">
                    <p:embed/>
                  </p:oleObj>
                </mc:Choice>
                <mc:Fallback>
                  <p:oleObj name="Equation" r:id="rId29" imgW="126720" imgH="228600" progId="Equation.DSMT4">
                    <p:embed/>
                    <p:pic>
                      <p:nvPicPr>
                        <p:cNvPr id="46217" name="Object 137"/>
                        <p:cNvPicPr>
                          <a:picLocks noChangeAspect="1" noChangeArrowheads="1"/>
                        </p:cNvPicPr>
                        <p:nvPr/>
                      </p:nvPicPr>
                      <p:blipFill>
                        <a:blip r:embed="rId30"/>
                        <a:srcRect/>
                        <a:stretch>
                          <a:fillRect/>
                        </a:stretch>
                      </p:blipFill>
                      <p:spPr bwMode="auto">
                        <a:xfrm>
                          <a:off x="2443" y="938"/>
                          <a:ext cx="200" cy="3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218" name="Text Box 138"/>
            <p:cNvSpPr txBox="1">
              <a:spLocks noChangeArrowheads="1"/>
            </p:cNvSpPr>
            <p:nvPr/>
          </p:nvSpPr>
          <p:spPr bwMode="auto">
            <a:xfrm>
              <a:off x="793" y="1434"/>
              <a:ext cx="25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L</a:t>
              </a:r>
            </a:p>
          </p:txBody>
        </p:sp>
        <p:sp>
          <p:nvSpPr>
            <p:cNvPr id="46219" name="Text Box 139"/>
            <p:cNvSpPr txBox="1">
              <a:spLocks noChangeArrowheads="1"/>
            </p:cNvSpPr>
            <p:nvPr/>
          </p:nvSpPr>
          <p:spPr bwMode="auto">
            <a:xfrm>
              <a:off x="1201" y="1480"/>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1</a:t>
              </a:r>
              <a:endParaRPr kumimoji="1" lang="en-US" altLang="zh-CN" sz="2800" b="0" i="1">
                <a:latin typeface="Times New Roman" panose="02020603050405020304" pitchFamily="18" charset="0"/>
                <a:ea typeface="宋体" panose="02010600030101010101" pitchFamily="2" charset="-122"/>
              </a:endParaRPr>
            </a:p>
          </p:txBody>
        </p:sp>
        <p:sp>
          <p:nvSpPr>
            <p:cNvPr id="46220" name="Text Box 140"/>
            <p:cNvSpPr txBox="1">
              <a:spLocks noChangeArrowheads="1"/>
            </p:cNvSpPr>
            <p:nvPr/>
          </p:nvSpPr>
          <p:spPr bwMode="auto">
            <a:xfrm>
              <a:off x="1791" y="890"/>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i="1">
                <a:latin typeface="Times New Roman" panose="02020603050405020304" pitchFamily="18" charset="0"/>
                <a:ea typeface="宋体" panose="02010600030101010101" pitchFamily="2" charset="-122"/>
              </a:endParaRPr>
            </a:p>
          </p:txBody>
        </p:sp>
        <p:sp>
          <p:nvSpPr>
            <p:cNvPr id="46221" name="Text Box 141"/>
            <p:cNvSpPr txBox="1">
              <a:spLocks noChangeArrowheads="1"/>
            </p:cNvSpPr>
            <p:nvPr/>
          </p:nvSpPr>
          <p:spPr bwMode="auto">
            <a:xfrm>
              <a:off x="1746" y="1616"/>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3</a:t>
              </a:r>
              <a:endParaRPr kumimoji="1" lang="en-US" altLang="zh-CN" sz="2800" b="0" i="1">
                <a:latin typeface="Times New Roman" panose="02020603050405020304" pitchFamily="18" charset="0"/>
                <a:ea typeface="宋体" panose="02010600030101010101" pitchFamily="2" charset="-122"/>
              </a:endParaRPr>
            </a:p>
          </p:txBody>
        </p:sp>
        <p:sp>
          <p:nvSpPr>
            <p:cNvPr id="46222" name="Text Box 142"/>
            <p:cNvSpPr txBox="1">
              <a:spLocks noChangeArrowheads="1"/>
            </p:cNvSpPr>
            <p:nvPr/>
          </p:nvSpPr>
          <p:spPr bwMode="auto">
            <a:xfrm>
              <a:off x="953" y="1775"/>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4</a:t>
              </a:r>
              <a:endParaRPr kumimoji="1" lang="en-US" altLang="zh-CN" sz="2800" b="0" i="1">
                <a:latin typeface="Times New Roman" panose="02020603050405020304" pitchFamily="18" charset="0"/>
                <a:ea typeface="宋体" panose="02010600030101010101" pitchFamily="2" charset="-122"/>
              </a:endParaRPr>
            </a:p>
          </p:txBody>
        </p:sp>
        <p:sp>
          <p:nvSpPr>
            <p:cNvPr id="46223" name="Text Box 143"/>
            <p:cNvSpPr txBox="1">
              <a:spLocks noChangeArrowheads="1"/>
            </p:cNvSpPr>
            <p:nvPr/>
          </p:nvSpPr>
          <p:spPr bwMode="auto">
            <a:xfrm>
              <a:off x="1882" y="1298"/>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C</a:t>
              </a:r>
            </a:p>
          </p:txBody>
        </p:sp>
        <p:sp>
          <p:nvSpPr>
            <p:cNvPr id="46224" name="Rectangle 144"/>
            <p:cNvSpPr>
              <a:spLocks noChangeArrowheads="1"/>
            </p:cNvSpPr>
            <p:nvPr/>
          </p:nvSpPr>
          <p:spPr bwMode="auto">
            <a:xfrm>
              <a:off x="975" y="2069"/>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6225" name="Rectangle 145"/>
            <p:cNvSpPr>
              <a:spLocks noChangeArrowheads="1"/>
            </p:cNvSpPr>
            <p:nvPr/>
          </p:nvSpPr>
          <p:spPr bwMode="auto">
            <a:xfrm>
              <a:off x="1609" y="981"/>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6226" name="Rectangle 146"/>
            <p:cNvSpPr>
              <a:spLocks noChangeArrowheads="1"/>
            </p:cNvSpPr>
            <p:nvPr/>
          </p:nvSpPr>
          <p:spPr bwMode="auto">
            <a:xfrm>
              <a:off x="1618" y="1661"/>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6227" name="Rectangle 147"/>
            <p:cNvSpPr>
              <a:spLocks noChangeArrowheads="1"/>
            </p:cNvSpPr>
            <p:nvPr/>
          </p:nvSpPr>
          <p:spPr bwMode="auto">
            <a:xfrm>
              <a:off x="1247" y="1389"/>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46228" name="Group 148"/>
            <p:cNvGrpSpPr>
              <a:grpSpLocks/>
            </p:cNvGrpSpPr>
            <p:nvPr/>
          </p:nvGrpSpPr>
          <p:grpSpPr bwMode="auto">
            <a:xfrm>
              <a:off x="644" y="1389"/>
              <a:ext cx="499" cy="590"/>
              <a:chOff x="476" y="663"/>
              <a:chExt cx="771" cy="862"/>
            </a:xfrm>
          </p:grpSpPr>
          <p:sp>
            <p:nvSpPr>
              <p:cNvPr id="46229" name="AutoShape 149"/>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6230" name="AutoShape 150"/>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6231" name="AutoShape 151"/>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sp>
          <p:nvSpPr>
            <p:cNvPr id="46204" name="Line 124"/>
            <p:cNvSpPr>
              <a:spLocks noChangeShapeType="1"/>
            </p:cNvSpPr>
            <p:nvPr/>
          </p:nvSpPr>
          <p:spPr bwMode="auto">
            <a:xfrm flipV="1">
              <a:off x="2653" y="935"/>
              <a:ext cx="0" cy="45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pSp>
          <p:nvGrpSpPr>
            <p:cNvPr id="46269" name="Group 189"/>
            <p:cNvGrpSpPr>
              <a:grpSpLocks/>
            </p:cNvGrpSpPr>
            <p:nvPr/>
          </p:nvGrpSpPr>
          <p:grpSpPr bwMode="auto">
            <a:xfrm>
              <a:off x="2472" y="1389"/>
              <a:ext cx="363" cy="363"/>
              <a:chOff x="2471" y="1298"/>
              <a:chExt cx="363" cy="363"/>
            </a:xfrm>
          </p:grpSpPr>
          <p:sp>
            <p:nvSpPr>
              <p:cNvPr id="46200" name="Oval 120"/>
              <p:cNvSpPr>
                <a:spLocks noChangeArrowheads="1"/>
              </p:cNvSpPr>
              <p:nvPr/>
            </p:nvSpPr>
            <p:spPr bwMode="auto">
              <a:xfrm>
                <a:off x="2471" y="1298"/>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6205" name="Line 125"/>
              <p:cNvSpPr>
                <a:spLocks noChangeShapeType="1"/>
              </p:cNvSpPr>
              <p:nvPr/>
            </p:nvSpPr>
            <p:spPr bwMode="auto">
              <a:xfrm>
                <a:off x="2471" y="1480"/>
                <a:ext cx="363" cy="0"/>
              </a:xfrm>
              <a:prstGeom prst="line">
                <a:avLst/>
              </a:prstGeom>
              <a:noFill/>
              <a:ln w="38100">
                <a:solidFill>
                  <a:srgbClr val="FF99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pSp>
      </p:grpSp>
    </p:spTree>
    <p:extLst>
      <p:ext uri="{BB962C8B-B14F-4D97-AF65-F5344CB8AC3E}">
        <p14:creationId xmlns:p14="http://schemas.microsoft.com/office/powerpoint/2010/main" val="11502145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withEffect">
                                  <p:stCondLst>
                                    <p:cond delay="0"/>
                                  </p:stCondLst>
                                  <p:childTnLst>
                                    <p:set>
                                      <p:cBhvr>
                                        <p:cTn id="6" dur="1" fill="hold">
                                          <p:stCondLst>
                                            <p:cond delay="0"/>
                                          </p:stCondLst>
                                        </p:cTn>
                                        <p:tgtEl>
                                          <p:spTgt spid="46083"/>
                                        </p:tgtEl>
                                        <p:attrNameLst>
                                          <p:attrName>style.visibility</p:attrName>
                                        </p:attrNameLst>
                                      </p:cBhvr>
                                      <p:to>
                                        <p:strVal val="visible"/>
                                      </p:to>
                                    </p:set>
                                    <p:anim calcmode="lin" valueType="num">
                                      <p:cBhvr>
                                        <p:cTn id="7" dur="1000" fill="hold"/>
                                        <p:tgtEl>
                                          <p:spTgt spid="46083"/>
                                        </p:tgtEl>
                                        <p:attrNameLst>
                                          <p:attrName>ppt_w</p:attrName>
                                        </p:attrNameLst>
                                      </p:cBhvr>
                                      <p:tavLst>
                                        <p:tav tm="0">
                                          <p:val>
                                            <p:fltVal val="0"/>
                                          </p:val>
                                        </p:tav>
                                        <p:tav tm="100000">
                                          <p:val>
                                            <p:strVal val="#ppt_w"/>
                                          </p:val>
                                        </p:tav>
                                      </p:tavLst>
                                    </p:anim>
                                    <p:anim calcmode="lin" valueType="num">
                                      <p:cBhvr>
                                        <p:cTn id="8" dur="1000" fill="hold"/>
                                        <p:tgtEl>
                                          <p:spTgt spid="46083"/>
                                        </p:tgtEl>
                                        <p:attrNameLst>
                                          <p:attrName>ppt_h</p:attrName>
                                        </p:attrNameLst>
                                      </p:cBhvr>
                                      <p:tavLst>
                                        <p:tav tm="0">
                                          <p:val>
                                            <p:fltVal val="0"/>
                                          </p:val>
                                        </p:tav>
                                        <p:tav tm="100000">
                                          <p:val>
                                            <p:strVal val="#ppt_h"/>
                                          </p:val>
                                        </p:tav>
                                      </p:tavLst>
                                    </p:anim>
                                    <p:anim calcmode="lin" valueType="num">
                                      <p:cBhvr>
                                        <p:cTn id="9" dur="1000" fill="hold"/>
                                        <p:tgtEl>
                                          <p:spTgt spid="46083"/>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46083"/>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3" presetClass="entr" presetSubtype="10" fill="hold" nodeType="afterEffect">
                                  <p:stCondLst>
                                    <p:cond delay="0"/>
                                  </p:stCondLst>
                                  <p:childTnLst>
                                    <p:set>
                                      <p:cBhvr>
                                        <p:cTn id="13" dur="1" fill="hold">
                                          <p:stCondLst>
                                            <p:cond delay="0"/>
                                          </p:stCondLst>
                                        </p:cTn>
                                        <p:tgtEl>
                                          <p:spTgt spid="46270"/>
                                        </p:tgtEl>
                                        <p:attrNameLst>
                                          <p:attrName>style.visibility</p:attrName>
                                        </p:attrNameLst>
                                      </p:cBhvr>
                                      <p:to>
                                        <p:strVal val="visible"/>
                                      </p:to>
                                    </p:set>
                                    <p:animEffect transition="in" filter="blinds(horizontal)">
                                      <p:cBhvr>
                                        <p:cTn id="14" dur="500"/>
                                        <p:tgtEl>
                                          <p:spTgt spid="46270"/>
                                        </p:tgtEl>
                                      </p:cBhvr>
                                    </p:animEffect>
                                  </p:childTnLst>
                                </p:cTn>
                              </p:par>
                            </p:childTnLst>
                          </p:cTn>
                        </p:par>
                        <p:par>
                          <p:cTn id="15" fill="hold" nodeType="afterGroup">
                            <p:stCondLst>
                              <p:cond delay="1500"/>
                            </p:stCondLst>
                            <p:childTnLst>
                              <p:par>
                                <p:cTn id="16" presetID="2" presetClass="entr" presetSubtype="2" fill="hold" grpId="0" nodeType="afterEffect">
                                  <p:stCondLst>
                                    <p:cond delay="0"/>
                                  </p:stCondLst>
                                  <p:childTnLst>
                                    <p:set>
                                      <p:cBhvr>
                                        <p:cTn id="17" dur="1" fill="hold">
                                          <p:stCondLst>
                                            <p:cond delay="0"/>
                                          </p:stCondLst>
                                        </p:cTn>
                                        <p:tgtEl>
                                          <p:spTgt spid="46082"/>
                                        </p:tgtEl>
                                        <p:attrNameLst>
                                          <p:attrName>style.visibility</p:attrName>
                                        </p:attrNameLst>
                                      </p:cBhvr>
                                      <p:to>
                                        <p:strVal val="visible"/>
                                      </p:to>
                                    </p:set>
                                    <p:anim calcmode="lin" valueType="num">
                                      <p:cBhvr additive="base">
                                        <p:cTn id="18" dur="500" fill="hold"/>
                                        <p:tgtEl>
                                          <p:spTgt spid="46082"/>
                                        </p:tgtEl>
                                        <p:attrNameLst>
                                          <p:attrName>ppt_x</p:attrName>
                                        </p:attrNameLst>
                                      </p:cBhvr>
                                      <p:tavLst>
                                        <p:tav tm="0">
                                          <p:val>
                                            <p:strVal val="1+#ppt_w/2"/>
                                          </p:val>
                                        </p:tav>
                                        <p:tav tm="100000">
                                          <p:val>
                                            <p:strVal val="#ppt_x"/>
                                          </p:val>
                                        </p:tav>
                                      </p:tavLst>
                                    </p:anim>
                                    <p:anim calcmode="lin" valueType="num">
                                      <p:cBhvr additive="base">
                                        <p:cTn id="19" dur="500" fill="hold"/>
                                        <p:tgtEl>
                                          <p:spTgt spid="46082"/>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5" presetClass="entr" presetSubtype="0" fill="hold" grpId="0" nodeType="clickEffect">
                                  <p:stCondLst>
                                    <p:cond delay="0"/>
                                  </p:stCondLst>
                                  <p:childTnLst>
                                    <p:set>
                                      <p:cBhvr>
                                        <p:cTn id="23" dur="1" fill="hold">
                                          <p:stCondLst>
                                            <p:cond delay="0"/>
                                          </p:stCondLst>
                                        </p:cTn>
                                        <p:tgtEl>
                                          <p:spTgt spid="46084"/>
                                        </p:tgtEl>
                                        <p:attrNameLst>
                                          <p:attrName>style.visibility</p:attrName>
                                        </p:attrNameLst>
                                      </p:cBhvr>
                                      <p:to>
                                        <p:strVal val="visible"/>
                                      </p:to>
                                    </p:set>
                                    <p:anim calcmode="lin" valueType="num">
                                      <p:cBhvr>
                                        <p:cTn id="24" dur="1000" fill="hold"/>
                                        <p:tgtEl>
                                          <p:spTgt spid="46084"/>
                                        </p:tgtEl>
                                        <p:attrNameLst>
                                          <p:attrName>ppt_w</p:attrName>
                                        </p:attrNameLst>
                                      </p:cBhvr>
                                      <p:tavLst>
                                        <p:tav tm="0">
                                          <p:val>
                                            <p:fltVal val="0"/>
                                          </p:val>
                                        </p:tav>
                                        <p:tav tm="100000">
                                          <p:val>
                                            <p:strVal val="#ppt_w"/>
                                          </p:val>
                                        </p:tav>
                                      </p:tavLst>
                                    </p:anim>
                                    <p:anim calcmode="lin" valueType="num">
                                      <p:cBhvr>
                                        <p:cTn id="25" dur="1000" fill="hold"/>
                                        <p:tgtEl>
                                          <p:spTgt spid="46084"/>
                                        </p:tgtEl>
                                        <p:attrNameLst>
                                          <p:attrName>ppt_h</p:attrName>
                                        </p:attrNameLst>
                                      </p:cBhvr>
                                      <p:tavLst>
                                        <p:tav tm="0">
                                          <p:val>
                                            <p:fltVal val="0"/>
                                          </p:val>
                                        </p:tav>
                                        <p:tav tm="100000">
                                          <p:val>
                                            <p:strVal val="#ppt_h"/>
                                          </p:val>
                                        </p:tav>
                                      </p:tavLst>
                                    </p:anim>
                                    <p:anim calcmode="lin" valueType="num">
                                      <p:cBhvr>
                                        <p:cTn id="26" dur="1000" fill="hold"/>
                                        <p:tgtEl>
                                          <p:spTgt spid="46084"/>
                                        </p:tgtEl>
                                        <p:attrNameLst>
                                          <p:attrName>ppt_x</p:attrName>
                                        </p:attrNameLst>
                                      </p:cBhvr>
                                      <p:tavLst>
                                        <p:tav tm="0" fmla="#ppt_x+(cos(-2*pi*(1-$))*-#ppt_x-sin(-2*pi*(1-$))*(1-#ppt_y))*(1-$)">
                                          <p:val>
                                            <p:fltVal val="0"/>
                                          </p:val>
                                        </p:tav>
                                        <p:tav tm="100000">
                                          <p:val>
                                            <p:fltVal val="1"/>
                                          </p:val>
                                        </p:tav>
                                      </p:tavLst>
                                    </p:anim>
                                    <p:anim calcmode="lin" valueType="num">
                                      <p:cBhvr>
                                        <p:cTn id="27" dur="1000" fill="hold"/>
                                        <p:tgtEl>
                                          <p:spTgt spid="4608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6272"/>
                                        </p:tgtEl>
                                        <p:attrNameLst>
                                          <p:attrName>style.visibility</p:attrName>
                                        </p:attrNameLst>
                                      </p:cBhvr>
                                      <p:to>
                                        <p:strVal val="visible"/>
                                      </p:to>
                                    </p:set>
                                    <p:animEffect transition="in" filter="wipe(left)">
                                      <p:cBhvr>
                                        <p:cTn id="32" dur="500"/>
                                        <p:tgtEl>
                                          <p:spTgt spid="46272"/>
                                        </p:tgtEl>
                                      </p:cBhvr>
                                    </p:animEffect>
                                  </p:childTnLst>
                                </p:cTn>
                              </p:par>
                            </p:childTnLst>
                          </p:cTn>
                        </p:par>
                        <p:par>
                          <p:cTn id="33" fill="hold" nodeType="afterGroup">
                            <p:stCondLst>
                              <p:cond delay="500"/>
                            </p:stCondLst>
                            <p:childTnLst>
                              <p:par>
                                <p:cTn id="34" presetID="9" presetClass="entr" presetSubtype="0" fill="hold" grpId="0" nodeType="afterEffect">
                                  <p:stCondLst>
                                    <p:cond delay="0"/>
                                  </p:stCondLst>
                                  <p:childTnLst>
                                    <p:set>
                                      <p:cBhvr>
                                        <p:cTn id="35" dur="1" fill="hold">
                                          <p:stCondLst>
                                            <p:cond delay="0"/>
                                          </p:stCondLst>
                                        </p:cTn>
                                        <p:tgtEl>
                                          <p:spTgt spid="46175"/>
                                        </p:tgtEl>
                                        <p:attrNameLst>
                                          <p:attrName>style.visibility</p:attrName>
                                        </p:attrNameLst>
                                      </p:cBhvr>
                                      <p:to>
                                        <p:strVal val="visible"/>
                                      </p:to>
                                    </p:set>
                                    <p:animEffect transition="in" filter="dissolve">
                                      <p:cBhvr>
                                        <p:cTn id="36" dur="500"/>
                                        <p:tgtEl>
                                          <p:spTgt spid="4617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3" presetClass="entr" presetSubtype="32" fill="hold" nodeType="clickEffect">
                                  <p:stCondLst>
                                    <p:cond delay="0"/>
                                  </p:stCondLst>
                                  <p:childTnLst>
                                    <p:set>
                                      <p:cBhvr>
                                        <p:cTn id="40" dur="1" fill="hold">
                                          <p:stCondLst>
                                            <p:cond delay="0"/>
                                          </p:stCondLst>
                                        </p:cTn>
                                        <p:tgtEl>
                                          <p:spTgt spid="46181"/>
                                        </p:tgtEl>
                                        <p:attrNameLst>
                                          <p:attrName>style.visibility</p:attrName>
                                        </p:attrNameLst>
                                      </p:cBhvr>
                                      <p:to>
                                        <p:strVal val="visible"/>
                                      </p:to>
                                    </p:set>
                                    <p:anim calcmode="lin" valueType="num">
                                      <p:cBhvr>
                                        <p:cTn id="41" dur="500" fill="hold"/>
                                        <p:tgtEl>
                                          <p:spTgt spid="46181"/>
                                        </p:tgtEl>
                                        <p:attrNameLst>
                                          <p:attrName>ppt_w</p:attrName>
                                        </p:attrNameLst>
                                      </p:cBhvr>
                                      <p:tavLst>
                                        <p:tav tm="0">
                                          <p:val>
                                            <p:strVal val="4*#ppt_w"/>
                                          </p:val>
                                        </p:tav>
                                        <p:tav tm="100000">
                                          <p:val>
                                            <p:strVal val="#ppt_w"/>
                                          </p:val>
                                        </p:tav>
                                      </p:tavLst>
                                    </p:anim>
                                    <p:anim calcmode="lin" valueType="num">
                                      <p:cBhvr>
                                        <p:cTn id="42" dur="500" fill="hold"/>
                                        <p:tgtEl>
                                          <p:spTgt spid="46181"/>
                                        </p:tgtEl>
                                        <p:attrNameLst>
                                          <p:attrName>ppt_h</p:attrName>
                                        </p:attrNameLst>
                                      </p:cBhvr>
                                      <p:tavLst>
                                        <p:tav tm="0">
                                          <p:val>
                                            <p:strVal val="4*#ppt_h"/>
                                          </p:val>
                                        </p:tav>
                                        <p:tav tm="100000">
                                          <p:val>
                                            <p:strVal val="#ppt_h"/>
                                          </p:val>
                                        </p:tav>
                                      </p:tavLst>
                                    </p:anim>
                                  </p:childTnLst>
                                </p:cTn>
                              </p:par>
                            </p:childTnLst>
                          </p:cTn>
                        </p:par>
                        <p:par>
                          <p:cTn id="43" fill="hold" nodeType="afterGroup">
                            <p:stCondLst>
                              <p:cond delay="500"/>
                            </p:stCondLst>
                            <p:childTnLst>
                              <p:par>
                                <p:cTn id="44" presetID="23" presetClass="entr" presetSubtype="32" fill="hold" nodeType="afterEffect">
                                  <p:stCondLst>
                                    <p:cond delay="0"/>
                                  </p:stCondLst>
                                  <p:childTnLst>
                                    <p:set>
                                      <p:cBhvr>
                                        <p:cTn id="45" dur="1" fill="hold">
                                          <p:stCondLst>
                                            <p:cond delay="0"/>
                                          </p:stCondLst>
                                        </p:cTn>
                                        <p:tgtEl>
                                          <p:spTgt spid="46182"/>
                                        </p:tgtEl>
                                        <p:attrNameLst>
                                          <p:attrName>style.visibility</p:attrName>
                                        </p:attrNameLst>
                                      </p:cBhvr>
                                      <p:to>
                                        <p:strVal val="visible"/>
                                      </p:to>
                                    </p:set>
                                    <p:anim calcmode="lin" valueType="num">
                                      <p:cBhvr>
                                        <p:cTn id="46" dur="500" fill="hold"/>
                                        <p:tgtEl>
                                          <p:spTgt spid="46182"/>
                                        </p:tgtEl>
                                        <p:attrNameLst>
                                          <p:attrName>ppt_w</p:attrName>
                                        </p:attrNameLst>
                                      </p:cBhvr>
                                      <p:tavLst>
                                        <p:tav tm="0">
                                          <p:val>
                                            <p:strVal val="4*#ppt_w"/>
                                          </p:val>
                                        </p:tav>
                                        <p:tav tm="100000">
                                          <p:val>
                                            <p:strVal val="#ppt_w"/>
                                          </p:val>
                                        </p:tav>
                                      </p:tavLst>
                                    </p:anim>
                                    <p:anim calcmode="lin" valueType="num">
                                      <p:cBhvr>
                                        <p:cTn id="47" dur="500" fill="hold"/>
                                        <p:tgtEl>
                                          <p:spTgt spid="46182"/>
                                        </p:tgtEl>
                                        <p:attrNameLst>
                                          <p:attrName>ppt_h</p:attrName>
                                        </p:attrNameLst>
                                      </p:cBhvr>
                                      <p:tavLst>
                                        <p:tav tm="0">
                                          <p:val>
                                            <p:strVal val="4*#ppt_h"/>
                                          </p:val>
                                        </p:tav>
                                        <p:tav tm="100000">
                                          <p:val>
                                            <p:strVal val="#ppt_h"/>
                                          </p:val>
                                        </p:tav>
                                      </p:tavLst>
                                    </p:anim>
                                  </p:childTnLst>
                                </p:cTn>
                              </p:par>
                            </p:childTnLst>
                          </p:cTn>
                        </p:par>
                        <p:par>
                          <p:cTn id="48" fill="hold" nodeType="afterGroup">
                            <p:stCondLst>
                              <p:cond delay="1000"/>
                            </p:stCondLst>
                            <p:childTnLst>
                              <p:par>
                                <p:cTn id="49" presetID="23" presetClass="entr" presetSubtype="32" fill="hold" nodeType="afterEffect">
                                  <p:stCondLst>
                                    <p:cond delay="0"/>
                                  </p:stCondLst>
                                  <p:childTnLst>
                                    <p:set>
                                      <p:cBhvr>
                                        <p:cTn id="50" dur="1" fill="hold">
                                          <p:stCondLst>
                                            <p:cond delay="0"/>
                                          </p:stCondLst>
                                        </p:cTn>
                                        <p:tgtEl>
                                          <p:spTgt spid="46183"/>
                                        </p:tgtEl>
                                        <p:attrNameLst>
                                          <p:attrName>style.visibility</p:attrName>
                                        </p:attrNameLst>
                                      </p:cBhvr>
                                      <p:to>
                                        <p:strVal val="visible"/>
                                      </p:to>
                                    </p:set>
                                    <p:anim calcmode="lin" valueType="num">
                                      <p:cBhvr>
                                        <p:cTn id="51" dur="500" fill="hold"/>
                                        <p:tgtEl>
                                          <p:spTgt spid="46183"/>
                                        </p:tgtEl>
                                        <p:attrNameLst>
                                          <p:attrName>ppt_w</p:attrName>
                                        </p:attrNameLst>
                                      </p:cBhvr>
                                      <p:tavLst>
                                        <p:tav tm="0">
                                          <p:val>
                                            <p:strVal val="4*#ppt_w"/>
                                          </p:val>
                                        </p:tav>
                                        <p:tav tm="100000">
                                          <p:val>
                                            <p:strVal val="#ppt_w"/>
                                          </p:val>
                                        </p:tav>
                                      </p:tavLst>
                                    </p:anim>
                                    <p:anim calcmode="lin" valueType="num">
                                      <p:cBhvr>
                                        <p:cTn id="52" dur="500" fill="hold"/>
                                        <p:tgtEl>
                                          <p:spTgt spid="46183"/>
                                        </p:tgtEl>
                                        <p:attrNameLst>
                                          <p:attrName>ppt_h</p:attrName>
                                        </p:attrNameLst>
                                      </p:cBhvr>
                                      <p:tavLst>
                                        <p:tav tm="0">
                                          <p:val>
                                            <p:strVal val="4*#ppt_h"/>
                                          </p:val>
                                        </p:tav>
                                        <p:tav tm="100000">
                                          <p:val>
                                            <p:strVal val="#ppt_h"/>
                                          </p:val>
                                        </p:tav>
                                      </p:tavLst>
                                    </p:anim>
                                  </p:childTnLst>
                                </p:cTn>
                              </p:par>
                            </p:childTnLst>
                          </p:cTn>
                        </p:par>
                        <p:par>
                          <p:cTn id="53" fill="hold" nodeType="afterGroup">
                            <p:stCondLst>
                              <p:cond delay="1500"/>
                            </p:stCondLst>
                            <p:childTnLst>
                              <p:par>
                                <p:cTn id="54" presetID="23" presetClass="entr" presetSubtype="32" fill="hold" nodeType="afterEffect">
                                  <p:stCondLst>
                                    <p:cond delay="0"/>
                                  </p:stCondLst>
                                  <p:childTnLst>
                                    <p:set>
                                      <p:cBhvr>
                                        <p:cTn id="55" dur="1" fill="hold">
                                          <p:stCondLst>
                                            <p:cond delay="0"/>
                                          </p:stCondLst>
                                        </p:cTn>
                                        <p:tgtEl>
                                          <p:spTgt spid="46184"/>
                                        </p:tgtEl>
                                        <p:attrNameLst>
                                          <p:attrName>style.visibility</p:attrName>
                                        </p:attrNameLst>
                                      </p:cBhvr>
                                      <p:to>
                                        <p:strVal val="visible"/>
                                      </p:to>
                                    </p:set>
                                    <p:anim calcmode="lin" valueType="num">
                                      <p:cBhvr>
                                        <p:cTn id="56" dur="500" fill="hold"/>
                                        <p:tgtEl>
                                          <p:spTgt spid="46184"/>
                                        </p:tgtEl>
                                        <p:attrNameLst>
                                          <p:attrName>ppt_w</p:attrName>
                                        </p:attrNameLst>
                                      </p:cBhvr>
                                      <p:tavLst>
                                        <p:tav tm="0">
                                          <p:val>
                                            <p:strVal val="4*#ppt_w"/>
                                          </p:val>
                                        </p:tav>
                                        <p:tav tm="100000">
                                          <p:val>
                                            <p:strVal val="#ppt_w"/>
                                          </p:val>
                                        </p:tav>
                                      </p:tavLst>
                                    </p:anim>
                                    <p:anim calcmode="lin" valueType="num">
                                      <p:cBhvr>
                                        <p:cTn id="57" dur="500" fill="hold"/>
                                        <p:tgtEl>
                                          <p:spTgt spid="46184"/>
                                        </p:tgtEl>
                                        <p:attrNameLst>
                                          <p:attrName>ppt_h</p:attrName>
                                        </p:attrNameLst>
                                      </p:cBhvr>
                                      <p:tavLst>
                                        <p:tav tm="0">
                                          <p:val>
                                            <p:strVal val="4*#ppt_h"/>
                                          </p:val>
                                        </p:tav>
                                        <p:tav tm="100000">
                                          <p:val>
                                            <p:strVal val="#ppt_h"/>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46176"/>
                                        </p:tgtEl>
                                        <p:attrNameLst>
                                          <p:attrName>style.visibility</p:attrName>
                                        </p:attrNameLst>
                                      </p:cBhvr>
                                      <p:to>
                                        <p:strVal val="visible"/>
                                      </p:to>
                                    </p:set>
                                    <p:animEffect transition="in" filter="wipe(left)">
                                      <p:cBhvr>
                                        <p:cTn id="62" dur="2000"/>
                                        <p:tgtEl>
                                          <p:spTgt spid="46176"/>
                                        </p:tgtEl>
                                      </p:cBhvr>
                                    </p:animEffect>
                                  </p:childTnLst>
                                </p:cTn>
                              </p:par>
                            </p:childTnLst>
                          </p:cTn>
                        </p:par>
                        <p:par>
                          <p:cTn id="63" fill="hold" nodeType="afterGroup">
                            <p:stCondLst>
                              <p:cond delay="2000"/>
                            </p:stCondLst>
                            <p:childTnLst>
                              <p:par>
                                <p:cTn id="64" presetID="2" presetClass="entr" presetSubtype="8" fill="hold" nodeType="afterEffect">
                                  <p:stCondLst>
                                    <p:cond delay="0"/>
                                  </p:stCondLst>
                                  <p:childTnLst>
                                    <p:set>
                                      <p:cBhvr>
                                        <p:cTn id="65" dur="1" fill="hold">
                                          <p:stCondLst>
                                            <p:cond delay="0"/>
                                          </p:stCondLst>
                                        </p:cTn>
                                        <p:tgtEl>
                                          <p:spTgt spid="46180"/>
                                        </p:tgtEl>
                                        <p:attrNameLst>
                                          <p:attrName>style.visibility</p:attrName>
                                        </p:attrNameLst>
                                      </p:cBhvr>
                                      <p:to>
                                        <p:strVal val="visible"/>
                                      </p:to>
                                    </p:set>
                                    <p:anim calcmode="lin" valueType="num">
                                      <p:cBhvr additive="base">
                                        <p:cTn id="66" dur="500" fill="hold"/>
                                        <p:tgtEl>
                                          <p:spTgt spid="46180"/>
                                        </p:tgtEl>
                                        <p:attrNameLst>
                                          <p:attrName>ppt_x</p:attrName>
                                        </p:attrNameLst>
                                      </p:cBhvr>
                                      <p:tavLst>
                                        <p:tav tm="0">
                                          <p:val>
                                            <p:strVal val="0-#ppt_w/2"/>
                                          </p:val>
                                        </p:tav>
                                        <p:tav tm="100000">
                                          <p:val>
                                            <p:strVal val="#ppt_x"/>
                                          </p:val>
                                        </p:tav>
                                      </p:tavLst>
                                    </p:anim>
                                    <p:anim calcmode="lin" valueType="num">
                                      <p:cBhvr additive="base">
                                        <p:cTn id="67" dur="500" fill="hold"/>
                                        <p:tgtEl>
                                          <p:spTgt spid="46180"/>
                                        </p:tgtEl>
                                        <p:attrNameLst>
                                          <p:attrName>ppt_y</p:attrName>
                                        </p:attrNameLst>
                                      </p:cBhvr>
                                      <p:tavLst>
                                        <p:tav tm="0">
                                          <p:val>
                                            <p:strVal val="#ppt_y"/>
                                          </p:val>
                                        </p:tav>
                                        <p:tav tm="100000">
                                          <p:val>
                                            <p:strVal val="#ppt_y"/>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46177"/>
                                        </p:tgtEl>
                                        <p:attrNameLst>
                                          <p:attrName>style.visibility</p:attrName>
                                        </p:attrNameLst>
                                      </p:cBhvr>
                                      <p:to>
                                        <p:strVal val="visible"/>
                                      </p:to>
                                    </p:set>
                                    <p:animEffect transition="in" filter="wipe(left)">
                                      <p:cBhvr>
                                        <p:cTn id="72" dur="2000"/>
                                        <p:tgtEl>
                                          <p:spTgt spid="46177"/>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46178"/>
                                        </p:tgtEl>
                                        <p:attrNameLst>
                                          <p:attrName>style.visibility</p:attrName>
                                        </p:attrNameLst>
                                      </p:cBhvr>
                                      <p:to>
                                        <p:strVal val="visible"/>
                                      </p:to>
                                    </p:set>
                                    <p:animEffect transition="in" filter="wipe(left)">
                                      <p:cBhvr>
                                        <p:cTn id="77" dur="2000"/>
                                        <p:tgtEl>
                                          <p:spTgt spid="46178"/>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46179"/>
                                        </p:tgtEl>
                                        <p:attrNameLst>
                                          <p:attrName>style.visibility</p:attrName>
                                        </p:attrNameLst>
                                      </p:cBhvr>
                                      <p:to>
                                        <p:strVal val="visible"/>
                                      </p:to>
                                    </p:set>
                                    <p:animEffect transition="in" filter="wipe(left)">
                                      <p:cBhvr>
                                        <p:cTn id="82" dur="2000"/>
                                        <p:tgtEl>
                                          <p:spTgt spid="46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autoUpdateAnimBg="0"/>
      <p:bldP spid="46083" grpId="0"/>
      <p:bldP spid="46084" grpId="0" animBg="1" autoUpdateAnimBg="0"/>
      <p:bldP spid="46175"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102" name="Object 46"/>
          <p:cNvGraphicFramePr>
            <a:graphicFrameLocks noChangeAspect="1"/>
          </p:cNvGraphicFramePr>
          <p:nvPr>
            <p:extLst>
              <p:ext uri="{D42A27DB-BD31-4B8C-83A1-F6EECF244321}">
                <p14:modId xmlns:p14="http://schemas.microsoft.com/office/powerpoint/2010/main" val="349213597"/>
              </p:ext>
            </p:extLst>
          </p:nvPr>
        </p:nvGraphicFramePr>
        <p:xfrm>
          <a:off x="4152900" y="360363"/>
          <a:ext cx="506413" cy="506412"/>
        </p:xfrm>
        <a:graphic>
          <a:graphicData uri="http://schemas.openxmlformats.org/presentationml/2006/ole">
            <mc:AlternateContent xmlns:mc="http://schemas.openxmlformats.org/markup-compatibility/2006">
              <mc:Choice xmlns:v="urn:schemas-microsoft-com:vml" Requires="v">
                <p:oleObj spid="_x0000_s126084" name="Equation" r:id="rId3" imgW="241200" imgH="241200" progId="Equation.DSMT4">
                  <p:embed/>
                </p:oleObj>
              </mc:Choice>
              <mc:Fallback>
                <p:oleObj name="Equation" r:id="rId3" imgW="241200" imgH="241200" progId="Equation.DSMT4">
                  <p:embed/>
                  <p:pic>
                    <p:nvPicPr>
                      <p:cNvPr id="45102" name="Object 46"/>
                      <p:cNvPicPr>
                        <a:picLocks noChangeAspect="1" noChangeArrowheads="1"/>
                      </p:cNvPicPr>
                      <p:nvPr/>
                    </p:nvPicPr>
                    <p:blipFill>
                      <a:blip r:embed="rId4"/>
                      <a:srcRect/>
                      <a:stretch>
                        <a:fillRect/>
                      </a:stretch>
                    </p:blipFill>
                    <p:spPr bwMode="auto">
                      <a:xfrm>
                        <a:off x="4152900" y="360363"/>
                        <a:ext cx="506413"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103" name="Object 47"/>
          <p:cNvGraphicFramePr>
            <a:graphicFrameLocks noChangeAspect="1"/>
          </p:cNvGraphicFramePr>
          <p:nvPr>
            <p:extLst>
              <p:ext uri="{D42A27DB-BD31-4B8C-83A1-F6EECF244321}">
                <p14:modId xmlns:p14="http://schemas.microsoft.com/office/powerpoint/2010/main" val="4104682084"/>
              </p:ext>
            </p:extLst>
          </p:nvPr>
        </p:nvGraphicFramePr>
        <p:xfrm>
          <a:off x="4452938" y="1800225"/>
          <a:ext cx="534987" cy="506413"/>
        </p:xfrm>
        <a:graphic>
          <a:graphicData uri="http://schemas.openxmlformats.org/presentationml/2006/ole">
            <mc:AlternateContent xmlns:mc="http://schemas.openxmlformats.org/markup-compatibility/2006">
              <mc:Choice xmlns:v="urn:schemas-microsoft-com:vml" Requires="v">
                <p:oleObj spid="_x0000_s126085" name="Equation" r:id="rId5" imgW="253800" imgH="241200" progId="Equation.DSMT4">
                  <p:embed/>
                </p:oleObj>
              </mc:Choice>
              <mc:Fallback>
                <p:oleObj name="Equation" r:id="rId5" imgW="253800" imgH="241200" progId="Equation.DSMT4">
                  <p:embed/>
                  <p:pic>
                    <p:nvPicPr>
                      <p:cNvPr id="45103" name="Object 47"/>
                      <p:cNvPicPr>
                        <a:picLocks noChangeAspect="1" noChangeArrowheads="1"/>
                      </p:cNvPicPr>
                      <p:nvPr/>
                    </p:nvPicPr>
                    <p:blipFill>
                      <a:blip r:embed="rId6"/>
                      <a:srcRect/>
                      <a:stretch>
                        <a:fillRect/>
                      </a:stretch>
                    </p:blipFill>
                    <p:spPr bwMode="auto">
                      <a:xfrm>
                        <a:off x="4452938" y="1800225"/>
                        <a:ext cx="534987" cy="506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104" name="Object 48"/>
          <p:cNvGraphicFramePr>
            <a:graphicFrameLocks noChangeAspect="1"/>
          </p:cNvGraphicFramePr>
          <p:nvPr>
            <p:extLst>
              <p:ext uri="{D42A27DB-BD31-4B8C-83A1-F6EECF244321}">
                <p14:modId xmlns:p14="http://schemas.microsoft.com/office/powerpoint/2010/main" val="2101010064"/>
              </p:ext>
            </p:extLst>
          </p:nvPr>
        </p:nvGraphicFramePr>
        <p:xfrm>
          <a:off x="4224338" y="3095625"/>
          <a:ext cx="533400" cy="504825"/>
        </p:xfrm>
        <a:graphic>
          <a:graphicData uri="http://schemas.openxmlformats.org/presentationml/2006/ole">
            <mc:AlternateContent xmlns:mc="http://schemas.openxmlformats.org/markup-compatibility/2006">
              <mc:Choice xmlns:v="urn:schemas-microsoft-com:vml" Requires="v">
                <p:oleObj spid="_x0000_s126086" name="Equation" r:id="rId7" imgW="253800" imgH="241200" progId="Equation.DSMT4">
                  <p:embed/>
                </p:oleObj>
              </mc:Choice>
              <mc:Fallback>
                <p:oleObj name="Equation" r:id="rId7" imgW="253800" imgH="241200" progId="Equation.DSMT4">
                  <p:embed/>
                  <p:pic>
                    <p:nvPicPr>
                      <p:cNvPr id="45104" name="Object 48"/>
                      <p:cNvPicPr>
                        <a:picLocks noChangeAspect="1" noChangeArrowheads="1"/>
                      </p:cNvPicPr>
                      <p:nvPr/>
                    </p:nvPicPr>
                    <p:blipFill>
                      <a:blip r:embed="rId8"/>
                      <a:srcRect/>
                      <a:stretch>
                        <a:fillRect/>
                      </a:stretch>
                    </p:blipFill>
                    <p:spPr bwMode="auto">
                      <a:xfrm>
                        <a:off x="4224338" y="3095625"/>
                        <a:ext cx="533400"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105" name="Text Box 49"/>
          <p:cNvSpPr txBox="1">
            <a:spLocks noChangeArrowheads="1"/>
          </p:cNvSpPr>
          <p:nvPr/>
        </p:nvSpPr>
        <p:spPr bwMode="auto">
          <a:xfrm>
            <a:off x="611188" y="2997200"/>
            <a:ext cx="16129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latin typeface="Times New Roman" panose="02020603050405020304" pitchFamily="18" charset="0"/>
              </a:rPr>
              <a:t>结点方程</a:t>
            </a:r>
          </a:p>
        </p:txBody>
      </p:sp>
      <p:graphicFrame>
        <p:nvGraphicFramePr>
          <p:cNvPr id="45106" name="Object 50"/>
          <p:cNvGraphicFramePr>
            <a:graphicFrameLocks noChangeAspect="1"/>
          </p:cNvGraphicFramePr>
          <p:nvPr>
            <p:extLst>
              <p:ext uri="{D42A27DB-BD31-4B8C-83A1-F6EECF244321}">
                <p14:modId xmlns:p14="http://schemas.microsoft.com/office/powerpoint/2010/main" val="383273773"/>
              </p:ext>
            </p:extLst>
          </p:nvPr>
        </p:nvGraphicFramePr>
        <p:xfrm>
          <a:off x="1546021" y="3644901"/>
          <a:ext cx="1306512" cy="547688"/>
        </p:xfrm>
        <a:graphic>
          <a:graphicData uri="http://schemas.openxmlformats.org/presentationml/2006/ole">
            <mc:AlternateContent xmlns:mc="http://schemas.openxmlformats.org/markup-compatibility/2006">
              <mc:Choice xmlns:v="urn:schemas-microsoft-com:vml" Requires="v">
                <p:oleObj spid="_x0000_s126087" name="Equation" r:id="rId9" imgW="571320" imgH="241200" progId="Equation.DSMT4">
                  <p:embed/>
                </p:oleObj>
              </mc:Choice>
              <mc:Fallback>
                <p:oleObj name="Equation" r:id="rId9" imgW="571320" imgH="241200" progId="Equation.DSMT4">
                  <p:embed/>
                  <p:pic>
                    <p:nvPicPr>
                      <p:cNvPr id="45106" name="Object 50"/>
                      <p:cNvPicPr>
                        <a:picLocks noChangeAspect="1" noChangeArrowheads="1"/>
                      </p:cNvPicPr>
                      <p:nvPr/>
                    </p:nvPicPr>
                    <p:blipFill>
                      <a:blip r:embed="rId10"/>
                      <a:srcRect/>
                      <a:stretch>
                        <a:fillRect/>
                      </a:stretch>
                    </p:blipFill>
                    <p:spPr bwMode="auto">
                      <a:xfrm>
                        <a:off x="1546021" y="3644901"/>
                        <a:ext cx="1306512" cy="547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107" name="Object 51"/>
          <p:cNvGraphicFramePr>
            <a:graphicFrameLocks noChangeAspect="1"/>
          </p:cNvGraphicFramePr>
          <p:nvPr>
            <p:extLst>
              <p:ext uri="{D42A27DB-BD31-4B8C-83A1-F6EECF244321}">
                <p14:modId xmlns:p14="http://schemas.microsoft.com/office/powerpoint/2010/main" val="2271815564"/>
              </p:ext>
            </p:extLst>
          </p:nvPr>
        </p:nvGraphicFramePr>
        <p:xfrm>
          <a:off x="1490663" y="4221163"/>
          <a:ext cx="6513512" cy="981075"/>
        </p:xfrm>
        <a:graphic>
          <a:graphicData uri="http://schemas.openxmlformats.org/presentationml/2006/ole">
            <mc:AlternateContent xmlns:mc="http://schemas.openxmlformats.org/markup-compatibility/2006">
              <mc:Choice xmlns:v="urn:schemas-microsoft-com:vml" Requires="v">
                <p:oleObj spid="_x0000_s126088" name="Equation" r:id="rId11" imgW="2857320" imgH="431640" progId="Equation.DSMT4">
                  <p:embed/>
                </p:oleObj>
              </mc:Choice>
              <mc:Fallback>
                <p:oleObj name="Equation" r:id="rId11" imgW="2857320" imgH="431640" progId="Equation.DSMT4">
                  <p:embed/>
                  <p:pic>
                    <p:nvPicPr>
                      <p:cNvPr id="45107" name="Object 51"/>
                      <p:cNvPicPr>
                        <a:picLocks noChangeAspect="1" noChangeArrowheads="1"/>
                      </p:cNvPicPr>
                      <p:nvPr/>
                    </p:nvPicPr>
                    <p:blipFill>
                      <a:blip r:embed="rId12"/>
                      <a:srcRect/>
                      <a:stretch>
                        <a:fillRect/>
                      </a:stretch>
                    </p:blipFill>
                    <p:spPr bwMode="auto">
                      <a:xfrm>
                        <a:off x="1490663" y="4221163"/>
                        <a:ext cx="6513512" cy="981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108" name="Object 52"/>
          <p:cNvGraphicFramePr>
            <a:graphicFrameLocks noChangeAspect="1"/>
          </p:cNvGraphicFramePr>
          <p:nvPr>
            <p:extLst>
              <p:ext uri="{D42A27DB-BD31-4B8C-83A1-F6EECF244321}">
                <p14:modId xmlns:p14="http://schemas.microsoft.com/office/powerpoint/2010/main" val="971251277"/>
              </p:ext>
            </p:extLst>
          </p:nvPr>
        </p:nvGraphicFramePr>
        <p:xfrm>
          <a:off x="1563688" y="5372100"/>
          <a:ext cx="6370637" cy="981075"/>
        </p:xfrm>
        <a:graphic>
          <a:graphicData uri="http://schemas.openxmlformats.org/presentationml/2006/ole">
            <mc:AlternateContent xmlns:mc="http://schemas.openxmlformats.org/markup-compatibility/2006">
              <mc:Choice xmlns:v="urn:schemas-microsoft-com:vml" Requires="v">
                <p:oleObj spid="_x0000_s126089" name="Equation" r:id="rId13" imgW="2793960" imgH="431640" progId="Equation.DSMT4">
                  <p:embed/>
                </p:oleObj>
              </mc:Choice>
              <mc:Fallback>
                <p:oleObj name="Equation" r:id="rId13" imgW="2793960" imgH="431640" progId="Equation.DSMT4">
                  <p:embed/>
                  <p:pic>
                    <p:nvPicPr>
                      <p:cNvPr id="45108" name="Object 52"/>
                      <p:cNvPicPr>
                        <a:picLocks noChangeAspect="1" noChangeArrowheads="1"/>
                      </p:cNvPicPr>
                      <p:nvPr/>
                    </p:nvPicPr>
                    <p:blipFill>
                      <a:blip r:embed="rId14"/>
                      <a:srcRect/>
                      <a:stretch>
                        <a:fillRect/>
                      </a:stretch>
                    </p:blipFill>
                    <p:spPr bwMode="auto">
                      <a:xfrm>
                        <a:off x="1563688" y="5372100"/>
                        <a:ext cx="6370637" cy="981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109" name="AutoShape 53"/>
          <p:cNvSpPr>
            <a:spLocks/>
          </p:cNvSpPr>
          <p:nvPr/>
        </p:nvSpPr>
        <p:spPr bwMode="auto">
          <a:xfrm>
            <a:off x="755650" y="3860800"/>
            <a:ext cx="144463" cy="2376488"/>
          </a:xfrm>
          <a:prstGeom prst="leftBrace">
            <a:avLst>
              <a:gd name="adj1" fmla="val 137087"/>
              <a:gd name="adj2" fmla="val 50000"/>
            </a:avLst>
          </a:prstGeom>
          <a:noFill/>
          <a:ln w="28575">
            <a:solidFill>
              <a:srgbClr val="FF0000"/>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pSp>
        <p:nvGrpSpPr>
          <p:cNvPr id="45149" name="Group 93"/>
          <p:cNvGrpSpPr>
            <a:grpSpLocks/>
          </p:cNvGrpSpPr>
          <p:nvPr/>
        </p:nvGrpSpPr>
        <p:grpSpPr bwMode="auto">
          <a:xfrm>
            <a:off x="2268538" y="1700213"/>
            <a:ext cx="288925" cy="504825"/>
            <a:chOff x="1292" y="1026"/>
            <a:chExt cx="182" cy="318"/>
          </a:xfrm>
        </p:grpSpPr>
        <p:sp>
          <p:nvSpPr>
            <p:cNvPr id="45147" name="Line 91"/>
            <p:cNvSpPr>
              <a:spLocks noChangeShapeType="1"/>
            </p:cNvSpPr>
            <p:nvPr/>
          </p:nvSpPr>
          <p:spPr bwMode="auto">
            <a:xfrm flipH="1">
              <a:off x="1292" y="1207"/>
              <a:ext cx="182" cy="0"/>
            </a:xfrm>
            <a:prstGeom prst="line">
              <a:avLst/>
            </a:prstGeom>
            <a:noFill/>
            <a:ln w="38100">
              <a:solidFill>
                <a:srgbClr val="FFCC99"/>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45148" name="Line 92"/>
            <p:cNvSpPr>
              <a:spLocks noChangeShapeType="1"/>
            </p:cNvSpPr>
            <p:nvPr/>
          </p:nvSpPr>
          <p:spPr bwMode="auto">
            <a:xfrm>
              <a:off x="1292" y="1026"/>
              <a:ext cx="0" cy="318"/>
            </a:xfrm>
            <a:prstGeom prst="line">
              <a:avLst/>
            </a:prstGeom>
            <a:noFill/>
            <a:ln w="38100">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pSp>
      <p:grpSp>
        <p:nvGrpSpPr>
          <p:cNvPr id="45236" name="Group 180"/>
          <p:cNvGrpSpPr>
            <a:grpSpLocks/>
          </p:cNvGrpSpPr>
          <p:nvPr/>
        </p:nvGrpSpPr>
        <p:grpSpPr bwMode="auto">
          <a:xfrm>
            <a:off x="2555875" y="620713"/>
            <a:ext cx="4032250" cy="2519362"/>
            <a:chOff x="3696" y="391"/>
            <a:chExt cx="2540" cy="1587"/>
          </a:xfrm>
        </p:grpSpPr>
        <p:sp>
          <p:nvSpPr>
            <p:cNvPr id="45202" name="Line 146"/>
            <p:cNvSpPr>
              <a:spLocks noChangeShapeType="1"/>
            </p:cNvSpPr>
            <p:nvPr/>
          </p:nvSpPr>
          <p:spPr bwMode="auto">
            <a:xfrm>
              <a:off x="3696" y="1933"/>
              <a:ext cx="2358"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45203" name="Object 147"/>
            <p:cNvGraphicFramePr>
              <a:graphicFrameLocks noChangeAspect="1"/>
            </p:cNvGraphicFramePr>
            <p:nvPr>
              <p:extLst>
                <p:ext uri="{D42A27DB-BD31-4B8C-83A1-F6EECF244321}">
                  <p14:modId xmlns:p14="http://schemas.microsoft.com/office/powerpoint/2010/main" val="1033038969"/>
                </p:ext>
              </p:extLst>
            </p:nvPr>
          </p:nvGraphicFramePr>
          <p:xfrm>
            <a:off x="5786" y="667"/>
            <a:ext cx="215" cy="341"/>
          </p:xfrm>
          <a:graphic>
            <a:graphicData uri="http://schemas.openxmlformats.org/presentationml/2006/ole">
              <mc:AlternateContent xmlns:mc="http://schemas.openxmlformats.org/markup-compatibility/2006">
                <mc:Choice xmlns:v="urn:schemas-microsoft-com:vml" Requires="v">
                  <p:oleObj spid="_x0000_s126090" name="Equation" r:id="rId15" imgW="152280" imgH="241200" progId="Equation.DSMT4">
                    <p:embed/>
                  </p:oleObj>
                </mc:Choice>
                <mc:Fallback>
                  <p:oleObj name="Equation" r:id="rId15" imgW="152280" imgH="241200" progId="Equation.DSMT4">
                    <p:embed/>
                    <p:pic>
                      <p:nvPicPr>
                        <p:cNvPr id="45203" name="Object 147"/>
                        <p:cNvPicPr>
                          <a:picLocks noChangeAspect="1" noChangeArrowheads="1"/>
                        </p:cNvPicPr>
                        <p:nvPr/>
                      </p:nvPicPr>
                      <p:blipFill>
                        <a:blip r:embed="rId16"/>
                        <a:srcRect/>
                        <a:stretch>
                          <a:fillRect/>
                        </a:stretch>
                      </p:blipFill>
                      <p:spPr bwMode="auto">
                        <a:xfrm>
                          <a:off x="5786" y="667"/>
                          <a:ext cx="215" cy="3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204" name="Object 148"/>
            <p:cNvGraphicFramePr>
              <a:graphicFrameLocks noChangeAspect="1"/>
            </p:cNvGraphicFramePr>
            <p:nvPr>
              <p:extLst>
                <p:ext uri="{D42A27DB-BD31-4B8C-83A1-F6EECF244321}">
                  <p14:modId xmlns:p14="http://schemas.microsoft.com/office/powerpoint/2010/main" val="4199497733"/>
                </p:ext>
              </p:extLst>
            </p:nvPr>
          </p:nvGraphicFramePr>
          <p:xfrm>
            <a:off x="3855" y="1268"/>
            <a:ext cx="372" cy="248"/>
          </p:xfrm>
          <a:graphic>
            <a:graphicData uri="http://schemas.openxmlformats.org/presentationml/2006/ole">
              <mc:AlternateContent xmlns:mc="http://schemas.openxmlformats.org/markup-compatibility/2006">
                <mc:Choice xmlns:v="urn:schemas-microsoft-com:vml" Requires="v">
                  <p:oleObj spid="_x0000_s126091" name="Equation" r:id="rId17" imgW="304560" imgH="203040" progId="Equation.DSMT4">
                    <p:embed/>
                  </p:oleObj>
                </mc:Choice>
                <mc:Fallback>
                  <p:oleObj name="Equation" r:id="rId17" imgW="304560" imgH="203040" progId="Equation.DSMT4">
                    <p:embed/>
                    <p:pic>
                      <p:nvPicPr>
                        <p:cNvPr id="45204" name="Object 148"/>
                        <p:cNvPicPr>
                          <a:picLocks noChangeAspect="1" noChangeArrowheads="1"/>
                        </p:cNvPicPr>
                        <p:nvPr/>
                      </p:nvPicPr>
                      <p:blipFill>
                        <a:blip r:embed="rId18"/>
                        <a:srcRect/>
                        <a:stretch>
                          <a:fillRect/>
                        </a:stretch>
                      </p:blipFill>
                      <p:spPr bwMode="auto">
                        <a:xfrm>
                          <a:off x="3855" y="1268"/>
                          <a:ext cx="372"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205" name="Object 149"/>
            <p:cNvGraphicFramePr>
              <a:graphicFrameLocks noChangeAspect="1"/>
            </p:cNvGraphicFramePr>
            <p:nvPr>
              <p:extLst>
                <p:ext uri="{D42A27DB-BD31-4B8C-83A1-F6EECF244321}">
                  <p14:modId xmlns:p14="http://schemas.microsoft.com/office/powerpoint/2010/main" val="3409775369"/>
                </p:ext>
              </p:extLst>
            </p:nvPr>
          </p:nvGraphicFramePr>
          <p:xfrm>
            <a:off x="5548" y="1325"/>
            <a:ext cx="377" cy="342"/>
          </p:xfrm>
          <a:graphic>
            <a:graphicData uri="http://schemas.openxmlformats.org/presentationml/2006/ole">
              <mc:AlternateContent xmlns:mc="http://schemas.openxmlformats.org/markup-compatibility/2006">
                <mc:Choice xmlns:v="urn:schemas-microsoft-com:vml" Requires="v">
                  <p:oleObj spid="_x0000_s126092" name="Equation" r:id="rId19" imgW="431640" imgH="393480" progId="Equation.DSMT4">
                    <p:embed/>
                  </p:oleObj>
                </mc:Choice>
                <mc:Fallback>
                  <p:oleObj name="Equation" r:id="rId19" imgW="431640" imgH="393480" progId="Equation.DSMT4">
                    <p:embed/>
                    <p:pic>
                      <p:nvPicPr>
                        <p:cNvPr id="45205" name="Object 149"/>
                        <p:cNvPicPr>
                          <a:picLocks noChangeAspect="1" noChangeArrowheads="1"/>
                        </p:cNvPicPr>
                        <p:nvPr/>
                      </p:nvPicPr>
                      <p:blipFill>
                        <a:blip r:embed="rId20"/>
                        <a:srcRect/>
                        <a:stretch>
                          <a:fillRect/>
                        </a:stretch>
                      </p:blipFill>
                      <p:spPr bwMode="auto">
                        <a:xfrm>
                          <a:off x="5548" y="1325"/>
                          <a:ext cx="377" cy="3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206" name="Object 150"/>
            <p:cNvGraphicFramePr>
              <a:graphicFrameLocks noChangeAspect="1"/>
            </p:cNvGraphicFramePr>
            <p:nvPr>
              <p:extLst>
                <p:ext uri="{D42A27DB-BD31-4B8C-83A1-F6EECF244321}">
                  <p14:modId xmlns:p14="http://schemas.microsoft.com/office/powerpoint/2010/main" val="2223006065"/>
                </p:ext>
              </p:extLst>
            </p:nvPr>
          </p:nvGraphicFramePr>
          <p:xfrm>
            <a:off x="4112" y="784"/>
            <a:ext cx="284" cy="316"/>
          </p:xfrm>
          <a:graphic>
            <a:graphicData uri="http://schemas.openxmlformats.org/presentationml/2006/ole">
              <mc:AlternateContent xmlns:mc="http://schemas.openxmlformats.org/markup-compatibility/2006">
                <mc:Choice xmlns:v="urn:schemas-microsoft-com:vml" Requires="v">
                  <p:oleObj spid="_x0000_s126093" name="Equation" r:id="rId21" imgW="215640" imgH="241200" progId="Equation.DSMT4">
                    <p:embed/>
                  </p:oleObj>
                </mc:Choice>
                <mc:Fallback>
                  <p:oleObj name="Equation" r:id="rId21" imgW="215640" imgH="241200" progId="Equation.DSMT4">
                    <p:embed/>
                    <p:pic>
                      <p:nvPicPr>
                        <p:cNvPr id="45206" name="Object 150"/>
                        <p:cNvPicPr>
                          <a:picLocks noChangeAspect="1" noChangeArrowheads="1"/>
                        </p:cNvPicPr>
                        <p:nvPr/>
                      </p:nvPicPr>
                      <p:blipFill>
                        <a:blip r:embed="rId22"/>
                        <a:srcRect/>
                        <a:stretch>
                          <a:fillRect/>
                        </a:stretch>
                      </p:blipFill>
                      <p:spPr bwMode="auto">
                        <a:xfrm>
                          <a:off x="4112" y="784"/>
                          <a:ext cx="284" cy="3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207" name="Line 151"/>
            <p:cNvSpPr>
              <a:spLocks noChangeShapeType="1"/>
            </p:cNvSpPr>
            <p:nvPr/>
          </p:nvSpPr>
          <p:spPr bwMode="auto">
            <a:xfrm>
              <a:off x="6054" y="572"/>
              <a:ext cx="0" cy="1362"/>
            </a:xfrm>
            <a:prstGeom prst="line">
              <a:avLst/>
            </a:prstGeom>
            <a:noFill/>
            <a:ln w="28575">
              <a:solidFill>
                <a:srgbClr val="FFCC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5208" name="Oval 152"/>
            <p:cNvSpPr>
              <a:spLocks noChangeArrowheads="1"/>
            </p:cNvSpPr>
            <p:nvPr/>
          </p:nvSpPr>
          <p:spPr bwMode="auto">
            <a:xfrm>
              <a:off x="4059" y="391"/>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5209" name="Text Box 153"/>
            <p:cNvSpPr txBox="1">
              <a:spLocks noChangeArrowheads="1"/>
            </p:cNvSpPr>
            <p:nvPr/>
          </p:nvSpPr>
          <p:spPr bwMode="auto">
            <a:xfrm>
              <a:off x="4422" y="572"/>
              <a:ext cx="244"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p>
          </p:txBody>
        </p:sp>
        <p:sp>
          <p:nvSpPr>
            <p:cNvPr id="45210" name="Text Box 154"/>
            <p:cNvSpPr txBox="1">
              <a:spLocks noChangeArrowheads="1"/>
            </p:cNvSpPr>
            <p:nvPr/>
          </p:nvSpPr>
          <p:spPr bwMode="auto">
            <a:xfrm>
              <a:off x="3832" y="436"/>
              <a:ext cx="212"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0">
                  <a:latin typeface="Times New Roman" panose="02020603050405020304" pitchFamily="18" charset="0"/>
                  <a:ea typeface="宋体" panose="02010600030101010101" pitchFamily="2" charset="-122"/>
                  <a:sym typeface="Symbol" panose="05050102010706020507" pitchFamily="18" charset="2"/>
                </a:rPr>
                <a:t>_</a:t>
              </a:r>
            </a:p>
          </p:txBody>
        </p:sp>
        <p:sp>
          <p:nvSpPr>
            <p:cNvPr id="45211" name="Line 155"/>
            <p:cNvSpPr>
              <a:spLocks noChangeShapeType="1"/>
            </p:cNvSpPr>
            <p:nvPr/>
          </p:nvSpPr>
          <p:spPr bwMode="auto">
            <a:xfrm flipV="1">
              <a:off x="6054" y="663"/>
              <a:ext cx="0" cy="40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pSp>
          <p:nvGrpSpPr>
            <p:cNvPr id="45212" name="Group 156"/>
            <p:cNvGrpSpPr>
              <a:grpSpLocks/>
            </p:cNvGrpSpPr>
            <p:nvPr/>
          </p:nvGrpSpPr>
          <p:grpSpPr bwMode="auto">
            <a:xfrm>
              <a:off x="5873" y="1026"/>
              <a:ext cx="363" cy="363"/>
              <a:chOff x="8187" y="1117"/>
              <a:chExt cx="363" cy="363"/>
            </a:xfrm>
          </p:grpSpPr>
          <p:sp>
            <p:nvSpPr>
              <p:cNvPr id="45213" name="Oval 157"/>
              <p:cNvSpPr>
                <a:spLocks noChangeArrowheads="1"/>
              </p:cNvSpPr>
              <p:nvPr/>
            </p:nvSpPr>
            <p:spPr bwMode="auto">
              <a:xfrm>
                <a:off x="8187" y="1117"/>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5214" name="Line 158"/>
              <p:cNvSpPr>
                <a:spLocks noChangeShapeType="1"/>
              </p:cNvSpPr>
              <p:nvPr/>
            </p:nvSpPr>
            <p:spPr bwMode="auto">
              <a:xfrm>
                <a:off x="8187" y="1298"/>
                <a:ext cx="363" cy="0"/>
              </a:xfrm>
              <a:prstGeom prst="line">
                <a:avLst/>
              </a:prstGeom>
              <a:noFill/>
              <a:ln w="38100">
                <a:solidFill>
                  <a:srgbClr val="FF99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pSp>
        <p:sp>
          <p:nvSpPr>
            <p:cNvPr id="45215" name="Line 159"/>
            <p:cNvSpPr>
              <a:spLocks noChangeShapeType="1"/>
            </p:cNvSpPr>
            <p:nvPr/>
          </p:nvSpPr>
          <p:spPr bwMode="auto">
            <a:xfrm>
              <a:off x="3696" y="572"/>
              <a:ext cx="2358" cy="1"/>
            </a:xfrm>
            <a:prstGeom prst="line">
              <a:avLst/>
            </a:prstGeom>
            <a:noFill/>
            <a:ln w="28575">
              <a:solidFill>
                <a:srgbClr val="FFCC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5216" name="Line 160"/>
            <p:cNvSpPr>
              <a:spLocks noChangeShapeType="1"/>
            </p:cNvSpPr>
            <p:nvPr/>
          </p:nvSpPr>
          <p:spPr bwMode="auto">
            <a:xfrm>
              <a:off x="3696" y="572"/>
              <a:ext cx="0" cy="1362"/>
            </a:xfrm>
            <a:prstGeom prst="line">
              <a:avLst/>
            </a:prstGeom>
            <a:noFill/>
            <a:ln w="28575">
              <a:solidFill>
                <a:srgbClr val="FFCC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5217" name="Line 161"/>
            <p:cNvSpPr>
              <a:spLocks noChangeShapeType="1"/>
            </p:cNvSpPr>
            <p:nvPr/>
          </p:nvSpPr>
          <p:spPr bwMode="auto">
            <a:xfrm flipH="1">
              <a:off x="4830" y="572"/>
              <a:ext cx="12" cy="1362"/>
            </a:xfrm>
            <a:prstGeom prst="line">
              <a:avLst/>
            </a:prstGeom>
            <a:noFill/>
            <a:ln w="28575">
              <a:solidFill>
                <a:srgbClr val="FFCC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5218" name="Line 162"/>
            <p:cNvSpPr>
              <a:spLocks noChangeShapeType="1"/>
            </p:cNvSpPr>
            <p:nvPr/>
          </p:nvSpPr>
          <p:spPr bwMode="auto">
            <a:xfrm>
              <a:off x="3696" y="1244"/>
              <a:ext cx="144" cy="0"/>
            </a:xfrm>
            <a:prstGeom prst="line">
              <a:avLst/>
            </a:prstGeom>
            <a:noFill/>
            <a:ln w="28575">
              <a:solidFill>
                <a:srgbClr val="FFCC00"/>
              </a:solidFill>
              <a:round/>
              <a:headEnd type="oval" w="med"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5219" name="Line 163"/>
            <p:cNvSpPr>
              <a:spLocks noChangeShapeType="1"/>
            </p:cNvSpPr>
            <p:nvPr/>
          </p:nvSpPr>
          <p:spPr bwMode="auto">
            <a:xfrm>
              <a:off x="4302" y="1244"/>
              <a:ext cx="528" cy="0"/>
            </a:xfrm>
            <a:prstGeom prst="line">
              <a:avLst/>
            </a:prstGeom>
            <a:noFill/>
            <a:ln w="28575">
              <a:solidFill>
                <a:srgbClr val="FFCC00"/>
              </a:solidFill>
              <a:round/>
              <a:headEnd/>
              <a:tailEnd type="oval"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5220" name="Line 164"/>
            <p:cNvSpPr>
              <a:spLocks noChangeShapeType="1"/>
            </p:cNvSpPr>
            <p:nvPr/>
          </p:nvSpPr>
          <p:spPr bwMode="auto">
            <a:xfrm>
              <a:off x="5459" y="572"/>
              <a:ext cx="0" cy="624"/>
            </a:xfrm>
            <a:prstGeom prst="line">
              <a:avLst/>
            </a:prstGeom>
            <a:noFill/>
            <a:ln w="28575">
              <a:solidFill>
                <a:srgbClr val="FFCC00"/>
              </a:solidFill>
              <a:round/>
              <a:headEnd type="oval" w="med"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5221" name="Line 165"/>
            <p:cNvSpPr>
              <a:spLocks noChangeShapeType="1"/>
            </p:cNvSpPr>
            <p:nvPr/>
          </p:nvSpPr>
          <p:spPr bwMode="auto">
            <a:xfrm>
              <a:off x="5363" y="1196"/>
              <a:ext cx="192" cy="0"/>
            </a:xfrm>
            <a:prstGeom prst="line">
              <a:avLst/>
            </a:prstGeom>
            <a:noFill/>
            <a:ln w="57150">
              <a:solidFill>
                <a:srgbClr val="FF99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5222" name="Line 166"/>
            <p:cNvSpPr>
              <a:spLocks noChangeShapeType="1"/>
            </p:cNvSpPr>
            <p:nvPr/>
          </p:nvSpPr>
          <p:spPr bwMode="auto">
            <a:xfrm>
              <a:off x="5363" y="1292"/>
              <a:ext cx="192" cy="0"/>
            </a:xfrm>
            <a:prstGeom prst="line">
              <a:avLst/>
            </a:prstGeom>
            <a:noFill/>
            <a:ln w="57150">
              <a:solidFill>
                <a:srgbClr val="FF99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5223" name="Text Box 167"/>
            <p:cNvSpPr txBox="1">
              <a:spLocks noChangeArrowheads="1"/>
            </p:cNvSpPr>
            <p:nvPr/>
          </p:nvSpPr>
          <p:spPr bwMode="auto">
            <a:xfrm>
              <a:off x="4376" y="1253"/>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1</a:t>
              </a:r>
              <a:endParaRPr kumimoji="1" lang="en-US" altLang="zh-CN" sz="2800" b="0" i="1">
                <a:latin typeface="Times New Roman" panose="02020603050405020304" pitchFamily="18" charset="0"/>
                <a:ea typeface="宋体" panose="02010600030101010101" pitchFamily="2" charset="-122"/>
              </a:endParaRPr>
            </a:p>
          </p:txBody>
        </p:sp>
        <p:sp>
          <p:nvSpPr>
            <p:cNvPr id="45224" name="Text Box 168"/>
            <p:cNvSpPr txBox="1">
              <a:spLocks noChangeArrowheads="1"/>
            </p:cNvSpPr>
            <p:nvPr/>
          </p:nvSpPr>
          <p:spPr bwMode="auto">
            <a:xfrm>
              <a:off x="4875" y="663"/>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i="1">
                <a:latin typeface="Times New Roman" panose="02020603050405020304" pitchFamily="18" charset="0"/>
                <a:ea typeface="宋体" panose="02010600030101010101" pitchFamily="2" charset="-122"/>
              </a:endParaRPr>
            </a:p>
          </p:txBody>
        </p:sp>
        <p:sp>
          <p:nvSpPr>
            <p:cNvPr id="45225" name="Text Box 169"/>
            <p:cNvSpPr txBox="1">
              <a:spLocks noChangeArrowheads="1"/>
            </p:cNvSpPr>
            <p:nvPr/>
          </p:nvSpPr>
          <p:spPr bwMode="auto">
            <a:xfrm>
              <a:off x="4920" y="1525"/>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3</a:t>
              </a:r>
              <a:endParaRPr kumimoji="1" lang="en-US" altLang="zh-CN" sz="2800" b="0" i="1">
                <a:latin typeface="Times New Roman" panose="02020603050405020304" pitchFamily="18" charset="0"/>
                <a:ea typeface="宋体" panose="02010600030101010101" pitchFamily="2" charset="-122"/>
              </a:endParaRPr>
            </a:p>
          </p:txBody>
        </p:sp>
        <p:sp>
          <p:nvSpPr>
            <p:cNvPr id="45226" name="Text Box 170"/>
            <p:cNvSpPr txBox="1">
              <a:spLocks noChangeArrowheads="1"/>
            </p:cNvSpPr>
            <p:nvPr/>
          </p:nvSpPr>
          <p:spPr bwMode="auto">
            <a:xfrm>
              <a:off x="4128" y="1548"/>
              <a:ext cx="3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4</a:t>
              </a:r>
              <a:endParaRPr kumimoji="1" lang="en-US" altLang="zh-CN" sz="2800" b="0" i="1">
                <a:latin typeface="Times New Roman" panose="02020603050405020304" pitchFamily="18" charset="0"/>
                <a:ea typeface="宋体" panose="02010600030101010101" pitchFamily="2" charset="-122"/>
              </a:endParaRPr>
            </a:p>
          </p:txBody>
        </p:sp>
        <p:sp>
          <p:nvSpPr>
            <p:cNvPr id="45227" name="Rectangle 171"/>
            <p:cNvSpPr>
              <a:spLocks noChangeArrowheads="1"/>
            </p:cNvSpPr>
            <p:nvPr/>
          </p:nvSpPr>
          <p:spPr bwMode="auto">
            <a:xfrm>
              <a:off x="4150" y="1842"/>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5228" name="Rectangle 172"/>
            <p:cNvSpPr>
              <a:spLocks noChangeArrowheads="1"/>
            </p:cNvSpPr>
            <p:nvPr/>
          </p:nvSpPr>
          <p:spPr bwMode="auto">
            <a:xfrm>
              <a:off x="4784" y="754"/>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5229" name="Rectangle 173"/>
            <p:cNvSpPr>
              <a:spLocks noChangeArrowheads="1"/>
            </p:cNvSpPr>
            <p:nvPr/>
          </p:nvSpPr>
          <p:spPr bwMode="auto">
            <a:xfrm>
              <a:off x="4793" y="1434"/>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5230" name="Rectangle 174"/>
            <p:cNvSpPr>
              <a:spLocks noChangeArrowheads="1"/>
            </p:cNvSpPr>
            <p:nvPr/>
          </p:nvSpPr>
          <p:spPr bwMode="auto">
            <a:xfrm>
              <a:off x="4422" y="1162"/>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45231" name="Group 175"/>
            <p:cNvGrpSpPr>
              <a:grpSpLocks/>
            </p:cNvGrpSpPr>
            <p:nvPr/>
          </p:nvGrpSpPr>
          <p:grpSpPr bwMode="auto">
            <a:xfrm>
              <a:off x="3819" y="1162"/>
              <a:ext cx="499" cy="590"/>
              <a:chOff x="476" y="663"/>
              <a:chExt cx="771" cy="862"/>
            </a:xfrm>
          </p:grpSpPr>
          <p:sp>
            <p:nvSpPr>
              <p:cNvPr id="45232" name="AutoShape 176"/>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5233" name="AutoShape 177"/>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5234" name="AutoShape 178"/>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sp>
          <p:nvSpPr>
            <p:cNvPr id="45235" name="Line 179"/>
            <p:cNvSpPr>
              <a:spLocks noChangeShapeType="1"/>
            </p:cNvSpPr>
            <p:nvPr/>
          </p:nvSpPr>
          <p:spPr bwMode="auto">
            <a:xfrm>
              <a:off x="5465" y="1298"/>
              <a:ext cx="0" cy="635"/>
            </a:xfrm>
            <a:prstGeom prst="line">
              <a:avLst/>
            </a:prstGeom>
            <a:noFill/>
            <a:ln w="28575">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pSp>
    </p:spTree>
    <p:extLst>
      <p:ext uri="{BB962C8B-B14F-4D97-AF65-F5344CB8AC3E}">
        <p14:creationId xmlns:p14="http://schemas.microsoft.com/office/powerpoint/2010/main" val="40433814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45105"/>
                                        </p:tgtEl>
                                        <p:attrNameLst>
                                          <p:attrName>style.visibility</p:attrName>
                                        </p:attrNameLst>
                                      </p:cBhvr>
                                      <p:to>
                                        <p:strVal val="visible"/>
                                      </p:to>
                                    </p:set>
                                    <p:animEffect transition="in" filter="dissolve">
                                      <p:cBhvr>
                                        <p:cTn id="7" dur="500"/>
                                        <p:tgtEl>
                                          <p:spTgt spid="451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32" fill="hold" nodeType="clickEffect">
                                  <p:stCondLst>
                                    <p:cond delay="0"/>
                                  </p:stCondLst>
                                  <p:childTnLst>
                                    <p:set>
                                      <p:cBhvr>
                                        <p:cTn id="11" dur="1" fill="hold">
                                          <p:stCondLst>
                                            <p:cond delay="0"/>
                                          </p:stCondLst>
                                        </p:cTn>
                                        <p:tgtEl>
                                          <p:spTgt spid="45102"/>
                                        </p:tgtEl>
                                        <p:attrNameLst>
                                          <p:attrName>style.visibility</p:attrName>
                                        </p:attrNameLst>
                                      </p:cBhvr>
                                      <p:to>
                                        <p:strVal val="visible"/>
                                      </p:to>
                                    </p:set>
                                    <p:anim calcmode="lin" valueType="num">
                                      <p:cBhvr>
                                        <p:cTn id="12" dur="500" fill="hold"/>
                                        <p:tgtEl>
                                          <p:spTgt spid="45102"/>
                                        </p:tgtEl>
                                        <p:attrNameLst>
                                          <p:attrName>ppt_w</p:attrName>
                                        </p:attrNameLst>
                                      </p:cBhvr>
                                      <p:tavLst>
                                        <p:tav tm="0">
                                          <p:val>
                                            <p:strVal val="4*#ppt_w"/>
                                          </p:val>
                                        </p:tav>
                                        <p:tav tm="100000">
                                          <p:val>
                                            <p:strVal val="#ppt_w"/>
                                          </p:val>
                                        </p:tav>
                                      </p:tavLst>
                                    </p:anim>
                                    <p:anim calcmode="lin" valueType="num">
                                      <p:cBhvr>
                                        <p:cTn id="13" dur="500" fill="hold"/>
                                        <p:tgtEl>
                                          <p:spTgt spid="45102"/>
                                        </p:tgtEl>
                                        <p:attrNameLst>
                                          <p:attrName>ppt_h</p:attrName>
                                        </p:attrNameLst>
                                      </p:cBhvr>
                                      <p:tavLst>
                                        <p:tav tm="0">
                                          <p:val>
                                            <p:strVal val="4*#ppt_h"/>
                                          </p:val>
                                        </p:tav>
                                        <p:tav tm="100000">
                                          <p:val>
                                            <p:strVal val="#ppt_h"/>
                                          </p:val>
                                        </p:tav>
                                      </p:tavLst>
                                    </p:anim>
                                  </p:childTnLst>
                                </p:cTn>
                              </p:par>
                            </p:childTnLst>
                          </p:cTn>
                        </p:par>
                        <p:par>
                          <p:cTn id="14" fill="hold" nodeType="afterGroup">
                            <p:stCondLst>
                              <p:cond delay="500"/>
                            </p:stCondLst>
                            <p:childTnLst>
                              <p:par>
                                <p:cTn id="15" presetID="23" presetClass="entr" presetSubtype="32" fill="hold" nodeType="afterEffect">
                                  <p:stCondLst>
                                    <p:cond delay="0"/>
                                  </p:stCondLst>
                                  <p:childTnLst>
                                    <p:set>
                                      <p:cBhvr>
                                        <p:cTn id="16" dur="1" fill="hold">
                                          <p:stCondLst>
                                            <p:cond delay="0"/>
                                          </p:stCondLst>
                                        </p:cTn>
                                        <p:tgtEl>
                                          <p:spTgt spid="45103"/>
                                        </p:tgtEl>
                                        <p:attrNameLst>
                                          <p:attrName>style.visibility</p:attrName>
                                        </p:attrNameLst>
                                      </p:cBhvr>
                                      <p:to>
                                        <p:strVal val="visible"/>
                                      </p:to>
                                    </p:set>
                                    <p:anim calcmode="lin" valueType="num">
                                      <p:cBhvr>
                                        <p:cTn id="17" dur="500" fill="hold"/>
                                        <p:tgtEl>
                                          <p:spTgt spid="45103"/>
                                        </p:tgtEl>
                                        <p:attrNameLst>
                                          <p:attrName>ppt_w</p:attrName>
                                        </p:attrNameLst>
                                      </p:cBhvr>
                                      <p:tavLst>
                                        <p:tav tm="0">
                                          <p:val>
                                            <p:strVal val="4*#ppt_w"/>
                                          </p:val>
                                        </p:tav>
                                        <p:tav tm="100000">
                                          <p:val>
                                            <p:strVal val="#ppt_w"/>
                                          </p:val>
                                        </p:tav>
                                      </p:tavLst>
                                    </p:anim>
                                    <p:anim calcmode="lin" valueType="num">
                                      <p:cBhvr>
                                        <p:cTn id="18" dur="500" fill="hold"/>
                                        <p:tgtEl>
                                          <p:spTgt spid="45103"/>
                                        </p:tgtEl>
                                        <p:attrNameLst>
                                          <p:attrName>ppt_h</p:attrName>
                                        </p:attrNameLst>
                                      </p:cBhvr>
                                      <p:tavLst>
                                        <p:tav tm="0">
                                          <p:val>
                                            <p:strVal val="4*#ppt_h"/>
                                          </p:val>
                                        </p:tav>
                                        <p:tav tm="100000">
                                          <p:val>
                                            <p:strVal val="#ppt_h"/>
                                          </p:val>
                                        </p:tav>
                                      </p:tavLst>
                                    </p:anim>
                                  </p:childTnLst>
                                </p:cTn>
                              </p:par>
                            </p:childTnLst>
                          </p:cTn>
                        </p:par>
                        <p:par>
                          <p:cTn id="19" fill="hold" nodeType="afterGroup">
                            <p:stCondLst>
                              <p:cond delay="1000"/>
                            </p:stCondLst>
                            <p:childTnLst>
                              <p:par>
                                <p:cTn id="20" presetID="23" presetClass="entr" presetSubtype="32" fill="hold" nodeType="afterEffect">
                                  <p:stCondLst>
                                    <p:cond delay="0"/>
                                  </p:stCondLst>
                                  <p:childTnLst>
                                    <p:set>
                                      <p:cBhvr>
                                        <p:cTn id="21" dur="1" fill="hold">
                                          <p:stCondLst>
                                            <p:cond delay="0"/>
                                          </p:stCondLst>
                                        </p:cTn>
                                        <p:tgtEl>
                                          <p:spTgt spid="45104"/>
                                        </p:tgtEl>
                                        <p:attrNameLst>
                                          <p:attrName>style.visibility</p:attrName>
                                        </p:attrNameLst>
                                      </p:cBhvr>
                                      <p:to>
                                        <p:strVal val="visible"/>
                                      </p:to>
                                    </p:set>
                                    <p:anim calcmode="lin" valueType="num">
                                      <p:cBhvr>
                                        <p:cTn id="22" dur="500" fill="hold"/>
                                        <p:tgtEl>
                                          <p:spTgt spid="45104"/>
                                        </p:tgtEl>
                                        <p:attrNameLst>
                                          <p:attrName>ppt_w</p:attrName>
                                        </p:attrNameLst>
                                      </p:cBhvr>
                                      <p:tavLst>
                                        <p:tav tm="0">
                                          <p:val>
                                            <p:strVal val="4*#ppt_w"/>
                                          </p:val>
                                        </p:tav>
                                        <p:tav tm="100000">
                                          <p:val>
                                            <p:strVal val="#ppt_w"/>
                                          </p:val>
                                        </p:tav>
                                      </p:tavLst>
                                    </p:anim>
                                    <p:anim calcmode="lin" valueType="num">
                                      <p:cBhvr>
                                        <p:cTn id="23" dur="500" fill="hold"/>
                                        <p:tgtEl>
                                          <p:spTgt spid="45104"/>
                                        </p:tgtEl>
                                        <p:attrNameLst>
                                          <p:attrName>ppt_h</p:attrName>
                                        </p:attrNameLst>
                                      </p:cBhvr>
                                      <p:tavLst>
                                        <p:tav tm="0">
                                          <p:val>
                                            <p:strVal val="4*#ppt_h"/>
                                          </p:val>
                                        </p:tav>
                                        <p:tav tm="100000">
                                          <p:val>
                                            <p:strVal val="#ppt_h"/>
                                          </p:val>
                                        </p:tav>
                                      </p:tavLst>
                                    </p:anim>
                                  </p:childTnLst>
                                </p:cTn>
                              </p:par>
                            </p:childTnLst>
                          </p:cTn>
                        </p:par>
                        <p:par>
                          <p:cTn id="24" fill="hold" nodeType="afterGroup">
                            <p:stCondLst>
                              <p:cond delay="1500"/>
                            </p:stCondLst>
                            <p:childTnLst>
                              <p:par>
                                <p:cTn id="25" presetID="2" presetClass="entr" presetSubtype="8" fill="hold" nodeType="afterEffect">
                                  <p:stCondLst>
                                    <p:cond delay="0"/>
                                  </p:stCondLst>
                                  <p:childTnLst>
                                    <p:set>
                                      <p:cBhvr>
                                        <p:cTn id="26" dur="1" fill="hold">
                                          <p:stCondLst>
                                            <p:cond delay="0"/>
                                          </p:stCondLst>
                                        </p:cTn>
                                        <p:tgtEl>
                                          <p:spTgt spid="45149"/>
                                        </p:tgtEl>
                                        <p:attrNameLst>
                                          <p:attrName>style.visibility</p:attrName>
                                        </p:attrNameLst>
                                      </p:cBhvr>
                                      <p:to>
                                        <p:strVal val="visible"/>
                                      </p:to>
                                    </p:set>
                                    <p:anim calcmode="lin" valueType="num">
                                      <p:cBhvr additive="base">
                                        <p:cTn id="27" dur="500" fill="hold"/>
                                        <p:tgtEl>
                                          <p:spTgt spid="45149"/>
                                        </p:tgtEl>
                                        <p:attrNameLst>
                                          <p:attrName>ppt_x</p:attrName>
                                        </p:attrNameLst>
                                      </p:cBhvr>
                                      <p:tavLst>
                                        <p:tav tm="0">
                                          <p:val>
                                            <p:strVal val="0-#ppt_w/2"/>
                                          </p:val>
                                        </p:tav>
                                        <p:tav tm="100000">
                                          <p:val>
                                            <p:strVal val="#ppt_x"/>
                                          </p:val>
                                        </p:tav>
                                      </p:tavLst>
                                    </p:anim>
                                    <p:anim calcmode="lin" valueType="num">
                                      <p:cBhvr additive="base">
                                        <p:cTn id="28" dur="500" fill="hold"/>
                                        <p:tgtEl>
                                          <p:spTgt spid="45149"/>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45106"/>
                                        </p:tgtEl>
                                        <p:attrNameLst>
                                          <p:attrName>style.visibility</p:attrName>
                                        </p:attrNameLst>
                                      </p:cBhvr>
                                      <p:to>
                                        <p:strVal val="visible"/>
                                      </p:to>
                                    </p:set>
                                    <p:animEffect transition="in" filter="wipe(left)">
                                      <p:cBhvr>
                                        <p:cTn id="33" dur="2000"/>
                                        <p:tgtEl>
                                          <p:spTgt spid="45106"/>
                                        </p:tgtEl>
                                      </p:cBhvr>
                                    </p:animEffect>
                                  </p:childTnLst>
                                </p:cTn>
                              </p:par>
                            </p:childTnLst>
                          </p:cTn>
                        </p:par>
                        <p:par>
                          <p:cTn id="34" fill="hold" nodeType="afterGroup">
                            <p:stCondLst>
                              <p:cond delay="2000"/>
                            </p:stCondLst>
                            <p:childTnLst>
                              <p:par>
                                <p:cTn id="35" presetID="2" presetClass="entr" presetSubtype="8" fill="hold" nodeType="afterEffect">
                                  <p:stCondLst>
                                    <p:cond delay="0"/>
                                  </p:stCondLst>
                                  <p:childTnLst>
                                    <p:set>
                                      <p:cBhvr>
                                        <p:cTn id="36" dur="1" fill="hold">
                                          <p:stCondLst>
                                            <p:cond delay="0"/>
                                          </p:stCondLst>
                                        </p:cTn>
                                        <p:tgtEl>
                                          <p:spTgt spid="45109"/>
                                        </p:tgtEl>
                                        <p:attrNameLst>
                                          <p:attrName>style.visibility</p:attrName>
                                        </p:attrNameLst>
                                      </p:cBhvr>
                                      <p:to>
                                        <p:strVal val="visible"/>
                                      </p:to>
                                    </p:set>
                                    <p:anim calcmode="lin" valueType="num">
                                      <p:cBhvr additive="base">
                                        <p:cTn id="37" dur="500" fill="hold"/>
                                        <p:tgtEl>
                                          <p:spTgt spid="45109"/>
                                        </p:tgtEl>
                                        <p:attrNameLst>
                                          <p:attrName>ppt_x</p:attrName>
                                        </p:attrNameLst>
                                      </p:cBhvr>
                                      <p:tavLst>
                                        <p:tav tm="0">
                                          <p:val>
                                            <p:strVal val="0-#ppt_w/2"/>
                                          </p:val>
                                        </p:tav>
                                        <p:tav tm="100000">
                                          <p:val>
                                            <p:strVal val="#ppt_x"/>
                                          </p:val>
                                        </p:tav>
                                      </p:tavLst>
                                    </p:anim>
                                    <p:anim calcmode="lin" valueType="num">
                                      <p:cBhvr additive="base">
                                        <p:cTn id="38" dur="500" fill="hold"/>
                                        <p:tgtEl>
                                          <p:spTgt spid="45109"/>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45107"/>
                                        </p:tgtEl>
                                        <p:attrNameLst>
                                          <p:attrName>style.visibility</p:attrName>
                                        </p:attrNameLst>
                                      </p:cBhvr>
                                      <p:to>
                                        <p:strVal val="visible"/>
                                      </p:to>
                                    </p:set>
                                    <p:animEffect transition="in" filter="wipe(left)">
                                      <p:cBhvr>
                                        <p:cTn id="43" dur="2000"/>
                                        <p:tgtEl>
                                          <p:spTgt spid="45107"/>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45108"/>
                                        </p:tgtEl>
                                        <p:attrNameLst>
                                          <p:attrName>style.visibility</p:attrName>
                                        </p:attrNameLst>
                                      </p:cBhvr>
                                      <p:to>
                                        <p:strVal val="visible"/>
                                      </p:to>
                                    </p:set>
                                    <p:animEffect transition="in" filter="wipe(left)">
                                      <p:cBhvr>
                                        <p:cTn id="48" dur="2000"/>
                                        <p:tgtEl>
                                          <p:spTgt spid="45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05"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034" name="Object 2"/>
          <p:cNvGraphicFramePr>
            <a:graphicFrameLocks noChangeAspect="1"/>
          </p:cNvGraphicFramePr>
          <p:nvPr>
            <p:extLst>
              <p:ext uri="{D42A27DB-BD31-4B8C-83A1-F6EECF244321}">
                <p14:modId xmlns:p14="http://schemas.microsoft.com/office/powerpoint/2010/main" val="2408651783"/>
              </p:ext>
            </p:extLst>
          </p:nvPr>
        </p:nvGraphicFramePr>
        <p:xfrm>
          <a:off x="1843088" y="442913"/>
          <a:ext cx="4873625" cy="995362"/>
        </p:xfrm>
        <a:graphic>
          <a:graphicData uri="http://schemas.openxmlformats.org/presentationml/2006/ole">
            <mc:AlternateContent xmlns:mc="http://schemas.openxmlformats.org/markup-compatibility/2006">
              <mc:Choice xmlns:v="urn:schemas-microsoft-com:vml" Requires="v">
                <p:oleObj spid="_x0000_s127118" name="Equation" r:id="rId3" imgW="2616120" imgH="482400" progId="Equation.DSMT4">
                  <p:embed/>
                </p:oleObj>
              </mc:Choice>
              <mc:Fallback>
                <p:oleObj name="Equation" r:id="rId3" imgW="2616120" imgH="482400" progId="Equation.DSMT4">
                  <p:embed/>
                  <p:pic>
                    <p:nvPicPr>
                      <p:cNvPr id="44034" name="Object 2"/>
                      <p:cNvPicPr>
                        <a:picLocks noChangeAspect="1" noChangeArrowheads="1"/>
                      </p:cNvPicPr>
                      <p:nvPr/>
                    </p:nvPicPr>
                    <p:blipFill>
                      <a:blip r:embed="rId4"/>
                      <a:srcRect/>
                      <a:stretch>
                        <a:fillRect/>
                      </a:stretch>
                    </p:blipFill>
                    <p:spPr bwMode="auto">
                      <a:xfrm>
                        <a:off x="1843088" y="442913"/>
                        <a:ext cx="4873625" cy="995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35" name="Text Box 3"/>
          <p:cNvSpPr txBox="1">
            <a:spLocks noChangeArrowheads="1"/>
          </p:cNvSpPr>
          <p:nvPr/>
        </p:nvSpPr>
        <p:spPr bwMode="auto">
          <a:xfrm>
            <a:off x="1042988" y="3644900"/>
            <a:ext cx="2862262"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zh-CN" altLang="en-US" sz="2800">
                <a:latin typeface="Times New Roman" panose="02020603050405020304" pitchFamily="18" charset="0"/>
              </a:rPr>
              <a:t>方法</a:t>
            </a:r>
            <a:r>
              <a:rPr kumimoji="1" lang="en-US" altLang="zh-CN" sz="2800" b="0">
                <a:latin typeface="Times New Roman" panose="02020603050405020304" pitchFamily="18" charset="0"/>
              </a:rPr>
              <a:t>1</a:t>
            </a:r>
            <a:r>
              <a:rPr kumimoji="1" lang="zh-CN" altLang="en-US" sz="2800">
                <a:latin typeface="Times New Roman" panose="02020603050405020304" pitchFamily="18" charset="0"/>
              </a:rPr>
              <a:t>：电源变换</a:t>
            </a:r>
          </a:p>
        </p:txBody>
      </p:sp>
      <p:graphicFrame>
        <p:nvGraphicFramePr>
          <p:cNvPr id="44036" name="Object 4"/>
          <p:cNvGraphicFramePr>
            <a:graphicFrameLocks noChangeAspect="1"/>
          </p:cNvGraphicFramePr>
          <p:nvPr>
            <p:extLst>
              <p:ext uri="{D42A27DB-BD31-4B8C-83A1-F6EECF244321}">
                <p14:modId xmlns:p14="http://schemas.microsoft.com/office/powerpoint/2010/main" val="864423621"/>
              </p:ext>
            </p:extLst>
          </p:nvPr>
        </p:nvGraphicFramePr>
        <p:xfrm>
          <a:off x="4346575" y="3563938"/>
          <a:ext cx="4049713" cy="846137"/>
        </p:xfrm>
        <a:graphic>
          <a:graphicData uri="http://schemas.openxmlformats.org/presentationml/2006/ole">
            <mc:AlternateContent xmlns:mc="http://schemas.openxmlformats.org/markup-compatibility/2006">
              <mc:Choice xmlns:v="urn:schemas-microsoft-com:vml" Requires="v">
                <p:oleObj spid="_x0000_s127119" name="Equation" r:id="rId5" imgW="1930320" imgH="419040" progId="Equation.DSMT4">
                  <p:embed/>
                </p:oleObj>
              </mc:Choice>
              <mc:Fallback>
                <p:oleObj name="Equation" r:id="rId5" imgW="1930320" imgH="419040" progId="Equation.DSMT4">
                  <p:embed/>
                  <p:pic>
                    <p:nvPicPr>
                      <p:cNvPr id="44036" name="Object 4"/>
                      <p:cNvPicPr>
                        <a:picLocks noChangeAspect="1" noChangeArrowheads="1"/>
                      </p:cNvPicPr>
                      <p:nvPr/>
                    </p:nvPicPr>
                    <p:blipFill>
                      <a:blip r:embed="rId6"/>
                      <a:srcRect/>
                      <a:stretch>
                        <a:fillRect/>
                      </a:stretch>
                    </p:blipFill>
                    <p:spPr bwMode="auto">
                      <a:xfrm>
                        <a:off x="4346575" y="3563938"/>
                        <a:ext cx="4049713" cy="846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37" name="Rectangle 5"/>
          <p:cNvSpPr>
            <a:spLocks noChangeArrowheads="1"/>
          </p:cNvSpPr>
          <p:nvPr/>
        </p:nvSpPr>
        <p:spPr bwMode="auto">
          <a:xfrm>
            <a:off x="395288" y="3644900"/>
            <a:ext cx="541337" cy="519113"/>
          </a:xfrm>
          <a:prstGeom prst="rect">
            <a:avLst/>
          </a:prstGeom>
          <a:solidFill>
            <a:srgbClr val="990033"/>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zh-CN" altLang="en-US" sz="2800">
                <a:solidFill>
                  <a:schemeClr val="bg1"/>
                </a:solidFill>
                <a:latin typeface="Times New Roman" panose="02020603050405020304" pitchFamily="18" charset="0"/>
                <a:ea typeface="宋体" panose="02010600030101010101" pitchFamily="2" charset="-122"/>
              </a:rPr>
              <a:t>解</a:t>
            </a:r>
          </a:p>
        </p:txBody>
      </p:sp>
      <p:sp>
        <p:nvSpPr>
          <p:cNvPr id="44038" name="Text Box 6"/>
          <p:cNvSpPr txBox="1">
            <a:spLocks noChangeArrowheads="1"/>
          </p:cNvSpPr>
          <p:nvPr/>
        </p:nvSpPr>
        <p:spPr bwMode="auto">
          <a:xfrm>
            <a:off x="323850" y="549275"/>
            <a:ext cx="935038" cy="523220"/>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dirty="0">
                <a:latin typeface="Times New Roman" panose="02020603050405020304" pitchFamily="18" charset="0"/>
                <a:ea typeface="宋体" panose="02010600030101010101" pitchFamily="2" charset="-122"/>
              </a:rPr>
              <a:t>例</a:t>
            </a:r>
            <a:r>
              <a:rPr kumimoji="1" lang="en-US" altLang="zh-CN" sz="2800" b="0" dirty="0">
                <a:latin typeface="Times New Roman" panose="02020603050405020304" pitchFamily="18" charset="0"/>
                <a:ea typeface="宋体" panose="02010600030101010101" pitchFamily="2" charset="-122"/>
              </a:rPr>
              <a:t>3</a:t>
            </a:r>
          </a:p>
        </p:txBody>
      </p:sp>
      <p:graphicFrame>
        <p:nvGraphicFramePr>
          <p:cNvPr id="44078" name="Object 46"/>
          <p:cNvGraphicFramePr>
            <a:graphicFrameLocks noChangeAspect="1"/>
          </p:cNvGraphicFramePr>
          <p:nvPr>
            <p:extLst>
              <p:ext uri="{D42A27DB-BD31-4B8C-83A1-F6EECF244321}">
                <p14:modId xmlns:p14="http://schemas.microsoft.com/office/powerpoint/2010/main" val="3759964335"/>
              </p:ext>
            </p:extLst>
          </p:nvPr>
        </p:nvGraphicFramePr>
        <p:xfrm>
          <a:off x="1166813" y="4451350"/>
          <a:ext cx="2992437" cy="957263"/>
        </p:xfrm>
        <a:graphic>
          <a:graphicData uri="http://schemas.openxmlformats.org/presentationml/2006/ole">
            <mc:AlternateContent xmlns:mc="http://schemas.openxmlformats.org/markup-compatibility/2006">
              <mc:Choice xmlns:v="urn:schemas-microsoft-com:vml" Requires="v">
                <p:oleObj spid="_x0000_s127120" name="Equation" r:id="rId7" imgW="1104840" imgH="419040" progId="Equation.DSMT4">
                  <p:embed/>
                </p:oleObj>
              </mc:Choice>
              <mc:Fallback>
                <p:oleObj name="Equation" r:id="rId7" imgW="1104840" imgH="419040" progId="Equation.DSMT4">
                  <p:embed/>
                  <p:pic>
                    <p:nvPicPr>
                      <p:cNvPr id="44078" name="Object 46"/>
                      <p:cNvPicPr>
                        <a:picLocks noChangeAspect="1" noChangeArrowheads="1"/>
                      </p:cNvPicPr>
                      <p:nvPr/>
                    </p:nvPicPr>
                    <p:blipFill>
                      <a:blip r:embed="rId8"/>
                      <a:srcRect/>
                      <a:stretch>
                        <a:fillRect/>
                      </a:stretch>
                    </p:blipFill>
                    <p:spPr bwMode="auto">
                      <a:xfrm>
                        <a:off x="1166813" y="4451350"/>
                        <a:ext cx="2992437" cy="957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79" name="Object 47"/>
          <p:cNvGraphicFramePr>
            <a:graphicFrameLocks noChangeAspect="1"/>
          </p:cNvGraphicFramePr>
          <p:nvPr>
            <p:extLst>
              <p:ext uri="{D42A27DB-BD31-4B8C-83A1-F6EECF244321}">
                <p14:modId xmlns:p14="http://schemas.microsoft.com/office/powerpoint/2010/main" val="2822025903"/>
              </p:ext>
            </p:extLst>
          </p:nvPr>
        </p:nvGraphicFramePr>
        <p:xfrm>
          <a:off x="4162425" y="4492625"/>
          <a:ext cx="3914775" cy="969963"/>
        </p:xfrm>
        <a:graphic>
          <a:graphicData uri="http://schemas.openxmlformats.org/presentationml/2006/ole">
            <mc:AlternateContent xmlns:mc="http://schemas.openxmlformats.org/markup-compatibility/2006">
              <mc:Choice xmlns:v="urn:schemas-microsoft-com:vml" Requires="v">
                <p:oleObj spid="_x0000_s127121" name="Equation" r:id="rId9" imgW="1117440" imgH="380880" progId="Equation.DSMT4">
                  <p:embed/>
                </p:oleObj>
              </mc:Choice>
              <mc:Fallback>
                <p:oleObj name="Equation" r:id="rId9" imgW="1117440" imgH="380880" progId="Equation.DSMT4">
                  <p:embed/>
                  <p:pic>
                    <p:nvPicPr>
                      <p:cNvPr id="44079" name="Object 47"/>
                      <p:cNvPicPr>
                        <a:picLocks noChangeAspect="1" noChangeArrowheads="1"/>
                      </p:cNvPicPr>
                      <p:nvPr/>
                    </p:nvPicPr>
                    <p:blipFill>
                      <a:blip r:embed="rId10"/>
                      <a:srcRect/>
                      <a:stretch>
                        <a:fillRect/>
                      </a:stretch>
                    </p:blipFill>
                    <p:spPr bwMode="auto">
                      <a:xfrm>
                        <a:off x="4162425" y="4492625"/>
                        <a:ext cx="3914775" cy="969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80" name="Object 48"/>
          <p:cNvGraphicFramePr>
            <a:graphicFrameLocks noChangeAspect="1"/>
          </p:cNvGraphicFramePr>
          <p:nvPr>
            <p:extLst>
              <p:ext uri="{D42A27DB-BD31-4B8C-83A1-F6EECF244321}">
                <p14:modId xmlns:p14="http://schemas.microsoft.com/office/powerpoint/2010/main" val="2385437403"/>
              </p:ext>
            </p:extLst>
          </p:nvPr>
        </p:nvGraphicFramePr>
        <p:xfrm>
          <a:off x="1296988" y="5457825"/>
          <a:ext cx="2205037" cy="825500"/>
        </p:xfrm>
        <a:graphic>
          <a:graphicData uri="http://schemas.openxmlformats.org/presentationml/2006/ole">
            <mc:AlternateContent xmlns:mc="http://schemas.openxmlformats.org/markup-compatibility/2006">
              <mc:Choice xmlns:v="urn:schemas-microsoft-com:vml" Requires="v">
                <p:oleObj spid="_x0000_s127122" name="Equation" r:id="rId11" imgW="1015920" imgH="380880" progId="Equation.DSMT4">
                  <p:embed/>
                </p:oleObj>
              </mc:Choice>
              <mc:Fallback>
                <p:oleObj name="Equation" r:id="rId11" imgW="1015920" imgH="380880" progId="Equation.DSMT4">
                  <p:embed/>
                  <p:pic>
                    <p:nvPicPr>
                      <p:cNvPr id="44080" name="Object 48"/>
                      <p:cNvPicPr>
                        <a:picLocks noChangeAspect="1" noChangeArrowheads="1"/>
                      </p:cNvPicPr>
                      <p:nvPr/>
                    </p:nvPicPr>
                    <p:blipFill>
                      <a:blip r:embed="rId12"/>
                      <a:srcRect/>
                      <a:stretch>
                        <a:fillRect/>
                      </a:stretch>
                    </p:blipFill>
                    <p:spPr bwMode="auto">
                      <a:xfrm>
                        <a:off x="1296988" y="5457825"/>
                        <a:ext cx="2205037"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81" name="Object 49"/>
          <p:cNvGraphicFramePr>
            <a:graphicFrameLocks noChangeAspect="1"/>
          </p:cNvGraphicFramePr>
          <p:nvPr>
            <p:extLst>
              <p:ext uri="{D42A27DB-BD31-4B8C-83A1-F6EECF244321}">
                <p14:modId xmlns:p14="http://schemas.microsoft.com/office/powerpoint/2010/main" val="2088424369"/>
              </p:ext>
            </p:extLst>
          </p:nvPr>
        </p:nvGraphicFramePr>
        <p:xfrm>
          <a:off x="3471863" y="5673725"/>
          <a:ext cx="2452687" cy="438150"/>
        </p:xfrm>
        <a:graphic>
          <a:graphicData uri="http://schemas.openxmlformats.org/presentationml/2006/ole">
            <mc:AlternateContent xmlns:mc="http://schemas.openxmlformats.org/markup-compatibility/2006">
              <mc:Choice xmlns:v="urn:schemas-microsoft-com:vml" Requires="v">
                <p:oleObj spid="_x0000_s127123" name="Equation" r:id="rId13" imgW="1130040" imgH="203040" progId="Equation.DSMT4">
                  <p:embed/>
                </p:oleObj>
              </mc:Choice>
              <mc:Fallback>
                <p:oleObj name="Equation" r:id="rId13" imgW="1130040" imgH="203040" progId="Equation.DSMT4">
                  <p:embed/>
                  <p:pic>
                    <p:nvPicPr>
                      <p:cNvPr id="44081" name="Object 49"/>
                      <p:cNvPicPr>
                        <a:picLocks noChangeAspect="1" noChangeArrowheads="1"/>
                      </p:cNvPicPr>
                      <p:nvPr/>
                    </p:nvPicPr>
                    <p:blipFill>
                      <a:blip r:embed="rId14"/>
                      <a:srcRect/>
                      <a:stretch>
                        <a:fillRect/>
                      </a:stretch>
                    </p:blipFill>
                    <p:spPr bwMode="auto">
                      <a:xfrm>
                        <a:off x="3471863" y="5673725"/>
                        <a:ext cx="2452687"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4116" name="Group 84"/>
          <p:cNvGrpSpPr>
            <a:grpSpLocks/>
          </p:cNvGrpSpPr>
          <p:nvPr/>
        </p:nvGrpSpPr>
        <p:grpSpPr bwMode="auto">
          <a:xfrm>
            <a:off x="5076825" y="1557338"/>
            <a:ext cx="3119438" cy="1814512"/>
            <a:chOff x="3061" y="2251"/>
            <a:chExt cx="1965" cy="1143"/>
          </a:xfrm>
        </p:grpSpPr>
        <p:sp>
          <p:nvSpPr>
            <p:cNvPr id="44117" name="Line 85"/>
            <p:cNvSpPr>
              <a:spLocks noChangeShapeType="1"/>
            </p:cNvSpPr>
            <p:nvPr/>
          </p:nvSpPr>
          <p:spPr bwMode="auto">
            <a:xfrm>
              <a:off x="3243" y="2296"/>
              <a:ext cx="1497"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44118" name="Rectangle 86"/>
            <p:cNvSpPr>
              <a:spLocks noChangeArrowheads="1"/>
            </p:cNvSpPr>
            <p:nvPr/>
          </p:nvSpPr>
          <p:spPr bwMode="auto">
            <a:xfrm>
              <a:off x="3833" y="2251"/>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4119" name="Oval 87"/>
            <p:cNvSpPr>
              <a:spLocks noChangeArrowheads="1"/>
            </p:cNvSpPr>
            <p:nvPr/>
          </p:nvSpPr>
          <p:spPr bwMode="auto">
            <a:xfrm>
              <a:off x="3061" y="2840"/>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4120" name="Line 88"/>
            <p:cNvSpPr>
              <a:spLocks noChangeShapeType="1"/>
            </p:cNvSpPr>
            <p:nvPr/>
          </p:nvSpPr>
          <p:spPr bwMode="auto">
            <a:xfrm>
              <a:off x="3253" y="2301"/>
              <a:ext cx="0" cy="1008"/>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4121" name="Line 89"/>
            <p:cNvSpPr>
              <a:spLocks noChangeShapeType="1"/>
            </p:cNvSpPr>
            <p:nvPr/>
          </p:nvSpPr>
          <p:spPr bwMode="auto">
            <a:xfrm>
              <a:off x="4729" y="2301"/>
              <a:ext cx="0" cy="1008"/>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44122" name="Object 90"/>
            <p:cNvGraphicFramePr>
              <a:graphicFrameLocks noChangeAspect="1"/>
            </p:cNvGraphicFramePr>
            <p:nvPr>
              <p:extLst>
                <p:ext uri="{D42A27DB-BD31-4B8C-83A1-F6EECF244321}">
                  <p14:modId xmlns:p14="http://schemas.microsoft.com/office/powerpoint/2010/main" val="3584109555"/>
                </p:ext>
              </p:extLst>
            </p:nvPr>
          </p:nvGraphicFramePr>
          <p:xfrm>
            <a:off x="3501" y="2855"/>
            <a:ext cx="865" cy="293"/>
          </p:xfrm>
          <a:graphic>
            <a:graphicData uri="http://schemas.openxmlformats.org/presentationml/2006/ole">
              <mc:AlternateContent xmlns:mc="http://schemas.openxmlformats.org/markup-compatibility/2006">
                <mc:Choice xmlns:v="urn:schemas-microsoft-com:vml" Requires="v">
                  <p:oleObj spid="_x0000_s127124" name="Equation" r:id="rId15" imgW="711000" imgH="241200" progId="Equation.DSMT4">
                    <p:embed/>
                  </p:oleObj>
                </mc:Choice>
                <mc:Fallback>
                  <p:oleObj name="Equation" r:id="rId15" imgW="711000" imgH="241200" progId="Equation.DSMT4">
                    <p:embed/>
                    <p:pic>
                      <p:nvPicPr>
                        <p:cNvPr id="44122" name="Object 90"/>
                        <p:cNvPicPr>
                          <a:picLocks noChangeAspect="1" noChangeArrowheads="1"/>
                        </p:cNvPicPr>
                        <p:nvPr/>
                      </p:nvPicPr>
                      <p:blipFill>
                        <a:blip r:embed="rId16"/>
                        <a:srcRect/>
                        <a:stretch>
                          <a:fillRect/>
                        </a:stretch>
                      </p:blipFill>
                      <p:spPr bwMode="auto">
                        <a:xfrm>
                          <a:off x="3501" y="2855"/>
                          <a:ext cx="865" cy="2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123" name="Text Box 91"/>
            <p:cNvSpPr txBox="1">
              <a:spLocks noChangeArrowheads="1"/>
            </p:cNvSpPr>
            <p:nvPr/>
          </p:nvSpPr>
          <p:spPr bwMode="auto">
            <a:xfrm>
              <a:off x="4105" y="2296"/>
              <a:ext cx="317"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i="1">
                <a:latin typeface="Times New Roman" panose="02020603050405020304" pitchFamily="18" charset="0"/>
                <a:ea typeface="宋体" panose="02010600030101010101" pitchFamily="2" charset="-122"/>
              </a:endParaRPr>
            </a:p>
          </p:txBody>
        </p:sp>
        <p:sp>
          <p:nvSpPr>
            <p:cNvPr id="44124" name="Text Box 92"/>
            <p:cNvSpPr txBox="1">
              <a:spLocks noChangeArrowheads="1"/>
            </p:cNvSpPr>
            <p:nvPr/>
          </p:nvSpPr>
          <p:spPr bwMode="auto">
            <a:xfrm>
              <a:off x="3288" y="2387"/>
              <a:ext cx="642"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1</a:t>
              </a: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3</a:t>
              </a:r>
              <a:endParaRPr kumimoji="1" lang="en-US" altLang="zh-CN" sz="2800" b="0">
                <a:latin typeface="Times New Roman" panose="02020603050405020304" pitchFamily="18" charset="0"/>
                <a:ea typeface="宋体" panose="02010600030101010101" pitchFamily="2" charset="-122"/>
              </a:endParaRPr>
            </a:p>
          </p:txBody>
        </p:sp>
        <p:sp>
          <p:nvSpPr>
            <p:cNvPr id="44125" name="Text Box 93"/>
            <p:cNvSpPr txBox="1">
              <a:spLocks noChangeArrowheads="1"/>
            </p:cNvSpPr>
            <p:nvPr/>
          </p:nvSpPr>
          <p:spPr bwMode="auto">
            <a:xfrm>
              <a:off x="4785" y="2659"/>
              <a:ext cx="241"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p>
          </p:txBody>
        </p:sp>
        <p:sp>
          <p:nvSpPr>
            <p:cNvPr id="44126" name="Line 94"/>
            <p:cNvSpPr>
              <a:spLocks noChangeShapeType="1"/>
            </p:cNvSpPr>
            <p:nvPr/>
          </p:nvSpPr>
          <p:spPr bwMode="auto">
            <a:xfrm flipH="1">
              <a:off x="4824" y="2301"/>
              <a:ext cx="0" cy="28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44127" name="Object 95"/>
            <p:cNvGraphicFramePr>
              <a:graphicFrameLocks noChangeAspect="1"/>
            </p:cNvGraphicFramePr>
            <p:nvPr>
              <p:extLst>
                <p:ext uri="{D42A27DB-BD31-4B8C-83A1-F6EECF244321}">
                  <p14:modId xmlns:p14="http://schemas.microsoft.com/office/powerpoint/2010/main" val="2055697090"/>
                </p:ext>
              </p:extLst>
            </p:nvPr>
          </p:nvGraphicFramePr>
          <p:xfrm>
            <a:off x="4839" y="2301"/>
            <a:ext cx="177" cy="269"/>
          </p:xfrm>
          <a:graphic>
            <a:graphicData uri="http://schemas.openxmlformats.org/presentationml/2006/ole">
              <mc:AlternateContent xmlns:mc="http://schemas.openxmlformats.org/markup-compatibility/2006">
                <mc:Choice xmlns:v="urn:schemas-microsoft-com:vml" Requires="v">
                  <p:oleObj spid="_x0000_s127125" name="Equation" r:id="rId17" imgW="126720" imgH="190440" progId="Equation.DSMT4">
                    <p:embed/>
                  </p:oleObj>
                </mc:Choice>
                <mc:Fallback>
                  <p:oleObj name="Equation" r:id="rId17" imgW="126720" imgH="190440" progId="Equation.DSMT4">
                    <p:embed/>
                    <p:pic>
                      <p:nvPicPr>
                        <p:cNvPr id="44127" name="Object 95"/>
                        <p:cNvPicPr>
                          <a:picLocks noChangeAspect="1" noChangeArrowheads="1"/>
                        </p:cNvPicPr>
                        <p:nvPr/>
                      </p:nvPicPr>
                      <p:blipFill>
                        <a:blip r:embed="rId18"/>
                        <a:srcRect/>
                        <a:stretch>
                          <a:fillRect/>
                        </a:stretch>
                      </p:blipFill>
                      <p:spPr bwMode="auto">
                        <a:xfrm>
                          <a:off x="4839" y="2301"/>
                          <a:ext cx="177" cy="2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128" name="Text Box 96"/>
            <p:cNvSpPr txBox="1">
              <a:spLocks noChangeArrowheads="1"/>
            </p:cNvSpPr>
            <p:nvPr/>
          </p:nvSpPr>
          <p:spPr bwMode="auto">
            <a:xfrm>
              <a:off x="3333" y="2614"/>
              <a:ext cx="24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a:latin typeface="Times New Roman" panose="02020603050405020304" pitchFamily="18" charset="0"/>
                  <a:ea typeface="宋体" panose="02010600030101010101" pitchFamily="2" charset="-122"/>
                </a:rPr>
                <a:t>+</a:t>
              </a:r>
            </a:p>
          </p:txBody>
        </p:sp>
        <p:sp>
          <p:nvSpPr>
            <p:cNvPr id="44129" name="Text Box 97"/>
            <p:cNvSpPr txBox="1">
              <a:spLocks noChangeArrowheads="1"/>
            </p:cNvSpPr>
            <p:nvPr/>
          </p:nvSpPr>
          <p:spPr bwMode="auto">
            <a:xfrm>
              <a:off x="3379" y="3067"/>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a:latin typeface="宋体" panose="02010600030101010101" pitchFamily="2" charset="-122"/>
                  <a:ea typeface="宋体" panose="02010600030101010101" pitchFamily="2" charset="-122"/>
                </a:rPr>
                <a:t>-</a:t>
              </a:r>
              <a:endParaRPr kumimoji="1" lang="en-US" altLang="zh-CN" sz="2800" b="0">
                <a:ea typeface="宋体" panose="02010600030101010101" pitchFamily="2" charset="-122"/>
              </a:endParaRPr>
            </a:p>
          </p:txBody>
        </p:sp>
        <p:sp>
          <p:nvSpPr>
            <p:cNvPr id="44130" name="Rectangle 98"/>
            <p:cNvSpPr>
              <a:spLocks noChangeArrowheads="1"/>
            </p:cNvSpPr>
            <p:nvPr/>
          </p:nvSpPr>
          <p:spPr bwMode="auto">
            <a:xfrm>
              <a:off x="4658" y="2659"/>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4131" name="Rectangle 99"/>
            <p:cNvSpPr>
              <a:spLocks noChangeArrowheads="1"/>
            </p:cNvSpPr>
            <p:nvPr/>
          </p:nvSpPr>
          <p:spPr bwMode="auto">
            <a:xfrm>
              <a:off x="3197" y="2387"/>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4132" name="Line 100"/>
            <p:cNvSpPr>
              <a:spLocks noChangeShapeType="1"/>
            </p:cNvSpPr>
            <p:nvPr/>
          </p:nvSpPr>
          <p:spPr bwMode="auto">
            <a:xfrm>
              <a:off x="3243" y="3294"/>
              <a:ext cx="1497"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pSp>
      <p:grpSp>
        <p:nvGrpSpPr>
          <p:cNvPr id="44137" name="Group 105"/>
          <p:cNvGrpSpPr>
            <a:grpSpLocks/>
          </p:cNvGrpSpPr>
          <p:nvPr/>
        </p:nvGrpSpPr>
        <p:grpSpPr bwMode="auto">
          <a:xfrm>
            <a:off x="1116013" y="1628775"/>
            <a:ext cx="3406775" cy="1681163"/>
            <a:chOff x="703" y="1026"/>
            <a:chExt cx="2146" cy="1059"/>
          </a:xfrm>
        </p:grpSpPr>
        <p:sp>
          <p:nvSpPr>
            <p:cNvPr id="44096" name="Line 64"/>
            <p:cNvSpPr>
              <a:spLocks noChangeShapeType="1"/>
            </p:cNvSpPr>
            <p:nvPr/>
          </p:nvSpPr>
          <p:spPr bwMode="auto">
            <a:xfrm>
              <a:off x="878" y="1077"/>
              <a:ext cx="0" cy="1008"/>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4098" name="Text Box 66"/>
            <p:cNvSpPr txBox="1">
              <a:spLocks noChangeArrowheads="1"/>
            </p:cNvSpPr>
            <p:nvPr/>
          </p:nvSpPr>
          <p:spPr bwMode="auto">
            <a:xfrm>
              <a:off x="2109" y="1163"/>
              <a:ext cx="317"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i="1">
                <a:latin typeface="Times New Roman" panose="02020603050405020304" pitchFamily="18" charset="0"/>
                <a:ea typeface="宋体" panose="02010600030101010101" pitchFamily="2" charset="-122"/>
              </a:endParaRPr>
            </a:p>
          </p:txBody>
        </p:sp>
        <p:sp>
          <p:nvSpPr>
            <p:cNvPr id="44099" name="Line 67"/>
            <p:cNvSpPr>
              <a:spLocks noChangeShapeType="1"/>
            </p:cNvSpPr>
            <p:nvPr/>
          </p:nvSpPr>
          <p:spPr bwMode="auto">
            <a:xfrm>
              <a:off x="878" y="1077"/>
              <a:ext cx="1680" cy="0"/>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4100" name="Line 68"/>
            <p:cNvSpPr>
              <a:spLocks noChangeShapeType="1"/>
            </p:cNvSpPr>
            <p:nvPr/>
          </p:nvSpPr>
          <p:spPr bwMode="auto">
            <a:xfrm>
              <a:off x="1406" y="1077"/>
              <a:ext cx="0" cy="1008"/>
            </a:xfrm>
            <a:prstGeom prst="line">
              <a:avLst/>
            </a:prstGeom>
            <a:noFill/>
            <a:ln w="28575">
              <a:solidFill>
                <a:srgbClr val="FFCC00"/>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4101" name="Line 69"/>
            <p:cNvSpPr>
              <a:spLocks noChangeShapeType="1"/>
            </p:cNvSpPr>
            <p:nvPr/>
          </p:nvSpPr>
          <p:spPr bwMode="auto">
            <a:xfrm>
              <a:off x="1964" y="1075"/>
              <a:ext cx="0" cy="1008"/>
            </a:xfrm>
            <a:prstGeom prst="line">
              <a:avLst/>
            </a:prstGeom>
            <a:noFill/>
            <a:ln w="28575">
              <a:solidFill>
                <a:srgbClr val="FFCC00"/>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4102" name="Line 70"/>
            <p:cNvSpPr>
              <a:spLocks noChangeShapeType="1"/>
            </p:cNvSpPr>
            <p:nvPr/>
          </p:nvSpPr>
          <p:spPr bwMode="auto">
            <a:xfrm>
              <a:off x="2558" y="1077"/>
              <a:ext cx="0" cy="1008"/>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4103" name="Line 71"/>
            <p:cNvSpPr>
              <a:spLocks noChangeShapeType="1"/>
            </p:cNvSpPr>
            <p:nvPr/>
          </p:nvSpPr>
          <p:spPr bwMode="auto">
            <a:xfrm>
              <a:off x="878" y="2085"/>
              <a:ext cx="1680" cy="0"/>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4105" name="Line 73"/>
            <p:cNvSpPr>
              <a:spLocks noChangeShapeType="1"/>
            </p:cNvSpPr>
            <p:nvPr/>
          </p:nvSpPr>
          <p:spPr bwMode="auto">
            <a:xfrm flipH="1" flipV="1">
              <a:off x="876" y="1156"/>
              <a:ext cx="8" cy="32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44106" name="Object 74"/>
            <p:cNvGraphicFramePr>
              <a:graphicFrameLocks noChangeAspect="1"/>
            </p:cNvGraphicFramePr>
            <p:nvPr>
              <p:extLst>
                <p:ext uri="{D42A27DB-BD31-4B8C-83A1-F6EECF244321}">
                  <p14:modId xmlns:p14="http://schemas.microsoft.com/office/powerpoint/2010/main" val="3064753220"/>
                </p:ext>
              </p:extLst>
            </p:nvPr>
          </p:nvGraphicFramePr>
          <p:xfrm>
            <a:off x="939" y="1159"/>
            <a:ext cx="219" cy="348"/>
          </p:xfrm>
          <a:graphic>
            <a:graphicData uri="http://schemas.openxmlformats.org/presentationml/2006/ole">
              <mc:AlternateContent xmlns:mc="http://schemas.openxmlformats.org/markup-compatibility/2006">
                <mc:Choice xmlns:v="urn:schemas-microsoft-com:vml" Requires="v">
                  <p:oleObj spid="_x0000_s127126" name="Equation" r:id="rId19" imgW="152280" imgH="241200" progId="Equation.DSMT4">
                    <p:embed/>
                  </p:oleObj>
                </mc:Choice>
                <mc:Fallback>
                  <p:oleObj name="Equation" r:id="rId19" imgW="152280" imgH="241200" progId="Equation.DSMT4">
                    <p:embed/>
                    <p:pic>
                      <p:nvPicPr>
                        <p:cNvPr id="44106" name="Object 74"/>
                        <p:cNvPicPr>
                          <a:picLocks noChangeAspect="1" noChangeArrowheads="1"/>
                        </p:cNvPicPr>
                        <p:nvPr/>
                      </p:nvPicPr>
                      <p:blipFill>
                        <a:blip r:embed="rId20"/>
                        <a:srcRect/>
                        <a:stretch>
                          <a:fillRect/>
                        </a:stretch>
                      </p:blipFill>
                      <p:spPr bwMode="auto">
                        <a:xfrm>
                          <a:off x="939" y="1159"/>
                          <a:ext cx="219" cy="3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107" name="Text Box 75"/>
            <p:cNvSpPr txBox="1">
              <a:spLocks noChangeArrowheads="1"/>
            </p:cNvSpPr>
            <p:nvPr/>
          </p:nvSpPr>
          <p:spPr bwMode="auto">
            <a:xfrm>
              <a:off x="1429" y="1525"/>
              <a:ext cx="317"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1</a:t>
              </a:r>
              <a:endParaRPr kumimoji="1" lang="en-US" altLang="zh-CN" sz="2800" b="0" i="1">
                <a:latin typeface="Times New Roman" panose="02020603050405020304" pitchFamily="18" charset="0"/>
                <a:ea typeface="宋体" panose="02010600030101010101" pitchFamily="2" charset="-122"/>
              </a:endParaRPr>
            </a:p>
          </p:txBody>
        </p:sp>
        <p:sp>
          <p:nvSpPr>
            <p:cNvPr id="44108" name="Text Box 76"/>
            <p:cNvSpPr txBox="1">
              <a:spLocks noChangeArrowheads="1"/>
            </p:cNvSpPr>
            <p:nvPr/>
          </p:nvSpPr>
          <p:spPr bwMode="auto">
            <a:xfrm>
              <a:off x="2608" y="1571"/>
              <a:ext cx="241"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p>
          </p:txBody>
        </p:sp>
        <p:sp>
          <p:nvSpPr>
            <p:cNvPr id="44109" name="Text Box 77"/>
            <p:cNvSpPr txBox="1">
              <a:spLocks noChangeArrowheads="1"/>
            </p:cNvSpPr>
            <p:nvPr/>
          </p:nvSpPr>
          <p:spPr bwMode="auto">
            <a:xfrm>
              <a:off x="1973" y="1525"/>
              <a:ext cx="317"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3</a:t>
              </a:r>
              <a:endParaRPr kumimoji="1" lang="en-US" altLang="zh-CN" sz="2800" b="0" i="1">
                <a:latin typeface="Times New Roman" panose="02020603050405020304" pitchFamily="18" charset="0"/>
                <a:ea typeface="宋体" panose="02010600030101010101" pitchFamily="2" charset="-122"/>
              </a:endParaRPr>
            </a:p>
          </p:txBody>
        </p:sp>
        <p:sp>
          <p:nvSpPr>
            <p:cNvPr id="44110" name="Line 78"/>
            <p:cNvSpPr>
              <a:spLocks noChangeShapeType="1"/>
            </p:cNvSpPr>
            <p:nvPr/>
          </p:nvSpPr>
          <p:spPr bwMode="auto">
            <a:xfrm>
              <a:off x="2637" y="1077"/>
              <a:ext cx="0" cy="2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44111" name="Object 79"/>
            <p:cNvGraphicFramePr>
              <a:graphicFrameLocks noChangeAspect="1"/>
            </p:cNvGraphicFramePr>
            <p:nvPr>
              <p:extLst>
                <p:ext uri="{D42A27DB-BD31-4B8C-83A1-F6EECF244321}">
                  <p14:modId xmlns:p14="http://schemas.microsoft.com/office/powerpoint/2010/main" val="3512172871"/>
                </p:ext>
              </p:extLst>
            </p:nvPr>
          </p:nvGraphicFramePr>
          <p:xfrm>
            <a:off x="2637" y="1076"/>
            <a:ext cx="177" cy="270"/>
          </p:xfrm>
          <a:graphic>
            <a:graphicData uri="http://schemas.openxmlformats.org/presentationml/2006/ole">
              <mc:AlternateContent xmlns:mc="http://schemas.openxmlformats.org/markup-compatibility/2006">
                <mc:Choice xmlns:v="urn:schemas-microsoft-com:vml" Requires="v">
                  <p:oleObj spid="_x0000_s127127" name="Equation" r:id="rId21" imgW="126720" imgH="190440" progId="Equation.DSMT4">
                    <p:embed/>
                  </p:oleObj>
                </mc:Choice>
                <mc:Fallback>
                  <p:oleObj name="Equation" r:id="rId21" imgW="126720" imgH="190440" progId="Equation.DSMT4">
                    <p:embed/>
                    <p:pic>
                      <p:nvPicPr>
                        <p:cNvPr id="44111" name="Object 79"/>
                        <p:cNvPicPr>
                          <a:picLocks noChangeAspect="1" noChangeArrowheads="1"/>
                        </p:cNvPicPr>
                        <p:nvPr/>
                      </p:nvPicPr>
                      <p:blipFill>
                        <a:blip r:embed="rId22"/>
                        <a:srcRect/>
                        <a:stretch>
                          <a:fillRect/>
                        </a:stretch>
                      </p:blipFill>
                      <p:spPr bwMode="auto">
                        <a:xfrm>
                          <a:off x="2637" y="1076"/>
                          <a:ext cx="177" cy="2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112" name="Rectangle 80"/>
            <p:cNvSpPr>
              <a:spLocks noChangeArrowheads="1"/>
            </p:cNvSpPr>
            <p:nvPr/>
          </p:nvSpPr>
          <p:spPr bwMode="auto">
            <a:xfrm>
              <a:off x="2481" y="1435"/>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4113" name="Rectangle 81"/>
            <p:cNvSpPr>
              <a:spLocks noChangeArrowheads="1"/>
            </p:cNvSpPr>
            <p:nvPr/>
          </p:nvSpPr>
          <p:spPr bwMode="auto">
            <a:xfrm>
              <a:off x="1883" y="1435"/>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4114" name="Rectangle 82"/>
            <p:cNvSpPr>
              <a:spLocks noChangeArrowheads="1"/>
            </p:cNvSpPr>
            <p:nvPr/>
          </p:nvSpPr>
          <p:spPr bwMode="auto">
            <a:xfrm>
              <a:off x="1338" y="1435"/>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4115" name="Rectangle 83"/>
            <p:cNvSpPr>
              <a:spLocks noChangeArrowheads="1"/>
            </p:cNvSpPr>
            <p:nvPr/>
          </p:nvSpPr>
          <p:spPr bwMode="auto">
            <a:xfrm>
              <a:off x="2109" y="1026"/>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44136" name="Group 104"/>
            <p:cNvGrpSpPr>
              <a:grpSpLocks/>
            </p:cNvGrpSpPr>
            <p:nvPr/>
          </p:nvGrpSpPr>
          <p:grpSpPr bwMode="auto">
            <a:xfrm>
              <a:off x="703" y="1479"/>
              <a:ext cx="363" cy="363"/>
              <a:chOff x="703" y="1435"/>
              <a:chExt cx="363" cy="363"/>
            </a:xfrm>
          </p:grpSpPr>
          <p:sp>
            <p:nvSpPr>
              <p:cNvPr id="44097" name="Oval 65"/>
              <p:cNvSpPr>
                <a:spLocks noChangeArrowheads="1"/>
              </p:cNvSpPr>
              <p:nvPr/>
            </p:nvSpPr>
            <p:spPr bwMode="auto">
              <a:xfrm>
                <a:off x="703" y="1435"/>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4104" name="Line 72"/>
              <p:cNvSpPr>
                <a:spLocks noChangeShapeType="1"/>
              </p:cNvSpPr>
              <p:nvPr/>
            </p:nvSpPr>
            <p:spPr bwMode="auto">
              <a:xfrm>
                <a:off x="703" y="1616"/>
                <a:ext cx="363"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grpSp>
    </p:spTree>
    <p:extLst>
      <p:ext uri="{BB962C8B-B14F-4D97-AF65-F5344CB8AC3E}">
        <p14:creationId xmlns:p14="http://schemas.microsoft.com/office/powerpoint/2010/main" val="1107964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withEffect">
                                  <p:stCondLst>
                                    <p:cond delay="0"/>
                                  </p:stCondLst>
                                  <p:childTnLst>
                                    <p:set>
                                      <p:cBhvr>
                                        <p:cTn id="6" dur="1" fill="hold">
                                          <p:stCondLst>
                                            <p:cond delay="0"/>
                                          </p:stCondLst>
                                        </p:cTn>
                                        <p:tgtEl>
                                          <p:spTgt spid="44038"/>
                                        </p:tgtEl>
                                        <p:attrNameLst>
                                          <p:attrName>style.visibility</p:attrName>
                                        </p:attrNameLst>
                                      </p:cBhvr>
                                      <p:to>
                                        <p:strVal val="visible"/>
                                      </p:to>
                                    </p:set>
                                    <p:anim calcmode="lin" valueType="num">
                                      <p:cBhvr>
                                        <p:cTn id="7" dur="1000" fill="hold"/>
                                        <p:tgtEl>
                                          <p:spTgt spid="44038"/>
                                        </p:tgtEl>
                                        <p:attrNameLst>
                                          <p:attrName>ppt_w</p:attrName>
                                        </p:attrNameLst>
                                      </p:cBhvr>
                                      <p:tavLst>
                                        <p:tav tm="0">
                                          <p:val>
                                            <p:fltVal val="0"/>
                                          </p:val>
                                        </p:tav>
                                        <p:tav tm="100000">
                                          <p:val>
                                            <p:strVal val="#ppt_w"/>
                                          </p:val>
                                        </p:tav>
                                      </p:tavLst>
                                    </p:anim>
                                    <p:anim calcmode="lin" valueType="num">
                                      <p:cBhvr>
                                        <p:cTn id="8" dur="1000" fill="hold"/>
                                        <p:tgtEl>
                                          <p:spTgt spid="44038"/>
                                        </p:tgtEl>
                                        <p:attrNameLst>
                                          <p:attrName>ppt_h</p:attrName>
                                        </p:attrNameLst>
                                      </p:cBhvr>
                                      <p:tavLst>
                                        <p:tav tm="0">
                                          <p:val>
                                            <p:fltVal val="0"/>
                                          </p:val>
                                        </p:tav>
                                        <p:tav tm="100000">
                                          <p:val>
                                            <p:strVal val="#ppt_h"/>
                                          </p:val>
                                        </p:tav>
                                      </p:tavLst>
                                    </p:anim>
                                    <p:anim calcmode="lin" valueType="num">
                                      <p:cBhvr>
                                        <p:cTn id="9" dur="1000" fill="hold"/>
                                        <p:tgtEl>
                                          <p:spTgt spid="44038"/>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44038"/>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3" presetClass="entr" presetSubtype="10" fill="hold" nodeType="afterEffect">
                                  <p:stCondLst>
                                    <p:cond delay="0"/>
                                  </p:stCondLst>
                                  <p:childTnLst>
                                    <p:set>
                                      <p:cBhvr>
                                        <p:cTn id="13" dur="1" fill="hold">
                                          <p:stCondLst>
                                            <p:cond delay="0"/>
                                          </p:stCondLst>
                                        </p:cTn>
                                        <p:tgtEl>
                                          <p:spTgt spid="44137"/>
                                        </p:tgtEl>
                                        <p:attrNameLst>
                                          <p:attrName>style.visibility</p:attrName>
                                        </p:attrNameLst>
                                      </p:cBhvr>
                                      <p:to>
                                        <p:strVal val="visible"/>
                                      </p:to>
                                    </p:set>
                                    <p:animEffect transition="in" filter="blinds(horizontal)">
                                      <p:cBhvr>
                                        <p:cTn id="14" dur="500"/>
                                        <p:tgtEl>
                                          <p:spTgt spid="44137"/>
                                        </p:tgtEl>
                                      </p:cBhvr>
                                    </p:animEffect>
                                  </p:childTnLst>
                                </p:cTn>
                              </p:par>
                            </p:childTnLst>
                          </p:cTn>
                        </p:par>
                        <p:par>
                          <p:cTn id="15" fill="hold" nodeType="afterGroup">
                            <p:stCondLst>
                              <p:cond delay="1500"/>
                            </p:stCondLst>
                            <p:childTnLst>
                              <p:par>
                                <p:cTn id="16" presetID="14" presetClass="entr" presetSubtype="5" fill="hold" nodeType="afterEffect">
                                  <p:stCondLst>
                                    <p:cond delay="0"/>
                                  </p:stCondLst>
                                  <p:childTnLst>
                                    <p:set>
                                      <p:cBhvr>
                                        <p:cTn id="17" dur="1" fill="hold">
                                          <p:stCondLst>
                                            <p:cond delay="0"/>
                                          </p:stCondLst>
                                        </p:cTn>
                                        <p:tgtEl>
                                          <p:spTgt spid="44034"/>
                                        </p:tgtEl>
                                        <p:attrNameLst>
                                          <p:attrName>style.visibility</p:attrName>
                                        </p:attrNameLst>
                                      </p:cBhvr>
                                      <p:to>
                                        <p:strVal val="visible"/>
                                      </p:to>
                                    </p:set>
                                    <p:animEffect transition="in" filter="randombar(vertical)">
                                      <p:cBhvr>
                                        <p:cTn id="18" dur="500"/>
                                        <p:tgtEl>
                                          <p:spTgt spid="4403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44037"/>
                                        </p:tgtEl>
                                        <p:attrNameLst>
                                          <p:attrName>style.visibility</p:attrName>
                                        </p:attrNameLst>
                                      </p:cBhvr>
                                      <p:to>
                                        <p:strVal val="visible"/>
                                      </p:to>
                                    </p:set>
                                    <p:anim calcmode="lin" valueType="num">
                                      <p:cBhvr>
                                        <p:cTn id="23" dur="1000" fill="hold"/>
                                        <p:tgtEl>
                                          <p:spTgt spid="44037"/>
                                        </p:tgtEl>
                                        <p:attrNameLst>
                                          <p:attrName>ppt_w</p:attrName>
                                        </p:attrNameLst>
                                      </p:cBhvr>
                                      <p:tavLst>
                                        <p:tav tm="0">
                                          <p:val>
                                            <p:fltVal val="0"/>
                                          </p:val>
                                        </p:tav>
                                        <p:tav tm="100000">
                                          <p:val>
                                            <p:strVal val="#ppt_w"/>
                                          </p:val>
                                        </p:tav>
                                      </p:tavLst>
                                    </p:anim>
                                    <p:anim calcmode="lin" valueType="num">
                                      <p:cBhvr>
                                        <p:cTn id="24" dur="1000" fill="hold"/>
                                        <p:tgtEl>
                                          <p:spTgt spid="44037"/>
                                        </p:tgtEl>
                                        <p:attrNameLst>
                                          <p:attrName>ppt_h</p:attrName>
                                        </p:attrNameLst>
                                      </p:cBhvr>
                                      <p:tavLst>
                                        <p:tav tm="0">
                                          <p:val>
                                            <p:fltVal val="0"/>
                                          </p:val>
                                        </p:tav>
                                        <p:tav tm="100000">
                                          <p:val>
                                            <p:strVal val="#ppt_h"/>
                                          </p:val>
                                        </p:tav>
                                      </p:tavLst>
                                    </p:anim>
                                    <p:anim calcmode="lin" valueType="num">
                                      <p:cBhvr>
                                        <p:cTn id="25" dur="1000" fill="hold"/>
                                        <p:tgtEl>
                                          <p:spTgt spid="44037"/>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44037"/>
                                        </p:tgtEl>
                                        <p:attrNameLst>
                                          <p:attrName>ppt_y</p:attrName>
                                        </p:attrNameLst>
                                      </p:cBhvr>
                                      <p:tavLst>
                                        <p:tav tm="0" fmla="#ppt_y+(sin(-2*pi*(1-$))*-#ppt_x+cos(-2*pi*(1-$))*(1-#ppt_y))*(1-$)">
                                          <p:val>
                                            <p:fltVal val="0"/>
                                          </p:val>
                                        </p:tav>
                                        <p:tav tm="100000">
                                          <p:val>
                                            <p:fltVal val="1"/>
                                          </p:val>
                                        </p:tav>
                                      </p:tavLst>
                                    </p:anim>
                                  </p:childTnLst>
                                </p:cTn>
                              </p:par>
                            </p:childTnLst>
                          </p:cTn>
                        </p:par>
                        <p:par>
                          <p:cTn id="27" fill="hold" nodeType="afterGroup">
                            <p:stCondLst>
                              <p:cond delay="1000"/>
                            </p:stCondLst>
                            <p:childTnLst>
                              <p:par>
                                <p:cTn id="28" presetID="12" presetClass="entr" presetSubtype="1" fill="hold" grpId="0" nodeType="afterEffect">
                                  <p:stCondLst>
                                    <p:cond delay="0"/>
                                  </p:stCondLst>
                                  <p:childTnLst>
                                    <p:set>
                                      <p:cBhvr>
                                        <p:cTn id="29" dur="1" fill="hold">
                                          <p:stCondLst>
                                            <p:cond delay="0"/>
                                          </p:stCondLst>
                                        </p:cTn>
                                        <p:tgtEl>
                                          <p:spTgt spid="44035"/>
                                        </p:tgtEl>
                                        <p:attrNameLst>
                                          <p:attrName>style.visibility</p:attrName>
                                        </p:attrNameLst>
                                      </p:cBhvr>
                                      <p:to>
                                        <p:strVal val="visible"/>
                                      </p:to>
                                    </p:set>
                                    <p:animEffect transition="in" filter="slide(fromTop)">
                                      <p:cBhvr>
                                        <p:cTn id="30" dur="500"/>
                                        <p:tgtEl>
                                          <p:spTgt spid="4403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44116"/>
                                        </p:tgtEl>
                                        <p:attrNameLst>
                                          <p:attrName>style.visibility</p:attrName>
                                        </p:attrNameLst>
                                      </p:cBhvr>
                                      <p:to>
                                        <p:strVal val="visible"/>
                                      </p:to>
                                    </p:set>
                                    <p:animEffect transition="in" filter="blinds(horizontal)">
                                      <p:cBhvr>
                                        <p:cTn id="35" dur="500"/>
                                        <p:tgtEl>
                                          <p:spTgt spid="4411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44036"/>
                                        </p:tgtEl>
                                        <p:attrNameLst>
                                          <p:attrName>style.visibility</p:attrName>
                                        </p:attrNameLst>
                                      </p:cBhvr>
                                      <p:to>
                                        <p:strVal val="visible"/>
                                      </p:to>
                                    </p:set>
                                    <p:animEffect transition="in" filter="wipe(left)">
                                      <p:cBhvr>
                                        <p:cTn id="40" dur="1000"/>
                                        <p:tgtEl>
                                          <p:spTgt spid="4403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44078"/>
                                        </p:tgtEl>
                                        <p:attrNameLst>
                                          <p:attrName>style.visibility</p:attrName>
                                        </p:attrNameLst>
                                      </p:cBhvr>
                                      <p:to>
                                        <p:strVal val="visible"/>
                                      </p:to>
                                    </p:set>
                                    <p:animEffect transition="in" filter="wipe(left)">
                                      <p:cBhvr>
                                        <p:cTn id="45" dur="1000"/>
                                        <p:tgtEl>
                                          <p:spTgt spid="44078"/>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44079"/>
                                        </p:tgtEl>
                                        <p:attrNameLst>
                                          <p:attrName>style.visibility</p:attrName>
                                        </p:attrNameLst>
                                      </p:cBhvr>
                                      <p:to>
                                        <p:strVal val="visible"/>
                                      </p:to>
                                    </p:set>
                                    <p:animEffect transition="in" filter="wipe(left)">
                                      <p:cBhvr>
                                        <p:cTn id="50" dur="1000"/>
                                        <p:tgtEl>
                                          <p:spTgt spid="44079"/>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44080"/>
                                        </p:tgtEl>
                                        <p:attrNameLst>
                                          <p:attrName>style.visibility</p:attrName>
                                        </p:attrNameLst>
                                      </p:cBhvr>
                                      <p:to>
                                        <p:strVal val="visible"/>
                                      </p:to>
                                    </p:set>
                                    <p:animEffect transition="in" filter="wipe(left)">
                                      <p:cBhvr>
                                        <p:cTn id="55" dur="1000"/>
                                        <p:tgtEl>
                                          <p:spTgt spid="44080"/>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44081"/>
                                        </p:tgtEl>
                                        <p:attrNameLst>
                                          <p:attrName>style.visibility</p:attrName>
                                        </p:attrNameLst>
                                      </p:cBhvr>
                                      <p:to>
                                        <p:strVal val="visible"/>
                                      </p:to>
                                    </p:set>
                                    <p:animEffect transition="in" filter="wipe(left)">
                                      <p:cBhvr>
                                        <p:cTn id="60" dur="1000"/>
                                        <p:tgtEl>
                                          <p:spTgt spid="440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autoUpdateAnimBg="0"/>
      <p:bldP spid="44037" grpId="0" animBg="1" autoUpdateAnimBg="0"/>
      <p:bldP spid="44038"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539750" y="476250"/>
            <a:ext cx="3970959"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zh-CN" altLang="en-US" sz="2800"/>
              <a:t>方法</a:t>
            </a:r>
            <a:r>
              <a:rPr kumimoji="1" lang="en-US" altLang="zh-CN" sz="2800" b="0"/>
              <a:t>2</a:t>
            </a:r>
            <a:r>
              <a:rPr kumimoji="1" lang="zh-CN" altLang="en-US" sz="2800"/>
              <a:t>：戴维宁等效变换</a:t>
            </a:r>
          </a:p>
        </p:txBody>
      </p:sp>
      <p:graphicFrame>
        <p:nvGraphicFramePr>
          <p:cNvPr id="43011" name="Object 3"/>
          <p:cNvGraphicFramePr>
            <a:graphicFrameLocks noChangeAspect="1"/>
          </p:cNvGraphicFramePr>
          <p:nvPr>
            <p:extLst>
              <p:ext uri="{D42A27DB-BD31-4B8C-83A1-F6EECF244321}">
                <p14:modId xmlns:p14="http://schemas.microsoft.com/office/powerpoint/2010/main" val="4258634159"/>
              </p:ext>
            </p:extLst>
          </p:nvPr>
        </p:nvGraphicFramePr>
        <p:xfrm>
          <a:off x="2971800" y="3168650"/>
          <a:ext cx="4289425" cy="506413"/>
        </p:xfrm>
        <a:graphic>
          <a:graphicData uri="http://schemas.openxmlformats.org/presentationml/2006/ole">
            <mc:AlternateContent xmlns:mc="http://schemas.openxmlformats.org/markup-compatibility/2006">
              <mc:Choice xmlns:v="urn:schemas-microsoft-com:vml" Requires="v">
                <p:oleObj spid="_x0000_s128100" name="Equation" r:id="rId3" imgW="2044440" imgH="241200" progId="Equation.DSMT4">
                  <p:embed/>
                </p:oleObj>
              </mc:Choice>
              <mc:Fallback>
                <p:oleObj name="Equation" r:id="rId3" imgW="2044440" imgH="241200" progId="Equation.DSMT4">
                  <p:embed/>
                  <p:pic>
                    <p:nvPicPr>
                      <p:cNvPr id="43011" name="Object 3"/>
                      <p:cNvPicPr>
                        <a:picLocks noChangeAspect="1" noChangeArrowheads="1"/>
                      </p:cNvPicPr>
                      <p:nvPr/>
                    </p:nvPicPr>
                    <p:blipFill>
                      <a:blip r:embed="rId4"/>
                      <a:srcRect/>
                      <a:stretch>
                        <a:fillRect/>
                      </a:stretch>
                    </p:blipFill>
                    <p:spPr bwMode="auto">
                      <a:xfrm>
                        <a:off x="2971800" y="3168650"/>
                        <a:ext cx="4289425" cy="506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83" name="Text Box 75"/>
          <p:cNvSpPr txBox="1">
            <a:spLocks noChangeArrowheads="1"/>
          </p:cNvSpPr>
          <p:nvPr/>
        </p:nvSpPr>
        <p:spPr bwMode="auto">
          <a:xfrm>
            <a:off x="539750" y="3141663"/>
            <a:ext cx="232727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latin typeface="Times New Roman" panose="02020603050405020304" pitchFamily="18" charset="0"/>
              </a:rPr>
              <a:t>求开路电压：</a:t>
            </a:r>
          </a:p>
        </p:txBody>
      </p:sp>
      <p:sp>
        <p:nvSpPr>
          <p:cNvPr id="43084" name="Text Box 76"/>
          <p:cNvSpPr txBox="1">
            <a:spLocks noChangeArrowheads="1"/>
          </p:cNvSpPr>
          <p:nvPr/>
        </p:nvSpPr>
        <p:spPr bwMode="auto">
          <a:xfrm>
            <a:off x="539750" y="3933825"/>
            <a:ext cx="23272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latin typeface="Times New Roman" panose="02020603050405020304" pitchFamily="18" charset="0"/>
              </a:rPr>
              <a:t>求等效电阻：</a:t>
            </a:r>
          </a:p>
        </p:txBody>
      </p:sp>
      <p:graphicFrame>
        <p:nvGraphicFramePr>
          <p:cNvPr id="43085" name="Object 77"/>
          <p:cNvGraphicFramePr>
            <a:graphicFrameLocks noChangeAspect="1"/>
          </p:cNvGraphicFramePr>
          <p:nvPr>
            <p:extLst>
              <p:ext uri="{D42A27DB-BD31-4B8C-83A1-F6EECF244321}">
                <p14:modId xmlns:p14="http://schemas.microsoft.com/office/powerpoint/2010/main" val="311086111"/>
              </p:ext>
            </p:extLst>
          </p:nvPr>
        </p:nvGraphicFramePr>
        <p:xfrm>
          <a:off x="3043238" y="3962400"/>
          <a:ext cx="4208462" cy="542925"/>
        </p:xfrm>
        <a:graphic>
          <a:graphicData uri="http://schemas.openxmlformats.org/presentationml/2006/ole">
            <mc:AlternateContent xmlns:mc="http://schemas.openxmlformats.org/markup-compatibility/2006">
              <mc:Choice xmlns:v="urn:schemas-microsoft-com:vml" Requires="v">
                <p:oleObj spid="_x0000_s128101" name="Equation" r:id="rId5" imgW="1866600" imgH="241200" progId="Equation.DSMT4">
                  <p:embed/>
                </p:oleObj>
              </mc:Choice>
              <mc:Fallback>
                <p:oleObj name="Equation" r:id="rId5" imgW="1866600" imgH="241200" progId="Equation.DSMT4">
                  <p:embed/>
                  <p:pic>
                    <p:nvPicPr>
                      <p:cNvPr id="43085" name="Object 77"/>
                      <p:cNvPicPr>
                        <a:picLocks noChangeAspect="1" noChangeArrowheads="1"/>
                      </p:cNvPicPr>
                      <p:nvPr/>
                    </p:nvPicPr>
                    <p:blipFill>
                      <a:blip r:embed="rId6"/>
                      <a:srcRect/>
                      <a:stretch>
                        <a:fillRect/>
                      </a:stretch>
                    </p:blipFill>
                    <p:spPr bwMode="auto">
                      <a:xfrm>
                        <a:off x="3043238" y="3962400"/>
                        <a:ext cx="4208462" cy="542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86" name="Object 78"/>
          <p:cNvGraphicFramePr>
            <a:graphicFrameLocks noChangeAspect="1"/>
          </p:cNvGraphicFramePr>
          <p:nvPr>
            <p:extLst>
              <p:ext uri="{D42A27DB-BD31-4B8C-83A1-F6EECF244321}">
                <p14:modId xmlns:p14="http://schemas.microsoft.com/office/powerpoint/2010/main" val="216640045"/>
              </p:ext>
            </p:extLst>
          </p:nvPr>
        </p:nvGraphicFramePr>
        <p:xfrm>
          <a:off x="1468438" y="4706938"/>
          <a:ext cx="5664200" cy="946150"/>
        </p:xfrm>
        <a:graphic>
          <a:graphicData uri="http://schemas.openxmlformats.org/presentationml/2006/ole">
            <mc:AlternateContent xmlns:mc="http://schemas.openxmlformats.org/markup-compatibility/2006">
              <mc:Choice xmlns:v="urn:schemas-microsoft-com:vml" Requires="v">
                <p:oleObj spid="_x0000_s128102" name="Equation" r:id="rId7" imgW="2654280" imgH="444240" progId="Equation.DSMT4">
                  <p:embed/>
                </p:oleObj>
              </mc:Choice>
              <mc:Fallback>
                <p:oleObj name="Equation" r:id="rId7" imgW="2654280" imgH="444240" progId="Equation.DSMT4">
                  <p:embed/>
                  <p:pic>
                    <p:nvPicPr>
                      <p:cNvPr id="43086" name="Object 78"/>
                      <p:cNvPicPr>
                        <a:picLocks noChangeAspect="1" noChangeArrowheads="1"/>
                      </p:cNvPicPr>
                      <p:nvPr/>
                    </p:nvPicPr>
                    <p:blipFill>
                      <a:blip r:embed="rId8"/>
                      <a:srcRect/>
                      <a:stretch>
                        <a:fillRect/>
                      </a:stretch>
                    </p:blipFill>
                    <p:spPr bwMode="auto">
                      <a:xfrm>
                        <a:off x="1468438" y="4706938"/>
                        <a:ext cx="5664200"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3121" name="Group 113"/>
          <p:cNvGrpSpPr>
            <a:grpSpLocks/>
          </p:cNvGrpSpPr>
          <p:nvPr/>
        </p:nvGrpSpPr>
        <p:grpSpPr bwMode="auto">
          <a:xfrm>
            <a:off x="5016500" y="908050"/>
            <a:ext cx="2636838" cy="2103438"/>
            <a:chOff x="2866" y="2115"/>
            <a:chExt cx="1661" cy="1325"/>
          </a:xfrm>
        </p:grpSpPr>
        <p:sp>
          <p:nvSpPr>
            <p:cNvPr id="43122" name="Oval 114"/>
            <p:cNvSpPr>
              <a:spLocks noChangeArrowheads="1"/>
            </p:cNvSpPr>
            <p:nvPr/>
          </p:nvSpPr>
          <p:spPr bwMode="auto">
            <a:xfrm>
              <a:off x="3152" y="2795"/>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3123" name="Line 115"/>
            <p:cNvSpPr>
              <a:spLocks noChangeShapeType="1"/>
            </p:cNvSpPr>
            <p:nvPr/>
          </p:nvSpPr>
          <p:spPr bwMode="auto">
            <a:xfrm>
              <a:off x="3334" y="3385"/>
              <a:ext cx="907" cy="0"/>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3124" name="Line 116"/>
            <p:cNvSpPr>
              <a:spLocks noChangeShapeType="1"/>
            </p:cNvSpPr>
            <p:nvPr/>
          </p:nvSpPr>
          <p:spPr bwMode="auto">
            <a:xfrm flipH="1">
              <a:off x="3334" y="2160"/>
              <a:ext cx="0" cy="1224"/>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3125" name="Line 117"/>
            <p:cNvSpPr>
              <a:spLocks noChangeShapeType="1"/>
            </p:cNvSpPr>
            <p:nvPr/>
          </p:nvSpPr>
          <p:spPr bwMode="auto">
            <a:xfrm flipH="1">
              <a:off x="4241" y="2160"/>
              <a:ext cx="0" cy="1225"/>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3126" name="Text Box 118"/>
            <p:cNvSpPr txBox="1">
              <a:spLocks noChangeArrowheads="1"/>
            </p:cNvSpPr>
            <p:nvPr/>
          </p:nvSpPr>
          <p:spPr bwMode="auto">
            <a:xfrm>
              <a:off x="2925" y="2251"/>
              <a:ext cx="384"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eq</a:t>
              </a:r>
              <a:endParaRPr kumimoji="1" lang="en-US" altLang="zh-CN" sz="2800" b="0">
                <a:latin typeface="Times New Roman" panose="02020603050405020304" pitchFamily="18" charset="0"/>
                <a:ea typeface="宋体" panose="02010600030101010101" pitchFamily="2" charset="-122"/>
              </a:endParaRPr>
            </a:p>
          </p:txBody>
        </p:sp>
        <p:sp>
          <p:nvSpPr>
            <p:cNvPr id="43127" name="Text Box 119"/>
            <p:cNvSpPr txBox="1">
              <a:spLocks noChangeArrowheads="1"/>
            </p:cNvSpPr>
            <p:nvPr/>
          </p:nvSpPr>
          <p:spPr bwMode="auto">
            <a:xfrm>
              <a:off x="4286" y="2614"/>
              <a:ext cx="241"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p>
          </p:txBody>
        </p:sp>
        <p:graphicFrame>
          <p:nvGraphicFramePr>
            <p:cNvPr id="43128" name="Object 120"/>
            <p:cNvGraphicFramePr>
              <a:graphicFrameLocks noChangeAspect="1"/>
            </p:cNvGraphicFramePr>
            <p:nvPr>
              <p:extLst>
                <p:ext uri="{D42A27DB-BD31-4B8C-83A1-F6EECF244321}">
                  <p14:modId xmlns:p14="http://schemas.microsoft.com/office/powerpoint/2010/main" val="37301108"/>
                </p:ext>
              </p:extLst>
            </p:nvPr>
          </p:nvGraphicFramePr>
          <p:xfrm>
            <a:off x="2866" y="2766"/>
            <a:ext cx="278" cy="376"/>
          </p:xfrm>
          <a:graphic>
            <a:graphicData uri="http://schemas.openxmlformats.org/presentationml/2006/ole">
              <mc:AlternateContent xmlns:mc="http://schemas.openxmlformats.org/markup-compatibility/2006">
                <mc:Choice xmlns:v="urn:schemas-microsoft-com:vml" Requires="v">
                  <p:oleObj spid="_x0000_s128103" name="Equation" r:id="rId9" imgW="215640" imgH="291960" progId="Equation.DSMT4">
                    <p:embed/>
                  </p:oleObj>
                </mc:Choice>
                <mc:Fallback>
                  <p:oleObj name="Equation" r:id="rId9" imgW="215640" imgH="291960" progId="Equation.DSMT4">
                    <p:embed/>
                    <p:pic>
                      <p:nvPicPr>
                        <p:cNvPr id="43128" name="Object 120"/>
                        <p:cNvPicPr>
                          <a:picLocks noChangeAspect="1" noChangeArrowheads="1"/>
                        </p:cNvPicPr>
                        <p:nvPr/>
                      </p:nvPicPr>
                      <p:blipFill>
                        <a:blip r:embed="rId10"/>
                        <a:srcRect/>
                        <a:stretch>
                          <a:fillRect/>
                        </a:stretch>
                      </p:blipFill>
                      <p:spPr bwMode="auto">
                        <a:xfrm>
                          <a:off x="2866" y="2766"/>
                          <a:ext cx="278" cy="3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129" name="Oval 121"/>
            <p:cNvSpPr>
              <a:spLocks noChangeArrowheads="1"/>
            </p:cNvSpPr>
            <p:nvPr/>
          </p:nvSpPr>
          <p:spPr bwMode="auto">
            <a:xfrm>
              <a:off x="3787" y="3362"/>
              <a:ext cx="68" cy="68"/>
            </a:xfrm>
            <a:prstGeom prst="ellipse">
              <a:avLst/>
            </a:prstGeom>
            <a:solidFill>
              <a:srgbClr val="FFCC99"/>
            </a:solidFill>
            <a:ln w="28575">
              <a:solidFill>
                <a:srgbClr val="FFCC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3130" name="Oval 122"/>
            <p:cNvSpPr>
              <a:spLocks noChangeArrowheads="1"/>
            </p:cNvSpPr>
            <p:nvPr/>
          </p:nvSpPr>
          <p:spPr bwMode="auto">
            <a:xfrm>
              <a:off x="3787" y="2115"/>
              <a:ext cx="68" cy="68"/>
            </a:xfrm>
            <a:prstGeom prst="ellipse">
              <a:avLst/>
            </a:prstGeom>
            <a:solidFill>
              <a:srgbClr val="FFCC99"/>
            </a:solidFill>
            <a:ln w="28575">
              <a:solidFill>
                <a:srgbClr val="FFCC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3131" name="Line 123"/>
            <p:cNvSpPr>
              <a:spLocks noChangeShapeType="1"/>
            </p:cNvSpPr>
            <p:nvPr/>
          </p:nvSpPr>
          <p:spPr bwMode="auto">
            <a:xfrm>
              <a:off x="4150" y="2205"/>
              <a:ext cx="0" cy="288"/>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3132" name="Text Box 124"/>
            <p:cNvSpPr txBox="1">
              <a:spLocks noChangeArrowheads="1"/>
            </p:cNvSpPr>
            <p:nvPr/>
          </p:nvSpPr>
          <p:spPr bwMode="auto">
            <a:xfrm>
              <a:off x="3061" y="2523"/>
              <a:ext cx="24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a:latin typeface="Times New Roman" panose="02020603050405020304" pitchFamily="18" charset="0"/>
                  <a:ea typeface="宋体" panose="02010600030101010101" pitchFamily="2" charset="-122"/>
                </a:rPr>
                <a:t>+</a:t>
              </a:r>
            </a:p>
          </p:txBody>
        </p:sp>
        <p:sp>
          <p:nvSpPr>
            <p:cNvPr id="43133" name="Text Box 125"/>
            <p:cNvSpPr txBox="1">
              <a:spLocks noChangeArrowheads="1"/>
            </p:cNvSpPr>
            <p:nvPr/>
          </p:nvSpPr>
          <p:spPr bwMode="auto">
            <a:xfrm>
              <a:off x="3107" y="3113"/>
              <a:ext cx="2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a:latin typeface="宋体" panose="02010600030101010101" pitchFamily="2" charset="-122"/>
                  <a:ea typeface="宋体" panose="02010600030101010101" pitchFamily="2" charset="-122"/>
                </a:rPr>
                <a:t>-</a:t>
              </a:r>
              <a:endParaRPr kumimoji="1" lang="en-US" altLang="zh-CN" sz="2800" b="0">
                <a:ea typeface="宋体" panose="02010600030101010101" pitchFamily="2" charset="-122"/>
              </a:endParaRPr>
            </a:p>
          </p:txBody>
        </p:sp>
        <p:sp>
          <p:nvSpPr>
            <p:cNvPr id="43134" name="Rectangle 126"/>
            <p:cNvSpPr>
              <a:spLocks noChangeArrowheads="1"/>
            </p:cNvSpPr>
            <p:nvPr/>
          </p:nvSpPr>
          <p:spPr bwMode="auto">
            <a:xfrm>
              <a:off x="3288" y="2251"/>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3135" name="Rectangle 127"/>
            <p:cNvSpPr>
              <a:spLocks noChangeArrowheads="1"/>
            </p:cNvSpPr>
            <p:nvPr/>
          </p:nvSpPr>
          <p:spPr bwMode="auto">
            <a:xfrm>
              <a:off x="4159" y="2522"/>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3136" name="Line 128"/>
            <p:cNvSpPr>
              <a:spLocks noChangeShapeType="1"/>
            </p:cNvSpPr>
            <p:nvPr/>
          </p:nvSpPr>
          <p:spPr bwMode="auto">
            <a:xfrm>
              <a:off x="3334" y="2160"/>
              <a:ext cx="907" cy="0"/>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43137" name="Object 129"/>
            <p:cNvGraphicFramePr>
              <a:graphicFrameLocks noChangeAspect="1"/>
            </p:cNvGraphicFramePr>
            <p:nvPr>
              <p:extLst>
                <p:ext uri="{D42A27DB-BD31-4B8C-83A1-F6EECF244321}">
                  <p14:modId xmlns:p14="http://schemas.microsoft.com/office/powerpoint/2010/main" val="2459068957"/>
                </p:ext>
              </p:extLst>
            </p:nvPr>
          </p:nvGraphicFramePr>
          <p:xfrm>
            <a:off x="4241" y="2180"/>
            <a:ext cx="213" cy="309"/>
          </p:xfrm>
          <a:graphic>
            <a:graphicData uri="http://schemas.openxmlformats.org/presentationml/2006/ole">
              <mc:AlternateContent xmlns:mc="http://schemas.openxmlformats.org/markup-compatibility/2006">
                <mc:Choice xmlns:v="urn:schemas-microsoft-com:vml" Requires="v">
                  <p:oleObj spid="_x0000_s128104" name="Equation" r:id="rId11" imgW="126720" imgH="190440" progId="Equation.DSMT4">
                    <p:embed/>
                  </p:oleObj>
                </mc:Choice>
                <mc:Fallback>
                  <p:oleObj name="Equation" r:id="rId11" imgW="126720" imgH="190440" progId="Equation.DSMT4">
                    <p:embed/>
                    <p:pic>
                      <p:nvPicPr>
                        <p:cNvPr id="43137" name="Object 129"/>
                        <p:cNvPicPr>
                          <a:picLocks noChangeAspect="1" noChangeArrowheads="1"/>
                        </p:cNvPicPr>
                        <p:nvPr/>
                      </p:nvPicPr>
                      <p:blipFill>
                        <a:blip r:embed="rId12"/>
                        <a:srcRect/>
                        <a:stretch>
                          <a:fillRect/>
                        </a:stretch>
                      </p:blipFill>
                      <p:spPr bwMode="auto">
                        <a:xfrm>
                          <a:off x="4241" y="2180"/>
                          <a:ext cx="213" cy="3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3142" name="Group 134"/>
          <p:cNvGrpSpPr>
            <a:grpSpLocks/>
          </p:cNvGrpSpPr>
          <p:nvPr/>
        </p:nvGrpSpPr>
        <p:grpSpPr bwMode="auto">
          <a:xfrm>
            <a:off x="827088" y="1125538"/>
            <a:ext cx="3565525" cy="1800225"/>
            <a:chOff x="521" y="709"/>
            <a:chExt cx="2246" cy="1134"/>
          </a:xfrm>
        </p:grpSpPr>
        <p:sp>
          <p:nvSpPr>
            <p:cNvPr id="43101" name="Line 93"/>
            <p:cNvSpPr>
              <a:spLocks noChangeShapeType="1"/>
            </p:cNvSpPr>
            <p:nvPr/>
          </p:nvSpPr>
          <p:spPr bwMode="auto">
            <a:xfrm>
              <a:off x="1746" y="755"/>
              <a:ext cx="0" cy="1043"/>
            </a:xfrm>
            <a:prstGeom prst="line">
              <a:avLst/>
            </a:prstGeom>
            <a:noFill/>
            <a:ln w="28575">
              <a:solidFill>
                <a:srgbClr val="FFCC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43102" name="Text Box 94"/>
            <p:cNvSpPr txBox="1">
              <a:spLocks noChangeArrowheads="1"/>
            </p:cNvSpPr>
            <p:nvPr/>
          </p:nvSpPr>
          <p:spPr bwMode="auto">
            <a:xfrm>
              <a:off x="2472" y="709"/>
              <a:ext cx="229"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a:latin typeface="宋体" panose="02010600030101010101" pitchFamily="2" charset="-122"/>
                  <a:ea typeface="宋体" panose="02010600030101010101" pitchFamily="2" charset="-122"/>
                </a:rPr>
                <a:t>+</a:t>
              </a:r>
            </a:p>
          </p:txBody>
        </p:sp>
        <p:sp>
          <p:nvSpPr>
            <p:cNvPr id="43103" name="Text Box 95"/>
            <p:cNvSpPr txBox="1">
              <a:spLocks noChangeArrowheads="1"/>
            </p:cNvSpPr>
            <p:nvPr/>
          </p:nvSpPr>
          <p:spPr bwMode="auto">
            <a:xfrm>
              <a:off x="2426" y="1435"/>
              <a:ext cx="229"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i="1">
                  <a:latin typeface="宋体" panose="02010600030101010101" pitchFamily="2" charset="-122"/>
                  <a:ea typeface="宋体" panose="02010600030101010101" pitchFamily="2" charset="-122"/>
                </a:rPr>
                <a:t>-</a:t>
              </a:r>
            </a:p>
          </p:txBody>
        </p:sp>
        <p:sp>
          <p:nvSpPr>
            <p:cNvPr id="43104" name="Oval 96"/>
            <p:cNvSpPr>
              <a:spLocks noChangeArrowheads="1"/>
            </p:cNvSpPr>
            <p:nvPr/>
          </p:nvSpPr>
          <p:spPr bwMode="auto">
            <a:xfrm>
              <a:off x="2605" y="1753"/>
              <a:ext cx="94" cy="90"/>
            </a:xfrm>
            <a:prstGeom prst="ellipse">
              <a:avLst/>
            </a:prstGeom>
            <a:noFill/>
            <a:ln w="28575">
              <a:solidFill>
                <a:srgbClr val="FFCC00"/>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43105" name="Object 97"/>
            <p:cNvGraphicFramePr>
              <a:graphicFrameLocks noChangeAspect="1"/>
            </p:cNvGraphicFramePr>
            <p:nvPr>
              <p:extLst>
                <p:ext uri="{D42A27DB-BD31-4B8C-83A1-F6EECF244321}">
                  <p14:modId xmlns:p14="http://schemas.microsoft.com/office/powerpoint/2010/main" val="2411301050"/>
                </p:ext>
              </p:extLst>
            </p:nvPr>
          </p:nvGraphicFramePr>
          <p:xfrm>
            <a:off x="2524" y="1133"/>
            <a:ext cx="243" cy="287"/>
          </p:xfrm>
          <a:graphic>
            <a:graphicData uri="http://schemas.openxmlformats.org/presentationml/2006/ole">
              <mc:AlternateContent xmlns:mc="http://schemas.openxmlformats.org/markup-compatibility/2006">
                <mc:Choice xmlns:v="urn:schemas-microsoft-com:vml" Requires="v">
                  <p:oleObj spid="_x0000_s128105" name="Equation" r:id="rId13" imgW="203040" imgH="241200" progId="Equation.DSMT4">
                    <p:embed/>
                  </p:oleObj>
                </mc:Choice>
                <mc:Fallback>
                  <p:oleObj name="Equation" r:id="rId13" imgW="203040" imgH="241200" progId="Equation.DSMT4">
                    <p:embed/>
                    <p:pic>
                      <p:nvPicPr>
                        <p:cNvPr id="43105" name="Object 97"/>
                        <p:cNvPicPr>
                          <a:picLocks noChangeAspect="1" noChangeArrowheads="1"/>
                        </p:cNvPicPr>
                        <p:nvPr/>
                      </p:nvPicPr>
                      <p:blipFill>
                        <a:blip r:embed="rId14"/>
                        <a:srcRect/>
                        <a:stretch>
                          <a:fillRect/>
                        </a:stretch>
                      </p:blipFill>
                      <p:spPr bwMode="auto">
                        <a:xfrm>
                          <a:off x="2524" y="1133"/>
                          <a:ext cx="243"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106" name="Line 98"/>
            <p:cNvSpPr>
              <a:spLocks noChangeShapeType="1"/>
            </p:cNvSpPr>
            <p:nvPr/>
          </p:nvSpPr>
          <p:spPr bwMode="auto">
            <a:xfrm>
              <a:off x="696" y="760"/>
              <a:ext cx="7" cy="1038"/>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3108" name="Text Box 100"/>
            <p:cNvSpPr txBox="1">
              <a:spLocks noChangeArrowheads="1"/>
            </p:cNvSpPr>
            <p:nvPr/>
          </p:nvSpPr>
          <p:spPr bwMode="auto">
            <a:xfrm>
              <a:off x="1927" y="846"/>
              <a:ext cx="317"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i="1">
                <a:latin typeface="Times New Roman" panose="02020603050405020304" pitchFamily="18" charset="0"/>
                <a:ea typeface="宋体" panose="02010600030101010101" pitchFamily="2" charset="-122"/>
              </a:endParaRPr>
            </a:p>
          </p:txBody>
        </p:sp>
        <p:sp>
          <p:nvSpPr>
            <p:cNvPr id="43109" name="Line 101"/>
            <p:cNvSpPr>
              <a:spLocks noChangeShapeType="1"/>
            </p:cNvSpPr>
            <p:nvPr/>
          </p:nvSpPr>
          <p:spPr bwMode="auto">
            <a:xfrm flipV="1">
              <a:off x="696" y="755"/>
              <a:ext cx="1866" cy="5"/>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3111" name="Line 103"/>
            <p:cNvSpPr>
              <a:spLocks noChangeShapeType="1"/>
            </p:cNvSpPr>
            <p:nvPr/>
          </p:nvSpPr>
          <p:spPr bwMode="auto">
            <a:xfrm flipH="1" flipV="1">
              <a:off x="695" y="838"/>
              <a:ext cx="8" cy="32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43112" name="Object 104"/>
            <p:cNvGraphicFramePr>
              <a:graphicFrameLocks noChangeAspect="1"/>
            </p:cNvGraphicFramePr>
            <p:nvPr>
              <p:extLst>
                <p:ext uri="{D42A27DB-BD31-4B8C-83A1-F6EECF244321}">
                  <p14:modId xmlns:p14="http://schemas.microsoft.com/office/powerpoint/2010/main" val="3140665305"/>
                </p:ext>
              </p:extLst>
            </p:nvPr>
          </p:nvGraphicFramePr>
          <p:xfrm>
            <a:off x="757" y="841"/>
            <a:ext cx="219" cy="347"/>
          </p:xfrm>
          <a:graphic>
            <a:graphicData uri="http://schemas.openxmlformats.org/presentationml/2006/ole">
              <mc:AlternateContent xmlns:mc="http://schemas.openxmlformats.org/markup-compatibility/2006">
                <mc:Choice xmlns:v="urn:schemas-microsoft-com:vml" Requires="v">
                  <p:oleObj spid="_x0000_s128106" name="Equation" r:id="rId15" imgW="152280" imgH="241200" progId="Equation.DSMT4">
                    <p:embed/>
                  </p:oleObj>
                </mc:Choice>
                <mc:Fallback>
                  <p:oleObj name="Equation" r:id="rId15" imgW="152280" imgH="241200" progId="Equation.DSMT4">
                    <p:embed/>
                    <p:pic>
                      <p:nvPicPr>
                        <p:cNvPr id="43112" name="Object 104"/>
                        <p:cNvPicPr>
                          <a:picLocks noChangeAspect="1" noChangeArrowheads="1"/>
                        </p:cNvPicPr>
                        <p:nvPr/>
                      </p:nvPicPr>
                      <p:blipFill>
                        <a:blip r:embed="rId16"/>
                        <a:srcRect/>
                        <a:stretch>
                          <a:fillRect/>
                        </a:stretch>
                      </p:blipFill>
                      <p:spPr bwMode="auto">
                        <a:xfrm>
                          <a:off x="757" y="841"/>
                          <a:ext cx="219" cy="3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113" name="Text Box 105"/>
            <p:cNvSpPr txBox="1">
              <a:spLocks noChangeArrowheads="1"/>
            </p:cNvSpPr>
            <p:nvPr/>
          </p:nvSpPr>
          <p:spPr bwMode="auto">
            <a:xfrm>
              <a:off x="1292" y="1163"/>
              <a:ext cx="317"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1</a:t>
              </a:r>
              <a:endParaRPr kumimoji="1" lang="en-US" altLang="zh-CN" sz="2800" b="0" i="1">
                <a:latin typeface="Times New Roman" panose="02020603050405020304" pitchFamily="18" charset="0"/>
                <a:ea typeface="宋体" panose="02010600030101010101" pitchFamily="2" charset="-122"/>
              </a:endParaRPr>
            </a:p>
          </p:txBody>
        </p:sp>
        <p:sp>
          <p:nvSpPr>
            <p:cNvPr id="43114" name="Text Box 106"/>
            <p:cNvSpPr txBox="1">
              <a:spLocks noChangeArrowheads="1"/>
            </p:cNvSpPr>
            <p:nvPr/>
          </p:nvSpPr>
          <p:spPr bwMode="auto">
            <a:xfrm>
              <a:off x="1791" y="1163"/>
              <a:ext cx="317"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3</a:t>
              </a:r>
              <a:endParaRPr kumimoji="1" lang="en-US" altLang="zh-CN" sz="2800" b="0" i="1">
                <a:latin typeface="Times New Roman" panose="02020603050405020304" pitchFamily="18" charset="0"/>
                <a:ea typeface="宋体" panose="02010600030101010101" pitchFamily="2" charset="-122"/>
              </a:endParaRPr>
            </a:p>
          </p:txBody>
        </p:sp>
        <p:sp>
          <p:nvSpPr>
            <p:cNvPr id="43115" name="Rectangle 107"/>
            <p:cNvSpPr>
              <a:spLocks noChangeArrowheads="1"/>
            </p:cNvSpPr>
            <p:nvPr/>
          </p:nvSpPr>
          <p:spPr bwMode="auto">
            <a:xfrm>
              <a:off x="1664" y="1118"/>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3116" name="Rectangle 108"/>
            <p:cNvSpPr>
              <a:spLocks noChangeArrowheads="1"/>
            </p:cNvSpPr>
            <p:nvPr/>
          </p:nvSpPr>
          <p:spPr bwMode="auto">
            <a:xfrm>
              <a:off x="1927" y="709"/>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3117" name="Line 109"/>
            <p:cNvSpPr>
              <a:spLocks noChangeShapeType="1"/>
            </p:cNvSpPr>
            <p:nvPr/>
          </p:nvSpPr>
          <p:spPr bwMode="auto">
            <a:xfrm>
              <a:off x="703" y="1798"/>
              <a:ext cx="1905"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43118" name="Line 110"/>
            <p:cNvSpPr>
              <a:spLocks noChangeShapeType="1"/>
            </p:cNvSpPr>
            <p:nvPr/>
          </p:nvSpPr>
          <p:spPr bwMode="auto">
            <a:xfrm>
              <a:off x="1247" y="755"/>
              <a:ext cx="0" cy="1043"/>
            </a:xfrm>
            <a:prstGeom prst="line">
              <a:avLst/>
            </a:prstGeom>
            <a:noFill/>
            <a:ln w="28575">
              <a:solidFill>
                <a:srgbClr val="FFCC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43119" name="Rectangle 111"/>
            <p:cNvSpPr>
              <a:spLocks noChangeArrowheads="1"/>
            </p:cNvSpPr>
            <p:nvPr/>
          </p:nvSpPr>
          <p:spPr bwMode="auto">
            <a:xfrm>
              <a:off x="1202" y="1118"/>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3120" name="Oval 112"/>
            <p:cNvSpPr>
              <a:spLocks noChangeArrowheads="1"/>
            </p:cNvSpPr>
            <p:nvPr/>
          </p:nvSpPr>
          <p:spPr bwMode="auto">
            <a:xfrm>
              <a:off x="2562" y="709"/>
              <a:ext cx="94" cy="90"/>
            </a:xfrm>
            <a:prstGeom prst="ellipse">
              <a:avLst/>
            </a:prstGeom>
            <a:noFill/>
            <a:ln w="28575">
              <a:solidFill>
                <a:srgbClr val="FFCC00"/>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pSp>
          <p:nvGrpSpPr>
            <p:cNvPr id="43141" name="Group 133"/>
            <p:cNvGrpSpPr>
              <a:grpSpLocks/>
            </p:cNvGrpSpPr>
            <p:nvPr/>
          </p:nvGrpSpPr>
          <p:grpSpPr bwMode="auto">
            <a:xfrm>
              <a:off x="521" y="1162"/>
              <a:ext cx="363" cy="363"/>
              <a:chOff x="521" y="1118"/>
              <a:chExt cx="363" cy="363"/>
            </a:xfrm>
          </p:grpSpPr>
          <p:sp>
            <p:nvSpPr>
              <p:cNvPr id="43107" name="Oval 99"/>
              <p:cNvSpPr>
                <a:spLocks noChangeArrowheads="1"/>
              </p:cNvSpPr>
              <p:nvPr/>
            </p:nvSpPr>
            <p:spPr bwMode="auto">
              <a:xfrm>
                <a:off x="521" y="1118"/>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3110" name="Line 102"/>
              <p:cNvSpPr>
                <a:spLocks noChangeShapeType="1"/>
              </p:cNvSpPr>
              <p:nvPr/>
            </p:nvSpPr>
            <p:spPr bwMode="auto">
              <a:xfrm>
                <a:off x="521" y="1299"/>
                <a:ext cx="363"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grpSp>
    </p:spTree>
    <p:extLst>
      <p:ext uri="{BB962C8B-B14F-4D97-AF65-F5344CB8AC3E}">
        <p14:creationId xmlns:p14="http://schemas.microsoft.com/office/powerpoint/2010/main" val="26108606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43010"/>
                                        </p:tgtEl>
                                        <p:attrNameLst>
                                          <p:attrName>style.visibility</p:attrName>
                                        </p:attrNameLst>
                                      </p:cBhvr>
                                      <p:to>
                                        <p:strVal val="visible"/>
                                      </p:to>
                                    </p:set>
                                    <p:anim calcmode="lin" valueType="num">
                                      <p:cBhvr additive="base">
                                        <p:cTn id="7" dur="500" fill="hold"/>
                                        <p:tgtEl>
                                          <p:spTgt spid="43010"/>
                                        </p:tgtEl>
                                        <p:attrNameLst>
                                          <p:attrName>ppt_x</p:attrName>
                                        </p:attrNameLst>
                                      </p:cBhvr>
                                      <p:tavLst>
                                        <p:tav tm="0">
                                          <p:val>
                                            <p:strVal val="0-#ppt_w/2"/>
                                          </p:val>
                                        </p:tav>
                                        <p:tav tm="100000">
                                          <p:val>
                                            <p:strVal val="#ppt_x"/>
                                          </p:val>
                                        </p:tav>
                                      </p:tavLst>
                                    </p:anim>
                                    <p:anim calcmode="lin" valueType="num">
                                      <p:cBhvr additive="base">
                                        <p:cTn id="8" dur="500" fill="hold"/>
                                        <p:tgtEl>
                                          <p:spTgt spid="4301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43142"/>
                                        </p:tgtEl>
                                        <p:attrNameLst>
                                          <p:attrName>style.visibility</p:attrName>
                                        </p:attrNameLst>
                                      </p:cBhvr>
                                      <p:to>
                                        <p:strVal val="visible"/>
                                      </p:to>
                                    </p:set>
                                    <p:animEffect transition="in" filter="wipe(left)">
                                      <p:cBhvr>
                                        <p:cTn id="13" dur="500"/>
                                        <p:tgtEl>
                                          <p:spTgt spid="4314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43083"/>
                                        </p:tgtEl>
                                        <p:attrNameLst>
                                          <p:attrName>style.visibility</p:attrName>
                                        </p:attrNameLst>
                                      </p:cBhvr>
                                      <p:to>
                                        <p:strVal val="visible"/>
                                      </p:to>
                                    </p:set>
                                    <p:animEffect transition="in" filter="dissolve">
                                      <p:cBhvr>
                                        <p:cTn id="18" dur="500"/>
                                        <p:tgtEl>
                                          <p:spTgt spid="4308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4" presetClass="entr" presetSubtype="10" fill="hold" nodeType="clickEffect">
                                  <p:stCondLst>
                                    <p:cond delay="0"/>
                                  </p:stCondLst>
                                  <p:childTnLst>
                                    <p:set>
                                      <p:cBhvr>
                                        <p:cTn id="22" dur="1" fill="hold">
                                          <p:stCondLst>
                                            <p:cond delay="0"/>
                                          </p:stCondLst>
                                        </p:cTn>
                                        <p:tgtEl>
                                          <p:spTgt spid="43011"/>
                                        </p:tgtEl>
                                        <p:attrNameLst>
                                          <p:attrName>style.visibility</p:attrName>
                                        </p:attrNameLst>
                                      </p:cBhvr>
                                      <p:to>
                                        <p:strVal val="visible"/>
                                      </p:to>
                                    </p:set>
                                    <p:animEffect transition="in" filter="randombar(horizontal)">
                                      <p:cBhvr>
                                        <p:cTn id="23" dur="500"/>
                                        <p:tgtEl>
                                          <p:spTgt spid="4301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43084"/>
                                        </p:tgtEl>
                                        <p:attrNameLst>
                                          <p:attrName>style.visibility</p:attrName>
                                        </p:attrNameLst>
                                      </p:cBhvr>
                                      <p:to>
                                        <p:strVal val="visible"/>
                                      </p:to>
                                    </p:set>
                                    <p:animEffect transition="in" filter="dissolve">
                                      <p:cBhvr>
                                        <p:cTn id="28" dur="500"/>
                                        <p:tgtEl>
                                          <p:spTgt spid="4308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4" presetClass="entr" presetSubtype="10" fill="hold" nodeType="clickEffect">
                                  <p:stCondLst>
                                    <p:cond delay="0"/>
                                  </p:stCondLst>
                                  <p:childTnLst>
                                    <p:set>
                                      <p:cBhvr>
                                        <p:cTn id="32" dur="1" fill="hold">
                                          <p:stCondLst>
                                            <p:cond delay="0"/>
                                          </p:stCondLst>
                                        </p:cTn>
                                        <p:tgtEl>
                                          <p:spTgt spid="43085"/>
                                        </p:tgtEl>
                                        <p:attrNameLst>
                                          <p:attrName>style.visibility</p:attrName>
                                        </p:attrNameLst>
                                      </p:cBhvr>
                                      <p:to>
                                        <p:strVal val="visible"/>
                                      </p:to>
                                    </p:set>
                                    <p:animEffect transition="in" filter="randombar(horizontal)">
                                      <p:cBhvr>
                                        <p:cTn id="33" dur="500"/>
                                        <p:tgtEl>
                                          <p:spTgt spid="4308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nodeType="clickEffect">
                                  <p:stCondLst>
                                    <p:cond delay="0"/>
                                  </p:stCondLst>
                                  <p:childTnLst>
                                    <p:set>
                                      <p:cBhvr>
                                        <p:cTn id="37" dur="1" fill="hold">
                                          <p:stCondLst>
                                            <p:cond delay="0"/>
                                          </p:stCondLst>
                                        </p:cTn>
                                        <p:tgtEl>
                                          <p:spTgt spid="43121"/>
                                        </p:tgtEl>
                                        <p:attrNameLst>
                                          <p:attrName>style.visibility</p:attrName>
                                        </p:attrNameLst>
                                      </p:cBhvr>
                                      <p:to>
                                        <p:strVal val="visible"/>
                                      </p:to>
                                    </p:set>
                                    <p:animEffect transition="in" filter="blinds(horizontal)">
                                      <p:cBhvr>
                                        <p:cTn id="38" dur="500"/>
                                        <p:tgtEl>
                                          <p:spTgt spid="43121"/>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4" presetClass="entr" presetSubtype="10" fill="hold" nodeType="clickEffect">
                                  <p:stCondLst>
                                    <p:cond delay="0"/>
                                  </p:stCondLst>
                                  <p:childTnLst>
                                    <p:set>
                                      <p:cBhvr>
                                        <p:cTn id="42" dur="1" fill="hold">
                                          <p:stCondLst>
                                            <p:cond delay="0"/>
                                          </p:stCondLst>
                                        </p:cTn>
                                        <p:tgtEl>
                                          <p:spTgt spid="43086"/>
                                        </p:tgtEl>
                                        <p:attrNameLst>
                                          <p:attrName>style.visibility</p:attrName>
                                        </p:attrNameLst>
                                      </p:cBhvr>
                                      <p:to>
                                        <p:strVal val="visible"/>
                                      </p:to>
                                    </p:set>
                                    <p:animEffect transition="in" filter="randombar(horizontal)">
                                      <p:cBhvr>
                                        <p:cTn id="43" dur="500"/>
                                        <p:tgtEl>
                                          <p:spTgt spid="430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autoUpdateAnimBg="0"/>
      <p:bldP spid="43083" grpId="0" autoUpdateAnimBg="0"/>
      <p:bldP spid="43084"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2"/>
          <p:cNvSpPr txBox="1">
            <a:spLocks noChangeArrowheads="1"/>
          </p:cNvSpPr>
          <p:nvPr/>
        </p:nvSpPr>
        <p:spPr bwMode="auto">
          <a:xfrm>
            <a:off x="395288" y="404813"/>
            <a:ext cx="1081087" cy="523220"/>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a:latin typeface="Times New Roman" panose="02020603050405020304" pitchFamily="18" charset="0"/>
                <a:ea typeface="宋体" panose="02010600030101010101" pitchFamily="2" charset="-122"/>
              </a:rPr>
              <a:t>例</a:t>
            </a:r>
            <a:r>
              <a:rPr kumimoji="1" lang="en-US" altLang="zh-CN" sz="2800" b="0">
                <a:latin typeface="Times New Roman" panose="02020603050405020304" pitchFamily="18" charset="0"/>
                <a:ea typeface="宋体" panose="02010600030101010101" pitchFamily="2" charset="-122"/>
              </a:rPr>
              <a:t>4</a:t>
            </a:r>
            <a:r>
              <a:rPr kumimoji="1" lang="en-US" altLang="zh-CN" sz="2800">
                <a:latin typeface="Times New Roman" panose="02020603050405020304" pitchFamily="18" charset="0"/>
                <a:ea typeface="宋体" panose="02010600030101010101" pitchFamily="2" charset="-122"/>
              </a:rPr>
              <a:t> </a:t>
            </a:r>
          </a:p>
        </p:txBody>
      </p:sp>
      <p:sp>
        <p:nvSpPr>
          <p:cNvPr id="108547" name="Rectangle 3"/>
          <p:cNvSpPr>
            <a:spLocks noChangeArrowheads="1"/>
          </p:cNvSpPr>
          <p:nvPr/>
        </p:nvSpPr>
        <p:spPr bwMode="auto">
          <a:xfrm>
            <a:off x="1187450" y="404813"/>
            <a:ext cx="5234125"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zh-CN" altLang="en-US" sz="2800">
                <a:latin typeface="Times New Roman" panose="02020603050405020304" pitchFamily="18" charset="0"/>
              </a:rPr>
              <a:t>求图示电路的戴维宁等效电路。</a:t>
            </a:r>
          </a:p>
        </p:txBody>
      </p:sp>
      <p:graphicFrame>
        <p:nvGraphicFramePr>
          <p:cNvPr id="108548" name="Object 4"/>
          <p:cNvGraphicFramePr>
            <a:graphicFrameLocks noChangeAspect="1"/>
          </p:cNvGraphicFramePr>
          <p:nvPr>
            <p:extLst>
              <p:ext uri="{D42A27DB-BD31-4B8C-83A1-F6EECF244321}">
                <p14:modId xmlns:p14="http://schemas.microsoft.com/office/powerpoint/2010/main" val="1748163720"/>
              </p:ext>
            </p:extLst>
          </p:nvPr>
        </p:nvGraphicFramePr>
        <p:xfrm>
          <a:off x="1276350" y="4559300"/>
          <a:ext cx="6592888" cy="904875"/>
        </p:xfrm>
        <a:graphic>
          <a:graphicData uri="http://schemas.openxmlformats.org/presentationml/2006/ole">
            <mc:AlternateContent xmlns:mc="http://schemas.openxmlformats.org/markup-compatibility/2006">
              <mc:Choice xmlns:v="urn:schemas-microsoft-com:vml" Requires="v">
                <p:oleObj spid="_x0000_s129166" name="Equation" r:id="rId3" imgW="3466800" imgH="444240" progId="Equation.DSMT4">
                  <p:embed/>
                </p:oleObj>
              </mc:Choice>
              <mc:Fallback>
                <p:oleObj name="Equation" r:id="rId3" imgW="3466800" imgH="444240" progId="Equation.DSMT4">
                  <p:embed/>
                  <p:pic>
                    <p:nvPicPr>
                      <p:cNvPr id="108548" name="Object 4"/>
                      <p:cNvPicPr>
                        <a:picLocks noChangeAspect="1" noChangeArrowheads="1"/>
                      </p:cNvPicPr>
                      <p:nvPr/>
                    </p:nvPicPr>
                    <p:blipFill>
                      <a:blip r:embed="rId4"/>
                      <a:srcRect/>
                      <a:stretch>
                        <a:fillRect/>
                      </a:stretch>
                    </p:blipFill>
                    <p:spPr bwMode="auto">
                      <a:xfrm>
                        <a:off x="1276350" y="4559300"/>
                        <a:ext cx="6592888"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8549" name="Text Box 5"/>
          <p:cNvSpPr txBox="1">
            <a:spLocks noChangeArrowheads="1"/>
          </p:cNvSpPr>
          <p:nvPr/>
        </p:nvSpPr>
        <p:spPr bwMode="auto">
          <a:xfrm>
            <a:off x="468313" y="4005263"/>
            <a:ext cx="542925" cy="519112"/>
          </a:xfrm>
          <a:prstGeom prst="rect">
            <a:avLst/>
          </a:prstGeom>
          <a:solidFill>
            <a:srgbClr val="99003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solidFill>
                  <a:schemeClr val="bg1"/>
                </a:solidFill>
                <a:latin typeface="Times New Roman" panose="02020603050405020304" pitchFamily="18" charset="0"/>
                <a:ea typeface="宋体" panose="02010600030101010101" pitchFamily="2" charset="-122"/>
              </a:rPr>
              <a:t>解</a:t>
            </a:r>
          </a:p>
        </p:txBody>
      </p:sp>
      <p:sp>
        <p:nvSpPr>
          <p:cNvPr id="108550" name="Line 6"/>
          <p:cNvSpPr>
            <a:spLocks noChangeShapeType="1"/>
          </p:cNvSpPr>
          <p:nvPr/>
        </p:nvSpPr>
        <p:spPr bwMode="auto">
          <a:xfrm>
            <a:off x="1116013" y="5734050"/>
            <a:ext cx="574675" cy="0"/>
          </a:xfrm>
          <a:prstGeom prst="line">
            <a:avLst/>
          </a:prstGeom>
          <a:noFill/>
          <a:ln w="76200">
            <a:solidFill>
              <a:srgbClr val="00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108551" name="Object 7"/>
          <p:cNvGraphicFramePr>
            <a:graphicFrameLocks noChangeAspect="1"/>
          </p:cNvGraphicFramePr>
          <p:nvPr>
            <p:extLst>
              <p:ext uri="{D42A27DB-BD31-4B8C-83A1-F6EECF244321}">
                <p14:modId xmlns:p14="http://schemas.microsoft.com/office/powerpoint/2010/main" val="2144396342"/>
              </p:ext>
            </p:extLst>
          </p:nvPr>
        </p:nvGraphicFramePr>
        <p:xfrm>
          <a:off x="2055813" y="5435600"/>
          <a:ext cx="2990850" cy="811213"/>
        </p:xfrm>
        <a:graphic>
          <a:graphicData uri="http://schemas.openxmlformats.org/presentationml/2006/ole">
            <mc:AlternateContent xmlns:mc="http://schemas.openxmlformats.org/markup-compatibility/2006">
              <mc:Choice xmlns:v="urn:schemas-microsoft-com:vml" Requires="v">
                <p:oleObj spid="_x0000_s129167" name="Equation" r:id="rId5" imgW="1549080" imgH="419040" progId="Equation.DSMT4">
                  <p:embed/>
                </p:oleObj>
              </mc:Choice>
              <mc:Fallback>
                <p:oleObj name="Equation" r:id="rId5" imgW="1549080" imgH="419040" progId="Equation.DSMT4">
                  <p:embed/>
                  <p:pic>
                    <p:nvPicPr>
                      <p:cNvPr id="108551" name="Object 7"/>
                      <p:cNvPicPr>
                        <a:picLocks noChangeAspect="1" noChangeArrowheads="1"/>
                      </p:cNvPicPr>
                      <p:nvPr/>
                    </p:nvPicPr>
                    <p:blipFill>
                      <a:blip r:embed="rId6"/>
                      <a:srcRect/>
                      <a:stretch>
                        <a:fillRect/>
                      </a:stretch>
                    </p:blipFill>
                    <p:spPr bwMode="auto">
                      <a:xfrm>
                        <a:off x="2055813" y="5435600"/>
                        <a:ext cx="2990850" cy="811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08595" name="Group 51"/>
          <p:cNvGrpSpPr>
            <a:grpSpLocks/>
          </p:cNvGrpSpPr>
          <p:nvPr/>
        </p:nvGrpSpPr>
        <p:grpSpPr bwMode="auto">
          <a:xfrm>
            <a:off x="4572000" y="728663"/>
            <a:ext cx="3340100" cy="3059113"/>
            <a:chOff x="521" y="2002"/>
            <a:chExt cx="2104" cy="1927"/>
          </a:xfrm>
        </p:grpSpPr>
        <p:sp>
          <p:nvSpPr>
            <p:cNvPr id="108596" name="AutoShape 52"/>
            <p:cNvSpPr>
              <a:spLocks noChangeArrowheads="1"/>
            </p:cNvSpPr>
            <p:nvPr/>
          </p:nvSpPr>
          <p:spPr bwMode="auto">
            <a:xfrm>
              <a:off x="1201" y="2387"/>
              <a:ext cx="453" cy="272"/>
            </a:xfrm>
            <a:prstGeom prst="diamond">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08597" name="Text Box 53"/>
            <p:cNvSpPr txBox="1">
              <a:spLocks noChangeArrowheads="1"/>
            </p:cNvSpPr>
            <p:nvPr/>
          </p:nvSpPr>
          <p:spPr bwMode="auto">
            <a:xfrm>
              <a:off x="884" y="2205"/>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a:t>
              </a:r>
              <a:endParaRPr lang="en-US" altLang="zh-CN" sz="2800" b="0">
                <a:latin typeface="Times New Roman" panose="02020603050405020304" pitchFamily="18" charset="0"/>
                <a:ea typeface="仿宋_GB2312" pitchFamily="49" charset="-122"/>
              </a:endParaRPr>
            </a:p>
          </p:txBody>
        </p:sp>
        <p:sp>
          <p:nvSpPr>
            <p:cNvPr id="108598" name="Text Box 54"/>
            <p:cNvSpPr txBox="1">
              <a:spLocks noChangeArrowheads="1"/>
            </p:cNvSpPr>
            <p:nvPr/>
          </p:nvSpPr>
          <p:spPr bwMode="auto">
            <a:xfrm>
              <a:off x="1701" y="2115"/>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ea typeface="宋体" panose="02010600030101010101" pitchFamily="2" charset="-122"/>
                </a:rPr>
                <a:t>_</a:t>
              </a:r>
              <a:endParaRPr lang="en-US" altLang="zh-CN" sz="2800" b="0">
                <a:latin typeface="Arial" panose="020B0604020202020204" pitchFamily="34" charset="0"/>
                <a:ea typeface="仿宋_GB2312" pitchFamily="49" charset="-122"/>
              </a:endParaRPr>
            </a:p>
          </p:txBody>
        </p:sp>
        <p:sp>
          <p:nvSpPr>
            <p:cNvPr id="108599" name="Oval 55"/>
            <p:cNvSpPr>
              <a:spLocks noChangeArrowheads="1"/>
            </p:cNvSpPr>
            <p:nvPr/>
          </p:nvSpPr>
          <p:spPr bwMode="auto">
            <a:xfrm>
              <a:off x="521" y="3294"/>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08600" name="Line 56"/>
            <p:cNvSpPr>
              <a:spLocks noChangeShapeType="1"/>
            </p:cNvSpPr>
            <p:nvPr/>
          </p:nvSpPr>
          <p:spPr bwMode="auto">
            <a:xfrm>
              <a:off x="703" y="2523"/>
              <a:ext cx="1859"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108601" name="Line 57"/>
            <p:cNvSpPr>
              <a:spLocks noChangeShapeType="1"/>
            </p:cNvSpPr>
            <p:nvPr/>
          </p:nvSpPr>
          <p:spPr bwMode="auto">
            <a:xfrm>
              <a:off x="702" y="3884"/>
              <a:ext cx="1814"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108602" name="Text Box 58"/>
            <p:cNvSpPr txBox="1">
              <a:spLocks noChangeArrowheads="1"/>
            </p:cNvSpPr>
            <p:nvPr/>
          </p:nvSpPr>
          <p:spPr bwMode="auto">
            <a:xfrm>
              <a:off x="1337" y="2977"/>
              <a:ext cx="68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j300</a:t>
              </a:r>
              <a:r>
                <a:rPr lang="en-US" altLang="zh-CN" sz="2800" b="0">
                  <a:latin typeface="Times New Roman" panose="02020603050405020304" pitchFamily="18" charset="0"/>
                  <a:ea typeface="宋体" panose="02010600030101010101" pitchFamily="2" charset="-122"/>
                  <a:sym typeface="Symbol" panose="05050102010706020507" pitchFamily="18" charset="2"/>
                </a:rPr>
                <a:t></a:t>
              </a:r>
            </a:p>
          </p:txBody>
        </p:sp>
        <p:sp>
          <p:nvSpPr>
            <p:cNvPr id="108603" name="Text Box 59"/>
            <p:cNvSpPr txBox="1">
              <a:spLocks noChangeArrowheads="1"/>
            </p:cNvSpPr>
            <p:nvPr/>
          </p:nvSpPr>
          <p:spPr bwMode="auto">
            <a:xfrm>
              <a:off x="793" y="3067"/>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a:t>
              </a:r>
            </a:p>
          </p:txBody>
        </p:sp>
        <p:sp>
          <p:nvSpPr>
            <p:cNvPr id="108604" name="Text Box 60"/>
            <p:cNvSpPr txBox="1">
              <a:spLocks noChangeArrowheads="1"/>
            </p:cNvSpPr>
            <p:nvPr/>
          </p:nvSpPr>
          <p:spPr bwMode="auto">
            <a:xfrm>
              <a:off x="793" y="3521"/>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_</a:t>
              </a:r>
            </a:p>
          </p:txBody>
        </p:sp>
        <p:graphicFrame>
          <p:nvGraphicFramePr>
            <p:cNvPr id="108605" name="Object 61"/>
            <p:cNvGraphicFramePr>
              <a:graphicFrameLocks noChangeAspect="1"/>
            </p:cNvGraphicFramePr>
            <p:nvPr>
              <p:extLst>
                <p:ext uri="{D42A27DB-BD31-4B8C-83A1-F6EECF244321}">
                  <p14:modId xmlns:p14="http://schemas.microsoft.com/office/powerpoint/2010/main" val="4150786993"/>
                </p:ext>
              </p:extLst>
            </p:nvPr>
          </p:nvGraphicFramePr>
          <p:xfrm>
            <a:off x="914" y="3393"/>
            <a:ext cx="541" cy="248"/>
          </p:xfrm>
          <a:graphic>
            <a:graphicData uri="http://schemas.openxmlformats.org/presentationml/2006/ole">
              <mc:AlternateContent xmlns:mc="http://schemas.openxmlformats.org/markup-compatibility/2006">
                <mc:Choice xmlns:v="urn:schemas-microsoft-com:vml" Requires="v">
                  <p:oleObj spid="_x0000_s129168" name="Equation" r:id="rId7" imgW="444240" imgH="203040" progId="Equation.DSMT4">
                    <p:embed/>
                  </p:oleObj>
                </mc:Choice>
                <mc:Fallback>
                  <p:oleObj name="Equation" r:id="rId7" imgW="444240" imgH="203040" progId="Equation.DSMT4">
                    <p:embed/>
                    <p:pic>
                      <p:nvPicPr>
                        <p:cNvPr id="108605" name="Object 61"/>
                        <p:cNvPicPr>
                          <a:picLocks noChangeAspect="1" noChangeArrowheads="1"/>
                        </p:cNvPicPr>
                        <p:nvPr/>
                      </p:nvPicPr>
                      <p:blipFill>
                        <a:blip r:embed="rId8"/>
                        <a:srcRect/>
                        <a:stretch>
                          <a:fillRect/>
                        </a:stretch>
                      </p:blipFill>
                      <p:spPr bwMode="auto">
                        <a:xfrm>
                          <a:off x="914" y="3393"/>
                          <a:ext cx="541"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606" name="Object 62"/>
            <p:cNvGraphicFramePr>
              <a:graphicFrameLocks noChangeAspect="1"/>
            </p:cNvGraphicFramePr>
            <p:nvPr>
              <p:extLst>
                <p:ext uri="{D42A27DB-BD31-4B8C-83A1-F6EECF244321}">
                  <p14:modId xmlns:p14="http://schemas.microsoft.com/office/powerpoint/2010/main" val="2890163852"/>
                </p:ext>
              </p:extLst>
            </p:nvPr>
          </p:nvGraphicFramePr>
          <p:xfrm>
            <a:off x="2356" y="3135"/>
            <a:ext cx="249" cy="295"/>
          </p:xfrm>
          <a:graphic>
            <a:graphicData uri="http://schemas.openxmlformats.org/presentationml/2006/ole">
              <mc:AlternateContent xmlns:mc="http://schemas.openxmlformats.org/markup-compatibility/2006">
                <mc:Choice xmlns:v="urn:schemas-microsoft-com:vml" Requires="v">
                  <p:oleObj spid="_x0000_s129169" name="Equation" r:id="rId9" imgW="203040" imgH="241200" progId="Equation.DSMT4">
                    <p:embed/>
                  </p:oleObj>
                </mc:Choice>
                <mc:Fallback>
                  <p:oleObj name="Equation" r:id="rId9" imgW="203040" imgH="241200" progId="Equation.DSMT4">
                    <p:embed/>
                    <p:pic>
                      <p:nvPicPr>
                        <p:cNvPr id="108606" name="Object 62"/>
                        <p:cNvPicPr>
                          <a:picLocks noChangeAspect="1" noChangeArrowheads="1"/>
                        </p:cNvPicPr>
                        <p:nvPr/>
                      </p:nvPicPr>
                      <p:blipFill>
                        <a:blip r:embed="rId10"/>
                        <a:srcRect/>
                        <a:stretch>
                          <a:fillRect/>
                        </a:stretch>
                      </p:blipFill>
                      <p:spPr bwMode="auto">
                        <a:xfrm>
                          <a:off x="2356" y="3135"/>
                          <a:ext cx="249" cy="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8607" name="Text Box 63"/>
            <p:cNvSpPr txBox="1">
              <a:spLocks noChangeArrowheads="1"/>
            </p:cNvSpPr>
            <p:nvPr/>
          </p:nvSpPr>
          <p:spPr bwMode="auto">
            <a:xfrm>
              <a:off x="2381" y="2568"/>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a:t>
              </a:r>
            </a:p>
          </p:txBody>
        </p:sp>
        <p:sp>
          <p:nvSpPr>
            <p:cNvPr id="108608" name="Text Box 64"/>
            <p:cNvSpPr txBox="1">
              <a:spLocks noChangeArrowheads="1"/>
            </p:cNvSpPr>
            <p:nvPr/>
          </p:nvSpPr>
          <p:spPr bwMode="auto">
            <a:xfrm>
              <a:off x="2380" y="3476"/>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_</a:t>
              </a:r>
            </a:p>
          </p:txBody>
        </p:sp>
        <p:sp>
          <p:nvSpPr>
            <p:cNvPr id="108609" name="Oval 65"/>
            <p:cNvSpPr>
              <a:spLocks noChangeArrowheads="1"/>
            </p:cNvSpPr>
            <p:nvPr/>
          </p:nvSpPr>
          <p:spPr bwMode="auto">
            <a:xfrm>
              <a:off x="2516" y="3861"/>
              <a:ext cx="68" cy="68"/>
            </a:xfrm>
            <a:prstGeom prst="ellipse">
              <a:avLst/>
            </a:prstGeom>
            <a:noFill/>
            <a:ln w="38100">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108610" name="Oval 66"/>
            <p:cNvSpPr>
              <a:spLocks noChangeArrowheads="1"/>
            </p:cNvSpPr>
            <p:nvPr/>
          </p:nvSpPr>
          <p:spPr bwMode="auto">
            <a:xfrm>
              <a:off x="2540" y="2478"/>
              <a:ext cx="68" cy="68"/>
            </a:xfrm>
            <a:prstGeom prst="ellipse">
              <a:avLst/>
            </a:prstGeom>
            <a:noFill/>
            <a:ln w="38100">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108611" name="Object 67"/>
            <p:cNvGraphicFramePr>
              <a:graphicFrameLocks noChangeAspect="1"/>
            </p:cNvGraphicFramePr>
            <p:nvPr>
              <p:extLst>
                <p:ext uri="{D42A27DB-BD31-4B8C-83A1-F6EECF244321}">
                  <p14:modId xmlns:p14="http://schemas.microsoft.com/office/powerpoint/2010/main" val="567197218"/>
                </p:ext>
              </p:extLst>
            </p:nvPr>
          </p:nvGraphicFramePr>
          <p:xfrm>
            <a:off x="1233" y="2002"/>
            <a:ext cx="462" cy="356"/>
          </p:xfrm>
          <a:graphic>
            <a:graphicData uri="http://schemas.openxmlformats.org/presentationml/2006/ole">
              <mc:AlternateContent xmlns:mc="http://schemas.openxmlformats.org/markup-compatibility/2006">
                <mc:Choice xmlns:v="urn:schemas-microsoft-com:vml" Requires="v">
                  <p:oleObj spid="_x0000_s129170" name="Equation" r:id="rId11" imgW="380880" imgH="291960" progId="Equation.DSMT4">
                    <p:embed/>
                  </p:oleObj>
                </mc:Choice>
                <mc:Fallback>
                  <p:oleObj name="Equation" r:id="rId11" imgW="380880" imgH="291960" progId="Equation.DSMT4">
                    <p:embed/>
                    <p:pic>
                      <p:nvPicPr>
                        <p:cNvPr id="108611" name="Object 67"/>
                        <p:cNvPicPr>
                          <a:picLocks noChangeAspect="1" noChangeArrowheads="1"/>
                        </p:cNvPicPr>
                        <p:nvPr/>
                      </p:nvPicPr>
                      <p:blipFill>
                        <a:blip r:embed="rId12"/>
                        <a:srcRect/>
                        <a:stretch>
                          <a:fillRect/>
                        </a:stretch>
                      </p:blipFill>
                      <p:spPr bwMode="auto">
                        <a:xfrm>
                          <a:off x="1233" y="2002"/>
                          <a:ext cx="462" cy="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8612" name="Line 68"/>
            <p:cNvSpPr>
              <a:spLocks noChangeShapeType="1"/>
            </p:cNvSpPr>
            <p:nvPr/>
          </p:nvSpPr>
          <p:spPr bwMode="auto">
            <a:xfrm flipH="1">
              <a:off x="702" y="2523"/>
              <a:ext cx="1" cy="1361"/>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108613" name="Line 69"/>
            <p:cNvSpPr>
              <a:spLocks noChangeShapeType="1"/>
            </p:cNvSpPr>
            <p:nvPr/>
          </p:nvSpPr>
          <p:spPr bwMode="auto">
            <a:xfrm flipH="1">
              <a:off x="2017" y="2523"/>
              <a:ext cx="1" cy="545"/>
            </a:xfrm>
            <a:prstGeom prst="line">
              <a:avLst/>
            </a:prstGeom>
            <a:noFill/>
            <a:ln w="28575">
              <a:solidFill>
                <a:srgbClr val="FFC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108614" name="Line 70"/>
            <p:cNvSpPr>
              <a:spLocks noChangeShapeType="1"/>
            </p:cNvSpPr>
            <p:nvPr/>
          </p:nvSpPr>
          <p:spPr bwMode="auto">
            <a:xfrm flipH="1">
              <a:off x="2017" y="3476"/>
              <a:ext cx="1" cy="408"/>
            </a:xfrm>
            <a:prstGeom prst="line">
              <a:avLst/>
            </a:prstGeom>
            <a:noFill/>
            <a:ln w="28575">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108615" name="Object 71"/>
            <p:cNvGraphicFramePr>
              <a:graphicFrameLocks noChangeAspect="1"/>
            </p:cNvGraphicFramePr>
            <p:nvPr>
              <p:extLst>
                <p:ext uri="{D42A27DB-BD31-4B8C-83A1-F6EECF244321}">
                  <p14:modId xmlns:p14="http://schemas.microsoft.com/office/powerpoint/2010/main" val="325079869"/>
                </p:ext>
              </p:extLst>
            </p:nvPr>
          </p:nvGraphicFramePr>
          <p:xfrm>
            <a:off x="2025" y="3453"/>
            <a:ext cx="186" cy="357"/>
          </p:xfrm>
          <a:graphic>
            <a:graphicData uri="http://schemas.openxmlformats.org/presentationml/2006/ole">
              <mc:AlternateContent xmlns:mc="http://schemas.openxmlformats.org/markup-compatibility/2006">
                <mc:Choice xmlns:v="urn:schemas-microsoft-com:vml" Requires="v">
                  <p:oleObj spid="_x0000_s129171" name="Equation" r:id="rId13" imgW="152280" imgH="291960" progId="Equation.DSMT4">
                    <p:embed/>
                  </p:oleObj>
                </mc:Choice>
                <mc:Fallback>
                  <p:oleObj name="Equation" r:id="rId13" imgW="152280" imgH="291960" progId="Equation.DSMT4">
                    <p:embed/>
                    <p:pic>
                      <p:nvPicPr>
                        <p:cNvPr id="108615" name="Object 71"/>
                        <p:cNvPicPr>
                          <a:picLocks noChangeAspect="1" noChangeArrowheads="1"/>
                        </p:cNvPicPr>
                        <p:nvPr/>
                      </p:nvPicPr>
                      <p:blipFill>
                        <a:blip r:embed="rId14"/>
                        <a:srcRect/>
                        <a:stretch>
                          <a:fillRect/>
                        </a:stretch>
                      </p:blipFill>
                      <p:spPr bwMode="auto">
                        <a:xfrm>
                          <a:off x="2025" y="3453"/>
                          <a:ext cx="186"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8616" name="Line 72"/>
            <p:cNvSpPr>
              <a:spLocks noChangeShapeType="1"/>
            </p:cNvSpPr>
            <p:nvPr/>
          </p:nvSpPr>
          <p:spPr bwMode="auto">
            <a:xfrm flipH="1">
              <a:off x="1927" y="3520"/>
              <a:ext cx="0" cy="273"/>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108617" name="Text Box 73"/>
            <p:cNvSpPr txBox="1">
              <a:spLocks noChangeArrowheads="1"/>
            </p:cNvSpPr>
            <p:nvPr/>
          </p:nvSpPr>
          <p:spPr bwMode="auto">
            <a:xfrm>
              <a:off x="691" y="2659"/>
              <a:ext cx="62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100</a:t>
              </a:r>
              <a:r>
                <a:rPr lang="en-US" altLang="zh-CN" sz="2800" b="0">
                  <a:latin typeface="Times New Roman" panose="02020603050405020304" pitchFamily="18" charset="0"/>
                  <a:ea typeface="宋体" panose="02010600030101010101" pitchFamily="2" charset="-122"/>
                  <a:sym typeface="Symbol" panose="05050102010706020507" pitchFamily="18" charset="2"/>
                </a:rPr>
                <a:t></a:t>
              </a:r>
              <a:endParaRPr lang="en-US" altLang="zh-CN" sz="2800" b="0">
                <a:latin typeface="Times New Roman" panose="02020603050405020304" pitchFamily="18" charset="0"/>
                <a:ea typeface="宋体" panose="02010600030101010101" pitchFamily="2" charset="-122"/>
              </a:endParaRPr>
            </a:p>
          </p:txBody>
        </p:sp>
        <p:sp>
          <p:nvSpPr>
            <p:cNvPr id="108618" name="Rectangle 74"/>
            <p:cNvSpPr>
              <a:spLocks noChangeArrowheads="1"/>
            </p:cNvSpPr>
            <p:nvPr/>
          </p:nvSpPr>
          <p:spPr bwMode="auto">
            <a:xfrm>
              <a:off x="620" y="2704"/>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108619" name="Group 75"/>
            <p:cNvGrpSpPr>
              <a:grpSpLocks/>
            </p:cNvGrpSpPr>
            <p:nvPr/>
          </p:nvGrpSpPr>
          <p:grpSpPr bwMode="auto">
            <a:xfrm rot="5400000">
              <a:off x="1564" y="2977"/>
              <a:ext cx="499" cy="590"/>
              <a:chOff x="476" y="663"/>
              <a:chExt cx="771" cy="862"/>
            </a:xfrm>
          </p:grpSpPr>
          <p:sp>
            <p:nvSpPr>
              <p:cNvPr id="108620" name="AutoShape 76"/>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08621" name="AutoShape 77"/>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08622" name="AutoShape 78"/>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grpSp>
      <p:sp>
        <p:nvSpPr>
          <p:cNvPr id="108637" name="Text Box 93"/>
          <p:cNvSpPr txBox="1">
            <a:spLocks noChangeArrowheads="1"/>
          </p:cNvSpPr>
          <p:nvPr/>
        </p:nvSpPr>
        <p:spPr bwMode="auto">
          <a:xfrm>
            <a:off x="1258888" y="4005263"/>
            <a:ext cx="232727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latin typeface="Times New Roman" panose="02020603050405020304" pitchFamily="18" charset="0"/>
              </a:rPr>
              <a:t>求开路电压：</a:t>
            </a:r>
          </a:p>
        </p:txBody>
      </p:sp>
      <p:grpSp>
        <p:nvGrpSpPr>
          <p:cNvPr id="108641" name="Group 97"/>
          <p:cNvGrpSpPr>
            <a:grpSpLocks/>
          </p:cNvGrpSpPr>
          <p:nvPr/>
        </p:nvGrpSpPr>
        <p:grpSpPr bwMode="auto">
          <a:xfrm>
            <a:off x="827088" y="981075"/>
            <a:ext cx="3338512" cy="2808288"/>
            <a:chOff x="521" y="618"/>
            <a:chExt cx="2103" cy="1769"/>
          </a:xfrm>
        </p:grpSpPr>
        <p:sp>
          <p:nvSpPr>
            <p:cNvPr id="108563" name="Oval 19"/>
            <p:cNvSpPr>
              <a:spLocks noChangeArrowheads="1"/>
            </p:cNvSpPr>
            <p:nvPr/>
          </p:nvSpPr>
          <p:spPr bwMode="auto">
            <a:xfrm>
              <a:off x="521" y="1752"/>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08564" name="Line 20"/>
            <p:cNvSpPr>
              <a:spLocks noChangeShapeType="1"/>
            </p:cNvSpPr>
            <p:nvPr/>
          </p:nvSpPr>
          <p:spPr bwMode="auto">
            <a:xfrm>
              <a:off x="702" y="755"/>
              <a:ext cx="1315"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108566" name="Line 22"/>
            <p:cNvSpPr>
              <a:spLocks noChangeShapeType="1"/>
            </p:cNvSpPr>
            <p:nvPr/>
          </p:nvSpPr>
          <p:spPr bwMode="auto">
            <a:xfrm flipV="1">
              <a:off x="702" y="1208"/>
              <a:ext cx="1723" cy="1"/>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108567" name="Line 23"/>
            <p:cNvSpPr>
              <a:spLocks noChangeShapeType="1"/>
            </p:cNvSpPr>
            <p:nvPr/>
          </p:nvSpPr>
          <p:spPr bwMode="auto">
            <a:xfrm>
              <a:off x="702" y="2342"/>
              <a:ext cx="1814"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108568" name="Text Box 24"/>
            <p:cNvSpPr txBox="1">
              <a:spLocks noChangeArrowheads="1"/>
            </p:cNvSpPr>
            <p:nvPr/>
          </p:nvSpPr>
          <p:spPr bwMode="auto">
            <a:xfrm>
              <a:off x="1337" y="1435"/>
              <a:ext cx="68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j300</a:t>
              </a:r>
              <a:r>
                <a:rPr lang="en-US" altLang="zh-CN" sz="2800" b="0">
                  <a:latin typeface="Times New Roman" panose="02020603050405020304" pitchFamily="18" charset="0"/>
                  <a:ea typeface="宋体" panose="02010600030101010101" pitchFamily="2" charset="-122"/>
                  <a:sym typeface="Symbol" panose="05050102010706020507" pitchFamily="18" charset="2"/>
                </a:rPr>
                <a:t></a:t>
              </a:r>
            </a:p>
          </p:txBody>
        </p:sp>
        <p:sp>
          <p:nvSpPr>
            <p:cNvPr id="108569" name="Text Box 25"/>
            <p:cNvSpPr txBox="1">
              <a:spLocks noChangeArrowheads="1"/>
            </p:cNvSpPr>
            <p:nvPr/>
          </p:nvSpPr>
          <p:spPr bwMode="auto">
            <a:xfrm>
              <a:off x="793" y="1525"/>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a:t>
              </a:r>
            </a:p>
          </p:txBody>
        </p:sp>
        <p:sp>
          <p:nvSpPr>
            <p:cNvPr id="108570" name="Text Box 26"/>
            <p:cNvSpPr txBox="1">
              <a:spLocks noChangeArrowheads="1"/>
            </p:cNvSpPr>
            <p:nvPr/>
          </p:nvSpPr>
          <p:spPr bwMode="auto">
            <a:xfrm>
              <a:off x="793" y="1979"/>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_</a:t>
              </a:r>
            </a:p>
          </p:txBody>
        </p:sp>
        <p:graphicFrame>
          <p:nvGraphicFramePr>
            <p:cNvPr id="108571" name="Object 27"/>
            <p:cNvGraphicFramePr>
              <a:graphicFrameLocks noChangeAspect="1"/>
            </p:cNvGraphicFramePr>
            <p:nvPr>
              <p:extLst>
                <p:ext uri="{D42A27DB-BD31-4B8C-83A1-F6EECF244321}">
                  <p14:modId xmlns:p14="http://schemas.microsoft.com/office/powerpoint/2010/main" val="3822767712"/>
                </p:ext>
              </p:extLst>
            </p:nvPr>
          </p:nvGraphicFramePr>
          <p:xfrm>
            <a:off x="914" y="1851"/>
            <a:ext cx="541" cy="248"/>
          </p:xfrm>
          <a:graphic>
            <a:graphicData uri="http://schemas.openxmlformats.org/presentationml/2006/ole">
              <mc:AlternateContent xmlns:mc="http://schemas.openxmlformats.org/markup-compatibility/2006">
                <mc:Choice xmlns:v="urn:schemas-microsoft-com:vml" Requires="v">
                  <p:oleObj spid="_x0000_s129172" name="Equation" r:id="rId15" imgW="444240" imgH="203040" progId="Equation.DSMT4">
                    <p:embed/>
                  </p:oleObj>
                </mc:Choice>
                <mc:Fallback>
                  <p:oleObj name="Equation" r:id="rId15" imgW="444240" imgH="203040" progId="Equation.DSMT4">
                    <p:embed/>
                    <p:pic>
                      <p:nvPicPr>
                        <p:cNvPr id="108571" name="Object 27"/>
                        <p:cNvPicPr>
                          <a:picLocks noChangeAspect="1" noChangeArrowheads="1"/>
                        </p:cNvPicPr>
                        <p:nvPr/>
                      </p:nvPicPr>
                      <p:blipFill>
                        <a:blip r:embed="rId16"/>
                        <a:srcRect/>
                        <a:stretch>
                          <a:fillRect/>
                        </a:stretch>
                      </p:blipFill>
                      <p:spPr bwMode="auto">
                        <a:xfrm>
                          <a:off x="914" y="1851"/>
                          <a:ext cx="541"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572" name="Object 28"/>
            <p:cNvGraphicFramePr>
              <a:graphicFrameLocks noChangeAspect="1"/>
            </p:cNvGraphicFramePr>
            <p:nvPr/>
          </p:nvGraphicFramePr>
          <p:xfrm>
            <a:off x="2349" y="1578"/>
            <a:ext cx="264" cy="326"/>
          </p:xfrm>
          <a:graphic>
            <a:graphicData uri="http://schemas.openxmlformats.org/presentationml/2006/ole">
              <mc:AlternateContent xmlns:mc="http://schemas.openxmlformats.org/markup-compatibility/2006">
                <mc:Choice xmlns:v="urn:schemas-microsoft-com:vml" Requires="v">
                  <p:oleObj spid="_x0000_s129173" name="公式" r:id="rId17" imgW="215640" imgH="266400" progId="Equation.3">
                    <p:embed/>
                  </p:oleObj>
                </mc:Choice>
                <mc:Fallback>
                  <p:oleObj name="公式" r:id="rId17" imgW="215640" imgH="266400" progId="Equation.3">
                    <p:embed/>
                    <p:pic>
                      <p:nvPicPr>
                        <p:cNvPr id="108572" name="Object 2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49" y="1578"/>
                          <a:ext cx="26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8573" name="Text Box 29"/>
            <p:cNvSpPr txBox="1">
              <a:spLocks noChangeArrowheads="1"/>
            </p:cNvSpPr>
            <p:nvPr/>
          </p:nvSpPr>
          <p:spPr bwMode="auto">
            <a:xfrm>
              <a:off x="2380" y="1208"/>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a:t>
              </a:r>
            </a:p>
          </p:txBody>
        </p:sp>
        <p:sp>
          <p:nvSpPr>
            <p:cNvPr id="108574" name="Text Box 30"/>
            <p:cNvSpPr txBox="1">
              <a:spLocks noChangeArrowheads="1"/>
            </p:cNvSpPr>
            <p:nvPr/>
          </p:nvSpPr>
          <p:spPr bwMode="auto">
            <a:xfrm>
              <a:off x="2380" y="193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_</a:t>
              </a:r>
            </a:p>
          </p:txBody>
        </p:sp>
        <p:sp>
          <p:nvSpPr>
            <p:cNvPr id="108575" name="Oval 31"/>
            <p:cNvSpPr>
              <a:spLocks noChangeArrowheads="1"/>
            </p:cNvSpPr>
            <p:nvPr/>
          </p:nvSpPr>
          <p:spPr bwMode="auto">
            <a:xfrm>
              <a:off x="2516" y="2319"/>
              <a:ext cx="68" cy="68"/>
            </a:xfrm>
            <a:prstGeom prst="ellipse">
              <a:avLst/>
            </a:prstGeom>
            <a:noFill/>
            <a:ln w="38100">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108576" name="Oval 32"/>
            <p:cNvSpPr>
              <a:spLocks noChangeArrowheads="1"/>
            </p:cNvSpPr>
            <p:nvPr/>
          </p:nvSpPr>
          <p:spPr bwMode="auto">
            <a:xfrm>
              <a:off x="2425" y="1163"/>
              <a:ext cx="68" cy="68"/>
            </a:xfrm>
            <a:prstGeom prst="ellipse">
              <a:avLst/>
            </a:prstGeom>
            <a:noFill/>
            <a:ln w="38100">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108577" name="Object 33"/>
            <p:cNvGraphicFramePr>
              <a:graphicFrameLocks noChangeAspect="1"/>
            </p:cNvGraphicFramePr>
            <p:nvPr>
              <p:extLst>
                <p:ext uri="{D42A27DB-BD31-4B8C-83A1-F6EECF244321}">
                  <p14:modId xmlns:p14="http://schemas.microsoft.com/office/powerpoint/2010/main" val="688545554"/>
                </p:ext>
              </p:extLst>
            </p:nvPr>
          </p:nvGraphicFramePr>
          <p:xfrm>
            <a:off x="899" y="686"/>
            <a:ext cx="277" cy="356"/>
          </p:xfrm>
          <a:graphic>
            <a:graphicData uri="http://schemas.openxmlformats.org/presentationml/2006/ole">
              <mc:AlternateContent xmlns:mc="http://schemas.openxmlformats.org/markup-compatibility/2006">
                <mc:Choice xmlns:v="urn:schemas-microsoft-com:vml" Requires="v">
                  <p:oleObj spid="_x0000_s129174" name="Equation" r:id="rId19" imgW="228600" imgH="291960" progId="Equation.DSMT4">
                    <p:embed/>
                  </p:oleObj>
                </mc:Choice>
                <mc:Fallback>
                  <p:oleObj name="Equation" r:id="rId19" imgW="228600" imgH="291960" progId="Equation.DSMT4">
                    <p:embed/>
                    <p:pic>
                      <p:nvPicPr>
                        <p:cNvPr id="108577" name="Object 33"/>
                        <p:cNvPicPr>
                          <a:picLocks noChangeAspect="1" noChangeArrowheads="1"/>
                        </p:cNvPicPr>
                        <p:nvPr/>
                      </p:nvPicPr>
                      <p:blipFill>
                        <a:blip r:embed="rId20"/>
                        <a:srcRect/>
                        <a:stretch>
                          <a:fillRect/>
                        </a:stretch>
                      </p:blipFill>
                      <p:spPr bwMode="auto">
                        <a:xfrm>
                          <a:off x="899" y="686"/>
                          <a:ext cx="277" cy="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8578" name="Line 34"/>
            <p:cNvSpPr>
              <a:spLocks noChangeShapeType="1"/>
            </p:cNvSpPr>
            <p:nvPr/>
          </p:nvSpPr>
          <p:spPr bwMode="auto">
            <a:xfrm>
              <a:off x="702" y="1209"/>
              <a:ext cx="0" cy="1133"/>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108579" name="Line 35"/>
            <p:cNvSpPr>
              <a:spLocks noChangeShapeType="1"/>
            </p:cNvSpPr>
            <p:nvPr/>
          </p:nvSpPr>
          <p:spPr bwMode="auto">
            <a:xfrm flipH="1">
              <a:off x="2017" y="1209"/>
              <a:ext cx="0" cy="317"/>
            </a:xfrm>
            <a:prstGeom prst="line">
              <a:avLst/>
            </a:prstGeom>
            <a:noFill/>
            <a:ln w="28575">
              <a:solidFill>
                <a:srgbClr val="FFC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108580" name="Line 36"/>
            <p:cNvSpPr>
              <a:spLocks noChangeShapeType="1"/>
            </p:cNvSpPr>
            <p:nvPr/>
          </p:nvSpPr>
          <p:spPr bwMode="auto">
            <a:xfrm flipH="1">
              <a:off x="2017" y="1934"/>
              <a:ext cx="1" cy="408"/>
            </a:xfrm>
            <a:prstGeom prst="line">
              <a:avLst/>
            </a:prstGeom>
            <a:noFill/>
            <a:ln w="28575">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108581" name="Object 37"/>
            <p:cNvGraphicFramePr>
              <a:graphicFrameLocks noChangeAspect="1"/>
            </p:cNvGraphicFramePr>
            <p:nvPr>
              <p:extLst>
                <p:ext uri="{D42A27DB-BD31-4B8C-83A1-F6EECF244321}">
                  <p14:modId xmlns:p14="http://schemas.microsoft.com/office/powerpoint/2010/main" val="3422605295"/>
                </p:ext>
              </p:extLst>
            </p:nvPr>
          </p:nvGraphicFramePr>
          <p:xfrm>
            <a:off x="2026" y="1911"/>
            <a:ext cx="185" cy="357"/>
          </p:xfrm>
          <a:graphic>
            <a:graphicData uri="http://schemas.openxmlformats.org/presentationml/2006/ole">
              <mc:AlternateContent xmlns:mc="http://schemas.openxmlformats.org/markup-compatibility/2006">
                <mc:Choice xmlns:v="urn:schemas-microsoft-com:vml" Requires="v">
                  <p:oleObj spid="_x0000_s129175" name="Equation" r:id="rId21" imgW="152280" imgH="291960" progId="Equation.DSMT4">
                    <p:embed/>
                  </p:oleObj>
                </mc:Choice>
                <mc:Fallback>
                  <p:oleObj name="Equation" r:id="rId21" imgW="152280" imgH="291960" progId="Equation.DSMT4">
                    <p:embed/>
                    <p:pic>
                      <p:nvPicPr>
                        <p:cNvPr id="108581" name="Object 37"/>
                        <p:cNvPicPr>
                          <a:picLocks noChangeAspect="1" noChangeArrowheads="1"/>
                        </p:cNvPicPr>
                        <p:nvPr/>
                      </p:nvPicPr>
                      <p:blipFill>
                        <a:blip r:embed="rId22"/>
                        <a:srcRect/>
                        <a:stretch>
                          <a:fillRect/>
                        </a:stretch>
                      </p:blipFill>
                      <p:spPr bwMode="auto">
                        <a:xfrm>
                          <a:off x="2026" y="1911"/>
                          <a:ext cx="185"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8582" name="Line 38"/>
            <p:cNvSpPr>
              <a:spLocks noChangeShapeType="1"/>
            </p:cNvSpPr>
            <p:nvPr/>
          </p:nvSpPr>
          <p:spPr bwMode="auto">
            <a:xfrm flipH="1">
              <a:off x="1927" y="1978"/>
              <a:ext cx="0" cy="273"/>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108583" name="Text Box 39"/>
            <p:cNvSpPr txBox="1">
              <a:spLocks noChangeArrowheads="1"/>
            </p:cNvSpPr>
            <p:nvPr/>
          </p:nvSpPr>
          <p:spPr bwMode="auto">
            <a:xfrm>
              <a:off x="1473" y="890"/>
              <a:ext cx="51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50</a:t>
              </a:r>
              <a:r>
                <a:rPr lang="en-US" altLang="zh-CN" sz="2800" b="0">
                  <a:latin typeface="Times New Roman" panose="02020603050405020304" pitchFamily="18" charset="0"/>
                  <a:ea typeface="宋体" panose="02010600030101010101" pitchFamily="2" charset="-122"/>
                  <a:sym typeface="Symbol" panose="05050102010706020507" pitchFamily="18" charset="2"/>
                </a:rPr>
                <a:t></a:t>
              </a:r>
              <a:endParaRPr lang="en-US" altLang="zh-CN" sz="2800" b="0">
                <a:latin typeface="Times New Roman" panose="02020603050405020304" pitchFamily="18" charset="0"/>
                <a:ea typeface="宋体" panose="02010600030101010101" pitchFamily="2" charset="-122"/>
              </a:endParaRPr>
            </a:p>
          </p:txBody>
        </p:sp>
        <p:sp>
          <p:nvSpPr>
            <p:cNvPr id="108584" name="Text Box 40"/>
            <p:cNvSpPr txBox="1">
              <a:spLocks noChangeArrowheads="1"/>
            </p:cNvSpPr>
            <p:nvPr/>
          </p:nvSpPr>
          <p:spPr bwMode="auto">
            <a:xfrm>
              <a:off x="747" y="1253"/>
              <a:ext cx="51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50</a:t>
              </a:r>
              <a:r>
                <a:rPr lang="en-US" altLang="zh-CN" sz="2800" b="0">
                  <a:latin typeface="Times New Roman" panose="02020603050405020304" pitchFamily="18" charset="0"/>
                  <a:ea typeface="宋体" panose="02010600030101010101" pitchFamily="2" charset="-122"/>
                  <a:sym typeface="Symbol" panose="05050102010706020507" pitchFamily="18" charset="2"/>
                </a:rPr>
                <a:t></a:t>
              </a:r>
              <a:endParaRPr lang="en-US" altLang="zh-CN" sz="2800" b="0">
                <a:latin typeface="Times New Roman" panose="02020603050405020304" pitchFamily="18" charset="0"/>
                <a:ea typeface="宋体" panose="02010600030101010101" pitchFamily="2" charset="-122"/>
              </a:endParaRPr>
            </a:p>
          </p:txBody>
        </p:sp>
        <p:sp>
          <p:nvSpPr>
            <p:cNvPr id="108585" name="Line 41"/>
            <p:cNvSpPr>
              <a:spLocks noChangeShapeType="1"/>
            </p:cNvSpPr>
            <p:nvPr/>
          </p:nvSpPr>
          <p:spPr bwMode="auto">
            <a:xfrm>
              <a:off x="702" y="755"/>
              <a:ext cx="0" cy="453"/>
            </a:xfrm>
            <a:prstGeom prst="line">
              <a:avLst/>
            </a:prstGeom>
            <a:noFill/>
            <a:ln w="28575">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108586" name="Line 42"/>
            <p:cNvSpPr>
              <a:spLocks noChangeShapeType="1"/>
            </p:cNvSpPr>
            <p:nvPr/>
          </p:nvSpPr>
          <p:spPr bwMode="auto">
            <a:xfrm>
              <a:off x="2017" y="755"/>
              <a:ext cx="0" cy="453"/>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108588" name="Line 44"/>
            <p:cNvSpPr>
              <a:spLocks noChangeShapeType="1"/>
            </p:cNvSpPr>
            <p:nvPr/>
          </p:nvSpPr>
          <p:spPr bwMode="auto">
            <a:xfrm flipH="1">
              <a:off x="839" y="754"/>
              <a:ext cx="363"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108589" name="Rectangle 45"/>
            <p:cNvSpPr>
              <a:spLocks noChangeArrowheads="1"/>
            </p:cNvSpPr>
            <p:nvPr/>
          </p:nvSpPr>
          <p:spPr bwMode="auto">
            <a:xfrm>
              <a:off x="1201" y="1117"/>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08590" name="Rectangle 46"/>
            <p:cNvSpPr>
              <a:spLocks noChangeArrowheads="1"/>
            </p:cNvSpPr>
            <p:nvPr/>
          </p:nvSpPr>
          <p:spPr bwMode="auto">
            <a:xfrm>
              <a:off x="620" y="1299"/>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108591" name="Group 47"/>
            <p:cNvGrpSpPr>
              <a:grpSpLocks/>
            </p:cNvGrpSpPr>
            <p:nvPr/>
          </p:nvGrpSpPr>
          <p:grpSpPr bwMode="auto">
            <a:xfrm rot="5400000">
              <a:off x="1564" y="1435"/>
              <a:ext cx="499" cy="590"/>
              <a:chOff x="476" y="663"/>
              <a:chExt cx="771" cy="862"/>
            </a:xfrm>
          </p:grpSpPr>
          <p:sp>
            <p:nvSpPr>
              <p:cNvPr id="108592" name="AutoShape 48"/>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08593" name="AutoShape 49"/>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08594" name="AutoShape 50"/>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sp>
          <p:nvSpPr>
            <p:cNvPr id="108565" name="AutoShape 21"/>
            <p:cNvSpPr>
              <a:spLocks noChangeArrowheads="1"/>
            </p:cNvSpPr>
            <p:nvPr/>
          </p:nvSpPr>
          <p:spPr bwMode="auto">
            <a:xfrm>
              <a:off x="1201" y="618"/>
              <a:ext cx="453" cy="272"/>
            </a:xfrm>
            <a:prstGeom prst="diamond">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08587" name="Line 43"/>
            <p:cNvSpPr>
              <a:spLocks noChangeShapeType="1"/>
            </p:cNvSpPr>
            <p:nvPr/>
          </p:nvSpPr>
          <p:spPr bwMode="auto">
            <a:xfrm>
              <a:off x="1428" y="618"/>
              <a:ext cx="0" cy="273"/>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pSp>
    </p:spTree>
    <p:extLst>
      <p:ext uri="{BB962C8B-B14F-4D97-AF65-F5344CB8AC3E}">
        <p14:creationId xmlns:p14="http://schemas.microsoft.com/office/powerpoint/2010/main" val="2406510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withEffect">
                                  <p:stCondLst>
                                    <p:cond delay="0"/>
                                  </p:stCondLst>
                                  <p:childTnLst>
                                    <p:set>
                                      <p:cBhvr>
                                        <p:cTn id="6" dur="1" fill="hold">
                                          <p:stCondLst>
                                            <p:cond delay="0"/>
                                          </p:stCondLst>
                                        </p:cTn>
                                        <p:tgtEl>
                                          <p:spTgt spid="108546"/>
                                        </p:tgtEl>
                                        <p:attrNameLst>
                                          <p:attrName>style.visibility</p:attrName>
                                        </p:attrNameLst>
                                      </p:cBhvr>
                                      <p:to>
                                        <p:strVal val="visible"/>
                                      </p:to>
                                    </p:set>
                                    <p:anim calcmode="lin" valueType="num">
                                      <p:cBhvr>
                                        <p:cTn id="7" dur="1000" fill="hold"/>
                                        <p:tgtEl>
                                          <p:spTgt spid="108546"/>
                                        </p:tgtEl>
                                        <p:attrNameLst>
                                          <p:attrName>ppt_w</p:attrName>
                                        </p:attrNameLst>
                                      </p:cBhvr>
                                      <p:tavLst>
                                        <p:tav tm="0">
                                          <p:val>
                                            <p:fltVal val="0"/>
                                          </p:val>
                                        </p:tav>
                                        <p:tav tm="100000">
                                          <p:val>
                                            <p:strVal val="#ppt_w"/>
                                          </p:val>
                                        </p:tav>
                                      </p:tavLst>
                                    </p:anim>
                                    <p:anim calcmode="lin" valueType="num">
                                      <p:cBhvr>
                                        <p:cTn id="8" dur="1000" fill="hold"/>
                                        <p:tgtEl>
                                          <p:spTgt spid="108546"/>
                                        </p:tgtEl>
                                        <p:attrNameLst>
                                          <p:attrName>ppt_h</p:attrName>
                                        </p:attrNameLst>
                                      </p:cBhvr>
                                      <p:tavLst>
                                        <p:tav tm="0">
                                          <p:val>
                                            <p:fltVal val="0"/>
                                          </p:val>
                                        </p:tav>
                                        <p:tav tm="100000">
                                          <p:val>
                                            <p:strVal val="#ppt_h"/>
                                          </p:val>
                                        </p:tav>
                                      </p:tavLst>
                                    </p:anim>
                                    <p:anim calcmode="lin" valueType="num">
                                      <p:cBhvr>
                                        <p:cTn id="9" dur="1000" fill="hold"/>
                                        <p:tgtEl>
                                          <p:spTgt spid="108546"/>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08546"/>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3" presetClass="entr" presetSubtype="10" fill="hold" nodeType="afterEffect">
                                  <p:stCondLst>
                                    <p:cond delay="0"/>
                                  </p:stCondLst>
                                  <p:childTnLst>
                                    <p:set>
                                      <p:cBhvr>
                                        <p:cTn id="13" dur="1" fill="hold">
                                          <p:stCondLst>
                                            <p:cond delay="0"/>
                                          </p:stCondLst>
                                        </p:cTn>
                                        <p:tgtEl>
                                          <p:spTgt spid="108641"/>
                                        </p:tgtEl>
                                        <p:attrNameLst>
                                          <p:attrName>style.visibility</p:attrName>
                                        </p:attrNameLst>
                                      </p:cBhvr>
                                      <p:to>
                                        <p:strVal val="visible"/>
                                      </p:to>
                                    </p:set>
                                    <p:animEffect transition="in" filter="blinds(horizontal)">
                                      <p:cBhvr>
                                        <p:cTn id="14" dur="500"/>
                                        <p:tgtEl>
                                          <p:spTgt spid="108641"/>
                                        </p:tgtEl>
                                      </p:cBhvr>
                                    </p:animEffect>
                                  </p:childTnLst>
                                </p:cTn>
                              </p:par>
                            </p:childTnLst>
                          </p:cTn>
                        </p:par>
                        <p:par>
                          <p:cTn id="15" fill="hold" nodeType="afterGroup">
                            <p:stCondLst>
                              <p:cond delay="1500"/>
                            </p:stCondLst>
                            <p:childTnLst>
                              <p:par>
                                <p:cTn id="16" presetID="2" presetClass="entr" presetSubtype="2" fill="hold" grpId="0" nodeType="afterEffect">
                                  <p:stCondLst>
                                    <p:cond delay="0"/>
                                  </p:stCondLst>
                                  <p:childTnLst>
                                    <p:set>
                                      <p:cBhvr>
                                        <p:cTn id="17" dur="1" fill="hold">
                                          <p:stCondLst>
                                            <p:cond delay="0"/>
                                          </p:stCondLst>
                                        </p:cTn>
                                        <p:tgtEl>
                                          <p:spTgt spid="108547"/>
                                        </p:tgtEl>
                                        <p:attrNameLst>
                                          <p:attrName>style.visibility</p:attrName>
                                        </p:attrNameLst>
                                      </p:cBhvr>
                                      <p:to>
                                        <p:strVal val="visible"/>
                                      </p:to>
                                    </p:set>
                                    <p:anim calcmode="lin" valueType="num">
                                      <p:cBhvr additive="base">
                                        <p:cTn id="18" dur="500" fill="hold"/>
                                        <p:tgtEl>
                                          <p:spTgt spid="108547"/>
                                        </p:tgtEl>
                                        <p:attrNameLst>
                                          <p:attrName>ppt_x</p:attrName>
                                        </p:attrNameLst>
                                      </p:cBhvr>
                                      <p:tavLst>
                                        <p:tav tm="0">
                                          <p:val>
                                            <p:strVal val="1+#ppt_w/2"/>
                                          </p:val>
                                        </p:tav>
                                        <p:tav tm="100000">
                                          <p:val>
                                            <p:strVal val="#ppt_x"/>
                                          </p:val>
                                        </p:tav>
                                      </p:tavLst>
                                    </p:anim>
                                    <p:anim calcmode="lin" valueType="num">
                                      <p:cBhvr additive="base">
                                        <p:cTn id="19" dur="500" fill="hold"/>
                                        <p:tgtEl>
                                          <p:spTgt spid="108547"/>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5" presetClass="entr" presetSubtype="0" fill="hold" grpId="0" nodeType="clickEffect">
                                  <p:stCondLst>
                                    <p:cond delay="0"/>
                                  </p:stCondLst>
                                  <p:childTnLst>
                                    <p:set>
                                      <p:cBhvr>
                                        <p:cTn id="23" dur="1" fill="hold">
                                          <p:stCondLst>
                                            <p:cond delay="0"/>
                                          </p:stCondLst>
                                        </p:cTn>
                                        <p:tgtEl>
                                          <p:spTgt spid="108549"/>
                                        </p:tgtEl>
                                        <p:attrNameLst>
                                          <p:attrName>style.visibility</p:attrName>
                                        </p:attrNameLst>
                                      </p:cBhvr>
                                      <p:to>
                                        <p:strVal val="visible"/>
                                      </p:to>
                                    </p:set>
                                    <p:anim calcmode="lin" valueType="num">
                                      <p:cBhvr>
                                        <p:cTn id="24" dur="1000" fill="hold"/>
                                        <p:tgtEl>
                                          <p:spTgt spid="108549"/>
                                        </p:tgtEl>
                                        <p:attrNameLst>
                                          <p:attrName>ppt_w</p:attrName>
                                        </p:attrNameLst>
                                      </p:cBhvr>
                                      <p:tavLst>
                                        <p:tav tm="0">
                                          <p:val>
                                            <p:fltVal val="0"/>
                                          </p:val>
                                        </p:tav>
                                        <p:tav tm="100000">
                                          <p:val>
                                            <p:strVal val="#ppt_w"/>
                                          </p:val>
                                        </p:tav>
                                      </p:tavLst>
                                    </p:anim>
                                    <p:anim calcmode="lin" valueType="num">
                                      <p:cBhvr>
                                        <p:cTn id="25" dur="1000" fill="hold"/>
                                        <p:tgtEl>
                                          <p:spTgt spid="108549"/>
                                        </p:tgtEl>
                                        <p:attrNameLst>
                                          <p:attrName>ppt_h</p:attrName>
                                        </p:attrNameLst>
                                      </p:cBhvr>
                                      <p:tavLst>
                                        <p:tav tm="0">
                                          <p:val>
                                            <p:fltVal val="0"/>
                                          </p:val>
                                        </p:tav>
                                        <p:tav tm="100000">
                                          <p:val>
                                            <p:strVal val="#ppt_h"/>
                                          </p:val>
                                        </p:tav>
                                      </p:tavLst>
                                    </p:anim>
                                    <p:anim calcmode="lin" valueType="num">
                                      <p:cBhvr>
                                        <p:cTn id="26" dur="1000" fill="hold"/>
                                        <p:tgtEl>
                                          <p:spTgt spid="108549"/>
                                        </p:tgtEl>
                                        <p:attrNameLst>
                                          <p:attrName>ppt_x</p:attrName>
                                        </p:attrNameLst>
                                      </p:cBhvr>
                                      <p:tavLst>
                                        <p:tav tm="0" fmla="#ppt_x+(cos(-2*pi*(1-$))*-#ppt_x-sin(-2*pi*(1-$))*(1-#ppt_y))*(1-$)">
                                          <p:val>
                                            <p:fltVal val="0"/>
                                          </p:val>
                                        </p:tav>
                                        <p:tav tm="100000">
                                          <p:val>
                                            <p:fltVal val="1"/>
                                          </p:val>
                                        </p:tav>
                                      </p:tavLst>
                                    </p:anim>
                                    <p:anim calcmode="lin" valueType="num">
                                      <p:cBhvr>
                                        <p:cTn id="27" dur="1000" fill="hold"/>
                                        <p:tgtEl>
                                          <p:spTgt spid="108549"/>
                                        </p:tgtEl>
                                        <p:attrNameLst>
                                          <p:attrName>ppt_y</p:attrName>
                                        </p:attrNameLst>
                                      </p:cBhvr>
                                      <p:tavLst>
                                        <p:tav tm="0" fmla="#ppt_y+(sin(-2*pi*(1-$))*-#ppt_x+cos(-2*pi*(1-$))*(1-#ppt_y))*(1-$)">
                                          <p:val>
                                            <p:fltVal val="0"/>
                                          </p:val>
                                        </p:tav>
                                        <p:tav tm="100000">
                                          <p:val>
                                            <p:fltVal val="1"/>
                                          </p:val>
                                        </p:tav>
                                      </p:tavLst>
                                    </p:anim>
                                  </p:childTnLst>
                                </p:cTn>
                              </p:par>
                            </p:childTnLst>
                          </p:cTn>
                        </p:par>
                        <p:par>
                          <p:cTn id="28" fill="hold" nodeType="afterGroup">
                            <p:stCondLst>
                              <p:cond delay="1000"/>
                            </p:stCondLst>
                            <p:childTnLst>
                              <p:par>
                                <p:cTn id="29" presetID="9" presetClass="entr" presetSubtype="0" fill="hold" grpId="0" nodeType="afterEffect">
                                  <p:stCondLst>
                                    <p:cond delay="0"/>
                                  </p:stCondLst>
                                  <p:childTnLst>
                                    <p:set>
                                      <p:cBhvr>
                                        <p:cTn id="30" dur="1" fill="hold">
                                          <p:stCondLst>
                                            <p:cond delay="0"/>
                                          </p:stCondLst>
                                        </p:cTn>
                                        <p:tgtEl>
                                          <p:spTgt spid="108637"/>
                                        </p:tgtEl>
                                        <p:attrNameLst>
                                          <p:attrName>style.visibility</p:attrName>
                                        </p:attrNameLst>
                                      </p:cBhvr>
                                      <p:to>
                                        <p:strVal val="visible"/>
                                      </p:to>
                                    </p:set>
                                    <p:animEffect transition="in" filter="dissolve">
                                      <p:cBhvr>
                                        <p:cTn id="31" dur="500"/>
                                        <p:tgtEl>
                                          <p:spTgt spid="10863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nodeType="clickEffect">
                                  <p:stCondLst>
                                    <p:cond delay="0"/>
                                  </p:stCondLst>
                                  <p:childTnLst>
                                    <p:set>
                                      <p:cBhvr>
                                        <p:cTn id="35" dur="1" fill="hold">
                                          <p:stCondLst>
                                            <p:cond delay="0"/>
                                          </p:stCondLst>
                                        </p:cTn>
                                        <p:tgtEl>
                                          <p:spTgt spid="108595"/>
                                        </p:tgtEl>
                                        <p:attrNameLst>
                                          <p:attrName>style.visibility</p:attrName>
                                        </p:attrNameLst>
                                      </p:cBhvr>
                                      <p:to>
                                        <p:strVal val="visible"/>
                                      </p:to>
                                    </p:set>
                                    <p:animEffect transition="in" filter="blinds(horizontal)">
                                      <p:cBhvr>
                                        <p:cTn id="36" dur="500"/>
                                        <p:tgtEl>
                                          <p:spTgt spid="10859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108548"/>
                                        </p:tgtEl>
                                        <p:attrNameLst>
                                          <p:attrName>style.visibility</p:attrName>
                                        </p:attrNameLst>
                                      </p:cBhvr>
                                      <p:to>
                                        <p:strVal val="visible"/>
                                      </p:to>
                                    </p:set>
                                    <p:animEffect transition="in" filter="wipe(left)">
                                      <p:cBhvr>
                                        <p:cTn id="41" dur="2000"/>
                                        <p:tgtEl>
                                          <p:spTgt spid="108548"/>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2" presetClass="entr" presetSubtype="8" fill="hold" nodeType="clickEffect">
                                  <p:stCondLst>
                                    <p:cond delay="0"/>
                                  </p:stCondLst>
                                  <p:childTnLst>
                                    <p:set>
                                      <p:cBhvr>
                                        <p:cTn id="45" dur="1" fill="hold">
                                          <p:stCondLst>
                                            <p:cond delay="0"/>
                                          </p:stCondLst>
                                        </p:cTn>
                                        <p:tgtEl>
                                          <p:spTgt spid="108550"/>
                                        </p:tgtEl>
                                        <p:attrNameLst>
                                          <p:attrName>style.visibility</p:attrName>
                                        </p:attrNameLst>
                                      </p:cBhvr>
                                      <p:to>
                                        <p:strVal val="visible"/>
                                      </p:to>
                                    </p:set>
                                    <p:animEffect transition="in" filter="slide(fromLeft)">
                                      <p:cBhvr>
                                        <p:cTn id="46" dur="500"/>
                                        <p:tgtEl>
                                          <p:spTgt spid="108550"/>
                                        </p:tgtEl>
                                      </p:cBhvr>
                                    </p:animEffect>
                                  </p:childTnLst>
                                </p:cTn>
                              </p:par>
                            </p:childTnLst>
                          </p:cTn>
                        </p:par>
                        <p:par>
                          <p:cTn id="47" fill="hold" nodeType="afterGroup">
                            <p:stCondLst>
                              <p:cond delay="500"/>
                            </p:stCondLst>
                            <p:childTnLst>
                              <p:par>
                                <p:cTn id="48" presetID="22" presetClass="entr" presetSubtype="8" fill="hold" nodeType="afterEffect">
                                  <p:stCondLst>
                                    <p:cond delay="0"/>
                                  </p:stCondLst>
                                  <p:childTnLst>
                                    <p:set>
                                      <p:cBhvr>
                                        <p:cTn id="49" dur="1" fill="hold">
                                          <p:stCondLst>
                                            <p:cond delay="0"/>
                                          </p:stCondLst>
                                        </p:cTn>
                                        <p:tgtEl>
                                          <p:spTgt spid="108551"/>
                                        </p:tgtEl>
                                        <p:attrNameLst>
                                          <p:attrName>style.visibility</p:attrName>
                                        </p:attrNameLst>
                                      </p:cBhvr>
                                      <p:to>
                                        <p:strVal val="visible"/>
                                      </p:to>
                                    </p:set>
                                    <p:animEffect transition="in" filter="wipe(left)">
                                      <p:cBhvr>
                                        <p:cTn id="50" dur="2000"/>
                                        <p:tgtEl>
                                          <p:spTgt spid="1085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6" grpId="0"/>
      <p:bldP spid="108547" grpId="0" autoUpdateAnimBg="0"/>
      <p:bldP spid="108549" grpId="0" animBg="1" autoUpdateAnimBg="0"/>
      <p:bldP spid="108637"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99" name="Text Box 95"/>
          <p:cNvSpPr txBox="1">
            <a:spLocks noChangeArrowheads="1"/>
          </p:cNvSpPr>
          <p:nvPr/>
        </p:nvSpPr>
        <p:spPr bwMode="auto">
          <a:xfrm>
            <a:off x="1403350" y="3429000"/>
            <a:ext cx="23749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a:latin typeface="Arial" panose="020B0604020202020204" pitchFamily="34" charset="0"/>
              </a:rPr>
              <a:t>求短路电流：</a:t>
            </a:r>
          </a:p>
        </p:txBody>
      </p:sp>
      <p:graphicFrame>
        <p:nvGraphicFramePr>
          <p:cNvPr id="72810" name="Object 106"/>
          <p:cNvGraphicFramePr>
            <a:graphicFrameLocks noChangeAspect="1"/>
          </p:cNvGraphicFramePr>
          <p:nvPr>
            <p:extLst>
              <p:ext uri="{D42A27DB-BD31-4B8C-83A1-F6EECF244321}">
                <p14:modId xmlns:p14="http://schemas.microsoft.com/office/powerpoint/2010/main" val="2522548714"/>
              </p:ext>
            </p:extLst>
          </p:nvPr>
        </p:nvGraphicFramePr>
        <p:xfrm>
          <a:off x="1762125" y="4032250"/>
          <a:ext cx="3276600" cy="511175"/>
        </p:xfrm>
        <a:graphic>
          <a:graphicData uri="http://schemas.openxmlformats.org/presentationml/2006/ole">
            <mc:AlternateContent xmlns:mc="http://schemas.openxmlformats.org/markup-compatibility/2006">
              <mc:Choice xmlns:v="urn:schemas-microsoft-com:vml" Requires="v">
                <p:oleObj spid="_x0000_s130154" name="Equation" r:id="rId3" imgW="1549080" imgH="241200" progId="Equation.DSMT4">
                  <p:embed/>
                </p:oleObj>
              </mc:Choice>
              <mc:Fallback>
                <p:oleObj name="Equation" r:id="rId3" imgW="1549080" imgH="241200" progId="Equation.DSMT4">
                  <p:embed/>
                  <p:pic>
                    <p:nvPicPr>
                      <p:cNvPr id="72810" name="Object 106"/>
                      <p:cNvPicPr>
                        <a:picLocks noChangeAspect="1" noChangeArrowheads="1"/>
                      </p:cNvPicPr>
                      <p:nvPr/>
                    </p:nvPicPr>
                    <p:blipFill>
                      <a:blip r:embed="rId4"/>
                      <a:srcRect/>
                      <a:stretch>
                        <a:fillRect/>
                      </a:stretch>
                    </p:blipFill>
                    <p:spPr bwMode="auto">
                      <a:xfrm>
                        <a:off x="1762125" y="4032250"/>
                        <a:ext cx="3276600"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811" name="Line 107"/>
          <p:cNvSpPr>
            <a:spLocks noChangeShapeType="1"/>
          </p:cNvSpPr>
          <p:nvPr/>
        </p:nvSpPr>
        <p:spPr bwMode="auto">
          <a:xfrm>
            <a:off x="827088" y="5157788"/>
            <a:ext cx="577850" cy="0"/>
          </a:xfrm>
          <a:prstGeom prst="line">
            <a:avLst/>
          </a:prstGeom>
          <a:noFill/>
          <a:ln w="76200">
            <a:solidFill>
              <a:srgbClr val="00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72812" name="Object 108"/>
          <p:cNvGraphicFramePr>
            <a:graphicFrameLocks noChangeAspect="1"/>
          </p:cNvGraphicFramePr>
          <p:nvPr>
            <p:extLst>
              <p:ext uri="{D42A27DB-BD31-4B8C-83A1-F6EECF244321}">
                <p14:modId xmlns:p14="http://schemas.microsoft.com/office/powerpoint/2010/main" val="3920126903"/>
              </p:ext>
            </p:extLst>
          </p:nvPr>
        </p:nvGraphicFramePr>
        <p:xfrm>
          <a:off x="1762125" y="4824412"/>
          <a:ext cx="5049837" cy="1000125"/>
        </p:xfrm>
        <a:graphic>
          <a:graphicData uri="http://schemas.openxmlformats.org/presentationml/2006/ole">
            <mc:AlternateContent xmlns:mc="http://schemas.openxmlformats.org/markup-compatibility/2006">
              <mc:Choice xmlns:v="urn:schemas-microsoft-com:vml" Requires="v">
                <p:oleObj spid="_x0000_s130155" name="Equation" r:id="rId5" imgW="2387520" imgH="469800" progId="Equation.DSMT4">
                  <p:embed/>
                </p:oleObj>
              </mc:Choice>
              <mc:Fallback>
                <p:oleObj name="Equation" r:id="rId5" imgW="2387520" imgH="469800" progId="Equation.DSMT4">
                  <p:embed/>
                  <p:pic>
                    <p:nvPicPr>
                      <p:cNvPr id="72812" name="Object 108"/>
                      <p:cNvPicPr>
                        <a:picLocks noChangeAspect="1" noChangeArrowheads="1"/>
                      </p:cNvPicPr>
                      <p:nvPr/>
                    </p:nvPicPr>
                    <p:blipFill>
                      <a:blip r:embed="rId6"/>
                      <a:srcRect/>
                      <a:stretch>
                        <a:fillRect/>
                      </a:stretch>
                    </p:blipFill>
                    <p:spPr bwMode="auto">
                      <a:xfrm>
                        <a:off x="1762125" y="4824412"/>
                        <a:ext cx="5049837" cy="100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2859" name="Group 155"/>
          <p:cNvGrpSpPr>
            <a:grpSpLocks/>
          </p:cNvGrpSpPr>
          <p:nvPr/>
        </p:nvGrpSpPr>
        <p:grpSpPr bwMode="auto">
          <a:xfrm>
            <a:off x="827088" y="225426"/>
            <a:ext cx="3340100" cy="3059113"/>
            <a:chOff x="521" y="2002"/>
            <a:chExt cx="2104" cy="1927"/>
          </a:xfrm>
        </p:grpSpPr>
        <p:sp>
          <p:nvSpPr>
            <p:cNvPr id="72860" name="AutoShape 156"/>
            <p:cNvSpPr>
              <a:spLocks noChangeArrowheads="1"/>
            </p:cNvSpPr>
            <p:nvPr/>
          </p:nvSpPr>
          <p:spPr bwMode="auto">
            <a:xfrm>
              <a:off x="1201" y="2387"/>
              <a:ext cx="453" cy="272"/>
            </a:xfrm>
            <a:prstGeom prst="diamond">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72861" name="Text Box 157"/>
            <p:cNvSpPr txBox="1">
              <a:spLocks noChangeArrowheads="1"/>
            </p:cNvSpPr>
            <p:nvPr/>
          </p:nvSpPr>
          <p:spPr bwMode="auto">
            <a:xfrm>
              <a:off x="884" y="2205"/>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a:t>
              </a:r>
              <a:endParaRPr lang="en-US" altLang="zh-CN" sz="2800" b="0">
                <a:latin typeface="Times New Roman" panose="02020603050405020304" pitchFamily="18" charset="0"/>
                <a:ea typeface="仿宋_GB2312" pitchFamily="49" charset="-122"/>
              </a:endParaRPr>
            </a:p>
          </p:txBody>
        </p:sp>
        <p:sp>
          <p:nvSpPr>
            <p:cNvPr id="72862" name="Text Box 158"/>
            <p:cNvSpPr txBox="1">
              <a:spLocks noChangeArrowheads="1"/>
            </p:cNvSpPr>
            <p:nvPr/>
          </p:nvSpPr>
          <p:spPr bwMode="auto">
            <a:xfrm>
              <a:off x="1701" y="2115"/>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ea typeface="宋体" panose="02010600030101010101" pitchFamily="2" charset="-122"/>
                </a:rPr>
                <a:t>_</a:t>
              </a:r>
              <a:endParaRPr lang="en-US" altLang="zh-CN" sz="2800" b="0">
                <a:latin typeface="Arial" panose="020B0604020202020204" pitchFamily="34" charset="0"/>
                <a:ea typeface="仿宋_GB2312" pitchFamily="49" charset="-122"/>
              </a:endParaRPr>
            </a:p>
          </p:txBody>
        </p:sp>
        <p:sp>
          <p:nvSpPr>
            <p:cNvPr id="72863" name="Oval 159"/>
            <p:cNvSpPr>
              <a:spLocks noChangeArrowheads="1"/>
            </p:cNvSpPr>
            <p:nvPr/>
          </p:nvSpPr>
          <p:spPr bwMode="auto">
            <a:xfrm>
              <a:off x="521" y="3294"/>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72864" name="Line 160"/>
            <p:cNvSpPr>
              <a:spLocks noChangeShapeType="1"/>
            </p:cNvSpPr>
            <p:nvPr/>
          </p:nvSpPr>
          <p:spPr bwMode="auto">
            <a:xfrm>
              <a:off x="703" y="2523"/>
              <a:ext cx="1859"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72865" name="Line 161"/>
            <p:cNvSpPr>
              <a:spLocks noChangeShapeType="1"/>
            </p:cNvSpPr>
            <p:nvPr/>
          </p:nvSpPr>
          <p:spPr bwMode="auto">
            <a:xfrm>
              <a:off x="702" y="3884"/>
              <a:ext cx="1814"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2866" name="Text Box 162"/>
            <p:cNvSpPr txBox="1">
              <a:spLocks noChangeArrowheads="1"/>
            </p:cNvSpPr>
            <p:nvPr/>
          </p:nvSpPr>
          <p:spPr bwMode="auto">
            <a:xfrm>
              <a:off x="1337" y="2977"/>
              <a:ext cx="68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j300</a:t>
              </a:r>
              <a:r>
                <a:rPr lang="en-US" altLang="zh-CN" sz="2800" b="0">
                  <a:latin typeface="Times New Roman" panose="02020603050405020304" pitchFamily="18" charset="0"/>
                  <a:ea typeface="宋体" panose="02010600030101010101" pitchFamily="2" charset="-122"/>
                  <a:sym typeface="Symbol" panose="05050102010706020507" pitchFamily="18" charset="2"/>
                </a:rPr>
                <a:t></a:t>
              </a:r>
            </a:p>
          </p:txBody>
        </p:sp>
        <p:sp>
          <p:nvSpPr>
            <p:cNvPr id="72867" name="Text Box 163"/>
            <p:cNvSpPr txBox="1">
              <a:spLocks noChangeArrowheads="1"/>
            </p:cNvSpPr>
            <p:nvPr/>
          </p:nvSpPr>
          <p:spPr bwMode="auto">
            <a:xfrm>
              <a:off x="793" y="3067"/>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a:t>
              </a:r>
            </a:p>
          </p:txBody>
        </p:sp>
        <p:sp>
          <p:nvSpPr>
            <p:cNvPr id="72868" name="Text Box 164"/>
            <p:cNvSpPr txBox="1">
              <a:spLocks noChangeArrowheads="1"/>
            </p:cNvSpPr>
            <p:nvPr/>
          </p:nvSpPr>
          <p:spPr bwMode="auto">
            <a:xfrm>
              <a:off x="793" y="3521"/>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_</a:t>
              </a:r>
            </a:p>
          </p:txBody>
        </p:sp>
        <p:graphicFrame>
          <p:nvGraphicFramePr>
            <p:cNvPr id="72869" name="Object 165"/>
            <p:cNvGraphicFramePr>
              <a:graphicFrameLocks noChangeAspect="1"/>
            </p:cNvGraphicFramePr>
            <p:nvPr>
              <p:extLst>
                <p:ext uri="{D42A27DB-BD31-4B8C-83A1-F6EECF244321}">
                  <p14:modId xmlns:p14="http://schemas.microsoft.com/office/powerpoint/2010/main" val="3526552131"/>
                </p:ext>
              </p:extLst>
            </p:nvPr>
          </p:nvGraphicFramePr>
          <p:xfrm>
            <a:off x="914" y="3392"/>
            <a:ext cx="541" cy="249"/>
          </p:xfrm>
          <a:graphic>
            <a:graphicData uri="http://schemas.openxmlformats.org/presentationml/2006/ole">
              <mc:AlternateContent xmlns:mc="http://schemas.openxmlformats.org/markup-compatibility/2006">
                <mc:Choice xmlns:v="urn:schemas-microsoft-com:vml" Requires="v">
                  <p:oleObj spid="_x0000_s130156" name="Equation" r:id="rId7" imgW="444240" imgH="203040" progId="Equation.DSMT4">
                    <p:embed/>
                  </p:oleObj>
                </mc:Choice>
                <mc:Fallback>
                  <p:oleObj name="Equation" r:id="rId7" imgW="444240" imgH="203040" progId="Equation.DSMT4">
                    <p:embed/>
                    <p:pic>
                      <p:nvPicPr>
                        <p:cNvPr id="72869" name="Object 165"/>
                        <p:cNvPicPr>
                          <a:picLocks noChangeAspect="1" noChangeArrowheads="1"/>
                        </p:cNvPicPr>
                        <p:nvPr/>
                      </p:nvPicPr>
                      <p:blipFill>
                        <a:blip r:embed="rId8"/>
                        <a:srcRect/>
                        <a:stretch>
                          <a:fillRect/>
                        </a:stretch>
                      </p:blipFill>
                      <p:spPr bwMode="auto">
                        <a:xfrm>
                          <a:off x="914" y="3392"/>
                          <a:ext cx="541" cy="2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870" name="Object 166"/>
            <p:cNvGraphicFramePr>
              <a:graphicFrameLocks noChangeAspect="1"/>
            </p:cNvGraphicFramePr>
            <p:nvPr>
              <p:extLst>
                <p:ext uri="{D42A27DB-BD31-4B8C-83A1-F6EECF244321}">
                  <p14:modId xmlns:p14="http://schemas.microsoft.com/office/powerpoint/2010/main" val="2803054703"/>
                </p:ext>
              </p:extLst>
            </p:nvPr>
          </p:nvGraphicFramePr>
          <p:xfrm>
            <a:off x="2357" y="3135"/>
            <a:ext cx="248" cy="295"/>
          </p:xfrm>
          <a:graphic>
            <a:graphicData uri="http://schemas.openxmlformats.org/presentationml/2006/ole">
              <mc:AlternateContent xmlns:mc="http://schemas.openxmlformats.org/markup-compatibility/2006">
                <mc:Choice xmlns:v="urn:schemas-microsoft-com:vml" Requires="v">
                  <p:oleObj spid="_x0000_s130157" name="Equation" r:id="rId9" imgW="203040" imgH="241200" progId="Equation.DSMT4">
                    <p:embed/>
                  </p:oleObj>
                </mc:Choice>
                <mc:Fallback>
                  <p:oleObj name="Equation" r:id="rId9" imgW="203040" imgH="241200" progId="Equation.DSMT4">
                    <p:embed/>
                    <p:pic>
                      <p:nvPicPr>
                        <p:cNvPr id="72870" name="Object 166"/>
                        <p:cNvPicPr>
                          <a:picLocks noChangeAspect="1" noChangeArrowheads="1"/>
                        </p:cNvPicPr>
                        <p:nvPr/>
                      </p:nvPicPr>
                      <p:blipFill>
                        <a:blip r:embed="rId10"/>
                        <a:srcRect/>
                        <a:stretch>
                          <a:fillRect/>
                        </a:stretch>
                      </p:blipFill>
                      <p:spPr bwMode="auto">
                        <a:xfrm>
                          <a:off x="2357" y="3135"/>
                          <a:ext cx="248" cy="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871" name="Text Box 167"/>
            <p:cNvSpPr txBox="1">
              <a:spLocks noChangeArrowheads="1"/>
            </p:cNvSpPr>
            <p:nvPr/>
          </p:nvSpPr>
          <p:spPr bwMode="auto">
            <a:xfrm>
              <a:off x="2381" y="2568"/>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a:t>
              </a:r>
            </a:p>
          </p:txBody>
        </p:sp>
        <p:sp>
          <p:nvSpPr>
            <p:cNvPr id="72872" name="Text Box 168"/>
            <p:cNvSpPr txBox="1">
              <a:spLocks noChangeArrowheads="1"/>
            </p:cNvSpPr>
            <p:nvPr/>
          </p:nvSpPr>
          <p:spPr bwMode="auto">
            <a:xfrm>
              <a:off x="2380" y="3476"/>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_</a:t>
              </a:r>
            </a:p>
          </p:txBody>
        </p:sp>
        <p:sp>
          <p:nvSpPr>
            <p:cNvPr id="72873" name="Oval 169"/>
            <p:cNvSpPr>
              <a:spLocks noChangeArrowheads="1"/>
            </p:cNvSpPr>
            <p:nvPr/>
          </p:nvSpPr>
          <p:spPr bwMode="auto">
            <a:xfrm>
              <a:off x="2516" y="3861"/>
              <a:ext cx="68" cy="68"/>
            </a:xfrm>
            <a:prstGeom prst="ellipse">
              <a:avLst/>
            </a:prstGeom>
            <a:noFill/>
            <a:ln w="38100">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2874" name="Oval 170"/>
            <p:cNvSpPr>
              <a:spLocks noChangeArrowheads="1"/>
            </p:cNvSpPr>
            <p:nvPr/>
          </p:nvSpPr>
          <p:spPr bwMode="auto">
            <a:xfrm>
              <a:off x="2540" y="2478"/>
              <a:ext cx="68" cy="68"/>
            </a:xfrm>
            <a:prstGeom prst="ellipse">
              <a:avLst/>
            </a:prstGeom>
            <a:noFill/>
            <a:ln w="38100">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72875" name="Object 171"/>
            <p:cNvGraphicFramePr>
              <a:graphicFrameLocks noChangeAspect="1"/>
            </p:cNvGraphicFramePr>
            <p:nvPr>
              <p:extLst>
                <p:ext uri="{D42A27DB-BD31-4B8C-83A1-F6EECF244321}">
                  <p14:modId xmlns:p14="http://schemas.microsoft.com/office/powerpoint/2010/main" val="1865377214"/>
                </p:ext>
              </p:extLst>
            </p:nvPr>
          </p:nvGraphicFramePr>
          <p:xfrm>
            <a:off x="1233" y="2002"/>
            <a:ext cx="462" cy="357"/>
          </p:xfrm>
          <a:graphic>
            <a:graphicData uri="http://schemas.openxmlformats.org/presentationml/2006/ole">
              <mc:AlternateContent xmlns:mc="http://schemas.openxmlformats.org/markup-compatibility/2006">
                <mc:Choice xmlns:v="urn:schemas-microsoft-com:vml" Requires="v">
                  <p:oleObj spid="_x0000_s130158" name="Equation" r:id="rId11" imgW="380880" imgH="291960" progId="Equation.DSMT4">
                    <p:embed/>
                  </p:oleObj>
                </mc:Choice>
                <mc:Fallback>
                  <p:oleObj name="Equation" r:id="rId11" imgW="380880" imgH="291960" progId="Equation.DSMT4">
                    <p:embed/>
                    <p:pic>
                      <p:nvPicPr>
                        <p:cNvPr id="72875" name="Object 171"/>
                        <p:cNvPicPr>
                          <a:picLocks noChangeAspect="1" noChangeArrowheads="1"/>
                        </p:cNvPicPr>
                        <p:nvPr/>
                      </p:nvPicPr>
                      <p:blipFill>
                        <a:blip r:embed="rId12"/>
                        <a:srcRect/>
                        <a:stretch>
                          <a:fillRect/>
                        </a:stretch>
                      </p:blipFill>
                      <p:spPr bwMode="auto">
                        <a:xfrm>
                          <a:off x="1233" y="2002"/>
                          <a:ext cx="462"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876" name="Line 172"/>
            <p:cNvSpPr>
              <a:spLocks noChangeShapeType="1"/>
            </p:cNvSpPr>
            <p:nvPr/>
          </p:nvSpPr>
          <p:spPr bwMode="auto">
            <a:xfrm flipH="1">
              <a:off x="702" y="2523"/>
              <a:ext cx="1" cy="1361"/>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72877" name="Line 173"/>
            <p:cNvSpPr>
              <a:spLocks noChangeShapeType="1"/>
            </p:cNvSpPr>
            <p:nvPr/>
          </p:nvSpPr>
          <p:spPr bwMode="auto">
            <a:xfrm flipH="1">
              <a:off x="2017" y="2523"/>
              <a:ext cx="1" cy="545"/>
            </a:xfrm>
            <a:prstGeom prst="line">
              <a:avLst/>
            </a:prstGeom>
            <a:noFill/>
            <a:ln w="28575">
              <a:solidFill>
                <a:srgbClr val="FFCC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72878" name="Line 174"/>
            <p:cNvSpPr>
              <a:spLocks noChangeShapeType="1"/>
            </p:cNvSpPr>
            <p:nvPr/>
          </p:nvSpPr>
          <p:spPr bwMode="auto">
            <a:xfrm flipH="1">
              <a:off x="2017" y="3476"/>
              <a:ext cx="1" cy="408"/>
            </a:xfrm>
            <a:prstGeom prst="line">
              <a:avLst/>
            </a:prstGeom>
            <a:noFill/>
            <a:ln w="28575">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72879" name="Object 175"/>
            <p:cNvGraphicFramePr>
              <a:graphicFrameLocks noChangeAspect="1"/>
            </p:cNvGraphicFramePr>
            <p:nvPr>
              <p:extLst>
                <p:ext uri="{D42A27DB-BD31-4B8C-83A1-F6EECF244321}">
                  <p14:modId xmlns:p14="http://schemas.microsoft.com/office/powerpoint/2010/main" val="2628853513"/>
                </p:ext>
              </p:extLst>
            </p:nvPr>
          </p:nvGraphicFramePr>
          <p:xfrm>
            <a:off x="2026" y="3453"/>
            <a:ext cx="185" cy="356"/>
          </p:xfrm>
          <a:graphic>
            <a:graphicData uri="http://schemas.openxmlformats.org/presentationml/2006/ole">
              <mc:AlternateContent xmlns:mc="http://schemas.openxmlformats.org/markup-compatibility/2006">
                <mc:Choice xmlns:v="urn:schemas-microsoft-com:vml" Requires="v">
                  <p:oleObj spid="_x0000_s130159" name="Equation" r:id="rId13" imgW="152280" imgH="291960" progId="Equation.DSMT4">
                    <p:embed/>
                  </p:oleObj>
                </mc:Choice>
                <mc:Fallback>
                  <p:oleObj name="Equation" r:id="rId13" imgW="152280" imgH="291960" progId="Equation.DSMT4">
                    <p:embed/>
                    <p:pic>
                      <p:nvPicPr>
                        <p:cNvPr id="72879" name="Object 175"/>
                        <p:cNvPicPr>
                          <a:picLocks noChangeAspect="1" noChangeArrowheads="1"/>
                        </p:cNvPicPr>
                        <p:nvPr/>
                      </p:nvPicPr>
                      <p:blipFill>
                        <a:blip r:embed="rId14"/>
                        <a:srcRect/>
                        <a:stretch>
                          <a:fillRect/>
                        </a:stretch>
                      </p:blipFill>
                      <p:spPr bwMode="auto">
                        <a:xfrm>
                          <a:off x="2026" y="3453"/>
                          <a:ext cx="185" cy="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880" name="Line 176"/>
            <p:cNvSpPr>
              <a:spLocks noChangeShapeType="1"/>
            </p:cNvSpPr>
            <p:nvPr/>
          </p:nvSpPr>
          <p:spPr bwMode="auto">
            <a:xfrm flipH="1">
              <a:off x="1927" y="3520"/>
              <a:ext cx="0" cy="273"/>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72881" name="Text Box 177"/>
            <p:cNvSpPr txBox="1">
              <a:spLocks noChangeArrowheads="1"/>
            </p:cNvSpPr>
            <p:nvPr/>
          </p:nvSpPr>
          <p:spPr bwMode="auto">
            <a:xfrm>
              <a:off x="691" y="2659"/>
              <a:ext cx="62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100</a:t>
              </a:r>
              <a:r>
                <a:rPr lang="en-US" altLang="zh-CN" sz="2800" b="0">
                  <a:latin typeface="Times New Roman" panose="02020603050405020304" pitchFamily="18" charset="0"/>
                  <a:ea typeface="宋体" panose="02010600030101010101" pitchFamily="2" charset="-122"/>
                  <a:sym typeface="Symbol" panose="05050102010706020507" pitchFamily="18" charset="2"/>
                </a:rPr>
                <a:t></a:t>
              </a:r>
              <a:endParaRPr lang="en-US" altLang="zh-CN" sz="2800" b="0">
                <a:latin typeface="Times New Roman" panose="02020603050405020304" pitchFamily="18" charset="0"/>
                <a:ea typeface="宋体" panose="02010600030101010101" pitchFamily="2" charset="-122"/>
              </a:endParaRPr>
            </a:p>
          </p:txBody>
        </p:sp>
        <p:sp>
          <p:nvSpPr>
            <p:cNvPr id="72882" name="Rectangle 178"/>
            <p:cNvSpPr>
              <a:spLocks noChangeArrowheads="1"/>
            </p:cNvSpPr>
            <p:nvPr/>
          </p:nvSpPr>
          <p:spPr bwMode="auto">
            <a:xfrm>
              <a:off x="620" y="2704"/>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72883" name="Group 179"/>
            <p:cNvGrpSpPr>
              <a:grpSpLocks/>
            </p:cNvGrpSpPr>
            <p:nvPr/>
          </p:nvGrpSpPr>
          <p:grpSpPr bwMode="auto">
            <a:xfrm rot="5400000">
              <a:off x="1564" y="2977"/>
              <a:ext cx="499" cy="590"/>
              <a:chOff x="476" y="663"/>
              <a:chExt cx="771" cy="862"/>
            </a:xfrm>
          </p:grpSpPr>
          <p:sp>
            <p:nvSpPr>
              <p:cNvPr id="72884" name="AutoShape 180"/>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72885" name="AutoShape 181"/>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72886" name="AutoShape 182"/>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grpSp>
      <p:grpSp>
        <p:nvGrpSpPr>
          <p:cNvPr id="72901" name="Group 197"/>
          <p:cNvGrpSpPr>
            <a:grpSpLocks/>
          </p:cNvGrpSpPr>
          <p:nvPr/>
        </p:nvGrpSpPr>
        <p:grpSpPr bwMode="auto">
          <a:xfrm>
            <a:off x="4788024" y="992610"/>
            <a:ext cx="3016250" cy="2162175"/>
            <a:chOff x="3016" y="526"/>
            <a:chExt cx="1900" cy="1362"/>
          </a:xfrm>
        </p:grpSpPr>
        <p:sp>
          <p:nvSpPr>
            <p:cNvPr id="72889" name="Line 185"/>
            <p:cNvSpPr>
              <a:spLocks noChangeShapeType="1"/>
            </p:cNvSpPr>
            <p:nvPr/>
          </p:nvSpPr>
          <p:spPr bwMode="auto">
            <a:xfrm>
              <a:off x="4513" y="527"/>
              <a:ext cx="0" cy="1361"/>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72890" name="Line 186"/>
            <p:cNvSpPr>
              <a:spLocks noChangeShapeType="1"/>
            </p:cNvSpPr>
            <p:nvPr/>
          </p:nvSpPr>
          <p:spPr bwMode="auto">
            <a:xfrm>
              <a:off x="4422" y="799"/>
              <a:ext cx="0" cy="363"/>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72891" name="Object 187"/>
            <p:cNvGraphicFramePr>
              <a:graphicFrameLocks noChangeAspect="1"/>
            </p:cNvGraphicFramePr>
            <p:nvPr>
              <p:extLst>
                <p:ext uri="{D42A27DB-BD31-4B8C-83A1-F6EECF244321}">
                  <p14:modId xmlns:p14="http://schemas.microsoft.com/office/powerpoint/2010/main" val="3169319124"/>
                </p:ext>
              </p:extLst>
            </p:nvPr>
          </p:nvGraphicFramePr>
          <p:xfrm>
            <a:off x="4568" y="773"/>
            <a:ext cx="348" cy="369"/>
          </p:xfrm>
          <a:graphic>
            <a:graphicData uri="http://schemas.openxmlformats.org/presentationml/2006/ole">
              <mc:AlternateContent xmlns:mc="http://schemas.openxmlformats.org/markup-compatibility/2006">
                <mc:Choice xmlns:v="urn:schemas-microsoft-com:vml" Requires="v">
                  <p:oleObj spid="_x0000_s130160" name="Equation" r:id="rId15" imgW="228600" imgH="241200" progId="Equation.DSMT4">
                    <p:embed/>
                  </p:oleObj>
                </mc:Choice>
                <mc:Fallback>
                  <p:oleObj name="Equation" r:id="rId15" imgW="228600" imgH="241200" progId="Equation.DSMT4">
                    <p:embed/>
                    <p:pic>
                      <p:nvPicPr>
                        <p:cNvPr id="72891" name="Object 187"/>
                        <p:cNvPicPr>
                          <a:picLocks noChangeAspect="1" noChangeArrowheads="1"/>
                        </p:cNvPicPr>
                        <p:nvPr/>
                      </p:nvPicPr>
                      <p:blipFill>
                        <a:blip r:embed="rId16"/>
                        <a:srcRect/>
                        <a:stretch>
                          <a:fillRect/>
                        </a:stretch>
                      </p:blipFill>
                      <p:spPr bwMode="auto">
                        <a:xfrm>
                          <a:off x="4568" y="773"/>
                          <a:ext cx="348" cy="369"/>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892" name="Oval 188"/>
            <p:cNvSpPr>
              <a:spLocks noChangeArrowheads="1"/>
            </p:cNvSpPr>
            <p:nvPr/>
          </p:nvSpPr>
          <p:spPr bwMode="auto">
            <a:xfrm>
              <a:off x="3016" y="1297"/>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72893" name="Line 189"/>
            <p:cNvSpPr>
              <a:spLocks noChangeShapeType="1"/>
            </p:cNvSpPr>
            <p:nvPr/>
          </p:nvSpPr>
          <p:spPr bwMode="auto">
            <a:xfrm>
              <a:off x="3198" y="526"/>
              <a:ext cx="1315" cy="1"/>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72894" name="Line 190"/>
            <p:cNvSpPr>
              <a:spLocks noChangeShapeType="1"/>
            </p:cNvSpPr>
            <p:nvPr/>
          </p:nvSpPr>
          <p:spPr bwMode="auto">
            <a:xfrm>
              <a:off x="3197" y="1887"/>
              <a:ext cx="1316" cy="1"/>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72895" name="Text Box 191"/>
            <p:cNvSpPr txBox="1">
              <a:spLocks noChangeArrowheads="1"/>
            </p:cNvSpPr>
            <p:nvPr/>
          </p:nvSpPr>
          <p:spPr bwMode="auto">
            <a:xfrm>
              <a:off x="3288" y="1070"/>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a:t>
              </a:r>
            </a:p>
          </p:txBody>
        </p:sp>
        <p:sp>
          <p:nvSpPr>
            <p:cNvPr id="72896" name="Text Box 192"/>
            <p:cNvSpPr txBox="1">
              <a:spLocks noChangeArrowheads="1"/>
            </p:cNvSpPr>
            <p:nvPr/>
          </p:nvSpPr>
          <p:spPr bwMode="auto">
            <a:xfrm>
              <a:off x="3288" y="152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_</a:t>
              </a:r>
            </a:p>
          </p:txBody>
        </p:sp>
        <p:graphicFrame>
          <p:nvGraphicFramePr>
            <p:cNvPr id="72897" name="Object 193"/>
            <p:cNvGraphicFramePr>
              <a:graphicFrameLocks noChangeAspect="1"/>
            </p:cNvGraphicFramePr>
            <p:nvPr>
              <p:extLst>
                <p:ext uri="{D42A27DB-BD31-4B8C-83A1-F6EECF244321}">
                  <p14:modId xmlns:p14="http://schemas.microsoft.com/office/powerpoint/2010/main" val="3310629060"/>
                </p:ext>
              </p:extLst>
            </p:nvPr>
          </p:nvGraphicFramePr>
          <p:xfrm>
            <a:off x="3409" y="1396"/>
            <a:ext cx="541" cy="248"/>
          </p:xfrm>
          <a:graphic>
            <a:graphicData uri="http://schemas.openxmlformats.org/presentationml/2006/ole">
              <mc:AlternateContent xmlns:mc="http://schemas.openxmlformats.org/markup-compatibility/2006">
                <mc:Choice xmlns:v="urn:schemas-microsoft-com:vml" Requires="v">
                  <p:oleObj spid="_x0000_s130161" name="Equation" r:id="rId17" imgW="444240" imgH="203040" progId="Equation.DSMT4">
                    <p:embed/>
                  </p:oleObj>
                </mc:Choice>
                <mc:Fallback>
                  <p:oleObj name="Equation" r:id="rId17" imgW="444240" imgH="203040" progId="Equation.DSMT4">
                    <p:embed/>
                    <p:pic>
                      <p:nvPicPr>
                        <p:cNvPr id="72897" name="Object 193"/>
                        <p:cNvPicPr>
                          <a:picLocks noChangeAspect="1" noChangeArrowheads="1"/>
                        </p:cNvPicPr>
                        <p:nvPr/>
                      </p:nvPicPr>
                      <p:blipFill>
                        <a:blip r:embed="rId18"/>
                        <a:srcRect/>
                        <a:stretch>
                          <a:fillRect/>
                        </a:stretch>
                      </p:blipFill>
                      <p:spPr bwMode="auto">
                        <a:xfrm>
                          <a:off x="3409" y="1396"/>
                          <a:ext cx="541"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898" name="Line 194"/>
            <p:cNvSpPr>
              <a:spLocks noChangeShapeType="1"/>
            </p:cNvSpPr>
            <p:nvPr/>
          </p:nvSpPr>
          <p:spPr bwMode="auto">
            <a:xfrm flipH="1">
              <a:off x="3197" y="526"/>
              <a:ext cx="1" cy="1361"/>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72899" name="Text Box 195"/>
            <p:cNvSpPr txBox="1">
              <a:spLocks noChangeArrowheads="1"/>
            </p:cNvSpPr>
            <p:nvPr/>
          </p:nvSpPr>
          <p:spPr bwMode="auto">
            <a:xfrm>
              <a:off x="3186" y="662"/>
              <a:ext cx="62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lang="en-US" altLang="zh-CN" sz="2800" b="0">
                  <a:latin typeface="Times New Roman" panose="02020603050405020304" pitchFamily="18" charset="0"/>
                  <a:ea typeface="宋体" panose="02010600030101010101" pitchFamily="2" charset="-122"/>
                </a:rPr>
                <a:t>100</a:t>
              </a:r>
              <a:r>
                <a:rPr lang="en-US" altLang="zh-CN" sz="2800" b="0">
                  <a:latin typeface="Times New Roman" panose="02020603050405020304" pitchFamily="18" charset="0"/>
                  <a:ea typeface="宋体" panose="02010600030101010101" pitchFamily="2" charset="-122"/>
                  <a:sym typeface="Symbol" panose="05050102010706020507" pitchFamily="18" charset="2"/>
                </a:rPr>
                <a:t></a:t>
              </a:r>
              <a:endParaRPr lang="en-US" altLang="zh-CN" sz="2800" b="0">
                <a:latin typeface="Times New Roman" panose="02020603050405020304" pitchFamily="18" charset="0"/>
                <a:ea typeface="宋体" panose="02010600030101010101" pitchFamily="2" charset="-122"/>
              </a:endParaRPr>
            </a:p>
          </p:txBody>
        </p:sp>
        <p:sp>
          <p:nvSpPr>
            <p:cNvPr id="72900" name="Rectangle 196"/>
            <p:cNvSpPr>
              <a:spLocks noChangeArrowheads="1"/>
            </p:cNvSpPr>
            <p:nvPr/>
          </p:nvSpPr>
          <p:spPr bwMode="auto">
            <a:xfrm>
              <a:off x="3115" y="707"/>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spTree>
    <p:extLst>
      <p:ext uri="{BB962C8B-B14F-4D97-AF65-F5344CB8AC3E}">
        <p14:creationId xmlns:p14="http://schemas.microsoft.com/office/powerpoint/2010/main" val="23405011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72799"/>
                                        </p:tgtEl>
                                        <p:attrNameLst>
                                          <p:attrName>style.visibility</p:attrName>
                                        </p:attrNameLst>
                                      </p:cBhvr>
                                      <p:to>
                                        <p:strVal val="visible"/>
                                      </p:to>
                                    </p:set>
                                    <p:animEffect transition="in" filter="slide(fromLeft)">
                                      <p:cBhvr>
                                        <p:cTn id="7" dur="500"/>
                                        <p:tgtEl>
                                          <p:spTgt spid="727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2901"/>
                                        </p:tgtEl>
                                        <p:attrNameLst>
                                          <p:attrName>style.visibility</p:attrName>
                                        </p:attrNameLst>
                                      </p:cBhvr>
                                      <p:to>
                                        <p:strVal val="visible"/>
                                      </p:to>
                                    </p:set>
                                    <p:animEffect transition="in" filter="blinds(horizontal)">
                                      <p:cBhvr>
                                        <p:cTn id="12" dur="500"/>
                                        <p:tgtEl>
                                          <p:spTgt spid="7290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2810"/>
                                        </p:tgtEl>
                                        <p:attrNameLst>
                                          <p:attrName>style.visibility</p:attrName>
                                        </p:attrNameLst>
                                      </p:cBhvr>
                                      <p:to>
                                        <p:strVal val="visible"/>
                                      </p:to>
                                    </p:set>
                                    <p:animEffect transition="in" filter="wipe(left)">
                                      <p:cBhvr>
                                        <p:cTn id="17" dur="2000"/>
                                        <p:tgtEl>
                                          <p:spTgt spid="728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8" fill="hold" nodeType="clickEffect">
                                  <p:stCondLst>
                                    <p:cond delay="0"/>
                                  </p:stCondLst>
                                  <p:childTnLst>
                                    <p:set>
                                      <p:cBhvr>
                                        <p:cTn id="21" dur="1" fill="hold">
                                          <p:stCondLst>
                                            <p:cond delay="0"/>
                                          </p:stCondLst>
                                        </p:cTn>
                                        <p:tgtEl>
                                          <p:spTgt spid="72811"/>
                                        </p:tgtEl>
                                        <p:attrNameLst>
                                          <p:attrName>style.visibility</p:attrName>
                                        </p:attrNameLst>
                                      </p:cBhvr>
                                      <p:to>
                                        <p:strVal val="visible"/>
                                      </p:to>
                                    </p:set>
                                    <p:animEffect transition="in" filter="slide(fromLeft)">
                                      <p:cBhvr>
                                        <p:cTn id="22" dur="500"/>
                                        <p:tgtEl>
                                          <p:spTgt spid="72811"/>
                                        </p:tgtEl>
                                      </p:cBhvr>
                                    </p:animEffect>
                                  </p:childTnLst>
                                </p:cTn>
                              </p:par>
                            </p:childTnLst>
                          </p:cTn>
                        </p:par>
                        <p:par>
                          <p:cTn id="23" fill="hold" nodeType="afterGroup">
                            <p:stCondLst>
                              <p:cond delay="500"/>
                            </p:stCondLst>
                            <p:childTnLst>
                              <p:par>
                                <p:cTn id="24" presetID="18" presetClass="entr" presetSubtype="6" fill="hold" nodeType="afterEffect">
                                  <p:stCondLst>
                                    <p:cond delay="0"/>
                                  </p:stCondLst>
                                  <p:childTnLst>
                                    <p:set>
                                      <p:cBhvr>
                                        <p:cTn id="25" dur="1" fill="hold">
                                          <p:stCondLst>
                                            <p:cond delay="0"/>
                                          </p:stCondLst>
                                        </p:cTn>
                                        <p:tgtEl>
                                          <p:spTgt spid="72812"/>
                                        </p:tgtEl>
                                        <p:attrNameLst>
                                          <p:attrName>style.visibility</p:attrName>
                                        </p:attrNameLst>
                                      </p:cBhvr>
                                      <p:to>
                                        <p:strVal val="visible"/>
                                      </p:to>
                                    </p:set>
                                    <p:animEffect transition="in" filter="strips(downRight)">
                                      <p:cBhvr>
                                        <p:cTn id="26" dur="2000"/>
                                        <p:tgtEl>
                                          <p:spTgt spid="728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99"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Box 2"/>
          <p:cNvSpPr txBox="1">
            <a:spLocks noChangeArrowheads="1"/>
          </p:cNvSpPr>
          <p:nvPr/>
        </p:nvSpPr>
        <p:spPr bwMode="auto">
          <a:xfrm>
            <a:off x="323850" y="476250"/>
            <a:ext cx="1295400" cy="523220"/>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a:latin typeface="Times New Roman" panose="02020603050405020304" pitchFamily="18" charset="0"/>
                <a:ea typeface="宋体" panose="02010600030101010101" pitchFamily="2" charset="-122"/>
              </a:rPr>
              <a:t>例</a:t>
            </a:r>
            <a:r>
              <a:rPr kumimoji="1" lang="en-US" altLang="zh-CN" sz="2800" b="0">
                <a:latin typeface="Times New Roman" panose="02020603050405020304" pitchFamily="18" charset="0"/>
                <a:ea typeface="宋体" panose="02010600030101010101" pitchFamily="2" charset="-122"/>
              </a:rPr>
              <a:t>5</a:t>
            </a:r>
            <a:r>
              <a:rPr kumimoji="1" lang="en-US" altLang="zh-CN" sz="2800">
                <a:latin typeface="Times New Roman" panose="02020603050405020304" pitchFamily="18" charset="0"/>
                <a:ea typeface="宋体" panose="02010600030101010101" pitchFamily="2" charset="-122"/>
              </a:rPr>
              <a:t> </a:t>
            </a:r>
          </a:p>
        </p:txBody>
      </p:sp>
      <p:grpSp>
        <p:nvGrpSpPr>
          <p:cNvPr id="109571" name="Group 3"/>
          <p:cNvGrpSpPr>
            <a:grpSpLocks/>
          </p:cNvGrpSpPr>
          <p:nvPr/>
        </p:nvGrpSpPr>
        <p:grpSpPr bwMode="auto">
          <a:xfrm>
            <a:off x="1187450" y="357923"/>
            <a:ext cx="3874160" cy="615216"/>
            <a:chOff x="700" y="1761"/>
            <a:chExt cx="2037" cy="401"/>
          </a:xfrm>
        </p:grpSpPr>
        <p:sp>
          <p:nvSpPr>
            <p:cNvPr id="109572" name="Text Box 4"/>
            <p:cNvSpPr txBox="1">
              <a:spLocks noChangeArrowheads="1"/>
            </p:cNvSpPr>
            <p:nvPr/>
          </p:nvSpPr>
          <p:spPr bwMode="auto">
            <a:xfrm>
              <a:off x="700" y="1824"/>
              <a:ext cx="1991" cy="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98000" rIns="198000">
              <a:spAutoFit/>
            </a:bodyPr>
            <a:lstStyle/>
            <a:p>
              <a:pPr>
                <a:spcBef>
                  <a:spcPct val="50000"/>
                </a:spcBef>
              </a:pPr>
              <a:r>
                <a:rPr kumimoji="1" lang="zh-CN" altLang="en-US" sz="2800">
                  <a:latin typeface="Times New Roman" panose="02020603050405020304" pitchFamily="18" charset="0"/>
                </a:rPr>
                <a:t>用叠加定理计算电流</a:t>
              </a:r>
            </a:p>
          </p:txBody>
        </p:sp>
        <p:graphicFrame>
          <p:nvGraphicFramePr>
            <p:cNvPr id="109573" name="Object 5"/>
            <p:cNvGraphicFramePr>
              <a:graphicFrameLocks noChangeAspect="1"/>
            </p:cNvGraphicFramePr>
            <p:nvPr>
              <p:extLst>
                <p:ext uri="{D42A27DB-BD31-4B8C-83A1-F6EECF244321}">
                  <p14:modId xmlns:p14="http://schemas.microsoft.com/office/powerpoint/2010/main" val="3850525821"/>
                </p:ext>
              </p:extLst>
            </p:nvPr>
          </p:nvGraphicFramePr>
          <p:xfrm>
            <a:off x="2512" y="1761"/>
            <a:ext cx="225" cy="369"/>
          </p:xfrm>
          <a:graphic>
            <a:graphicData uri="http://schemas.openxmlformats.org/presentationml/2006/ole">
              <mc:AlternateContent xmlns:mc="http://schemas.openxmlformats.org/markup-compatibility/2006">
                <mc:Choice xmlns:v="urn:schemas-microsoft-com:vml" Requires="v">
                  <p:oleObj spid="_x0000_s131230" name="Equation" r:id="rId4" imgW="177480" imgH="291960" progId="Equation.DSMT4">
                    <p:embed/>
                  </p:oleObj>
                </mc:Choice>
                <mc:Fallback>
                  <p:oleObj name="Equation" r:id="rId4" imgW="177480" imgH="291960" progId="Equation.DSMT4">
                    <p:embed/>
                    <p:pic>
                      <p:nvPicPr>
                        <p:cNvPr id="109573" name="Object 5"/>
                        <p:cNvPicPr>
                          <a:picLocks noChangeAspect="1" noChangeArrowheads="1"/>
                        </p:cNvPicPr>
                        <p:nvPr/>
                      </p:nvPicPr>
                      <p:blipFill>
                        <a:blip r:embed="rId5"/>
                        <a:srcRect/>
                        <a:stretch>
                          <a:fillRect/>
                        </a:stretch>
                      </p:blipFill>
                      <p:spPr bwMode="auto">
                        <a:xfrm>
                          <a:off x="2512" y="1761"/>
                          <a:ext cx="225" cy="3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09574" name="Text Box 6"/>
          <p:cNvSpPr txBox="1">
            <a:spLocks noChangeArrowheads="1"/>
          </p:cNvSpPr>
          <p:nvPr/>
        </p:nvSpPr>
        <p:spPr bwMode="auto">
          <a:xfrm>
            <a:off x="539750" y="3644900"/>
            <a:ext cx="541338" cy="519113"/>
          </a:xfrm>
          <a:prstGeom prst="rect">
            <a:avLst/>
          </a:prstGeom>
          <a:solidFill>
            <a:srgbClr val="99003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solidFill>
                  <a:schemeClr val="bg1"/>
                </a:solidFill>
                <a:latin typeface="Times New Roman" panose="02020603050405020304" pitchFamily="18" charset="0"/>
                <a:ea typeface="宋体" panose="02010600030101010101" pitchFamily="2" charset="-122"/>
              </a:rPr>
              <a:t>解</a:t>
            </a:r>
          </a:p>
        </p:txBody>
      </p:sp>
      <p:graphicFrame>
        <p:nvGraphicFramePr>
          <p:cNvPr id="109575" name="Object 7"/>
          <p:cNvGraphicFramePr>
            <a:graphicFrameLocks noChangeAspect="1"/>
          </p:cNvGraphicFramePr>
          <p:nvPr>
            <p:extLst>
              <p:ext uri="{D42A27DB-BD31-4B8C-83A1-F6EECF244321}">
                <p14:modId xmlns:p14="http://schemas.microsoft.com/office/powerpoint/2010/main" val="4238930488"/>
              </p:ext>
            </p:extLst>
          </p:nvPr>
        </p:nvGraphicFramePr>
        <p:xfrm>
          <a:off x="1704975" y="3668713"/>
          <a:ext cx="3124200" cy="452437"/>
        </p:xfrm>
        <a:graphic>
          <a:graphicData uri="http://schemas.openxmlformats.org/presentationml/2006/ole">
            <mc:AlternateContent xmlns:mc="http://schemas.openxmlformats.org/markup-compatibility/2006">
              <mc:Choice xmlns:v="urn:schemas-microsoft-com:vml" Requires="v">
                <p:oleObj spid="_x0000_s131231" name="Equation" r:id="rId6" imgW="1650960" imgH="241200" progId="Equation.DSMT4">
                  <p:embed/>
                </p:oleObj>
              </mc:Choice>
              <mc:Fallback>
                <p:oleObj name="Equation" r:id="rId6" imgW="1650960" imgH="241200" progId="Equation.DSMT4">
                  <p:embed/>
                  <p:pic>
                    <p:nvPicPr>
                      <p:cNvPr id="109575" name="Object 7"/>
                      <p:cNvPicPr>
                        <a:picLocks noChangeAspect="1" noChangeArrowheads="1"/>
                      </p:cNvPicPr>
                      <p:nvPr/>
                    </p:nvPicPr>
                    <p:blipFill>
                      <a:blip r:embed="rId7"/>
                      <a:srcRect/>
                      <a:stretch>
                        <a:fillRect/>
                      </a:stretch>
                    </p:blipFill>
                    <p:spPr bwMode="auto">
                      <a:xfrm>
                        <a:off x="1704975" y="3668713"/>
                        <a:ext cx="3124200" cy="452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76" name="Object 8"/>
          <p:cNvGraphicFramePr>
            <a:graphicFrameLocks noChangeAspect="1"/>
          </p:cNvGraphicFramePr>
          <p:nvPr>
            <p:extLst>
              <p:ext uri="{D42A27DB-BD31-4B8C-83A1-F6EECF244321}">
                <p14:modId xmlns:p14="http://schemas.microsoft.com/office/powerpoint/2010/main" val="4087771618"/>
              </p:ext>
            </p:extLst>
          </p:nvPr>
        </p:nvGraphicFramePr>
        <p:xfrm>
          <a:off x="1373188" y="4284663"/>
          <a:ext cx="1951037" cy="860425"/>
        </p:xfrm>
        <a:graphic>
          <a:graphicData uri="http://schemas.openxmlformats.org/presentationml/2006/ole">
            <mc:AlternateContent xmlns:mc="http://schemas.openxmlformats.org/markup-compatibility/2006">
              <mc:Choice xmlns:v="urn:schemas-microsoft-com:vml" Requires="v">
                <p:oleObj spid="_x0000_s131232" name="Equation" r:id="rId8" imgW="977760" imgH="431640" progId="Equation.DSMT4">
                  <p:embed/>
                </p:oleObj>
              </mc:Choice>
              <mc:Fallback>
                <p:oleObj name="Equation" r:id="rId8" imgW="977760" imgH="431640" progId="Equation.DSMT4">
                  <p:embed/>
                  <p:pic>
                    <p:nvPicPr>
                      <p:cNvPr id="109576" name="Object 8"/>
                      <p:cNvPicPr>
                        <a:picLocks noChangeAspect="1" noChangeArrowheads="1"/>
                      </p:cNvPicPr>
                      <p:nvPr/>
                    </p:nvPicPr>
                    <p:blipFill>
                      <a:blip r:embed="rId9"/>
                      <a:srcRect/>
                      <a:stretch>
                        <a:fillRect/>
                      </a:stretch>
                    </p:blipFill>
                    <p:spPr bwMode="auto">
                      <a:xfrm>
                        <a:off x="1373188" y="4284663"/>
                        <a:ext cx="1951037" cy="860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77" name="Object 9"/>
          <p:cNvGraphicFramePr>
            <a:graphicFrameLocks noChangeAspect="1"/>
          </p:cNvGraphicFramePr>
          <p:nvPr>
            <p:extLst>
              <p:ext uri="{D42A27DB-BD31-4B8C-83A1-F6EECF244321}">
                <p14:modId xmlns:p14="http://schemas.microsoft.com/office/powerpoint/2010/main" val="3804129474"/>
              </p:ext>
            </p:extLst>
          </p:nvPr>
        </p:nvGraphicFramePr>
        <p:xfrm>
          <a:off x="3252788" y="4268788"/>
          <a:ext cx="4003675" cy="796925"/>
        </p:xfrm>
        <a:graphic>
          <a:graphicData uri="http://schemas.openxmlformats.org/presentationml/2006/ole">
            <mc:AlternateContent xmlns:mc="http://schemas.openxmlformats.org/markup-compatibility/2006">
              <mc:Choice xmlns:v="urn:schemas-microsoft-com:vml" Requires="v">
                <p:oleObj spid="_x0000_s131233" name="Equation" r:id="rId10" imgW="2108160" imgH="419040" progId="Equation.DSMT4">
                  <p:embed/>
                </p:oleObj>
              </mc:Choice>
              <mc:Fallback>
                <p:oleObj name="Equation" r:id="rId10" imgW="2108160" imgH="419040" progId="Equation.DSMT4">
                  <p:embed/>
                  <p:pic>
                    <p:nvPicPr>
                      <p:cNvPr id="109577" name="Object 9"/>
                      <p:cNvPicPr>
                        <a:picLocks noChangeAspect="1" noChangeArrowheads="1"/>
                      </p:cNvPicPr>
                      <p:nvPr/>
                    </p:nvPicPr>
                    <p:blipFill>
                      <a:blip r:embed="rId11"/>
                      <a:srcRect/>
                      <a:stretch>
                        <a:fillRect/>
                      </a:stretch>
                    </p:blipFill>
                    <p:spPr bwMode="auto">
                      <a:xfrm>
                        <a:off x="3252788" y="4268788"/>
                        <a:ext cx="4003675" cy="796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78" name="Object 10"/>
          <p:cNvGraphicFramePr>
            <a:graphicFrameLocks noChangeAspect="1"/>
          </p:cNvGraphicFramePr>
          <p:nvPr>
            <p:extLst>
              <p:ext uri="{D42A27DB-BD31-4B8C-83A1-F6EECF244321}">
                <p14:modId xmlns:p14="http://schemas.microsoft.com/office/powerpoint/2010/main" val="1575582016"/>
              </p:ext>
            </p:extLst>
          </p:nvPr>
        </p:nvGraphicFramePr>
        <p:xfrm>
          <a:off x="1474788" y="5411788"/>
          <a:ext cx="3673475" cy="884237"/>
        </p:xfrm>
        <a:graphic>
          <a:graphicData uri="http://schemas.openxmlformats.org/presentationml/2006/ole">
            <mc:AlternateContent xmlns:mc="http://schemas.openxmlformats.org/markup-compatibility/2006">
              <mc:Choice xmlns:v="urn:schemas-microsoft-com:vml" Requires="v">
                <p:oleObj spid="_x0000_s131234" name="Equation" r:id="rId12" imgW="1841400" imgH="444240" progId="Equation.DSMT4">
                  <p:embed/>
                </p:oleObj>
              </mc:Choice>
              <mc:Fallback>
                <p:oleObj name="Equation" r:id="rId12" imgW="1841400" imgH="444240" progId="Equation.DSMT4">
                  <p:embed/>
                  <p:pic>
                    <p:nvPicPr>
                      <p:cNvPr id="109578" name="Object 10"/>
                      <p:cNvPicPr>
                        <a:picLocks noChangeAspect="1" noChangeArrowheads="1"/>
                      </p:cNvPicPr>
                      <p:nvPr/>
                    </p:nvPicPr>
                    <p:blipFill>
                      <a:blip r:embed="rId13"/>
                      <a:srcRect/>
                      <a:stretch>
                        <a:fillRect/>
                      </a:stretch>
                    </p:blipFill>
                    <p:spPr bwMode="auto">
                      <a:xfrm>
                        <a:off x="1474788" y="5411788"/>
                        <a:ext cx="3673475" cy="884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9636" name="Group 68"/>
          <p:cNvGrpSpPr>
            <a:grpSpLocks/>
          </p:cNvGrpSpPr>
          <p:nvPr/>
        </p:nvGrpSpPr>
        <p:grpSpPr bwMode="auto">
          <a:xfrm>
            <a:off x="1733551" y="344487"/>
            <a:ext cx="6450013" cy="1076325"/>
            <a:chOff x="1092" y="171"/>
            <a:chExt cx="4063" cy="678"/>
          </a:xfrm>
        </p:grpSpPr>
        <p:graphicFrame>
          <p:nvGraphicFramePr>
            <p:cNvPr id="109584" name="Object 16"/>
            <p:cNvGraphicFramePr>
              <a:graphicFrameLocks noChangeAspect="1"/>
            </p:cNvGraphicFramePr>
            <p:nvPr>
              <p:extLst>
                <p:ext uri="{D42A27DB-BD31-4B8C-83A1-F6EECF244321}">
                  <p14:modId xmlns:p14="http://schemas.microsoft.com/office/powerpoint/2010/main" val="3571378494"/>
                </p:ext>
              </p:extLst>
            </p:nvPr>
          </p:nvGraphicFramePr>
          <p:xfrm>
            <a:off x="3370" y="171"/>
            <a:ext cx="1785" cy="361"/>
          </p:xfrm>
          <a:graphic>
            <a:graphicData uri="http://schemas.openxmlformats.org/presentationml/2006/ole">
              <mc:AlternateContent xmlns:mc="http://schemas.openxmlformats.org/markup-compatibility/2006">
                <mc:Choice xmlns:v="urn:schemas-microsoft-com:vml" Requires="v">
                  <p:oleObj spid="_x0000_s131235" name="Equation" r:id="rId14" imgW="1511280" imgH="304560" progId="Equation.DSMT4">
                    <p:embed/>
                  </p:oleObj>
                </mc:Choice>
                <mc:Fallback>
                  <p:oleObj name="Equation" r:id="rId14" imgW="1511280" imgH="304560" progId="Equation.DSMT4">
                    <p:embed/>
                    <p:pic>
                      <p:nvPicPr>
                        <p:cNvPr id="109584" name="Object 16"/>
                        <p:cNvPicPr>
                          <a:picLocks noChangeAspect="1" noChangeArrowheads="1"/>
                        </p:cNvPicPr>
                        <p:nvPr/>
                      </p:nvPicPr>
                      <p:blipFill>
                        <a:blip r:embed="rId15"/>
                        <a:srcRect/>
                        <a:stretch>
                          <a:fillRect/>
                        </a:stretch>
                      </p:blipFill>
                      <p:spPr bwMode="auto">
                        <a:xfrm>
                          <a:off x="3370" y="171"/>
                          <a:ext cx="1785" cy="3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85" name="Object 17"/>
            <p:cNvGraphicFramePr>
              <a:graphicFrameLocks noChangeAspect="1"/>
            </p:cNvGraphicFramePr>
            <p:nvPr>
              <p:extLst>
                <p:ext uri="{D42A27DB-BD31-4B8C-83A1-F6EECF244321}">
                  <p14:modId xmlns:p14="http://schemas.microsoft.com/office/powerpoint/2010/main" val="1678297770"/>
                </p:ext>
              </p:extLst>
            </p:nvPr>
          </p:nvGraphicFramePr>
          <p:xfrm>
            <a:off x="1092" y="451"/>
            <a:ext cx="3894" cy="398"/>
          </p:xfrm>
          <a:graphic>
            <a:graphicData uri="http://schemas.openxmlformats.org/presentationml/2006/ole">
              <mc:AlternateContent xmlns:mc="http://schemas.openxmlformats.org/markup-compatibility/2006">
                <mc:Choice xmlns:v="urn:schemas-microsoft-com:vml" Requires="v">
                  <p:oleObj spid="_x0000_s131236" name="Equation" r:id="rId16" imgW="3225600" imgH="330120" progId="Equation.DSMT4">
                    <p:embed/>
                  </p:oleObj>
                </mc:Choice>
                <mc:Fallback>
                  <p:oleObj name="Equation" r:id="rId16" imgW="3225600" imgH="330120" progId="Equation.DSMT4">
                    <p:embed/>
                    <p:pic>
                      <p:nvPicPr>
                        <p:cNvPr id="109585" name="Object 17"/>
                        <p:cNvPicPr>
                          <a:picLocks noChangeAspect="1" noChangeArrowheads="1"/>
                        </p:cNvPicPr>
                        <p:nvPr/>
                      </p:nvPicPr>
                      <p:blipFill>
                        <a:blip r:embed="rId17"/>
                        <a:srcRect/>
                        <a:stretch>
                          <a:fillRect/>
                        </a:stretch>
                      </p:blipFill>
                      <p:spPr bwMode="auto">
                        <a:xfrm>
                          <a:off x="1092" y="451"/>
                          <a:ext cx="3894" cy="3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09641" name="Group 73"/>
          <p:cNvGrpSpPr>
            <a:grpSpLocks/>
          </p:cNvGrpSpPr>
          <p:nvPr/>
        </p:nvGrpSpPr>
        <p:grpSpPr bwMode="auto">
          <a:xfrm>
            <a:off x="683568" y="1516901"/>
            <a:ext cx="3711575" cy="1733550"/>
            <a:chOff x="431" y="953"/>
            <a:chExt cx="2338" cy="1092"/>
          </a:xfrm>
        </p:grpSpPr>
        <p:sp>
          <p:nvSpPr>
            <p:cNvPr id="109593" name="Oval 25"/>
            <p:cNvSpPr>
              <a:spLocks noChangeArrowheads="1"/>
            </p:cNvSpPr>
            <p:nvPr/>
          </p:nvSpPr>
          <p:spPr bwMode="auto">
            <a:xfrm>
              <a:off x="2109" y="1333"/>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09594" name="Line 26"/>
            <p:cNvSpPr>
              <a:spLocks noChangeShapeType="1"/>
            </p:cNvSpPr>
            <p:nvPr/>
          </p:nvSpPr>
          <p:spPr bwMode="auto">
            <a:xfrm>
              <a:off x="612" y="1026"/>
              <a:ext cx="0" cy="1019"/>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09596" name="Text Box 28"/>
            <p:cNvSpPr txBox="1">
              <a:spLocks noChangeArrowheads="1"/>
            </p:cNvSpPr>
            <p:nvPr/>
          </p:nvSpPr>
          <p:spPr bwMode="auto">
            <a:xfrm>
              <a:off x="1701" y="1075"/>
              <a:ext cx="317"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i="1">
                <a:latin typeface="Times New Roman" panose="02020603050405020304" pitchFamily="18" charset="0"/>
                <a:ea typeface="宋体" panose="02010600030101010101" pitchFamily="2" charset="-122"/>
              </a:endParaRPr>
            </a:p>
          </p:txBody>
        </p:sp>
        <p:sp>
          <p:nvSpPr>
            <p:cNvPr id="109597" name="Line 29"/>
            <p:cNvSpPr>
              <a:spLocks noChangeShapeType="1"/>
            </p:cNvSpPr>
            <p:nvPr/>
          </p:nvSpPr>
          <p:spPr bwMode="auto">
            <a:xfrm>
              <a:off x="612" y="1026"/>
              <a:ext cx="1691" cy="0"/>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09598" name="Line 30"/>
            <p:cNvSpPr>
              <a:spLocks noChangeShapeType="1"/>
            </p:cNvSpPr>
            <p:nvPr/>
          </p:nvSpPr>
          <p:spPr bwMode="auto">
            <a:xfrm>
              <a:off x="1429" y="1026"/>
              <a:ext cx="3" cy="998"/>
            </a:xfrm>
            <a:prstGeom prst="line">
              <a:avLst/>
            </a:prstGeom>
            <a:noFill/>
            <a:ln w="28575">
              <a:solidFill>
                <a:srgbClr val="FFCC00"/>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09599" name="Line 31"/>
            <p:cNvSpPr>
              <a:spLocks noChangeShapeType="1"/>
            </p:cNvSpPr>
            <p:nvPr/>
          </p:nvSpPr>
          <p:spPr bwMode="auto">
            <a:xfrm>
              <a:off x="2295" y="1037"/>
              <a:ext cx="0" cy="1008"/>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09600" name="Line 32"/>
            <p:cNvSpPr>
              <a:spLocks noChangeShapeType="1"/>
            </p:cNvSpPr>
            <p:nvPr/>
          </p:nvSpPr>
          <p:spPr bwMode="auto">
            <a:xfrm>
              <a:off x="612" y="2024"/>
              <a:ext cx="1691" cy="0"/>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09602" name="Line 34"/>
            <p:cNvSpPr>
              <a:spLocks noChangeShapeType="1"/>
            </p:cNvSpPr>
            <p:nvPr/>
          </p:nvSpPr>
          <p:spPr bwMode="auto">
            <a:xfrm flipV="1">
              <a:off x="612" y="1106"/>
              <a:ext cx="0" cy="419"/>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109603" name="Object 35"/>
            <p:cNvGraphicFramePr>
              <a:graphicFrameLocks noChangeAspect="1"/>
            </p:cNvGraphicFramePr>
            <p:nvPr>
              <p:extLst>
                <p:ext uri="{D42A27DB-BD31-4B8C-83A1-F6EECF244321}">
                  <p14:modId xmlns:p14="http://schemas.microsoft.com/office/powerpoint/2010/main" val="1235150699"/>
                </p:ext>
              </p:extLst>
            </p:nvPr>
          </p:nvGraphicFramePr>
          <p:xfrm>
            <a:off x="656" y="1135"/>
            <a:ext cx="219" cy="348"/>
          </p:xfrm>
          <a:graphic>
            <a:graphicData uri="http://schemas.openxmlformats.org/presentationml/2006/ole">
              <mc:AlternateContent xmlns:mc="http://schemas.openxmlformats.org/markup-compatibility/2006">
                <mc:Choice xmlns:v="urn:schemas-microsoft-com:vml" Requires="v">
                  <p:oleObj spid="_x0000_s131237" name="Equation" r:id="rId18" imgW="152280" imgH="241200" progId="Equation.DSMT4">
                    <p:embed/>
                  </p:oleObj>
                </mc:Choice>
                <mc:Fallback>
                  <p:oleObj name="Equation" r:id="rId18" imgW="152280" imgH="241200" progId="Equation.DSMT4">
                    <p:embed/>
                    <p:pic>
                      <p:nvPicPr>
                        <p:cNvPr id="109603" name="Object 35"/>
                        <p:cNvPicPr>
                          <a:picLocks noChangeAspect="1" noChangeArrowheads="1"/>
                        </p:cNvPicPr>
                        <p:nvPr/>
                      </p:nvPicPr>
                      <p:blipFill>
                        <a:blip r:embed="rId19"/>
                        <a:srcRect/>
                        <a:stretch>
                          <a:fillRect/>
                        </a:stretch>
                      </p:blipFill>
                      <p:spPr bwMode="auto">
                        <a:xfrm>
                          <a:off x="656" y="1135"/>
                          <a:ext cx="219" cy="3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9604" name="Text Box 36"/>
            <p:cNvSpPr txBox="1">
              <a:spLocks noChangeArrowheads="1"/>
            </p:cNvSpPr>
            <p:nvPr/>
          </p:nvSpPr>
          <p:spPr bwMode="auto">
            <a:xfrm>
              <a:off x="930" y="1075"/>
              <a:ext cx="317"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1</a:t>
              </a:r>
              <a:endParaRPr kumimoji="1" lang="en-US" altLang="zh-CN" sz="2800" b="0" i="1">
                <a:latin typeface="Times New Roman" panose="02020603050405020304" pitchFamily="18" charset="0"/>
                <a:ea typeface="宋体" panose="02010600030101010101" pitchFamily="2" charset="-122"/>
              </a:endParaRPr>
            </a:p>
          </p:txBody>
        </p:sp>
        <p:sp>
          <p:nvSpPr>
            <p:cNvPr id="109605" name="Text Box 37"/>
            <p:cNvSpPr txBox="1">
              <a:spLocks noChangeArrowheads="1"/>
            </p:cNvSpPr>
            <p:nvPr/>
          </p:nvSpPr>
          <p:spPr bwMode="auto">
            <a:xfrm>
              <a:off x="1474" y="1483"/>
              <a:ext cx="317"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3</a:t>
              </a:r>
              <a:endParaRPr kumimoji="1" lang="en-US" altLang="zh-CN" sz="2800" b="0" i="1">
                <a:latin typeface="Times New Roman" panose="02020603050405020304" pitchFamily="18" charset="0"/>
                <a:ea typeface="宋体" panose="02010600030101010101" pitchFamily="2" charset="-122"/>
              </a:endParaRPr>
            </a:p>
          </p:txBody>
        </p:sp>
        <p:sp>
          <p:nvSpPr>
            <p:cNvPr id="109606" name="Line 38"/>
            <p:cNvSpPr>
              <a:spLocks noChangeShapeType="1"/>
            </p:cNvSpPr>
            <p:nvPr/>
          </p:nvSpPr>
          <p:spPr bwMode="auto">
            <a:xfrm>
              <a:off x="2382" y="989"/>
              <a:ext cx="0" cy="28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dirty="0"/>
            </a:p>
          </p:txBody>
        </p:sp>
        <p:graphicFrame>
          <p:nvGraphicFramePr>
            <p:cNvPr id="109607" name="Object 39"/>
            <p:cNvGraphicFramePr>
              <a:graphicFrameLocks noChangeAspect="1"/>
            </p:cNvGraphicFramePr>
            <p:nvPr>
              <p:extLst>
                <p:ext uri="{D42A27DB-BD31-4B8C-83A1-F6EECF244321}">
                  <p14:modId xmlns:p14="http://schemas.microsoft.com/office/powerpoint/2010/main" val="2214123873"/>
                </p:ext>
              </p:extLst>
            </p:nvPr>
          </p:nvGraphicFramePr>
          <p:xfrm>
            <a:off x="2412" y="953"/>
            <a:ext cx="213" cy="341"/>
          </p:xfrm>
          <a:graphic>
            <a:graphicData uri="http://schemas.openxmlformats.org/presentationml/2006/ole">
              <mc:AlternateContent xmlns:mc="http://schemas.openxmlformats.org/markup-compatibility/2006">
                <mc:Choice xmlns:v="urn:schemas-microsoft-com:vml" Requires="v">
                  <p:oleObj spid="_x0000_s131238" name="Equation" r:id="rId20" imgW="152280" imgH="241200" progId="Equation.DSMT4">
                    <p:embed/>
                  </p:oleObj>
                </mc:Choice>
                <mc:Fallback>
                  <p:oleObj name="Equation" r:id="rId20" imgW="152280" imgH="241200" progId="Equation.DSMT4">
                    <p:embed/>
                    <p:pic>
                      <p:nvPicPr>
                        <p:cNvPr id="109607" name="Object 39"/>
                        <p:cNvPicPr>
                          <a:picLocks noChangeAspect="1" noChangeArrowheads="1"/>
                        </p:cNvPicPr>
                        <p:nvPr/>
                      </p:nvPicPr>
                      <p:blipFill>
                        <a:blip r:embed="rId21"/>
                        <a:srcRect/>
                        <a:stretch>
                          <a:fillRect/>
                        </a:stretch>
                      </p:blipFill>
                      <p:spPr bwMode="auto">
                        <a:xfrm>
                          <a:off x="2412" y="953"/>
                          <a:ext cx="213" cy="3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9608" name="Line 40"/>
            <p:cNvSpPr>
              <a:spLocks noChangeShapeType="1"/>
            </p:cNvSpPr>
            <p:nvPr/>
          </p:nvSpPr>
          <p:spPr bwMode="auto">
            <a:xfrm>
              <a:off x="2294" y="1421"/>
              <a:ext cx="0" cy="288"/>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109609" name="Object 41"/>
            <p:cNvGraphicFramePr>
              <a:graphicFrameLocks noChangeAspect="1"/>
            </p:cNvGraphicFramePr>
            <p:nvPr>
              <p:extLst>
                <p:ext uri="{D42A27DB-BD31-4B8C-83A1-F6EECF244321}">
                  <p14:modId xmlns:p14="http://schemas.microsoft.com/office/powerpoint/2010/main" val="173641777"/>
                </p:ext>
              </p:extLst>
            </p:nvPr>
          </p:nvGraphicFramePr>
          <p:xfrm>
            <a:off x="2524" y="1302"/>
            <a:ext cx="245" cy="330"/>
          </p:xfrm>
          <a:graphic>
            <a:graphicData uri="http://schemas.openxmlformats.org/presentationml/2006/ole">
              <mc:AlternateContent xmlns:mc="http://schemas.openxmlformats.org/markup-compatibility/2006">
                <mc:Choice xmlns:v="urn:schemas-microsoft-com:vml" Requires="v">
                  <p:oleObj spid="_x0000_s131239" name="Equation" r:id="rId22" imgW="215640" imgH="291960" progId="Equation.DSMT4">
                    <p:embed/>
                  </p:oleObj>
                </mc:Choice>
                <mc:Fallback>
                  <p:oleObj name="Equation" r:id="rId22" imgW="215640" imgH="291960" progId="Equation.DSMT4">
                    <p:embed/>
                    <p:pic>
                      <p:nvPicPr>
                        <p:cNvPr id="109609" name="Object 41"/>
                        <p:cNvPicPr>
                          <a:picLocks noChangeAspect="1" noChangeArrowheads="1"/>
                        </p:cNvPicPr>
                        <p:nvPr/>
                      </p:nvPicPr>
                      <p:blipFill>
                        <a:blip r:embed="rId23"/>
                        <a:srcRect/>
                        <a:stretch>
                          <a:fillRect/>
                        </a:stretch>
                      </p:blipFill>
                      <p:spPr bwMode="auto">
                        <a:xfrm>
                          <a:off x="2524" y="1302"/>
                          <a:ext cx="245"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9610" name="Text Box 42"/>
            <p:cNvSpPr txBox="1">
              <a:spLocks noChangeArrowheads="1"/>
            </p:cNvSpPr>
            <p:nvPr/>
          </p:nvSpPr>
          <p:spPr bwMode="auto">
            <a:xfrm>
              <a:off x="2018" y="1061"/>
              <a:ext cx="24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a:latin typeface="Times New Roman" panose="02020603050405020304" pitchFamily="18" charset="0"/>
                  <a:ea typeface="宋体" panose="02010600030101010101" pitchFamily="2" charset="-122"/>
                </a:rPr>
                <a:t>+</a:t>
              </a:r>
            </a:p>
          </p:txBody>
        </p:sp>
        <p:sp>
          <p:nvSpPr>
            <p:cNvPr id="109611" name="Text Box 43"/>
            <p:cNvSpPr txBox="1">
              <a:spLocks noChangeArrowheads="1"/>
            </p:cNvSpPr>
            <p:nvPr/>
          </p:nvSpPr>
          <p:spPr bwMode="auto">
            <a:xfrm>
              <a:off x="2018" y="1650"/>
              <a:ext cx="2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a:latin typeface="宋体" panose="02010600030101010101" pitchFamily="2" charset="-122"/>
                  <a:ea typeface="宋体" panose="02010600030101010101" pitchFamily="2" charset="-122"/>
                </a:rPr>
                <a:t>-</a:t>
              </a:r>
              <a:endParaRPr kumimoji="1" lang="en-US" altLang="zh-CN" sz="2800" b="0">
                <a:ea typeface="宋体" panose="02010600030101010101" pitchFamily="2" charset="-122"/>
              </a:endParaRPr>
            </a:p>
          </p:txBody>
        </p:sp>
        <p:sp>
          <p:nvSpPr>
            <p:cNvPr id="109612" name="Rectangle 44"/>
            <p:cNvSpPr>
              <a:spLocks noChangeArrowheads="1"/>
            </p:cNvSpPr>
            <p:nvPr/>
          </p:nvSpPr>
          <p:spPr bwMode="auto">
            <a:xfrm>
              <a:off x="1746" y="970"/>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09613" name="Rectangle 45"/>
            <p:cNvSpPr>
              <a:spLocks noChangeArrowheads="1"/>
            </p:cNvSpPr>
            <p:nvPr/>
          </p:nvSpPr>
          <p:spPr bwMode="auto">
            <a:xfrm>
              <a:off x="884" y="970"/>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09614" name="Rectangle 46"/>
            <p:cNvSpPr>
              <a:spLocks noChangeArrowheads="1"/>
            </p:cNvSpPr>
            <p:nvPr/>
          </p:nvSpPr>
          <p:spPr bwMode="auto">
            <a:xfrm>
              <a:off x="1383" y="1378"/>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109640" name="Group 72"/>
            <p:cNvGrpSpPr>
              <a:grpSpLocks/>
            </p:cNvGrpSpPr>
            <p:nvPr/>
          </p:nvGrpSpPr>
          <p:grpSpPr bwMode="auto">
            <a:xfrm>
              <a:off x="431" y="1479"/>
              <a:ext cx="363" cy="363"/>
              <a:chOff x="431" y="1333"/>
              <a:chExt cx="363" cy="363"/>
            </a:xfrm>
          </p:grpSpPr>
          <p:sp>
            <p:nvSpPr>
              <p:cNvPr id="109595" name="Oval 27"/>
              <p:cNvSpPr>
                <a:spLocks noChangeArrowheads="1"/>
              </p:cNvSpPr>
              <p:nvPr/>
            </p:nvSpPr>
            <p:spPr bwMode="auto">
              <a:xfrm>
                <a:off x="431" y="1333"/>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09601" name="Line 33"/>
              <p:cNvSpPr>
                <a:spLocks noChangeShapeType="1"/>
              </p:cNvSpPr>
              <p:nvPr/>
            </p:nvSpPr>
            <p:spPr bwMode="auto">
              <a:xfrm>
                <a:off x="431" y="1514"/>
                <a:ext cx="363"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grpSp>
      <p:grpSp>
        <p:nvGrpSpPr>
          <p:cNvPr id="109643" name="Group 75"/>
          <p:cNvGrpSpPr>
            <a:grpSpLocks/>
          </p:cNvGrpSpPr>
          <p:nvPr/>
        </p:nvGrpSpPr>
        <p:grpSpPr bwMode="auto">
          <a:xfrm>
            <a:off x="4932363" y="1557338"/>
            <a:ext cx="3095625" cy="1727200"/>
            <a:chOff x="3107" y="981"/>
            <a:chExt cx="1950" cy="1088"/>
          </a:xfrm>
        </p:grpSpPr>
        <p:sp>
          <p:nvSpPr>
            <p:cNvPr id="109617" name="Line 49"/>
            <p:cNvSpPr>
              <a:spLocks noChangeShapeType="1"/>
            </p:cNvSpPr>
            <p:nvPr/>
          </p:nvSpPr>
          <p:spPr bwMode="auto">
            <a:xfrm>
              <a:off x="3288" y="1026"/>
              <a:ext cx="0" cy="1043"/>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09619" name="Text Box 51"/>
            <p:cNvSpPr txBox="1">
              <a:spLocks noChangeArrowheads="1"/>
            </p:cNvSpPr>
            <p:nvPr/>
          </p:nvSpPr>
          <p:spPr bwMode="auto">
            <a:xfrm>
              <a:off x="4422" y="1085"/>
              <a:ext cx="317"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i="1">
                <a:latin typeface="Times New Roman" panose="02020603050405020304" pitchFamily="18" charset="0"/>
                <a:ea typeface="宋体" panose="02010600030101010101" pitchFamily="2" charset="-122"/>
              </a:endParaRPr>
            </a:p>
          </p:txBody>
        </p:sp>
        <p:sp>
          <p:nvSpPr>
            <p:cNvPr id="109620" name="Line 52"/>
            <p:cNvSpPr>
              <a:spLocks noChangeShapeType="1"/>
            </p:cNvSpPr>
            <p:nvPr/>
          </p:nvSpPr>
          <p:spPr bwMode="auto">
            <a:xfrm>
              <a:off x="3288" y="1026"/>
              <a:ext cx="1691" cy="0"/>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09621" name="Line 53"/>
            <p:cNvSpPr>
              <a:spLocks noChangeShapeType="1"/>
            </p:cNvSpPr>
            <p:nvPr/>
          </p:nvSpPr>
          <p:spPr bwMode="auto">
            <a:xfrm flipH="1">
              <a:off x="4105" y="1026"/>
              <a:ext cx="3" cy="1043"/>
            </a:xfrm>
            <a:prstGeom prst="line">
              <a:avLst/>
            </a:prstGeom>
            <a:noFill/>
            <a:ln w="28575">
              <a:solidFill>
                <a:srgbClr val="FFCC00"/>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09622" name="Line 54"/>
            <p:cNvSpPr>
              <a:spLocks noChangeShapeType="1"/>
            </p:cNvSpPr>
            <p:nvPr/>
          </p:nvSpPr>
          <p:spPr bwMode="auto">
            <a:xfrm>
              <a:off x="4971" y="1048"/>
              <a:ext cx="0" cy="1008"/>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09623" name="Line 55"/>
            <p:cNvSpPr>
              <a:spLocks noChangeShapeType="1"/>
            </p:cNvSpPr>
            <p:nvPr/>
          </p:nvSpPr>
          <p:spPr bwMode="auto">
            <a:xfrm>
              <a:off x="3288" y="2069"/>
              <a:ext cx="1691" cy="0"/>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09625" name="Line 57"/>
            <p:cNvSpPr>
              <a:spLocks noChangeShapeType="1"/>
            </p:cNvSpPr>
            <p:nvPr/>
          </p:nvSpPr>
          <p:spPr bwMode="auto">
            <a:xfrm flipV="1">
              <a:off x="3288" y="1117"/>
              <a:ext cx="0" cy="363"/>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109626" name="Object 58"/>
            <p:cNvGraphicFramePr>
              <a:graphicFrameLocks noChangeAspect="1"/>
            </p:cNvGraphicFramePr>
            <p:nvPr>
              <p:extLst>
                <p:ext uri="{D42A27DB-BD31-4B8C-83A1-F6EECF244321}">
                  <p14:modId xmlns:p14="http://schemas.microsoft.com/office/powerpoint/2010/main" val="2927474533"/>
                </p:ext>
              </p:extLst>
            </p:nvPr>
          </p:nvGraphicFramePr>
          <p:xfrm>
            <a:off x="3332" y="1159"/>
            <a:ext cx="219" cy="348"/>
          </p:xfrm>
          <a:graphic>
            <a:graphicData uri="http://schemas.openxmlformats.org/presentationml/2006/ole">
              <mc:AlternateContent xmlns:mc="http://schemas.openxmlformats.org/markup-compatibility/2006">
                <mc:Choice xmlns:v="urn:schemas-microsoft-com:vml" Requires="v">
                  <p:oleObj spid="_x0000_s131240" name="Equation" r:id="rId24" imgW="152280" imgH="241200" progId="Equation.DSMT4">
                    <p:embed/>
                  </p:oleObj>
                </mc:Choice>
                <mc:Fallback>
                  <p:oleObj name="Equation" r:id="rId24" imgW="152280" imgH="241200" progId="Equation.DSMT4">
                    <p:embed/>
                    <p:pic>
                      <p:nvPicPr>
                        <p:cNvPr id="109626" name="Object 58"/>
                        <p:cNvPicPr>
                          <a:picLocks noChangeAspect="1" noChangeArrowheads="1"/>
                        </p:cNvPicPr>
                        <p:nvPr/>
                      </p:nvPicPr>
                      <p:blipFill>
                        <a:blip r:embed="rId25"/>
                        <a:srcRect/>
                        <a:stretch>
                          <a:fillRect/>
                        </a:stretch>
                      </p:blipFill>
                      <p:spPr bwMode="auto">
                        <a:xfrm>
                          <a:off x="3332" y="1159"/>
                          <a:ext cx="219" cy="3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9627" name="Text Box 59"/>
            <p:cNvSpPr txBox="1">
              <a:spLocks noChangeArrowheads="1"/>
            </p:cNvSpPr>
            <p:nvPr/>
          </p:nvSpPr>
          <p:spPr bwMode="auto">
            <a:xfrm>
              <a:off x="3560" y="1085"/>
              <a:ext cx="317"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1</a:t>
              </a:r>
              <a:endParaRPr kumimoji="1" lang="en-US" altLang="zh-CN" sz="2800" b="0" i="1">
                <a:latin typeface="Times New Roman" panose="02020603050405020304" pitchFamily="18" charset="0"/>
                <a:ea typeface="宋体" panose="02010600030101010101" pitchFamily="2" charset="-122"/>
              </a:endParaRPr>
            </a:p>
          </p:txBody>
        </p:sp>
        <p:sp>
          <p:nvSpPr>
            <p:cNvPr id="109628" name="Text Box 60"/>
            <p:cNvSpPr txBox="1">
              <a:spLocks noChangeArrowheads="1"/>
            </p:cNvSpPr>
            <p:nvPr/>
          </p:nvSpPr>
          <p:spPr bwMode="auto">
            <a:xfrm>
              <a:off x="4165" y="1408"/>
              <a:ext cx="317"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3</a:t>
              </a:r>
              <a:endParaRPr kumimoji="1" lang="en-US" altLang="zh-CN" sz="2800" b="0" i="1">
                <a:latin typeface="Times New Roman" panose="02020603050405020304" pitchFamily="18" charset="0"/>
                <a:ea typeface="宋体" panose="02010600030101010101" pitchFamily="2" charset="-122"/>
              </a:endParaRPr>
            </a:p>
          </p:txBody>
        </p:sp>
        <p:sp>
          <p:nvSpPr>
            <p:cNvPr id="109629" name="Line 61"/>
            <p:cNvSpPr>
              <a:spLocks noChangeShapeType="1"/>
            </p:cNvSpPr>
            <p:nvPr/>
          </p:nvSpPr>
          <p:spPr bwMode="auto">
            <a:xfrm>
              <a:off x="5057" y="1312"/>
              <a:ext cx="0" cy="28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109630" name="Object 62"/>
            <p:cNvGraphicFramePr>
              <a:graphicFrameLocks noChangeAspect="1"/>
            </p:cNvGraphicFramePr>
            <p:nvPr>
              <p:extLst>
                <p:ext uri="{D42A27DB-BD31-4B8C-83A1-F6EECF244321}">
                  <p14:modId xmlns:p14="http://schemas.microsoft.com/office/powerpoint/2010/main" val="508701590"/>
                </p:ext>
              </p:extLst>
            </p:nvPr>
          </p:nvGraphicFramePr>
          <p:xfrm>
            <a:off x="4703" y="1421"/>
            <a:ext cx="214" cy="341"/>
          </p:xfrm>
          <a:graphic>
            <a:graphicData uri="http://schemas.openxmlformats.org/presentationml/2006/ole">
              <mc:AlternateContent xmlns:mc="http://schemas.openxmlformats.org/markup-compatibility/2006">
                <mc:Choice xmlns:v="urn:schemas-microsoft-com:vml" Requires="v">
                  <p:oleObj spid="_x0000_s131241" name="Equation" r:id="rId26" imgW="152280" imgH="241200" progId="Equation.DSMT4">
                    <p:embed/>
                  </p:oleObj>
                </mc:Choice>
                <mc:Fallback>
                  <p:oleObj name="Equation" r:id="rId26" imgW="152280" imgH="241200" progId="Equation.DSMT4">
                    <p:embed/>
                    <p:pic>
                      <p:nvPicPr>
                        <p:cNvPr id="109630" name="Object 62"/>
                        <p:cNvPicPr>
                          <a:picLocks noChangeAspect="1" noChangeArrowheads="1"/>
                        </p:cNvPicPr>
                        <p:nvPr/>
                      </p:nvPicPr>
                      <p:blipFill>
                        <a:blip r:embed="rId27"/>
                        <a:srcRect/>
                        <a:stretch>
                          <a:fillRect/>
                        </a:stretch>
                      </p:blipFill>
                      <p:spPr bwMode="auto">
                        <a:xfrm>
                          <a:off x="4703" y="1421"/>
                          <a:ext cx="214" cy="3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9631" name="Line 63"/>
            <p:cNvSpPr>
              <a:spLocks noChangeShapeType="1"/>
            </p:cNvSpPr>
            <p:nvPr/>
          </p:nvSpPr>
          <p:spPr bwMode="auto">
            <a:xfrm>
              <a:off x="4970" y="1432"/>
              <a:ext cx="0" cy="288"/>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109632" name="Rectangle 64"/>
            <p:cNvSpPr>
              <a:spLocks noChangeArrowheads="1"/>
            </p:cNvSpPr>
            <p:nvPr/>
          </p:nvSpPr>
          <p:spPr bwMode="auto">
            <a:xfrm>
              <a:off x="4422" y="981"/>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09633" name="Rectangle 65"/>
            <p:cNvSpPr>
              <a:spLocks noChangeArrowheads="1"/>
            </p:cNvSpPr>
            <p:nvPr/>
          </p:nvSpPr>
          <p:spPr bwMode="auto">
            <a:xfrm>
              <a:off x="3560" y="981"/>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09634" name="Rectangle 66"/>
            <p:cNvSpPr>
              <a:spLocks noChangeArrowheads="1"/>
            </p:cNvSpPr>
            <p:nvPr/>
          </p:nvSpPr>
          <p:spPr bwMode="auto">
            <a:xfrm>
              <a:off x="4059" y="1389"/>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109642" name="Group 74"/>
            <p:cNvGrpSpPr>
              <a:grpSpLocks/>
            </p:cNvGrpSpPr>
            <p:nvPr/>
          </p:nvGrpSpPr>
          <p:grpSpPr bwMode="auto">
            <a:xfrm>
              <a:off x="3107" y="1480"/>
              <a:ext cx="363" cy="363"/>
              <a:chOff x="3107" y="1344"/>
              <a:chExt cx="363" cy="363"/>
            </a:xfrm>
          </p:grpSpPr>
          <p:sp>
            <p:nvSpPr>
              <p:cNvPr id="109618" name="Oval 50"/>
              <p:cNvSpPr>
                <a:spLocks noChangeArrowheads="1"/>
              </p:cNvSpPr>
              <p:nvPr/>
            </p:nvSpPr>
            <p:spPr bwMode="auto">
              <a:xfrm>
                <a:off x="3107" y="1344"/>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09624" name="Line 56"/>
              <p:cNvSpPr>
                <a:spLocks noChangeShapeType="1"/>
              </p:cNvSpPr>
              <p:nvPr/>
            </p:nvSpPr>
            <p:spPr bwMode="auto">
              <a:xfrm>
                <a:off x="3107" y="1525"/>
                <a:ext cx="363"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grpSp>
    </p:spTree>
    <p:extLst>
      <p:ext uri="{BB962C8B-B14F-4D97-AF65-F5344CB8AC3E}">
        <p14:creationId xmlns:p14="http://schemas.microsoft.com/office/powerpoint/2010/main" val="42171136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withEffect">
                                  <p:stCondLst>
                                    <p:cond delay="0"/>
                                  </p:stCondLst>
                                  <p:childTnLst>
                                    <p:set>
                                      <p:cBhvr>
                                        <p:cTn id="6" dur="1" fill="hold">
                                          <p:stCondLst>
                                            <p:cond delay="0"/>
                                          </p:stCondLst>
                                        </p:cTn>
                                        <p:tgtEl>
                                          <p:spTgt spid="109570"/>
                                        </p:tgtEl>
                                        <p:attrNameLst>
                                          <p:attrName>style.visibility</p:attrName>
                                        </p:attrNameLst>
                                      </p:cBhvr>
                                      <p:to>
                                        <p:strVal val="visible"/>
                                      </p:to>
                                    </p:set>
                                    <p:anim calcmode="lin" valueType="num">
                                      <p:cBhvr>
                                        <p:cTn id="7" dur="1000" fill="hold"/>
                                        <p:tgtEl>
                                          <p:spTgt spid="109570"/>
                                        </p:tgtEl>
                                        <p:attrNameLst>
                                          <p:attrName>ppt_w</p:attrName>
                                        </p:attrNameLst>
                                      </p:cBhvr>
                                      <p:tavLst>
                                        <p:tav tm="0">
                                          <p:val>
                                            <p:fltVal val="0"/>
                                          </p:val>
                                        </p:tav>
                                        <p:tav tm="100000">
                                          <p:val>
                                            <p:strVal val="#ppt_w"/>
                                          </p:val>
                                        </p:tav>
                                      </p:tavLst>
                                    </p:anim>
                                    <p:anim calcmode="lin" valueType="num">
                                      <p:cBhvr>
                                        <p:cTn id="8" dur="1000" fill="hold"/>
                                        <p:tgtEl>
                                          <p:spTgt spid="109570"/>
                                        </p:tgtEl>
                                        <p:attrNameLst>
                                          <p:attrName>ppt_h</p:attrName>
                                        </p:attrNameLst>
                                      </p:cBhvr>
                                      <p:tavLst>
                                        <p:tav tm="0">
                                          <p:val>
                                            <p:fltVal val="0"/>
                                          </p:val>
                                        </p:tav>
                                        <p:tav tm="100000">
                                          <p:val>
                                            <p:strVal val="#ppt_h"/>
                                          </p:val>
                                        </p:tav>
                                      </p:tavLst>
                                    </p:anim>
                                    <p:anim calcmode="lin" valueType="num">
                                      <p:cBhvr>
                                        <p:cTn id="9" dur="1000" fill="hold"/>
                                        <p:tgtEl>
                                          <p:spTgt spid="10957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09570"/>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2000"/>
                            </p:stCondLst>
                            <p:childTnLst>
                              <p:par>
                                <p:cTn id="12" presetID="3" presetClass="entr" presetSubtype="10" fill="hold" nodeType="afterEffect">
                                  <p:stCondLst>
                                    <p:cond delay="0"/>
                                  </p:stCondLst>
                                  <p:childTnLst>
                                    <p:set>
                                      <p:cBhvr>
                                        <p:cTn id="13" dur="1" fill="hold">
                                          <p:stCondLst>
                                            <p:cond delay="0"/>
                                          </p:stCondLst>
                                        </p:cTn>
                                        <p:tgtEl>
                                          <p:spTgt spid="109641"/>
                                        </p:tgtEl>
                                        <p:attrNameLst>
                                          <p:attrName>style.visibility</p:attrName>
                                        </p:attrNameLst>
                                      </p:cBhvr>
                                      <p:to>
                                        <p:strVal val="visible"/>
                                      </p:to>
                                    </p:set>
                                    <p:animEffect transition="in" filter="blinds(horizontal)">
                                      <p:cBhvr>
                                        <p:cTn id="14" dur="500"/>
                                        <p:tgtEl>
                                          <p:spTgt spid="109641"/>
                                        </p:tgtEl>
                                      </p:cBhvr>
                                    </p:animEffect>
                                  </p:childTnLst>
                                </p:cTn>
                              </p:par>
                            </p:childTnLst>
                          </p:cTn>
                        </p:par>
                        <p:par>
                          <p:cTn id="15" fill="hold" nodeType="afterGroup">
                            <p:stCondLst>
                              <p:cond delay="2500"/>
                            </p:stCondLst>
                            <p:childTnLst>
                              <p:par>
                                <p:cTn id="16" presetID="3" presetClass="entr" presetSubtype="10" fill="hold" nodeType="afterEffect">
                                  <p:stCondLst>
                                    <p:cond delay="0"/>
                                  </p:stCondLst>
                                  <p:childTnLst>
                                    <p:set>
                                      <p:cBhvr>
                                        <p:cTn id="17" dur="1" fill="hold">
                                          <p:stCondLst>
                                            <p:cond delay="0"/>
                                          </p:stCondLst>
                                        </p:cTn>
                                        <p:tgtEl>
                                          <p:spTgt spid="109571"/>
                                        </p:tgtEl>
                                        <p:attrNameLst>
                                          <p:attrName>style.visibility</p:attrName>
                                        </p:attrNameLst>
                                      </p:cBhvr>
                                      <p:to>
                                        <p:strVal val="visible"/>
                                      </p:to>
                                    </p:set>
                                    <p:animEffect transition="in" filter="blinds(horizontal)">
                                      <p:cBhvr>
                                        <p:cTn id="18" dur="500"/>
                                        <p:tgtEl>
                                          <p:spTgt spid="109571"/>
                                        </p:tgtEl>
                                      </p:cBhvr>
                                    </p:animEffect>
                                  </p:childTnLst>
                                </p:cTn>
                              </p:par>
                            </p:childTnLst>
                          </p:cTn>
                        </p:par>
                        <p:par>
                          <p:cTn id="19" fill="hold" nodeType="afterGroup">
                            <p:stCondLst>
                              <p:cond delay="3000"/>
                            </p:stCondLst>
                            <p:childTnLst>
                              <p:par>
                                <p:cTn id="20" presetID="3" presetClass="entr" presetSubtype="10" fill="hold" nodeType="afterEffect">
                                  <p:stCondLst>
                                    <p:cond delay="0"/>
                                  </p:stCondLst>
                                  <p:childTnLst>
                                    <p:set>
                                      <p:cBhvr>
                                        <p:cTn id="21" dur="1" fill="hold">
                                          <p:stCondLst>
                                            <p:cond delay="0"/>
                                          </p:stCondLst>
                                        </p:cTn>
                                        <p:tgtEl>
                                          <p:spTgt spid="109636"/>
                                        </p:tgtEl>
                                        <p:attrNameLst>
                                          <p:attrName>style.visibility</p:attrName>
                                        </p:attrNameLst>
                                      </p:cBhvr>
                                      <p:to>
                                        <p:strVal val="visible"/>
                                      </p:to>
                                    </p:set>
                                    <p:animEffect transition="in" filter="blinds(horizontal)">
                                      <p:cBhvr>
                                        <p:cTn id="22" dur="500"/>
                                        <p:tgtEl>
                                          <p:spTgt spid="10963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5" presetClass="entr" presetSubtype="0" fill="hold" grpId="0" nodeType="clickEffect">
                                  <p:stCondLst>
                                    <p:cond delay="0"/>
                                  </p:stCondLst>
                                  <p:childTnLst>
                                    <p:set>
                                      <p:cBhvr>
                                        <p:cTn id="26" dur="1" fill="hold">
                                          <p:stCondLst>
                                            <p:cond delay="0"/>
                                          </p:stCondLst>
                                        </p:cTn>
                                        <p:tgtEl>
                                          <p:spTgt spid="109574"/>
                                        </p:tgtEl>
                                        <p:attrNameLst>
                                          <p:attrName>style.visibility</p:attrName>
                                        </p:attrNameLst>
                                      </p:cBhvr>
                                      <p:to>
                                        <p:strVal val="visible"/>
                                      </p:to>
                                    </p:set>
                                    <p:anim calcmode="lin" valueType="num">
                                      <p:cBhvr>
                                        <p:cTn id="27" dur="1000" fill="hold"/>
                                        <p:tgtEl>
                                          <p:spTgt spid="109574"/>
                                        </p:tgtEl>
                                        <p:attrNameLst>
                                          <p:attrName>ppt_w</p:attrName>
                                        </p:attrNameLst>
                                      </p:cBhvr>
                                      <p:tavLst>
                                        <p:tav tm="0">
                                          <p:val>
                                            <p:fltVal val="0"/>
                                          </p:val>
                                        </p:tav>
                                        <p:tav tm="100000">
                                          <p:val>
                                            <p:strVal val="#ppt_w"/>
                                          </p:val>
                                        </p:tav>
                                      </p:tavLst>
                                    </p:anim>
                                    <p:anim calcmode="lin" valueType="num">
                                      <p:cBhvr>
                                        <p:cTn id="28" dur="1000" fill="hold"/>
                                        <p:tgtEl>
                                          <p:spTgt spid="109574"/>
                                        </p:tgtEl>
                                        <p:attrNameLst>
                                          <p:attrName>ppt_h</p:attrName>
                                        </p:attrNameLst>
                                      </p:cBhvr>
                                      <p:tavLst>
                                        <p:tav tm="0">
                                          <p:val>
                                            <p:fltVal val="0"/>
                                          </p:val>
                                        </p:tav>
                                        <p:tav tm="100000">
                                          <p:val>
                                            <p:strVal val="#ppt_h"/>
                                          </p:val>
                                        </p:tav>
                                      </p:tavLst>
                                    </p:anim>
                                    <p:anim calcmode="lin" valueType="num">
                                      <p:cBhvr>
                                        <p:cTn id="29" dur="1000" fill="hold"/>
                                        <p:tgtEl>
                                          <p:spTgt spid="109574"/>
                                        </p:tgtEl>
                                        <p:attrNameLst>
                                          <p:attrName>ppt_x</p:attrName>
                                        </p:attrNameLst>
                                      </p:cBhvr>
                                      <p:tavLst>
                                        <p:tav tm="0" fmla="#ppt_x+(cos(-2*pi*(1-$))*-#ppt_x-sin(-2*pi*(1-$))*(1-#ppt_y))*(1-$)">
                                          <p:val>
                                            <p:fltVal val="0"/>
                                          </p:val>
                                        </p:tav>
                                        <p:tav tm="100000">
                                          <p:val>
                                            <p:fltVal val="1"/>
                                          </p:val>
                                        </p:tav>
                                      </p:tavLst>
                                    </p:anim>
                                    <p:anim calcmode="lin" valueType="num">
                                      <p:cBhvr>
                                        <p:cTn id="30" dur="1000" fill="hold"/>
                                        <p:tgtEl>
                                          <p:spTgt spid="109574"/>
                                        </p:tgtEl>
                                        <p:attrNameLst>
                                          <p:attrName>ppt_y</p:attrName>
                                        </p:attrNameLst>
                                      </p:cBhvr>
                                      <p:tavLst>
                                        <p:tav tm="0" fmla="#ppt_y+(sin(-2*pi*(1-$))*-#ppt_x+cos(-2*pi*(1-$))*(1-#ppt_y))*(1-$)">
                                          <p:val>
                                            <p:fltVal val="0"/>
                                          </p:val>
                                        </p:tav>
                                        <p:tav tm="100000">
                                          <p:val>
                                            <p:fltVal val="1"/>
                                          </p:val>
                                        </p:tav>
                                      </p:tavLst>
                                    </p:anim>
                                  </p:childTnLst>
                                </p:cTn>
                              </p:par>
                            </p:childTnLst>
                          </p:cTn>
                        </p:par>
                        <p:par>
                          <p:cTn id="31" fill="hold" nodeType="afterGroup">
                            <p:stCondLst>
                              <p:cond delay="1000"/>
                            </p:stCondLst>
                            <p:childTnLst>
                              <p:par>
                                <p:cTn id="32" presetID="12" presetClass="entr" presetSubtype="2" fill="hold" nodeType="afterEffect">
                                  <p:stCondLst>
                                    <p:cond delay="0"/>
                                  </p:stCondLst>
                                  <p:childTnLst>
                                    <p:set>
                                      <p:cBhvr>
                                        <p:cTn id="33" dur="1" fill="hold">
                                          <p:stCondLst>
                                            <p:cond delay="0"/>
                                          </p:stCondLst>
                                        </p:cTn>
                                        <p:tgtEl>
                                          <p:spTgt spid="109575"/>
                                        </p:tgtEl>
                                        <p:attrNameLst>
                                          <p:attrName>style.visibility</p:attrName>
                                        </p:attrNameLst>
                                      </p:cBhvr>
                                      <p:to>
                                        <p:strVal val="visible"/>
                                      </p:to>
                                    </p:set>
                                    <p:animEffect transition="in" filter="slide(fromRight)">
                                      <p:cBhvr>
                                        <p:cTn id="34" dur="500"/>
                                        <p:tgtEl>
                                          <p:spTgt spid="109575"/>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109643"/>
                                        </p:tgtEl>
                                        <p:attrNameLst>
                                          <p:attrName>style.visibility</p:attrName>
                                        </p:attrNameLst>
                                      </p:cBhvr>
                                      <p:to>
                                        <p:strVal val="visible"/>
                                      </p:to>
                                    </p:set>
                                    <p:animEffect transition="in" filter="wipe(left)">
                                      <p:cBhvr>
                                        <p:cTn id="39" dur="500"/>
                                        <p:tgtEl>
                                          <p:spTgt spid="109643"/>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109576"/>
                                        </p:tgtEl>
                                        <p:attrNameLst>
                                          <p:attrName>style.visibility</p:attrName>
                                        </p:attrNameLst>
                                      </p:cBhvr>
                                      <p:to>
                                        <p:strVal val="visible"/>
                                      </p:to>
                                    </p:set>
                                    <p:animEffect transition="in" filter="wipe(left)">
                                      <p:cBhvr>
                                        <p:cTn id="44" dur="1000"/>
                                        <p:tgtEl>
                                          <p:spTgt spid="109576"/>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109577"/>
                                        </p:tgtEl>
                                        <p:attrNameLst>
                                          <p:attrName>style.visibility</p:attrName>
                                        </p:attrNameLst>
                                      </p:cBhvr>
                                      <p:to>
                                        <p:strVal val="visible"/>
                                      </p:to>
                                    </p:set>
                                    <p:animEffect transition="in" filter="wipe(left)">
                                      <p:cBhvr>
                                        <p:cTn id="49" dur="1000"/>
                                        <p:tgtEl>
                                          <p:spTgt spid="109577"/>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109578"/>
                                        </p:tgtEl>
                                        <p:attrNameLst>
                                          <p:attrName>style.visibility</p:attrName>
                                        </p:attrNameLst>
                                      </p:cBhvr>
                                      <p:to>
                                        <p:strVal val="visible"/>
                                      </p:to>
                                    </p:set>
                                    <p:animEffect transition="in" filter="wipe(left)">
                                      <p:cBhvr>
                                        <p:cTn id="54" dur="1000"/>
                                        <p:tgtEl>
                                          <p:spTgt spid="1095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0" grpId="0"/>
      <p:bldP spid="109574" grpId="0" animBg="1"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2064" name="Object 80"/>
          <p:cNvGraphicFramePr>
            <a:graphicFrameLocks noChangeAspect="1"/>
          </p:cNvGraphicFramePr>
          <p:nvPr>
            <p:extLst>
              <p:ext uri="{D42A27DB-BD31-4B8C-83A1-F6EECF244321}">
                <p14:modId xmlns:p14="http://schemas.microsoft.com/office/powerpoint/2010/main" val="958848873"/>
              </p:ext>
            </p:extLst>
          </p:nvPr>
        </p:nvGraphicFramePr>
        <p:xfrm>
          <a:off x="1098550" y="3408363"/>
          <a:ext cx="1900238" cy="909637"/>
        </p:xfrm>
        <a:graphic>
          <a:graphicData uri="http://schemas.openxmlformats.org/presentationml/2006/ole">
            <mc:AlternateContent xmlns:mc="http://schemas.openxmlformats.org/markup-compatibility/2006">
              <mc:Choice xmlns:v="urn:schemas-microsoft-com:vml" Requires="v">
                <p:oleObj spid="_x0000_s132248" name="Equation" r:id="rId3" imgW="952200" imgH="457200" progId="Equation.DSMT4">
                  <p:embed/>
                </p:oleObj>
              </mc:Choice>
              <mc:Fallback>
                <p:oleObj name="Equation" r:id="rId3" imgW="952200" imgH="457200" progId="Equation.DSMT4">
                  <p:embed/>
                  <p:pic>
                    <p:nvPicPr>
                      <p:cNvPr id="42064" name="Object 80"/>
                      <p:cNvPicPr>
                        <a:picLocks noChangeAspect="1" noChangeArrowheads="1"/>
                      </p:cNvPicPr>
                      <p:nvPr/>
                    </p:nvPicPr>
                    <p:blipFill>
                      <a:blip r:embed="rId4"/>
                      <a:srcRect/>
                      <a:stretch>
                        <a:fillRect/>
                      </a:stretch>
                    </p:blipFill>
                    <p:spPr bwMode="auto">
                      <a:xfrm>
                        <a:off x="1098550" y="3408363"/>
                        <a:ext cx="1900238" cy="909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65" name="Object 81"/>
          <p:cNvGraphicFramePr>
            <a:graphicFrameLocks noChangeAspect="1"/>
          </p:cNvGraphicFramePr>
          <p:nvPr>
            <p:extLst>
              <p:ext uri="{D42A27DB-BD31-4B8C-83A1-F6EECF244321}">
                <p14:modId xmlns:p14="http://schemas.microsoft.com/office/powerpoint/2010/main" val="2715313783"/>
              </p:ext>
            </p:extLst>
          </p:nvPr>
        </p:nvGraphicFramePr>
        <p:xfrm>
          <a:off x="1344613" y="4608513"/>
          <a:ext cx="5807075" cy="522287"/>
        </p:xfrm>
        <a:graphic>
          <a:graphicData uri="http://schemas.openxmlformats.org/presentationml/2006/ole">
            <mc:AlternateContent xmlns:mc="http://schemas.openxmlformats.org/markup-compatibility/2006">
              <mc:Choice xmlns:v="urn:schemas-microsoft-com:vml" Requires="v">
                <p:oleObj spid="_x0000_s132249" name="Equation" r:id="rId5" imgW="2666880" imgH="241200" progId="Equation.DSMT4">
                  <p:embed/>
                </p:oleObj>
              </mc:Choice>
              <mc:Fallback>
                <p:oleObj name="Equation" r:id="rId5" imgW="2666880" imgH="241200" progId="Equation.DSMT4">
                  <p:embed/>
                  <p:pic>
                    <p:nvPicPr>
                      <p:cNvPr id="42065" name="Object 81"/>
                      <p:cNvPicPr>
                        <a:picLocks noChangeAspect="1" noChangeArrowheads="1"/>
                      </p:cNvPicPr>
                      <p:nvPr/>
                    </p:nvPicPr>
                    <p:blipFill>
                      <a:blip r:embed="rId6"/>
                      <a:srcRect/>
                      <a:stretch>
                        <a:fillRect/>
                      </a:stretch>
                    </p:blipFill>
                    <p:spPr bwMode="auto">
                      <a:xfrm>
                        <a:off x="1344613" y="4608513"/>
                        <a:ext cx="5807075" cy="522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66" name="Object 82"/>
          <p:cNvGraphicFramePr>
            <a:graphicFrameLocks noChangeAspect="1"/>
          </p:cNvGraphicFramePr>
          <p:nvPr>
            <p:extLst>
              <p:ext uri="{D42A27DB-BD31-4B8C-83A1-F6EECF244321}">
                <p14:modId xmlns:p14="http://schemas.microsoft.com/office/powerpoint/2010/main" val="897815139"/>
              </p:ext>
            </p:extLst>
          </p:nvPr>
        </p:nvGraphicFramePr>
        <p:xfrm>
          <a:off x="2897188" y="3395663"/>
          <a:ext cx="2128837" cy="882650"/>
        </p:xfrm>
        <a:graphic>
          <a:graphicData uri="http://schemas.openxmlformats.org/presentationml/2006/ole">
            <mc:AlternateContent xmlns:mc="http://schemas.openxmlformats.org/markup-compatibility/2006">
              <mc:Choice xmlns:v="urn:schemas-microsoft-com:vml" Requires="v">
                <p:oleObj spid="_x0000_s132250" name="Equation" r:id="rId7" imgW="1066680" imgH="444240" progId="Equation.DSMT4">
                  <p:embed/>
                </p:oleObj>
              </mc:Choice>
              <mc:Fallback>
                <p:oleObj name="Equation" r:id="rId7" imgW="1066680" imgH="444240" progId="Equation.DSMT4">
                  <p:embed/>
                  <p:pic>
                    <p:nvPicPr>
                      <p:cNvPr id="42066" name="Object 82"/>
                      <p:cNvPicPr>
                        <a:picLocks noChangeAspect="1" noChangeArrowheads="1"/>
                      </p:cNvPicPr>
                      <p:nvPr/>
                    </p:nvPicPr>
                    <p:blipFill>
                      <a:blip r:embed="rId8"/>
                      <a:srcRect/>
                      <a:stretch>
                        <a:fillRect/>
                      </a:stretch>
                    </p:blipFill>
                    <p:spPr bwMode="auto">
                      <a:xfrm>
                        <a:off x="2897188" y="3395663"/>
                        <a:ext cx="2128837" cy="882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69" name="Object 85"/>
          <p:cNvGraphicFramePr>
            <a:graphicFrameLocks noChangeAspect="1"/>
          </p:cNvGraphicFramePr>
          <p:nvPr>
            <p:extLst>
              <p:ext uri="{D42A27DB-BD31-4B8C-83A1-F6EECF244321}">
                <p14:modId xmlns:p14="http://schemas.microsoft.com/office/powerpoint/2010/main" val="207710765"/>
              </p:ext>
            </p:extLst>
          </p:nvPr>
        </p:nvGraphicFramePr>
        <p:xfrm>
          <a:off x="971550" y="2530475"/>
          <a:ext cx="3590925" cy="604838"/>
        </p:xfrm>
        <a:graphic>
          <a:graphicData uri="http://schemas.openxmlformats.org/presentationml/2006/ole">
            <mc:AlternateContent xmlns:mc="http://schemas.openxmlformats.org/markup-compatibility/2006">
              <mc:Choice xmlns:v="urn:schemas-microsoft-com:vml" Requires="v">
                <p:oleObj spid="_x0000_s132251" name="Equation" r:id="rId9" imgW="1790640" imgH="304560" progId="Equation.DSMT4">
                  <p:embed/>
                </p:oleObj>
              </mc:Choice>
              <mc:Fallback>
                <p:oleObj name="Equation" r:id="rId9" imgW="1790640" imgH="304560" progId="Equation.DSMT4">
                  <p:embed/>
                  <p:pic>
                    <p:nvPicPr>
                      <p:cNvPr id="42069" name="Object 85"/>
                      <p:cNvPicPr>
                        <a:picLocks noChangeAspect="1" noChangeArrowheads="1"/>
                      </p:cNvPicPr>
                      <p:nvPr/>
                    </p:nvPicPr>
                    <p:blipFill>
                      <a:blip r:embed="rId10"/>
                      <a:srcRect/>
                      <a:stretch>
                        <a:fillRect/>
                      </a:stretch>
                    </p:blipFill>
                    <p:spPr bwMode="auto">
                      <a:xfrm>
                        <a:off x="971550" y="2530475"/>
                        <a:ext cx="3590925"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113" name="Object 129"/>
          <p:cNvGraphicFramePr>
            <a:graphicFrameLocks noChangeAspect="1"/>
          </p:cNvGraphicFramePr>
          <p:nvPr>
            <p:extLst>
              <p:ext uri="{D42A27DB-BD31-4B8C-83A1-F6EECF244321}">
                <p14:modId xmlns:p14="http://schemas.microsoft.com/office/powerpoint/2010/main" val="3187705529"/>
              </p:ext>
            </p:extLst>
          </p:nvPr>
        </p:nvGraphicFramePr>
        <p:xfrm>
          <a:off x="5024438" y="3586163"/>
          <a:ext cx="2633662" cy="403225"/>
        </p:xfrm>
        <a:graphic>
          <a:graphicData uri="http://schemas.openxmlformats.org/presentationml/2006/ole">
            <mc:AlternateContent xmlns:mc="http://schemas.openxmlformats.org/markup-compatibility/2006">
              <mc:Choice xmlns:v="urn:schemas-microsoft-com:vml" Requires="v">
                <p:oleObj spid="_x0000_s132252" name="Equation" r:id="rId11" imgW="1320480" imgH="203040" progId="Equation.DSMT4">
                  <p:embed/>
                </p:oleObj>
              </mc:Choice>
              <mc:Fallback>
                <p:oleObj name="Equation" r:id="rId11" imgW="1320480" imgH="203040" progId="Equation.DSMT4">
                  <p:embed/>
                  <p:pic>
                    <p:nvPicPr>
                      <p:cNvPr id="42113" name="Object 129"/>
                      <p:cNvPicPr>
                        <a:picLocks noChangeAspect="1" noChangeArrowheads="1"/>
                      </p:cNvPicPr>
                      <p:nvPr/>
                    </p:nvPicPr>
                    <p:blipFill>
                      <a:blip r:embed="rId12"/>
                      <a:srcRect/>
                      <a:stretch>
                        <a:fillRect/>
                      </a:stretch>
                    </p:blipFill>
                    <p:spPr bwMode="auto">
                      <a:xfrm>
                        <a:off x="5024438" y="3586163"/>
                        <a:ext cx="2633662" cy="403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2114" name="Group 130"/>
          <p:cNvGrpSpPr>
            <a:grpSpLocks/>
          </p:cNvGrpSpPr>
          <p:nvPr/>
        </p:nvGrpSpPr>
        <p:grpSpPr bwMode="auto">
          <a:xfrm>
            <a:off x="4787900" y="649288"/>
            <a:ext cx="3417888" cy="1733550"/>
            <a:chOff x="3117" y="1131"/>
            <a:chExt cx="2153" cy="1092"/>
          </a:xfrm>
        </p:grpSpPr>
        <p:sp>
          <p:nvSpPr>
            <p:cNvPr id="42115" name="Oval 131"/>
            <p:cNvSpPr>
              <a:spLocks noChangeArrowheads="1"/>
            </p:cNvSpPr>
            <p:nvPr/>
          </p:nvSpPr>
          <p:spPr bwMode="auto">
            <a:xfrm>
              <a:off x="4603" y="1511"/>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2116" name="Text Box 132"/>
            <p:cNvSpPr txBox="1">
              <a:spLocks noChangeArrowheads="1"/>
            </p:cNvSpPr>
            <p:nvPr/>
          </p:nvSpPr>
          <p:spPr bwMode="auto">
            <a:xfrm>
              <a:off x="4195" y="1253"/>
              <a:ext cx="317"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i="1">
                <a:latin typeface="Times New Roman" panose="02020603050405020304" pitchFamily="18" charset="0"/>
                <a:ea typeface="宋体" panose="02010600030101010101" pitchFamily="2" charset="-122"/>
              </a:endParaRPr>
            </a:p>
          </p:txBody>
        </p:sp>
        <p:sp>
          <p:nvSpPr>
            <p:cNvPr id="42117" name="Line 133"/>
            <p:cNvSpPr>
              <a:spLocks noChangeShapeType="1"/>
            </p:cNvSpPr>
            <p:nvPr/>
          </p:nvSpPr>
          <p:spPr bwMode="auto">
            <a:xfrm>
              <a:off x="3117" y="1215"/>
              <a:ext cx="1680" cy="0"/>
            </a:xfrm>
            <a:prstGeom prst="line">
              <a:avLst/>
            </a:prstGeom>
            <a:noFill/>
            <a:ln w="28575">
              <a:solidFill>
                <a:srgbClr val="FFCC00"/>
              </a:solidFill>
              <a:round/>
              <a:headEnd type="oval" w="med" len="me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2118" name="Line 134"/>
            <p:cNvSpPr>
              <a:spLocks noChangeShapeType="1"/>
            </p:cNvSpPr>
            <p:nvPr/>
          </p:nvSpPr>
          <p:spPr bwMode="auto">
            <a:xfrm>
              <a:off x="3926" y="1213"/>
              <a:ext cx="0" cy="1008"/>
            </a:xfrm>
            <a:prstGeom prst="line">
              <a:avLst/>
            </a:prstGeom>
            <a:noFill/>
            <a:ln w="28575">
              <a:solidFill>
                <a:srgbClr val="FFCC00"/>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2119" name="Line 135"/>
            <p:cNvSpPr>
              <a:spLocks noChangeShapeType="1"/>
            </p:cNvSpPr>
            <p:nvPr/>
          </p:nvSpPr>
          <p:spPr bwMode="auto">
            <a:xfrm>
              <a:off x="4789" y="1215"/>
              <a:ext cx="0" cy="1008"/>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2120" name="Line 136"/>
            <p:cNvSpPr>
              <a:spLocks noChangeShapeType="1"/>
            </p:cNvSpPr>
            <p:nvPr/>
          </p:nvSpPr>
          <p:spPr bwMode="auto">
            <a:xfrm>
              <a:off x="3117" y="2223"/>
              <a:ext cx="1680" cy="0"/>
            </a:xfrm>
            <a:prstGeom prst="line">
              <a:avLst/>
            </a:prstGeom>
            <a:noFill/>
            <a:ln w="28575">
              <a:solidFill>
                <a:srgbClr val="FFCC00"/>
              </a:solidFill>
              <a:round/>
              <a:headEnd type="oval" w="med" len="me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2121" name="Text Box 137"/>
            <p:cNvSpPr txBox="1">
              <a:spLocks noChangeArrowheads="1"/>
            </p:cNvSpPr>
            <p:nvPr/>
          </p:nvSpPr>
          <p:spPr bwMode="auto">
            <a:xfrm>
              <a:off x="3334" y="1253"/>
              <a:ext cx="317"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1</a:t>
              </a:r>
              <a:endParaRPr kumimoji="1" lang="en-US" altLang="zh-CN" sz="2800" b="0" i="1">
                <a:latin typeface="Times New Roman" panose="02020603050405020304" pitchFamily="18" charset="0"/>
                <a:ea typeface="宋体" panose="02010600030101010101" pitchFamily="2" charset="-122"/>
              </a:endParaRPr>
            </a:p>
          </p:txBody>
        </p:sp>
        <p:sp>
          <p:nvSpPr>
            <p:cNvPr id="42122" name="Text Box 138"/>
            <p:cNvSpPr txBox="1">
              <a:spLocks noChangeArrowheads="1"/>
            </p:cNvSpPr>
            <p:nvPr/>
          </p:nvSpPr>
          <p:spPr bwMode="auto">
            <a:xfrm>
              <a:off x="3983" y="1575"/>
              <a:ext cx="317"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3</a:t>
              </a:r>
              <a:endParaRPr kumimoji="1" lang="en-US" altLang="zh-CN" sz="2800" b="0" i="1">
                <a:latin typeface="Times New Roman" panose="02020603050405020304" pitchFamily="18" charset="0"/>
                <a:ea typeface="宋体" panose="02010600030101010101" pitchFamily="2" charset="-122"/>
              </a:endParaRPr>
            </a:p>
          </p:txBody>
        </p:sp>
        <p:sp>
          <p:nvSpPr>
            <p:cNvPr id="42123" name="Line 139"/>
            <p:cNvSpPr>
              <a:spLocks noChangeShapeType="1"/>
            </p:cNvSpPr>
            <p:nvPr/>
          </p:nvSpPr>
          <p:spPr bwMode="auto">
            <a:xfrm>
              <a:off x="4876" y="1167"/>
              <a:ext cx="0" cy="2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42124" name="Object 140"/>
            <p:cNvGraphicFramePr>
              <a:graphicFrameLocks noChangeAspect="1"/>
            </p:cNvGraphicFramePr>
            <p:nvPr>
              <p:extLst>
                <p:ext uri="{D42A27DB-BD31-4B8C-83A1-F6EECF244321}">
                  <p14:modId xmlns:p14="http://schemas.microsoft.com/office/powerpoint/2010/main" val="1912787910"/>
                </p:ext>
              </p:extLst>
            </p:nvPr>
          </p:nvGraphicFramePr>
          <p:xfrm>
            <a:off x="4887" y="1131"/>
            <a:ext cx="250" cy="341"/>
          </p:xfrm>
          <a:graphic>
            <a:graphicData uri="http://schemas.openxmlformats.org/presentationml/2006/ole">
              <mc:AlternateContent xmlns:mc="http://schemas.openxmlformats.org/markup-compatibility/2006">
                <mc:Choice xmlns:v="urn:schemas-microsoft-com:vml" Requires="v">
                  <p:oleObj spid="_x0000_s132253" name="Equation" r:id="rId13" imgW="177480" imgH="241200" progId="Equation.DSMT4">
                    <p:embed/>
                  </p:oleObj>
                </mc:Choice>
                <mc:Fallback>
                  <p:oleObj name="Equation" r:id="rId13" imgW="177480" imgH="241200" progId="Equation.DSMT4">
                    <p:embed/>
                    <p:pic>
                      <p:nvPicPr>
                        <p:cNvPr id="42124" name="Object 140"/>
                        <p:cNvPicPr>
                          <a:picLocks noChangeAspect="1" noChangeArrowheads="1"/>
                        </p:cNvPicPr>
                        <p:nvPr/>
                      </p:nvPicPr>
                      <p:blipFill>
                        <a:blip r:embed="rId14"/>
                        <a:srcRect/>
                        <a:stretch>
                          <a:fillRect/>
                        </a:stretch>
                      </p:blipFill>
                      <p:spPr bwMode="auto">
                        <a:xfrm>
                          <a:off x="4887" y="1131"/>
                          <a:ext cx="250" cy="3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125" name="Line 141"/>
            <p:cNvSpPr>
              <a:spLocks noChangeShapeType="1"/>
            </p:cNvSpPr>
            <p:nvPr/>
          </p:nvSpPr>
          <p:spPr bwMode="auto">
            <a:xfrm>
              <a:off x="4788" y="1599"/>
              <a:ext cx="0" cy="288"/>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42126" name="Object 142"/>
            <p:cNvGraphicFramePr>
              <a:graphicFrameLocks noChangeAspect="1"/>
            </p:cNvGraphicFramePr>
            <p:nvPr/>
          </p:nvGraphicFramePr>
          <p:xfrm>
            <a:off x="5011" y="1466"/>
            <a:ext cx="259" cy="359"/>
          </p:xfrm>
          <a:graphic>
            <a:graphicData uri="http://schemas.openxmlformats.org/presentationml/2006/ole">
              <mc:AlternateContent xmlns:mc="http://schemas.openxmlformats.org/markup-compatibility/2006">
                <mc:Choice xmlns:v="urn:schemas-microsoft-com:vml" Requires="v">
                  <p:oleObj spid="_x0000_s132254" name="公式" r:id="rId15" imgW="228600" imgH="317160" progId="Equation.3">
                    <p:embed/>
                  </p:oleObj>
                </mc:Choice>
                <mc:Fallback>
                  <p:oleObj name="公式" r:id="rId15" imgW="228600" imgH="317160" progId="Equation.3">
                    <p:embed/>
                    <p:pic>
                      <p:nvPicPr>
                        <p:cNvPr id="42126" name="Object 14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011" y="1466"/>
                          <a:ext cx="259" cy="3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127" name="Text Box 143"/>
            <p:cNvSpPr txBox="1">
              <a:spLocks noChangeArrowheads="1"/>
            </p:cNvSpPr>
            <p:nvPr/>
          </p:nvSpPr>
          <p:spPr bwMode="auto">
            <a:xfrm>
              <a:off x="4512" y="1239"/>
              <a:ext cx="24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a:latin typeface="Times New Roman" panose="02020603050405020304" pitchFamily="18" charset="0"/>
                  <a:ea typeface="宋体" panose="02010600030101010101" pitchFamily="2" charset="-122"/>
                </a:rPr>
                <a:t>+</a:t>
              </a:r>
            </a:p>
          </p:txBody>
        </p:sp>
        <p:sp>
          <p:nvSpPr>
            <p:cNvPr id="42128" name="Text Box 144"/>
            <p:cNvSpPr txBox="1">
              <a:spLocks noChangeArrowheads="1"/>
            </p:cNvSpPr>
            <p:nvPr/>
          </p:nvSpPr>
          <p:spPr bwMode="auto">
            <a:xfrm>
              <a:off x="4512" y="1828"/>
              <a:ext cx="2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a:latin typeface="宋体" panose="02010600030101010101" pitchFamily="2" charset="-122"/>
                  <a:ea typeface="宋体" panose="02010600030101010101" pitchFamily="2" charset="-122"/>
                </a:rPr>
                <a:t>-</a:t>
              </a:r>
              <a:endParaRPr kumimoji="1" lang="en-US" altLang="zh-CN" sz="2800" b="0">
                <a:ea typeface="宋体" panose="02010600030101010101" pitchFamily="2" charset="-122"/>
              </a:endParaRPr>
            </a:p>
          </p:txBody>
        </p:sp>
        <p:sp>
          <p:nvSpPr>
            <p:cNvPr id="42129" name="Rectangle 145"/>
            <p:cNvSpPr>
              <a:spLocks noChangeArrowheads="1"/>
            </p:cNvSpPr>
            <p:nvPr/>
          </p:nvSpPr>
          <p:spPr bwMode="auto">
            <a:xfrm>
              <a:off x="4240" y="1148"/>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2130" name="Rectangle 146"/>
            <p:cNvSpPr>
              <a:spLocks noChangeArrowheads="1"/>
            </p:cNvSpPr>
            <p:nvPr/>
          </p:nvSpPr>
          <p:spPr bwMode="auto">
            <a:xfrm>
              <a:off x="3378" y="1148"/>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2131" name="Rectangle 147"/>
            <p:cNvSpPr>
              <a:spLocks noChangeArrowheads="1"/>
            </p:cNvSpPr>
            <p:nvPr/>
          </p:nvSpPr>
          <p:spPr bwMode="auto">
            <a:xfrm>
              <a:off x="3877" y="1556"/>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grpSp>
        <p:nvGrpSpPr>
          <p:cNvPr id="58" name="Group 73">
            <a:extLst>
              <a:ext uri="{FF2B5EF4-FFF2-40B4-BE49-F238E27FC236}">
                <a16:creationId xmlns:a16="http://schemas.microsoft.com/office/drawing/2014/main" id="{B5FF829A-EE37-41C6-97A9-4A383FB54729}"/>
              </a:ext>
            </a:extLst>
          </p:cNvPr>
          <p:cNvGrpSpPr>
            <a:grpSpLocks/>
          </p:cNvGrpSpPr>
          <p:nvPr/>
        </p:nvGrpSpPr>
        <p:grpSpPr bwMode="auto">
          <a:xfrm>
            <a:off x="683568" y="692696"/>
            <a:ext cx="3711575" cy="1733550"/>
            <a:chOff x="431" y="953"/>
            <a:chExt cx="2338" cy="1092"/>
          </a:xfrm>
        </p:grpSpPr>
        <p:sp>
          <p:nvSpPr>
            <p:cNvPr id="59" name="Oval 25">
              <a:extLst>
                <a:ext uri="{FF2B5EF4-FFF2-40B4-BE49-F238E27FC236}">
                  <a16:creationId xmlns:a16="http://schemas.microsoft.com/office/drawing/2014/main" id="{54E8AAF5-EB47-4F75-B83C-6AE09C644553}"/>
                </a:ext>
              </a:extLst>
            </p:cNvPr>
            <p:cNvSpPr>
              <a:spLocks noChangeArrowheads="1"/>
            </p:cNvSpPr>
            <p:nvPr/>
          </p:nvSpPr>
          <p:spPr bwMode="auto">
            <a:xfrm>
              <a:off x="2109" y="1333"/>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60" name="Line 26">
              <a:extLst>
                <a:ext uri="{FF2B5EF4-FFF2-40B4-BE49-F238E27FC236}">
                  <a16:creationId xmlns:a16="http://schemas.microsoft.com/office/drawing/2014/main" id="{84E67617-7291-483B-B769-5032AE53D229}"/>
                </a:ext>
              </a:extLst>
            </p:cNvPr>
            <p:cNvSpPr>
              <a:spLocks noChangeShapeType="1"/>
            </p:cNvSpPr>
            <p:nvPr/>
          </p:nvSpPr>
          <p:spPr bwMode="auto">
            <a:xfrm>
              <a:off x="612" y="1026"/>
              <a:ext cx="0" cy="1019"/>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61" name="Text Box 28">
              <a:extLst>
                <a:ext uri="{FF2B5EF4-FFF2-40B4-BE49-F238E27FC236}">
                  <a16:creationId xmlns:a16="http://schemas.microsoft.com/office/drawing/2014/main" id="{075F2BAF-7F89-451C-BE11-8F413147F220}"/>
                </a:ext>
              </a:extLst>
            </p:cNvPr>
            <p:cNvSpPr txBox="1">
              <a:spLocks noChangeArrowheads="1"/>
            </p:cNvSpPr>
            <p:nvPr/>
          </p:nvSpPr>
          <p:spPr bwMode="auto">
            <a:xfrm>
              <a:off x="1701" y="1075"/>
              <a:ext cx="317"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i="1">
                <a:latin typeface="Times New Roman" panose="02020603050405020304" pitchFamily="18" charset="0"/>
                <a:ea typeface="宋体" panose="02010600030101010101" pitchFamily="2" charset="-122"/>
              </a:endParaRPr>
            </a:p>
          </p:txBody>
        </p:sp>
        <p:sp>
          <p:nvSpPr>
            <p:cNvPr id="62" name="Line 29">
              <a:extLst>
                <a:ext uri="{FF2B5EF4-FFF2-40B4-BE49-F238E27FC236}">
                  <a16:creationId xmlns:a16="http://schemas.microsoft.com/office/drawing/2014/main" id="{A1A16F23-8606-4150-BBAA-87E79D0F4A54}"/>
                </a:ext>
              </a:extLst>
            </p:cNvPr>
            <p:cNvSpPr>
              <a:spLocks noChangeShapeType="1"/>
            </p:cNvSpPr>
            <p:nvPr/>
          </p:nvSpPr>
          <p:spPr bwMode="auto">
            <a:xfrm>
              <a:off x="612" y="1026"/>
              <a:ext cx="1691" cy="0"/>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63" name="Line 30">
              <a:extLst>
                <a:ext uri="{FF2B5EF4-FFF2-40B4-BE49-F238E27FC236}">
                  <a16:creationId xmlns:a16="http://schemas.microsoft.com/office/drawing/2014/main" id="{3A7C0D4D-DD41-41D9-B3A9-67928F57D230}"/>
                </a:ext>
              </a:extLst>
            </p:cNvPr>
            <p:cNvSpPr>
              <a:spLocks noChangeShapeType="1"/>
            </p:cNvSpPr>
            <p:nvPr/>
          </p:nvSpPr>
          <p:spPr bwMode="auto">
            <a:xfrm>
              <a:off x="1429" y="1026"/>
              <a:ext cx="3" cy="998"/>
            </a:xfrm>
            <a:prstGeom prst="line">
              <a:avLst/>
            </a:prstGeom>
            <a:noFill/>
            <a:ln w="28575">
              <a:solidFill>
                <a:srgbClr val="FFCC00"/>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64" name="Line 31">
              <a:extLst>
                <a:ext uri="{FF2B5EF4-FFF2-40B4-BE49-F238E27FC236}">
                  <a16:creationId xmlns:a16="http://schemas.microsoft.com/office/drawing/2014/main" id="{63104DF9-4847-4AF5-A88C-DF584379C391}"/>
                </a:ext>
              </a:extLst>
            </p:cNvPr>
            <p:cNvSpPr>
              <a:spLocks noChangeShapeType="1"/>
            </p:cNvSpPr>
            <p:nvPr/>
          </p:nvSpPr>
          <p:spPr bwMode="auto">
            <a:xfrm>
              <a:off x="2295" y="1037"/>
              <a:ext cx="0" cy="1008"/>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65" name="Line 32">
              <a:extLst>
                <a:ext uri="{FF2B5EF4-FFF2-40B4-BE49-F238E27FC236}">
                  <a16:creationId xmlns:a16="http://schemas.microsoft.com/office/drawing/2014/main" id="{DD5E7751-110E-4F41-9C1A-FD2BAD878427}"/>
                </a:ext>
              </a:extLst>
            </p:cNvPr>
            <p:cNvSpPr>
              <a:spLocks noChangeShapeType="1"/>
            </p:cNvSpPr>
            <p:nvPr/>
          </p:nvSpPr>
          <p:spPr bwMode="auto">
            <a:xfrm>
              <a:off x="612" y="2024"/>
              <a:ext cx="1691" cy="0"/>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66" name="Line 34">
              <a:extLst>
                <a:ext uri="{FF2B5EF4-FFF2-40B4-BE49-F238E27FC236}">
                  <a16:creationId xmlns:a16="http://schemas.microsoft.com/office/drawing/2014/main" id="{D4B5A1B0-7FE0-40F7-84C4-8EE501D894C6}"/>
                </a:ext>
              </a:extLst>
            </p:cNvPr>
            <p:cNvSpPr>
              <a:spLocks noChangeShapeType="1"/>
            </p:cNvSpPr>
            <p:nvPr/>
          </p:nvSpPr>
          <p:spPr bwMode="auto">
            <a:xfrm flipV="1">
              <a:off x="612" y="1106"/>
              <a:ext cx="0" cy="419"/>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67" name="Object 35">
              <a:extLst>
                <a:ext uri="{FF2B5EF4-FFF2-40B4-BE49-F238E27FC236}">
                  <a16:creationId xmlns:a16="http://schemas.microsoft.com/office/drawing/2014/main" id="{32635A67-7DEA-479E-8705-64003BA744F5}"/>
                </a:ext>
              </a:extLst>
            </p:cNvPr>
            <p:cNvGraphicFramePr>
              <a:graphicFrameLocks noChangeAspect="1"/>
            </p:cNvGraphicFramePr>
            <p:nvPr>
              <p:extLst>
                <p:ext uri="{D42A27DB-BD31-4B8C-83A1-F6EECF244321}">
                  <p14:modId xmlns:p14="http://schemas.microsoft.com/office/powerpoint/2010/main" val="1704549266"/>
                </p:ext>
              </p:extLst>
            </p:nvPr>
          </p:nvGraphicFramePr>
          <p:xfrm>
            <a:off x="656" y="1135"/>
            <a:ext cx="219" cy="348"/>
          </p:xfrm>
          <a:graphic>
            <a:graphicData uri="http://schemas.openxmlformats.org/presentationml/2006/ole">
              <mc:AlternateContent xmlns:mc="http://schemas.openxmlformats.org/markup-compatibility/2006">
                <mc:Choice xmlns:v="urn:schemas-microsoft-com:vml" Requires="v">
                  <p:oleObj spid="_x0000_s132255" name="Equation" r:id="rId17" imgW="152280" imgH="241200" progId="Equation.DSMT4">
                    <p:embed/>
                  </p:oleObj>
                </mc:Choice>
                <mc:Fallback>
                  <p:oleObj name="Equation" r:id="rId17" imgW="152280" imgH="241200" progId="Equation.DSMT4">
                    <p:embed/>
                    <p:pic>
                      <p:nvPicPr>
                        <p:cNvPr id="109603" name="Object 35"/>
                        <p:cNvPicPr>
                          <a:picLocks noChangeAspect="1" noChangeArrowheads="1"/>
                        </p:cNvPicPr>
                        <p:nvPr/>
                      </p:nvPicPr>
                      <p:blipFill>
                        <a:blip r:embed="rId18"/>
                        <a:srcRect/>
                        <a:stretch>
                          <a:fillRect/>
                        </a:stretch>
                      </p:blipFill>
                      <p:spPr bwMode="auto">
                        <a:xfrm>
                          <a:off x="656" y="1135"/>
                          <a:ext cx="219" cy="3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 name="Text Box 36">
              <a:extLst>
                <a:ext uri="{FF2B5EF4-FFF2-40B4-BE49-F238E27FC236}">
                  <a16:creationId xmlns:a16="http://schemas.microsoft.com/office/drawing/2014/main" id="{7BF6A6AF-77F8-4CC7-ABDC-EB71C71A18A2}"/>
                </a:ext>
              </a:extLst>
            </p:cNvPr>
            <p:cNvSpPr txBox="1">
              <a:spLocks noChangeArrowheads="1"/>
            </p:cNvSpPr>
            <p:nvPr/>
          </p:nvSpPr>
          <p:spPr bwMode="auto">
            <a:xfrm>
              <a:off x="930" y="1075"/>
              <a:ext cx="317"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1</a:t>
              </a:r>
              <a:endParaRPr kumimoji="1" lang="en-US" altLang="zh-CN" sz="2800" b="0" i="1">
                <a:latin typeface="Times New Roman" panose="02020603050405020304" pitchFamily="18" charset="0"/>
                <a:ea typeface="宋体" panose="02010600030101010101" pitchFamily="2" charset="-122"/>
              </a:endParaRPr>
            </a:p>
          </p:txBody>
        </p:sp>
        <p:sp>
          <p:nvSpPr>
            <p:cNvPr id="69" name="Text Box 37">
              <a:extLst>
                <a:ext uri="{FF2B5EF4-FFF2-40B4-BE49-F238E27FC236}">
                  <a16:creationId xmlns:a16="http://schemas.microsoft.com/office/drawing/2014/main" id="{562E481D-ACEA-4C71-BB53-235613664354}"/>
                </a:ext>
              </a:extLst>
            </p:cNvPr>
            <p:cNvSpPr txBox="1">
              <a:spLocks noChangeArrowheads="1"/>
            </p:cNvSpPr>
            <p:nvPr/>
          </p:nvSpPr>
          <p:spPr bwMode="auto">
            <a:xfrm>
              <a:off x="1474" y="1483"/>
              <a:ext cx="317"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3</a:t>
              </a:r>
              <a:endParaRPr kumimoji="1" lang="en-US" altLang="zh-CN" sz="2800" b="0" i="1">
                <a:latin typeface="Times New Roman" panose="02020603050405020304" pitchFamily="18" charset="0"/>
                <a:ea typeface="宋体" panose="02010600030101010101" pitchFamily="2" charset="-122"/>
              </a:endParaRPr>
            </a:p>
          </p:txBody>
        </p:sp>
        <p:sp>
          <p:nvSpPr>
            <p:cNvPr id="70" name="Line 38">
              <a:extLst>
                <a:ext uri="{FF2B5EF4-FFF2-40B4-BE49-F238E27FC236}">
                  <a16:creationId xmlns:a16="http://schemas.microsoft.com/office/drawing/2014/main" id="{9927B5AF-DF96-48EA-B4A9-AFACEFF3434F}"/>
                </a:ext>
              </a:extLst>
            </p:cNvPr>
            <p:cNvSpPr>
              <a:spLocks noChangeShapeType="1"/>
            </p:cNvSpPr>
            <p:nvPr/>
          </p:nvSpPr>
          <p:spPr bwMode="auto">
            <a:xfrm>
              <a:off x="2382" y="989"/>
              <a:ext cx="0" cy="28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dirty="0"/>
            </a:p>
          </p:txBody>
        </p:sp>
        <p:graphicFrame>
          <p:nvGraphicFramePr>
            <p:cNvPr id="71" name="Object 39">
              <a:extLst>
                <a:ext uri="{FF2B5EF4-FFF2-40B4-BE49-F238E27FC236}">
                  <a16:creationId xmlns:a16="http://schemas.microsoft.com/office/drawing/2014/main" id="{449C0F70-BA32-480E-B434-153045D4325C}"/>
                </a:ext>
              </a:extLst>
            </p:cNvPr>
            <p:cNvGraphicFramePr>
              <a:graphicFrameLocks noChangeAspect="1"/>
            </p:cNvGraphicFramePr>
            <p:nvPr>
              <p:extLst>
                <p:ext uri="{D42A27DB-BD31-4B8C-83A1-F6EECF244321}">
                  <p14:modId xmlns:p14="http://schemas.microsoft.com/office/powerpoint/2010/main" val="1806339628"/>
                </p:ext>
              </p:extLst>
            </p:nvPr>
          </p:nvGraphicFramePr>
          <p:xfrm>
            <a:off x="2412" y="953"/>
            <a:ext cx="213" cy="341"/>
          </p:xfrm>
          <a:graphic>
            <a:graphicData uri="http://schemas.openxmlformats.org/presentationml/2006/ole">
              <mc:AlternateContent xmlns:mc="http://schemas.openxmlformats.org/markup-compatibility/2006">
                <mc:Choice xmlns:v="urn:schemas-microsoft-com:vml" Requires="v">
                  <p:oleObj spid="_x0000_s132256" name="Equation" r:id="rId19" imgW="152280" imgH="241200" progId="Equation.DSMT4">
                    <p:embed/>
                  </p:oleObj>
                </mc:Choice>
                <mc:Fallback>
                  <p:oleObj name="Equation" r:id="rId19" imgW="152280" imgH="241200" progId="Equation.DSMT4">
                    <p:embed/>
                    <p:pic>
                      <p:nvPicPr>
                        <p:cNvPr id="109607" name="Object 39"/>
                        <p:cNvPicPr>
                          <a:picLocks noChangeAspect="1" noChangeArrowheads="1"/>
                        </p:cNvPicPr>
                        <p:nvPr/>
                      </p:nvPicPr>
                      <p:blipFill>
                        <a:blip r:embed="rId20"/>
                        <a:srcRect/>
                        <a:stretch>
                          <a:fillRect/>
                        </a:stretch>
                      </p:blipFill>
                      <p:spPr bwMode="auto">
                        <a:xfrm>
                          <a:off x="2412" y="953"/>
                          <a:ext cx="213" cy="3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 name="Line 40">
              <a:extLst>
                <a:ext uri="{FF2B5EF4-FFF2-40B4-BE49-F238E27FC236}">
                  <a16:creationId xmlns:a16="http://schemas.microsoft.com/office/drawing/2014/main" id="{5DC7F2A8-A928-4EA6-949F-394D19840548}"/>
                </a:ext>
              </a:extLst>
            </p:cNvPr>
            <p:cNvSpPr>
              <a:spLocks noChangeShapeType="1"/>
            </p:cNvSpPr>
            <p:nvPr/>
          </p:nvSpPr>
          <p:spPr bwMode="auto">
            <a:xfrm>
              <a:off x="2294" y="1421"/>
              <a:ext cx="0" cy="288"/>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73" name="Object 41">
              <a:extLst>
                <a:ext uri="{FF2B5EF4-FFF2-40B4-BE49-F238E27FC236}">
                  <a16:creationId xmlns:a16="http://schemas.microsoft.com/office/drawing/2014/main" id="{4968BDCB-06C1-49A5-921F-302E2EF32BB5}"/>
                </a:ext>
              </a:extLst>
            </p:cNvPr>
            <p:cNvGraphicFramePr>
              <a:graphicFrameLocks noChangeAspect="1"/>
            </p:cNvGraphicFramePr>
            <p:nvPr>
              <p:extLst>
                <p:ext uri="{D42A27DB-BD31-4B8C-83A1-F6EECF244321}">
                  <p14:modId xmlns:p14="http://schemas.microsoft.com/office/powerpoint/2010/main" val="2458325925"/>
                </p:ext>
              </p:extLst>
            </p:nvPr>
          </p:nvGraphicFramePr>
          <p:xfrm>
            <a:off x="2524" y="1302"/>
            <a:ext cx="245" cy="330"/>
          </p:xfrm>
          <a:graphic>
            <a:graphicData uri="http://schemas.openxmlformats.org/presentationml/2006/ole">
              <mc:AlternateContent xmlns:mc="http://schemas.openxmlformats.org/markup-compatibility/2006">
                <mc:Choice xmlns:v="urn:schemas-microsoft-com:vml" Requires="v">
                  <p:oleObj spid="_x0000_s132257" name="Equation" r:id="rId21" imgW="215640" imgH="291960" progId="Equation.DSMT4">
                    <p:embed/>
                  </p:oleObj>
                </mc:Choice>
                <mc:Fallback>
                  <p:oleObj name="Equation" r:id="rId21" imgW="215640" imgH="291960" progId="Equation.DSMT4">
                    <p:embed/>
                    <p:pic>
                      <p:nvPicPr>
                        <p:cNvPr id="109609" name="Object 41"/>
                        <p:cNvPicPr>
                          <a:picLocks noChangeAspect="1" noChangeArrowheads="1"/>
                        </p:cNvPicPr>
                        <p:nvPr/>
                      </p:nvPicPr>
                      <p:blipFill>
                        <a:blip r:embed="rId22"/>
                        <a:srcRect/>
                        <a:stretch>
                          <a:fillRect/>
                        </a:stretch>
                      </p:blipFill>
                      <p:spPr bwMode="auto">
                        <a:xfrm>
                          <a:off x="2524" y="1302"/>
                          <a:ext cx="245"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 name="Text Box 42">
              <a:extLst>
                <a:ext uri="{FF2B5EF4-FFF2-40B4-BE49-F238E27FC236}">
                  <a16:creationId xmlns:a16="http://schemas.microsoft.com/office/drawing/2014/main" id="{5DBF95AA-E54A-486A-979E-0C0DA3A955CF}"/>
                </a:ext>
              </a:extLst>
            </p:cNvPr>
            <p:cNvSpPr txBox="1">
              <a:spLocks noChangeArrowheads="1"/>
            </p:cNvSpPr>
            <p:nvPr/>
          </p:nvSpPr>
          <p:spPr bwMode="auto">
            <a:xfrm>
              <a:off x="2018" y="1061"/>
              <a:ext cx="24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a:latin typeface="Times New Roman" panose="02020603050405020304" pitchFamily="18" charset="0"/>
                  <a:ea typeface="宋体" panose="02010600030101010101" pitchFamily="2" charset="-122"/>
                </a:rPr>
                <a:t>+</a:t>
              </a:r>
            </a:p>
          </p:txBody>
        </p:sp>
        <p:sp>
          <p:nvSpPr>
            <p:cNvPr id="75" name="Text Box 43">
              <a:extLst>
                <a:ext uri="{FF2B5EF4-FFF2-40B4-BE49-F238E27FC236}">
                  <a16:creationId xmlns:a16="http://schemas.microsoft.com/office/drawing/2014/main" id="{997F604F-7D83-47F5-89DA-DDDF1CA194B9}"/>
                </a:ext>
              </a:extLst>
            </p:cNvPr>
            <p:cNvSpPr txBox="1">
              <a:spLocks noChangeArrowheads="1"/>
            </p:cNvSpPr>
            <p:nvPr/>
          </p:nvSpPr>
          <p:spPr bwMode="auto">
            <a:xfrm>
              <a:off x="2018" y="1650"/>
              <a:ext cx="2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a:latin typeface="宋体" panose="02010600030101010101" pitchFamily="2" charset="-122"/>
                  <a:ea typeface="宋体" panose="02010600030101010101" pitchFamily="2" charset="-122"/>
                </a:rPr>
                <a:t>-</a:t>
              </a:r>
              <a:endParaRPr kumimoji="1" lang="en-US" altLang="zh-CN" sz="2800" b="0">
                <a:ea typeface="宋体" panose="02010600030101010101" pitchFamily="2" charset="-122"/>
              </a:endParaRPr>
            </a:p>
          </p:txBody>
        </p:sp>
        <p:sp>
          <p:nvSpPr>
            <p:cNvPr id="76" name="Rectangle 44">
              <a:extLst>
                <a:ext uri="{FF2B5EF4-FFF2-40B4-BE49-F238E27FC236}">
                  <a16:creationId xmlns:a16="http://schemas.microsoft.com/office/drawing/2014/main" id="{FF05CE9C-554A-4E9A-99A4-190A1354105F}"/>
                </a:ext>
              </a:extLst>
            </p:cNvPr>
            <p:cNvSpPr>
              <a:spLocks noChangeArrowheads="1"/>
            </p:cNvSpPr>
            <p:nvPr/>
          </p:nvSpPr>
          <p:spPr bwMode="auto">
            <a:xfrm>
              <a:off x="1746" y="970"/>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77" name="Rectangle 45">
              <a:extLst>
                <a:ext uri="{FF2B5EF4-FFF2-40B4-BE49-F238E27FC236}">
                  <a16:creationId xmlns:a16="http://schemas.microsoft.com/office/drawing/2014/main" id="{827C7ECD-D703-4F20-BA72-44B6E9AD6CC2}"/>
                </a:ext>
              </a:extLst>
            </p:cNvPr>
            <p:cNvSpPr>
              <a:spLocks noChangeArrowheads="1"/>
            </p:cNvSpPr>
            <p:nvPr/>
          </p:nvSpPr>
          <p:spPr bwMode="auto">
            <a:xfrm>
              <a:off x="884" y="970"/>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78" name="Rectangle 46">
              <a:extLst>
                <a:ext uri="{FF2B5EF4-FFF2-40B4-BE49-F238E27FC236}">
                  <a16:creationId xmlns:a16="http://schemas.microsoft.com/office/drawing/2014/main" id="{BD177300-5961-4170-897A-CF17708DE79B}"/>
                </a:ext>
              </a:extLst>
            </p:cNvPr>
            <p:cNvSpPr>
              <a:spLocks noChangeArrowheads="1"/>
            </p:cNvSpPr>
            <p:nvPr/>
          </p:nvSpPr>
          <p:spPr bwMode="auto">
            <a:xfrm>
              <a:off x="1383" y="1378"/>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79" name="Group 72">
              <a:extLst>
                <a:ext uri="{FF2B5EF4-FFF2-40B4-BE49-F238E27FC236}">
                  <a16:creationId xmlns:a16="http://schemas.microsoft.com/office/drawing/2014/main" id="{D1ED5553-3A35-46AF-B879-DE7A52630137}"/>
                </a:ext>
              </a:extLst>
            </p:cNvPr>
            <p:cNvGrpSpPr>
              <a:grpSpLocks/>
            </p:cNvGrpSpPr>
            <p:nvPr/>
          </p:nvGrpSpPr>
          <p:grpSpPr bwMode="auto">
            <a:xfrm>
              <a:off x="431" y="1479"/>
              <a:ext cx="363" cy="363"/>
              <a:chOff x="431" y="1333"/>
              <a:chExt cx="363" cy="363"/>
            </a:xfrm>
          </p:grpSpPr>
          <p:sp>
            <p:nvSpPr>
              <p:cNvPr id="80" name="Oval 27">
                <a:extLst>
                  <a:ext uri="{FF2B5EF4-FFF2-40B4-BE49-F238E27FC236}">
                    <a16:creationId xmlns:a16="http://schemas.microsoft.com/office/drawing/2014/main" id="{8339913C-BFFC-40F2-9CF1-414B2A228122}"/>
                  </a:ext>
                </a:extLst>
              </p:cNvPr>
              <p:cNvSpPr>
                <a:spLocks noChangeArrowheads="1"/>
              </p:cNvSpPr>
              <p:nvPr/>
            </p:nvSpPr>
            <p:spPr bwMode="auto">
              <a:xfrm>
                <a:off x="431" y="1333"/>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81" name="Line 33">
                <a:extLst>
                  <a:ext uri="{FF2B5EF4-FFF2-40B4-BE49-F238E27FC236}">
                    <a16:creationId xmlns:a16="http://schemas.microsoft.com/office/drawing/2014/main" id="{832579C5-C700-49C0-ACFD-BAF5CDEBC81F}"/>
                  </a:ext>
                </a:extLst>
              </p:cNvPr>
              <p:cNvSpPr>
                <a:spLocks noChangeShapeType="1"/>
              </p:cNvSpPr>
              <p:nvPr/>
            </p:nvSpPr>
            <p:spPr bwMode="auto">
              <a:xfrm>
                <a:off x="431" y="1514"/>
                <a:ext cx="363"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grpSp>
    </p:spTree>
    <p:extLst>
      <p:ext uri="{BB962C8B-B14F-4D97-AF65-F5344CB8AC3E}">
        <p14:creationId xmlns:p14="http://schemas.microsoft.com/office/powerpoint/2010/main" val="6780032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42069"/>
                                        </p:tgtEl>
                                        <p:attrNameLst>
                                          <p:attrName>style.visibility</p:attrName>
                                        </p:attrNameLst>
                                      </p:cBhvr>
                                      <p:to>
                                        <p:strVal val="visible"/>
                                      </p:to>
                                    </p:set>
                                    <p:animEffect transition="in" filter="blinds(horizontal)">
                                      <p:cBhvr>
                                        <p:cTn id="7" dur="500"/>
                                        <p:tgtEl>
                                          <p:spTgt spid="4206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2114"/>
                                        </p:tgtEl>
                                        <p:attrNameLst>
                                          <p:attrName>style.visibility</p:attrName>
                                        </p:attrNameLst>
                                      </p:cBhvr>
                                      <p:to>
                                        <p:strVal val="visible"/>
                                      </p:to>
                                    </p:set>
                                    <p:animEffect transition="in" filter="blinds(horizontal)">
                                      <p:cBhvr>
                                        <p:cTn id="12" dur="500"/>
                                        <p:tgtEl>
                                          <p:spTgt spid="4211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2064"/>
                                        </p:tgtEl>
                                        <p:attrNameLst>
                                          <p:attrName>style.visibility</p:attrName>
                                        </p:attrNameLst>
                                      </p:cBhvr>
                                      <p:to>
                                        <p:strVal val="visible"/>
                                      </p:to>
                                    </p:set>
                                    <p:animEffect transition="in" filter="wipe(left)">
                                      <p:cBhvr>
                                        <p:cTn id="17" dur="1000"/>
                                        <p:tgtEl>
                                          <p:spTgt spid="420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2066"/>
                                        </p:tgtEl>
                                        <p:attrNameLst>
                                          <p:attrName>style.visibility</p:attrName>
                                        </p:attrNameLst>
                                      </p:cBhvr>
                                      <p:to>
                                        <p:strVal val="visible"/>
                                      </p:to>
                                    </p:set>
                                    <p:animEffect transition="in" filter="wipe(left)">
                                      <p:cBhvr>
                                        <p:cTn id="22" dur="1000"/>
                                        <p:tgtEl>
                                          <p:spTgt spid="4206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2113"/>
                                        </p:tgtEl>
                                        <p:attrNameLst>
                                          <p:attrName>style.visibility</p:attrName>
                                        </p:attrNameLst>
                                      </p:cBhvr>
                                      <p:to>
                                        <p:strVal val="visible"/>
                                      </p:to>
                                    </p:set>
                                    <p:animEffect transition="in" filter="wipe(left)">
                                      <p:cBhvr>
                                        <p:cTn id="27" dur="1000"/>
                                        <p:tgtEl>
                                          <p:spTgt spid="4211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2065"/>
                                        </p:tgtEl>
                                        <p:attrNameLst>
                                          <p:attrName>style.visibility</p:attrName>
                                        </p:attrNameLst>
                                      </p:cBhvr>
                                      <p:to>
                                        <p:strVal val="visible"/>
                                      </p:to>
                                    </p:set>
                                    <p:animEffect transition="in" filter="wipe(left)">
                                      <p:cBhvr>
                                        <p:cTn id="32" dur="1000"/>
                                        <p:tgtEl>
                                          <p:spTgt spid="42065"/>
                                        </p:tgtEl>
                                      </p:cBhvr>
                                    </p:animEffect>
                                  </p:childTnLst>
                                </p:cTn>
                              </p:par>
                            </p:childTnLst>
                          </p:cTn>
                        </p:par>
                        <p:par>
                          <p:cTn id="33" fill="hold">
                            <p:stCondLst>
                              <p:cond delay="1000"/>
                            </p:stCondLst>
                            <p:childTnLst>
                              <p:par>
                                <p:cTn id="34" presetID="3" presetClass="entr" presetSubtype="10" fill="hold" nodeType="afterEffect">
                                  <p:stCondLst>
                                    <p:cond delay="0"/>
                                  </p:stCondLst>
                                  <p:childTnLst>
                                    <p:set>
                                      <p:cBhvr>
                                        <p:cTn id="35" dur="1" fill="hold">
                                          <p:stCondLst>
                                            <p:cond delay="0"/>
                                          </p:stCondLst>
                                        </p:cTn>
                                        <p:tgtEl>
                                          <p:spTgt spid="58"/>
                                        </p:tgtEl>
                                        <p:attrNameLst>
                                          <p:attrName>style.visibility</p:attrName>
                                        </p:attrNameLst>
                                      </p:cBhvr>
                                      <p:to>
                                        <p:strVal val="visible"/>
                                      </p:to>
                                    </p:set>
                                    <p:animEffect transition="in" filter="blinds(horizontal)">
                                      <p:cBhvr>
                                        <p:cTn id="36"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1099329" y="344050"/>
            <a:ext cx="7431896" cy="9541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kumimoji="1" lang="zh-CN" altLang="en-US" sz="2800"/>
              <a:t>已知平衡电桥 </a:t>
            </a:r>
            <a:r>
              <a:rPr kumimoji="1" lang="en-US" altLang="zh-CN" sz="2800" b="0" i="1">
                <a:ea typeface="宋体" panose="02010600030101010101" pitchFamily="2" charset="-122"/>
              </a:rPr>
              <a:t>Z</a:t>
            </a:r>
            <a:r>
              <a:rPr kumimoji="1" lang="en-US" altLang="zh-CN" sz="2800" b="0" baseline="-25000">
                <a:ea typeface="宋体" panose="02010600030101010101" pitchFamily="2" charset="-122"/>
              </a:rPr>
              <a:t>1</a:t>
            </a:r>
            <a:r>
              <a:rPr kumimoji="1" lang="en-US" altLang="zh-CN" sz="2800" b="0" i="1">
                <a:ea typeface="宋体" panose="02010600030101010101" pitchFamily="2" charset="-122"/>
              </a:rPr>
              <a:t>=R</a:t>
            </a:r>
            <a:r>
              <a:rPr kumimoji="1" lang="en-US" altLang="zh-CN" sz="2800" b="0" baseline="-25000">
                <a:ea typeface="宋体" panose="02010600030101010101" pitchFamily="2" charset="-122"/>
              </a:rPr>
              <a:t>1 </a:t>
            </a:r>
            <a:r>
              <a:rPr kumimoji="1" lang="en-US" altLang="zh-CN" sz="2800" b="0" i="1">
                <a:ea typeface="宋体" panose="02010600030101010101" pitchFamily="2" charset="-122"/>
              </a:rPr>
              <a:t>, Z</a:t>
            </a:r>
            <a:r>
              <a:rPr kumimoji="1" lang="en-US" altLang="zh-CN" sz="2800" b="0" baseline="-25000">
                <a:ea typeface="宋体" panose="02010600030101010101" pitchFamily="2" charset="-122"/>
              </a:rPr>
              <a:t>2</a:t>
            </a:r>
            <a:r>
              <a:rPr kumimoji="1" lang="en-US" altLang="zh-CN" sz="2800" b="0" i="1">
                <a:ea typeface="宋体" panose="02010600030101010101" pitchFamily="2" charset="-122"/>
              </a:rPr>
              <a:t>=R</a:t>
            </a:r>
            <a:r>
              <a:rPr kumimoji="1" lang="en-US" altLang="zh-CN" sz="2800" b="0" baseline="-25000">
                <a:ea typeface="宋体" panose="02010600030101010101" pitchFamily="2" charset="-122"/>
              </a:rPr>
              <a:t>2 </a:t>
            </a:r>
            <a:r>
              <a:rPr kumimoji="1" lang="en-US" altLang="zh-CN" sz="2800" b="0" i="1">
                <a:ea typeface="宋体" panose="02010600030101010101" pitchFamily="2" charset="-122"/>
              </a:rPr>
              <a:t>, Z</a:t>
            </a:r>
            <a:r>
              <a:rPr kumimoji="1" lang="en-US" altLang="zh-CN" sz="2800" b="0" baseline="-25000">
                <a:ea typeface="宋体" panose="02010600030101010101" pitchFamily="2" charset="-122"/>
              </a:rPr>
              <a:t>3</a:t>
            </a:r>
            <a:r>
              <a:rPr kumimoji="1" lang="en-US" altLang="zh-CN" sz="2800" b="0" i="1">
                <a:ea typeface="宋体" panose="02010600030101010101" pitchFamily="2" charset="-122"/>
              </a:rPr>
              <a:t>=R</a:t>
            </a:r>
            <a:r>
              <a:rPr kumimoji="1" lang="en-US" altLang="zh-CN" sz="2800" b="0" baseline="-25000">
                <a:ea typeface="宋体" panose="02010600030101010101" pitchFamily="2" charset="-122"/>
              </a:rPr>
              <a:t>3</a:t>
            </a:r>
            <a:r>
              <a:rPr kumimoji="1" lang="en-US" altLang="zh-CN" sz="2800" b="0" i="1">
                <a:ea typeface="宋体" panose="02010600030101010101" pitchFamily="2" charset="-122"/>
              </a:rPr>
              <a:t>+</a:t>
            </a:r>
            <a:r>
              <a:rPr kumimoji="1" lang="en-US" altLang="zh-CN" sz="2800" b="0">
                <a:ea typeface="宋体" panose="02010600030101010101" pitchFamily="2" charset="-122"/>
              </a:rPr>
              <a:t>j</a:t>
            </a:r>
            <a:r>
              <a:rPr kumimoji="1" lang="en-US" altLang="zh-CN" sz="2800" b="0" i="1">
                <a:latin typeface="Symbol" panose="05050102010706020507" pitchFamily="18" charset="2"/>
                <a:ea typeface="宋体" panose="02010600030101010101" pitchFamily="2" charset="-122"/>
              </a:rPr>
              <a:t>w</a:t>
            </a:r>
            <a:r>
              <a:rPr kumimoji="1" lang="en-US" altLang="zh-CN" sz="2800" b="0" i="1">
                <a:ea typeface="宋体" panose="02010600030101010101" pitchFamily="2" charset="-122"/>
              </a:rPr>
              <a:t>L</a:t>
            </a:r>
            <a:r>
              <a:rPr kumimoji="1" lang="en-US" altLang="zh-CN" sz="2800" b="0" baseline="-25000">
                <a:ea typeface="宋体" panose="02010600030101010101" pitchFamily="2" charset="-122"/>
              </a:rPr>
              <a:t>3</a:t>
            </a:r>
            <a:r>
              <a:rPr kumimoji="1" lang="zh-CN" altLang="en-US" sz="2800" b="0">
                <a:ea typeface="宋体" panose="02010600030101010101" pitchFamily="2" charset="-122"/>
              </a:rPr>
              <a:t>。</a:t>
            </a:r>
            <a:r>
              <a:rPr kumimoji="1" lang="zh-CN" altLang="en-US" sz="2800" b="0" baseline="-25000">
                <a:ea typeface="宋体" panose="02010600030101010101" pitchFamily="2" charset="-122"/>
              </a:rPr>
              <a:t>   </a:t>
            </a:r>
          </a:p>
          <a:p>
            <a:r>
              <a:rPr kumimoji="1" lang="zh-CN" altLang="en-US" sz="2800"/>
              <a:t>求</a:t>
            </a:r>
            <a:r>
              <a:rPr kumimoji="1" lang="zh-CN" altLang="en-US" sz="2800" b="0">
                <a:ea typeface="宋体" panose="02010600030101010101" pitchFamily="2" charset="-122"/>
              </a:rPr>
              <a:t>：</a:t>
            </a:r>
            <a:r>
              <a:rPr kumimoji="1" lang="en-US" altLang="zh-CN" sz="2800" b="0" i="1">
                <a:ea typeface="宋体" panose="02010600030101010101" pitchFamily="2" charset="-122"/>
              </a:rPr>
              <a:t>Z</a:t>
            </a:r>
            <a:r>
              <a:rPr kumimoji="1" lang="en-US" altLang="zh-CN" sz="2800" b="0" baseline="-25000">
                <a:ea typeface="宋体" panose="02010600030101010101" pitchFamily="2" charset="-122"/>
              </a:rPr>
              <a:t>x</a:t>
            </a:r>
            <a:r>
              <a:rPr kumimoji="1" lang="en-US" altLang="zh-CN" sz="2800" b="0" i="1">
                <a:ea typeface="宋体" panose="02010600030101010101" pitchFamily="2" charset="-122"/>
              </a:rPr>
              <a:t>=R</a:t>
            </a:r>
            <a:r>
              <a:rPr kumimoji="1" lang="en-US" altLang="zh-CN" sz="2800" b="0" baseline="-25000">
                <a:ea typeface="宋体" panose="02010600030101010101" pitchFamily="2" charset="-122"/>
              </a:rPr>
              <a:t>x</a:t>
            </a:r>
            <a:r>
              <a:rPr kumimoji="1" lang="en-US" altLang="zh-CN" sz="2800" b="0" i="1">
                <a:ea typeface="宋体" panose="02010600030101010101" pitchFamily="2" charset="-122"/>
              </a:rPr>
              <a:t>+</a:t>
            </a:r>
            <a:r>
              <a:rPr kumimoji="1" lang="en-US" altLang="zh-CN" sz="2800" b="0">
                <a:ea typeface="宋体" panose="02010600030101010101" pitchFamily="2" charset="-122"/>
              </a:rPr>
              <a:t>j</a:t>
            </a:r>
            <a:r>
              <a:rPr kumimoji="1" lang="en-US" altLang="zh-CN" sz="2800" b="0" i="1">
                <a:latin typeface="Symbol" panose="05050102010706020507" pitchFamily="18" charset="2"/>
                <a:ea typeface="宋体" panose="02010600030101010101" pitchFamily="2" charset="-122"/>
              </a:rPr>
              <a:t>w</a:t>
            </a:r>
            <a:r>
              <a:rPr kumimoji="1" lang="en-US" altLang="zh-CN" sz="2800" b="0" i="1">
                <a:ea typeface="宋体" panose="02010600030101010101" pitchFamily="2" charset="-122"/>
              </a:rPr>
              <a:t>L</a:t>
            </a:r>
            <a:r>
              <a:rPr kumimoji="1" lang="en-US" altLang="zh-CN" sz="2800" b="0" baseline="-25000">
                <a:ea typeface="宋体" panose="02010600030101010101" pitchFamily="2" charset="-122"/>
              </a:rPr>
              <a:t>x</a:t>
            </a:r>
            <a:r>
              <a:rPr kumimoji="1" lang="zh-CN" altLang="en-US" sz="2800" b="0">
                <a:ea typeface="宋体" panose="02010600030101010101" pitchFamily="2" charset="-122"/>
              </a:rPr>
              <a:t>。</a:t>
            </a:r>
          </a:p>
        </p:txBody>
      </p:sp>
      <p:sp>
        <p:nvSpPr>
          <p:cNvPr id="40963" name="Text Box 3"/>
          <p:cNvSpPr txBox="1">
            <a:spLocks noChangeArrowheads="1"/>
          </p:cNvSpPr>
          <p:nvPr/>
        </p:nvSpPr>
        <p:spPr bwMode="auto">
          <a:xfrm>
            <a:off x="733158" y="1524000"/>
            <a:ext cx="5134242"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kumimoji="1" lang="zh-CN" altLang="en-US" sz="2800">
                <a:latin typeface="Times New Roman" panose="02020603050405020304" pitchFamily="18" charset="0"/>
              </a:rPr>
              <a:t>平衡条件：</a:t>
            </a:r>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1 </a:t>
            </a:r>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3</a:t>
            </a:r>
            <a:r>
              <a:rPr kumimoji="1" lang="en-US" altLang="zh-CN" sz="2800" b="0">
                <a:latin typeface="Times New Roman" panose="02020603050405020304" pitchFamily="18" charset="0"/>
                <a:ea typeface="宋体" panose="02010600030101010101" pitchFamily="2" charset="-122"/>
              </a:rPr>
              <a:t>=</a:t>
            </a:r>
            <a:r>
              <a:rPr kumimoji="1" lang="en-US" altLang="zh-CN" sz="2800" b="0" baseline="-25000">
                <a:latin typeface="Times New Roman" panose="02020603050405020304" pitchFamily="18" charset="0"/>
                <a:ea typeface="宋体" panose="02010600030101010101" pitchFamily="2" charset="-122"/>
              </a:rPr>
              <a:t> </a:t>
            </a:r>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2 </a:t>
            </a:r>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x</a:t>
            </a:r>
            <a:r>
              <a:rPr kumimoji="1" lang="en-US" altLang="zh-CN" sz="2800" baseline="-25000">
                <a:latin typeface="Times New Roman" panose="02020603050405020304" pitchFamily="18" charset="0"/>
                <a:ea typeface="宋体" panose="02010600030101010101" pitchFamily="2" charset="-122"/>
              </a:rPr>
              <a:t>    </a:t>
            </a:r>
            <a:r>
              <a:rPr kumimoji="1" lang="zh-CN" altLang="en-US" sz="2800">
                <a:latin typeface="Times New Roman" panose="02020603050405020304" pitchFamily="18" charset="0"/>
              </a:rPr>
              <a:t>得：</a:t>
            </a:r>
          </a:p>
        </p:txBody>
      </p:sp>
      <p:sp>
        <p:nvSpPr>
          <p:cNvPr id="40964" name="Text Box 4"/>
          <p:cNvSpPr txBox="1">
            <a:spLocks noChangeArrowheads="1"/>
          </p:cNvSpPr>
          <p:nvPr/>
        </p:nvSpPr>
        <p:spPr bwMode="auto">
          <a:xfrm>
            <a:off x="1141020" y="4187561"/>
            <a:ext cx="4347103"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kumimoji="1" lang="en-US" altLang="zh-CN" sz="2800" b="0" i="1">
                <a:ea typeface="宋体" panose="02010600030101010101" pitchFamily="2" charset="-122"/>
              </a:rPr>
              <a:t>R</a:t>
            </a:r>
            <a:r>
              <a:rPr kumimoji="1" lang="en-US" altLang="zh-CN" sz="2800" b="0" baseline="-25000">
                <a:ea typeface="宋体" panose="02010600030101010101" pitchFamily="2" charset="-122"/>
              </a:rPr>
              <a:t>1</a:t>
            </a:r>
            <a:r>
              <a:rPr kumimoji="1" lang="en-US" altLang="zh-CN" sz="2800" b="0">
                <a:ea typeface="宋体" panose="02010600030101010101" pitchFamily="2" charset="-122"/>
              </a:rPr>
              <a:t>(</a:t>
            </a:r>
            <a:r>
              <a:rPr kumimoji="1" lang="en-US" altLang="zh-CN" sz="2800" b="0" i="1">
                <a:ea typeface="宋体" panose="02010600030101010101" pitchFamily="2" charset="-122"/>
              </a:rPr>
              <a:t>R</a:t>
            </a:r>
            <a:r>
              <a:rPr kumimoji="1" lang="en-US" altLang="zh-CN" sz="2800" b="0" baseline="-25000">
                <a:ea typeface="宋体" panose="02010600030101010101" pitchFamily="2" charset="-122"/>
              </a:rPr>
              <a:t>3</a:t>
            </a:r>
            <a:r>
              <a:rPr kumimoji="1" lang="en-US" altLang="zh-CN" sz="2800" b="0" i="1">
                <a:ea typeface="宋体" panose="02010600030101010101" pitchFamily="2" charset="-122"/>
              </a:rPr>
              <a:t>+</a:t>
            </a:r>
            <a:r>
              <a:rPr kumimoji="1" lang="en-US" altLang="zh-CN" sz="2800" b="0">
                <a:ea typeface="宋体" panose="02010600030101010101" pitchFamily="2" charset="-122"/>
              </a:rPr>
              <a:t>j</a:t>
            </a:r>
            <a:r>
              <a:rPr kumimoji="1" lang="en-US" altLang="zh-CN" sz="2800" b="0" i="1">
                <a:latin typeface="Symbol" panose="05050102010706020507" pitchFamily="18" charset="2"/>
                <a:ea typeface="宋体" panose="02010600030101010101" pitchFamily="2" charset="-122"/>
              </a:rPr>
              <a:t>w</a:t>
            </a:r>
            <a:r>
              <a:rPr kumimoji="1" lang="en-US" altLang="zh-CN" sz="2800" b="0" i="1">
                <a:ea typeface="宋体" panose="02010600030101010101" pitchFamily="2" charset="-122"/>
              </a:rPr>
              <a:t>L</a:t>
            </a:r>
            <a:r>
              <a:rPr kumimoji="1" lang="en-US" altLang="zh-CN" sz="2800" b="0" baseline="-25000">
                <a:ea typeface="宋体" panose="02010600030101010101" pitchFamily="2" charset="-122"/>
              </a:rPr>
              <a:t>3</a:t>
            </a:r>
            <a:r>
              <a:rPr kumimoji="1" lang="en-US" altLang="zh-CN" sz="2800" b="0">
                <a:ea typeface="宋体" panose="02010600030101010101" pitchFamily="2" charset="-122"/>
              </a:rPr>
              <a:t>)</a:t>
            </a:r>
            <a:r>
              <a:rPr kumimoji="1" lang="en-US" altLang="zh-CN" sz="2800" b="0" i="1">
                <a:ea typeface="宋体" panose="02010600030101010101" pitchFamily="2" charset="-122"/>
              </a:rPr>
              <a:t>=R</a:t>
            </a:r>
            <a:r>
              <a:rPr kumimoji="1" lang="en-US" altLang="zh-CN" sz="2800" b="0" baseline="-25000">
                <a:ea typeface="宋体" panose="02010600030101010101" pitchFamily="2" charset="-122"/>
              </a:rPr>
              <a:t>2</a:t>
            </a:r>
            <a:r>
              <a:rPr kumimoji="1" lang="en-US" altLang="zh-CN" sz="2800" b="0">
                <a:ea typeface="宋体" panose="02010600030101010101" pitchFamily="2" charset="-122"/>
              </a:rPr>
              <a:t>(</a:t>
            </a:r>
            <a:r>
              <a:rPr kumimoji="1" lang="en-US" altLang="zh-CN" sz="2800" b="0" i="1">
                <a:ea typeface="宋体" panose="02010600030101010101" pitchFamily="2" charset="-122"/>
              </a:rPr>
              <a:t>R</a:t>
            </a:r>
            <a:r>
              <a:rPr kumimoji="1" lang="en-US" altLang="zh-CN" sz="2800" b="0" baseline="-25000">
                <a:ea typeface="宋体" panose="02010600030101010101" pitchFamily="2" charset="-122"/>
              </a:rPr>
              <a:t>x</a:t>
            </a:r>
            <a:r>
              <a:rPr kumimoji="1" lang="en-US" altLang="zh-CN" sz="2800" b="0" i="1">
                <a:ea typeface="宋体" panose="02010600030101010101" pitchFamily="2" charset="-122"/>
              </a:rPr>
              <a:t>+</a:t>
            </a:r>
            <a:r>
              <a:rPr kumimoji="1" lang="en-US" altLang="zh-CN" sz="2800" b="0">
                <a:ea typeface="宋体" panose="02010600030101010101" pitchFamily="2" charset="-122"/>
              </a:rPr>
              <a:t>j</a:t>
            </a:r>
            <a:r>
              <a:rPr kumimoji="1" lang="en-US" altLang="zh-CN" sz="2800" b="0" i="1">
                <a:latin typeface="Symbol" panose="05050102010706020507" pitchFamily="18" charset="2"/>
                <a:ea typeface="宋体" panose="02010600030101010101" pitchFamily="2" charset="-122"/>
              </a:rPr>
              <a:t>w</a:t>
            </a:r>
            <a:r>
              <a:rPr kumimoji="1" lang="en-US" altLang="zh-CN" sz="2800" b="0" i="1">
                <a:ea typeface="宋体" panose="02010600030101010101" pitchFamily="2" charset="-122"/>
              </a:rPr>
              <a:t>L</a:t>
            </a:r>
            <a:r>
              <a:rPr kumimoji="1" lang="en-US" altLang="zh-CN" sz="2800" b="0" baseline="-25000">
                <a:ea typeface="宋体" panose="02010600030101010101" pitchFamily="2" charset="-122"/>
              </a:rPr>
              <a:t>x</a:t>
            </a:r>
            <a:r>
              <a:rPr kumimoji="1" lang="en-US" altLang="zh-CN" sz="2800" b="0">
                <a:ea typeface="宋体" panose="02010600030101010101" pitchFamily="2" charset="-122"/>
              </a:rPr>
              <a:t>)</a:t>
            </a:r>
            <a:endParaRPr kumimoji="1" lang="en-US" altLang="zh-CN" sz="2800" b="0" i="1">
              <a:ea typeface="宋体" panose="02010600030101010101" pitchFamily="2" charset="-122"/>
            </a:endParaRPr>
          </a:p>
        </p:txBody>
      </p:sp>
      <p:sp>
        <p:nvSpPr>
          <p:cNvPr id="40965" name="Text Box 5" descr="花束"/>
          <p:cNvSpPr txBox="1">
            <a:spLocks noChangeArrowheads="1"/>
          </p:cNvSpPr>
          <p:nvPr/>
        </p:nvSpPr>
        <p:spPr bwMode="auto">
          <a:xfrm>
            <a:off x="371953" y="4908286"/>
            <a:ext cx="5174488" cy="523220"/>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txBody>
          <a:bodyPr wrap="square">
            <a:spAutoFit/>
          </a:bodyPr>
          <a:lstStyle/>
          <a:p>
            <a:r>
              <a:rPr kumimoji="1" lang="en-US" altLang="zh-CN" sz="2800" b="0">
                <a:latin typeface="Times New Roman" panose="02020603050405020304" pitchFamily="18" charset="0"/>
                <a:ea typeface="宋体" panose="02010600030101010101" pitchFamily="2" charset="-122"/>
              </a:rPr>
              <a:t>∴   </a:t>
            </a: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x</a:t>
            </a: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1</a:t>
            </a: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3 </a:t>
            </a: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2  </a:t>
            </a:r>
            <a:r>
              <a:rPr kumimoji="1" lang="en-US" altLang="zh-CN" sz="2800" b="0" i="1">
                <a:latin typeface="Times New Roman" panose="02020603050405020304" pitchFamily="18" charset="0"/>
                <a:ea typeface="宋体" panose="02010600030101010101" pitchFamily="2" charset="-122"/>
              </a:rPr>
              <a:t>,    L</a:t>
            </a:r>
            <a:r>
              <a:rPr kumimoji="1" lang="en-US" altLang="zh-CN" sz="2800" b="0" baseline="-25000">
                <a:latin typeface="Times New Roman" panose="02020603050405020304" pitchFamily="18" charset="0"/>
                <a:ea typeface="宋体" panose="02010600030101010101" pitchFamily="2" charset="-122"/>
              </a:rPr>
              <a:t>x</a:t>
            </a:r>
            <a:r>
              <a:rPr kumimoji="1" lang="en-US" altLang="zh-CN" sz="2800" b="0" i="1">
                <a:latin typeface="Times New Roman" panose="02020603050405020304" pitchFamily="18" charset="0"/>
                <a:ea typeface="宋体" panose="02010600030101010101" pitchFamily="2" charset="-122"/>
              </a:rPr>
              <a:t>=L</a:t>
            </a:r>
            <a:r>
              <a:rPr kumimoji="1" lang="en-US" altLang="zh-CN" sz="2800" b="0" baseline="-25000">
                <a:latin typeface="Times New Roman" panose="02020603050405020304" pitchFamily="18" charset="0"/>
                <a:ea typeface="宋体" panose="02010600030101010101" pitchFamily="2" charset="-122"/>
              </a:rPr>
              <a:t>3 </a:t>
            </a: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1</a:t>
            </a:r>
            <a:r>
              <a:rPr kumimoji="1" lang="en-US" altLang="zh-CN" sz="2800" b="0">
                <a:latin typeface="Times New Roman" panose="02020603050405020304" pitchFamily="18" charset="0"/>
                <a:ea typeface="宋体" panose="02010600030101010101" pitchFamily="2" charset="-122"/>
              </a:rPr>
              <a:t>/</a:t>
            </a: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i="1">
              <a:latin typeface="Times New Roman" panose="02020603050405020304" pitchFamily="18" charset="0"/>
              <a:ea typeface="宋体" panose="02010600030101010101" pitchFamily="2" charset="-122"/>
            </a:endParaRPr>
          </a:p>
        </p:txBody>
      </p:sp>
      <p:sp>
        <p:nvSpPr>
          <p:cNvPr id="40966" name="Text Box 6"/>
          <p:cNvSpPr txBox="1">
            <a:spLocks noChangeArrowheads="1"/>
          </p:cNvSpPr>
          <p:nvPr/>
        </p:nvSpPr>
        <p:spPr bwMode="auto">
          <a:xfrm>
            <a:off x="259112" y="515673"/>
            <a:ext cx="1072802" cy="523220"/>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198000" rIns="198000">
            <a:spAutoFit/>
          </a:bodyPr>
          <a:lstStyle/>
          <a:p>
            <a:pPr>
              <a:spcBef>
                <a:spcPct val="50000"/>
              </a:spcBef>
            </a:pPr>
            <a:r>
              <a:rPr kumimoji="1" lang="zh-CN" altLang="en-US" sz="2800">
                <a:latin typeface="Times New Roman" panose="02020603050405020304" pitchFamily="18" charset="0"/>
                <a:ea typeface="宋体" panose="02010600030101010101" pitchFamily="2" charset="-122"/>
              </a:rPr>
              <a:t>例</a:t>
            </a:r>
            <a:r>
              <a:rPr kumimoji="1" lang="en-US" altLang="zh-CN" sz="2800" b="0">
                <a:latin typeface="Times New Roman" panose="02020603050405020304" pitchFamily="18" charset="0"/>
                <a:ea typeface="宋体" panose="02010600030101010101" pitchFamily="2" charset="-122"/>
              </a:rPr>
              <a:t>6</a:t>
            </a:r>
          </a:p>
        </p:txBody>
      </p:sp>
      <p:sp>
        <p:nvSpPr>
          <p:cNvPr id="40967" name="Text Box 7"/>
          <p:cNvSpPr txBox="1">
            <a:spLocks noChangeArrowheads="1"/>
          </p:cNvSpPr>
          <p:nvPr/>
        </p:nvSpPr>
        <p:spPr bwMode="auto">
          <a:xfrm>
            <a:off x="107504" y="1524000"/>
            <a:ext cx="576102" cy="523220"/>
          </a:xfrm>
          <a:prstGeom prst="rect">
            <a:avLst/>
          </a:prstGeom>
          <a:solidFill>
            <a:srgbClr val="99003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spcBef>
                <a:spcPct val="50000"/>
              </a:spcBef>
            </a:pPr>
            <a:r>
              <a:rPr kumimoji="1" lang="zh-CN" altLang="en-US" sz="2800">
                <a:solidFill>
                  <a:schemeClr val="bg1"/>
                </a:solidFill>
                <a:latin typeface="Times New Roman" panose="02020603050405020304" pitchFamily="18" charset="0"/>
                <a:ea typeface="宋体" panose="02010600030101010101" pitchFamily="2" charset="-122"/>
              </a:rPr>
              <a:t>解</a:t>
            </a:r>
          </a:p>
        </p:txBody>
      </p:sp>
      <p:sp>
        <p:nvSpPr>
          <p:cNvPr id="40990" name="Text Box 30"/>
          <p:cNvSpPr txBox="1">
            <a:spLocks noChangeArrowheads="1"/>
          </p:cNvSpPr>
          <p:nvPr/>
        </p:nvSpPr>
        <p:spPr bwMode="auto">
          <a:xfrm>
            <a:off x="509097" y="2099998"/>
            <a:ext cx="7663353"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kumimoji="1" lang="en-US" altLang="zh-CN" sz="2800" b="0" i="1">
                <a:latin typeface="Times New Roman" panose="02020603050405020304" pitchFamily="18" charset="0"/>
                <a:ea typeface="宋体" panose="02010600030101010101" pitchFamily="2" charset="-122"/>
              </a:rPr>
              <a:t> |Z</a:t>
            </a:r>
            <a:r>
              <a:rPr kumimoji="1" lang="en-US" altLang="zh-CN" sz="2800" b="0" baseline="-25000">
                <a:latin typeface="Times New Roman" panose="02020603050405020304" pitchFamily="18" charset="0"/>
                <a:ea typeface="宋体" panose="02010600030101010101" pitchFamily="2" charset="-122"/>
              </a:rPr>
              <a:t>1</a:t>
            </a:r>
            <a:r>
              <a:rPr kumimoji="1" lang="en-US" altLang="zh-CN" sz="2800" b="0">
                <a:latin typeface="Times New Roman" panose="02020603050405020304" pitchFamily="18" charset="0"/>
                <a:ea typeface="宋体" panose="02010600030101010101" pitchFamily="2" charset="-122"/>
              </a:rPr>
              <a:t>|</a:t>
            </a: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r>
              <a:rPr kumimoji="1" lang="en-US" altLang="zh-CN" sz="2800" b="0" i="1">
                <a:latin typeface="Times New Roman" panose="02020603050405020304" pitchFamily="18" charset="0"/>
                <a:ea typeface="宋体" panose="02010600030101010101" pitchFamily="2" charset="-122"/>
                <a:sym typeface="Symbol" panose="05050102010706020507" pitchFamily="18" charset="2"/>
              </a:rPr>
              <a:t></a:t>
            </a:r>
            <a:r>
              <a:rPr kumimoji="1" lang="en-US" altLang="zh-CN" sz="2800" b="0" baseline="-25000">
                <a:latin typeface="Times New Roman" panose="02020603050405020304" pitchFamily="18" charset="0"/>
                <a:ea typeface="宋体" panose="02010600030101010101" pitchFamily="2" charset="-122"/>
                <a:sym typeface="Symbol" panose="05050102010706020507" pitchFamily="18" charset="2"/>
              </a:rPr>
              <a:t>1</a:t>
            </a:r>
            <a:r>
              <a:rPr kumimoji="1" lang="en-US" altLang="zh-CN" sz="2800" b="0" baseline="-25000">
                <a:latin typeface="Times New Roman" panose="02020603050405020304" pitchFamily="18" charset="0"/>
                <a:ea typeface="宋体" panose="02010600030101010101" pitchFamily="2" charset="-122"/>
              </a:rPr>
              <a:t> </a:t>
            </a: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3</a:t>
            </a:r>
            <a:r>
              <a:rPr kumimoji="1" lang="en-US" altLang="zh-CN" sz="2800" b="0">
                <a:latin typeface="Times New Roman" panose="02020603050405020304" pitchFamily="18" charset="0"/>
                <a:ea typeface="宋体" panose="02010600030101010101" pitchFamily="2" charset="-122"/>
              </a:rPr>
              <a:t>|</a:t>
            </a: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r>
              <a:rPr kumimoji="1" lang="en-US" altLang="zh-CN" sz="2800" b="0" i="1">
                <a:latin typeface="Times New Roman" panose="02020603050405020304" pitchFamily="18" charset="0"/>
                <a:ea typeface="宋体" panose="02010600030101010101" pitchFamily="2" charset="-122"/>
                <a:sym typeface="Symbol" panose="05050102010706020507" pitchFamily="18" charset="2"/>
              </a:rPr>
              <a:t></a:t>
            </a:r>
            <a:r>
              <a:rPr kumimoji="1" lang="en-US" altLang="zh-CN" sz="2800" b="0" baseline="-25000">
                <a:latin typeface="Times New Roman" panose="02020603050405020304" pitchFamily="18" charset="0"/>
                <a:ea typeface="宋体" panose="02010600030101010101" pitchFamily="2" charset="-122"/>
                <a:sym typeface="Symbol" panose="05050102010706020507" pitchFamily="18" charset="2"/>
              </a:rPr>
              <a:t>3</a:t>
            </a:r>
            <a:r>
              <a:rPr kumimoji="1" lang="en-US" altLang="zh-CN" sz="2800" b="0" baseline="-25000">
                <a:latin typeface="Times New Roman" panose="02020603050405020304" pitchFamily="18" charset="0"/>
                <a:ea typeface="宋体" panose="02010600030101010101" pitchFamily="2" charset="-122"/>
              </a:rPr>
              <a:t> </a:t>
            </a:r>
            <a:r>
              <a:rPr kumimoji="1" lang="en-US" altLang="zh-CN" sz="2800" b="0">
                <a:latin typeface="Times New Roman" panose="02020603050405020304" pitchFamily="18" charset="0"/>
                <a:ea typeface="宋体" panose="02010600030101010101" pitchFamily="2" charset="-122"/>
              </a:rPr>
              <a:t>= </a:t>
            </a:r>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2</a:t>
            </a:r>
            <a:r>
              <a:rPr kumimoji="1" lang="en-US" altLang="zh-CN" sz="2800" b="0">
                <a:latin typeface="Times New Roman" panose="02020603050405020304" pitchFamily="18" charset="0"/>
                <a:ea typeface="宋体" panose="02010600030101010101" pitchFamily="2" charset="-122"/>
              </a:rPr>
              <a:t>|</a:t>
            </a: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r>
              <a:rPr kumimoji="1" lang="en-US" altLang="zh-CN" sz="2800" b="0" i="1">
                <a:latin typeface="Times New Roman" panose="02020603050405020304" pitchFamily="18" charset="0"/>
                <a:ea typeface="宋体" panose="02010600030101010101" pitchFamily="2" charset="-122"/>
                <a:sym typeface="Symbol" panose="05050102010706020507" pitchFamily="18" charset="2"/>
              </a:rPr>
              <a:t></a:t>
            </a:r>
            <a:r>
              <a:rPr kumimoji="1" lang="en-US" altLang="zh-CN" sz="2800" b="0" baseline="-25000">
                <a:latin typeface="Times New Roman" panose="02020603050405020304" pitchFamily="18" charset="0"/>
                <a:ea typeface="宋体" panose="02010600030101010101" pitchFamily="2" charset="-122"/>
                <a:sym typeface="Symbol" panose="05050102010706020507" pitchFamily="18" charset="2"/>
              </a:rPr>
              <a:t>2</a:t>
            </a:r>
            <a:r>
              <a:rPr kumimoji="1" lang="en-US" altLang="zh-CN" sz="2800" b="0" baseline="-25000">
                <a:latin typeface="Times New Roman" panose="02020603050405020304" pitchFamily="18" charset="0"/>
                <a:ea typeface="宋体" panose="02010600030101010101" pitchFamily="2" charset="-122"/>
              </a:rPr>
              <a:t> </a:t>
            </a: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x</a:t>
            </a:r>
            <a:r>
              <a:rPr kumimoji="1" lang="en-US" altLang="zh-CN" sz="2800" b="0">
                <a:latin typeface="Times New Roman" panose="02020603050405020304" pitchFamily="18" charset="0"/>
                <a:ea typeface="宋体" panose="02010600030101010101" pitchFamily="2" charset="-122"/>
              </a:rPr>
              <a:t>|</a:t>
            </a: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r>
              <a:rPr kumimoji="1" lang="en-US" altLang="zh-CN" sz="2800" b="0" i="1">
                <a:latin typeface="Times New Roman" panose="02020603050405020304" pitchFamily="18" charset="0"/>
                <a:ea typeface="宋体" panose="02010600030101010101" pitchFamily="2" charset="-122"/>
                <a:sym typeface="Symbol" panose="05050102010706020507" pitchFamily="18" charset="2"/>
              </a:rPr>
              <a:t></a:t>
            </a:r>
            <a:r>
              <a:rPr kumimoji="1" lang="en-US" altLang="zh-CN" sz="2800" b="0" baseline="-25000">
                <a:latin typeface="Times New Roman" panose="02020603050405020304" pitchFamily="18" charset="0"/>
                <a:ea typeface="宋体" panose="02010600030101010101" pitchFamily="2" charset="-122"/>
                <a:sym typeface="Symbol" panose="05050102010706020507" pitchFamily="18" charset="2"/>
              </a:rPr>
              <a:t>x</a:t>
            </a:r>
            <a:r>
              <a:rPr kumimoji="1" lang="en-US" altLang="zh-CN" sz="2800" b="0" baseline="-25000">
                <a:latin typeface="Times New Roman" panose="02020603050405020304" pitchFamily="18" charset="0"/>
                <a:ea typeface="宋体" panose="02010600030101010101" pitchFamily="2" charset="-122"/>
              </a:rPr>
              <a:t> </a:t>
            </a:r>
            <a:endParaRPr kumimoji="1" lang="en-US" altLang="zh-CN" sz="2800" b="0">
              <a:latin typeface="Times New Roman" panose="02020603050405020304" pitchFamily="18" charset="0"/>
              <a:ea typeface="宋体" panose="02010600030101010101" pitchFamily="2" charset="-122"/>
            </a:endParaRPr>
          </a:p>
        </p:txBody>
      </p:sp>
      <p:sp>
        <p:nvSpPr>
          <p:cNvPr id="40991" name="Text Box 31"/>
          <p:cNvSpPr txBox="1">
            <a:spLocks noChangeArrowheads="1"/>
          </p:cNvSpPr>
          <p:nvPr/>
        </p:nvSpPr>
        <p:spPr bwMode="auto">
          <a:xfrm>
            <a:off x="1433318" y="2890573"/>
            <a:ext cx="4291207"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kumimoji="1" lang="en-US" altLang="zh-CN" sz="2800" b="0" i="1">
                <a:latin typeface="Times New Roman" panose="02020603050405020304" pitchFamily="18" charset="0"/>
                <a:ea typeface="宋体" panose="02010600030101010101" pitchFamily="2" charset="-122"/>
              </a:rPr>
              <a:t> |Z</a:t>
            </a:r>
            <a:r>
              <a:rPr kumimoji="1" lang="en-US" altLang="zh-CN" sz="2800" b="0" baseline="-25000">
                <a:latin typeface="Times New Roman" panose="02020603050405020304" pitchFamily="18" charset="0"/>
                <a:ea typeface="宋体" panose="02010600030101010101" pitchFamily="2" charset="-122"/>
              </a:rPr>
              <a:t>1</a:t>
            </a:r>
            <a:r>
              <a:rPr kumimoji="1" lang="en-US" altLang="zh-CN" sz="2800" b="0">
                <a:latin typeface="Times New Roman" panose="02020603050405020304" pitchFamily="18" charset="0"/>
                <a:ea typeface="宋体" panose="02010600030101010101" pitchFamily="2" charset="-122"/>
              </a:rPr>
              <a:t>|</a:t>
            </a:r>
            <a:r>
              <a:rPr kumimoji="1" lang="en-US" altLang="zh-CN" sz="2800" b="0">
                <a:latin typeface="Times New Roman" panose="02020603050405020304" pitchFamily="18" charset="0"/>
                <a:ea typeface="宋体" panose="02010600030101010101" pitchFamily="2" charset="-122"/>
                <a:sym typeface="Symbol" panose="05050102010706020507" pitchFamily="18" charset="2"/>
              </a:rPr>
              <a:t> </a:t>
            </a:r>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3</a:t>
            </a:r>
            <a:r>
              <a:rPr kumimoji="1" lang="en-US" altLang="zh-CN" sz="2800" b="0">
                <a:latin typeface="Times New Roman" panose="02020603050405020304" pitchFamily="18" charset="0"/>
                <a:ea typeface="宋体" panose="02010600030101010101" pitchFamily="2" charset="-122"/>
              </a:rPr>
              <a:t>|</a:t>
            </a:r>
            <a:r>
              <a:rPr kumimoji="1" lang="en-US" altLang="zh-CN" sz="2800" b="0" baseline="-25000">
                <a:latin typeface="Times New Roman" panose="02020603050405020304" pitchFamily="18" charset="0"/>
                <a:ea typeface="宋体" panose="02010600030101010101" pitchFamily="2" charset="-122"/>
              </a:rPr>
              <a:t> </a:t>
            </a:r>
            <a:r>
              <a:rPr kumimoji="1" lang="en-US" altLang="zh-CN" sz="2800" b="0">
                <a:latin typeface="Times New Roman" panose="02020603050405020304" pitchFamily="18" charset="0"/>
                <a:ea typeface="宋体" panose="02010600030101010101" pitchFamily="2" charset="-122"/>
              </a:rPr>
              <a:t>= </a:t>
            </a:r>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2</a:t>
            </a:r>
            <a:r>
              <a:rPr kumimoji="1" lang="en-US" altLang="zh-CN" sz="2800" b="0">
                <a:latin typeface="Times New Roman" panose="02020603050405020304" pitchFamily="18" charset="0"/>
                <a:ea typeface="宋体" panose="02010600030101010101" pitchFamily="2" charset="-122"/>
              </a:rPr>
              <a:t>|</a:t>
            </a:r>
            <a:r>
              <a:rPr kumimoji="1" lang="en-US" altLang="zh-CN" sz="2800" b="0">
                <a:latin typeface="Times New Roman" panose="02020603050405020304" pitchFamily="18" charset="0"/>
                <a:ea typeface="宋体" panose="02010600030101010101" pitchFamily="2" charset="-122"/>
                <a:sym typeface="Symbol" panose="05050102010706020507" pitchFamily="18" charset="2"/>
              </a:rPr>
              <a:t> </a:t>
            </a:r>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x</a:t>
            </a:r>
            <a:r>
              <a:rPr kumimoji="1" lang="en-US" altLang="zh-CN" sz="2800" b="0">
                <a:latin typeface="Times New Roman" panose="02020603050405020304" pitchFamily="18" charset="0"/>
                <a:ea typeface="宋体" panose="02010600030101010101" pitchFamily="2" charset="-122"/>
              </a:rPr>
              <a:t>|</a:t>
            </a:r>
            <a:r>
              <a:rPr kumimoji="1" lang="en-US" altLang="zh-CN" sz="2800" b="0" baseline="-25000">
                <a:latin typeface="Times New Roman" panose="02020603050405020304" pitchFamily="18" charset="0"/>
                <a:ea typeface="宋体" panose="02010600030101010101" pitchFamily="2" charset="-122"/>
              </a:rPr>
              <a:t> </a:t>
            </a:r>
            <a:endParaRPr kumimoji="1" lang="en-US" altLang="zh-CN" sz="2800" b="0">
              <a:latin typeface="Times New Roman" panose="02020603050405020304" pitchFamily="18" charset="0"/>
              <a:ea typeface="宋体" panose="02010600030101010101" pitchFamily="2" charset="-122"/>
            </a:endParaRPr>
          </a:p>
        </p:txBody>
      </p:sp>
      <p:sp>
        <p:nvSpPr>
          <p:cNvPr id="40992" name="Text Box 32"/>
          <p:cNvSpPr txBox="1">
            <a:spLocks noChangeArrowheads="1"/>
          </p:cNvSpPr>
          <p:nvPr/>
        </p:nvSpPr>
        <p:spPr bwMode="auto">
          <a:xfrm>
            <a:off x="1613201" y="3539861"/>
            <a:ext cx="3677937"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kumimoji="1" lang="en-US" altLang="zh-CN" sz="2800" b="0" i="1">
                <a:latin typeface="Times New Roman" panose="02020603050405020304" pitchFamily="18" charset="0"/>
                <a:ea typeface="宋体" panose="02010600030101010101" pitchFamily="2" charset="-122"/>
                <a:sym typeface="Symbol" panose="05050102010706020507" pitchFamily="18" charset="2"/>
              </a:rPr>
              <a:t></a:t>
            </a:r>
            <a:r>
              <a:rPr kumimoji="1" lang="en-US" altLang="zh-CN" sz="2800" b="0" baseline="-25000">
                <a:latin typeface="Times New Roman" panose="02020603050405020304" pitchFamily="18" charset="0"/>
                <a:ea typeface="宋体" panose="02010600030101010101" pitchFamily="2" charset="-122"/>
                <a:sym typeface="Symbol" panose="05050102010706020507" pitchFamily="18" charset="2"/>
              </a:rPr>
              <a:t>1</a:t>
            </a:r>
            <a:r>
              <a:rPr kumimoji="1" lang="en-US" altLang="zh-CN" sz="2800" b="0" baseline="-25000">
                <a:latin typeface="Times New Roman" panose="02020603050405020304" pitchFamily="18" charset="0"/>
                <a:ea typeface="宋体" panose="02010600030101010101" pitchFamily="2" charset="-122"/>
              </a:rPr>
              <a:t> </a:t>
            </a:r>
            <a:r>
              <a:rPr kumimoji="1" lang="en-US" altLang="zh-CN" sz="2800" b="0">
                <a:latin typeface="Times New Roman" panose="02020603050405020304" pitchFamily="18" charset="0"/>
                <a:ea typeface="宋体" panose="02010600030101010101" pitchFamily="2" charset="-122"/>
              </a:rPr>
              <a:t>+</a:t>
            </a:r>
            <a:r>
              <a:rPr kumimoji="1" lang="en-US" altLang="zh-CN" sz="2800" b="0" i="1">
                <a:latin typeface="Times New Roman" panose="02020603050405020304" pitchFamily="18" charset="0"/>
                <a:ea typeface="宋体" panose="02010600030101010101" pitchFamily="2" charset="-122"/>
                <a:sym typeface="Symbol" panose="05050102010706020507" pitchFamily="18" charset="2"/>
              </a:rPr>
              <a:t></a:t>
            </a:r>
            <a:r>
              <a:rPr kumimoji="1" lang="en-US" altLang="zh-CN" sz="2800" b="0" baseline="-25000">
                <a:latin typeface="Times New Roman" panose="02020603050405020304" pitchFamily="18" charset="0"/>
                <a:ea typeface="宋体" panose="02010600030101010101" pitchFamily="2" charset="-122"/>
                <a:sym typeface="Symbol" panose="05050102010706020507" pitchFamily="18" charset="2"/>
              </a:rPr>
              <a:t>3</a:t>
            </a:r>
            <a:r>
              <a:rPr kumimoji="1" lang="en-US" altLang="zh-CN" sz="2800" b="0" baseline="-25000">
                <a:latin typeface="Times New Roman" panose="02020603050405020304" pitchFamily="18" charset="0"/>
                <a:ea typeface="宋体" panose="02010600030101010101" pitchFamily="2" charset="-122"/>
              </a:rPr>
              <a:t> </a:t>
            </a:r>
            <a:r>
              <a:rPr kumimoji="1" lang="en-US" altLang="zh-CN" sz="2800" b="0">
                <a:latin typeface="Times New Roman" panose="02020603050405020304" pitchFamily="18" charset="0"/>
                <a:ea typeface="宋体" panose="02010600030101010101" pitchFamily="2" charset="-122"/>
              </a:rPr>
              <a:t>= </a:t>
            </a:r>
            <a:r>
              <a:rPr kumimoji="1" lang="en-US" altLang="zh-CN" sz="2800" b="0" i="1">
                <a:latin typeface="Times New Roman" panose="02020603050405020304" pitchFamily="18" charset="0"/>
                <a:ea typeface="宋体" panose="02010600030101010101" pitchFamily="2" charset="-122"/>
                <a:sym typeface="Symbol" panose="05050102010706020507" pitchFamily="18" charset="2"/>
              </a:rPr>
              <a:t></a:t>
            </a:r>
            <a:r>
              <a:rPr kumimoji="1" lang="en-US" altLang="zh-CN" sz="2800" b="0" baseline="-25000">
                <a:latin typeface="Times New Roman" panose="02020603050405020304" pitchFamily="18" charset="0"/>
                <a:ea typeface="宋体" panose="02010600030101010101" pitchFamily="2" charset="-122"/>
                <a:sym typeface="Symbol" panose="05050102010706020507" pitchFamily="18" charset="2"/>
              </a:rPr>
              <a:t>2</a:t>
            </a:r>
            <a:r>
              <a:rPr kumimoji="1" lang="en-US" altLang="zh-CN" sz="2800" b="0" baseline="-25000">
                <a:latin typeface="Times New Roman" panose="02020603050405020304" pitchFamily="18" charset="0"/>
                <a:ea typeface="宋体" panose="02010600030101010101" pitchFamily="2" charset="-122"/>
              </a:rPr>
              <a:t> </a:t>
            </a: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r>
              <a:rPr kumimoji="1" lang="en-US" altLang="zh-CN" sz="2800" b="0" i="1">
                <a:latin typeface="Times New Roman" panose="02020603050405020304" pitchFamily="18" charset="0"/>
                <a:ea typeface="宋体" panose="02010600030101010101" pitchFamily="2" charset="-122"/>
                <a:sym typeface="Symbol" panose="05050102010706020507" pitchFamily="18" charset="2"/>
              </a:rPr>
              <a:t></a:t>
            </a:r>
            <a:r>
              <a:rPr kumimoji="1" lang="en-US" altLang="zh-CN" sz="2800" b="0" baseline="-25000">
                <a:latin typeface="Times New Roman" panose="02020603050405020304" pitchFamily="18" charset="0"/>
                <a:ea typeface="宋体" panose="02010600030101010101" pitchFamily="2" charset="-122"/>
                <a:sym typeface="Symbol" panose="05050102010706020507" pitchFamily="18" charset="2"/>
              </a:rPr>
              <a:t>x</a:t>
            </a:r>
            <a:r>
              <a:rPr kumimoji="1" lang="en-US" altLang="zh-CN" sz="2800" b="0" baseline="-25000">
                <a:latin typeface="Times New Roman" panose="02020603050405020304" pitchFamily="18" charset="0"/>
                <a:ea typeface="宋体" panose="02010600030101010101" pitchFamily="2" charset="-122"/>
              </a:rPr>
              <a:t> </a:t>
            </a:r>
            <a:endParaRPr kumimoji="1" lang="en-US" altLang="zh-CN" sz="2800" b="0">
              <a:latin typeface="Times New Roman" panose="02020603050405020304" pitchFamily="18" charset="0"/>
              <a:ea typeface="宋体" panose="02010600030101010101" pitchFamily="2" charset="-122"/>
            </a:endParaRPr>
          </a:p>
        </p:txBody>
      </p:sp>
      <p:sp>
        <p:nvSpPr>
          <p:cNvPr id="40993" name="AutoShape 33"/>
          <p:cNvSpPr>
            <a:spLocks/>
          </p:cNvSpPr>
          <p:nvPr/>
        </p:nvSpPr>
        <p:spPr bwMode="auto">
          <a:xfrm>
            <a:off x="1393923" y="3003899"/>
            <a:ext cx="153741" cy="1072801"/>
          </a:xfrm>
          <a:prstGeom prst="leftBrace">
            <a:avLst>
              <a:gd name="adj1" fmla="val 58150"/>
              <a:gd name="adj2" fmla="val 50000"/>
            </a:avLst>
          </a:prstGeom>
          <a:noFill/>
          <a:ln w="28575">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0994" name="Line 34"/>
          <p:cNvSpPr>
            <a:spLocks noChangeShapeType="1"/>
          </p:cNvSpPr>
          <p:nvPr/>
        </p:nvSpPr>
        <p:spPr bwMode="auto">
          <a:xfrm flipV="1">
            <a:off x="467544" y="3500437"/>
            <a:ext cx="644822" cy="1"/>
          </a:xfrm>
          <a:prstGeom prst="line">
            <a:avLst/>
          </a:prstGeom>
          <a:noFill/>
          <a:ln w="76200">
            <a:solidFill>
              <a:srgbClr val="00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pSp>
        <p:nvGrpSpPr>
          <p:cNvPr id="41008" name="Group 48"/>
          <p:cNvGrpSpPr>
            <a:grpSpLocks/>
          </p:cNvGrpSpPr>
          <p:nvPr/>
        </p:nvGrpSpPr>
        <p:grpSpPr bwMode="auto">
          <a:xfrm>
            <a:off x="6463337" y="2828472"/>
            <a:ext cx="2037478" cy="2802015"/>
            <a:chOff x="1247" y="1979"/>
            <a:chExt cx="1206" cy="1638"/>
          </a:xfrm>
        </p:grpSpPr>
        <p:sp>
          <p:nvSpPr>
            <p:cNvPr id="41009" name="Line 49"/>
            <p:cNvSpPr>
              <a:spLocks noChangeShapeType="1"/>
            </p:cNvSpPr>
            <p:nvPr/>
          </p:nvSpPr>
          <p:spPr bwMode="auto">
            <a:xfrm flipV="1">
              <a:off x="1250" y="2069"/>
              <a:ext cx="576" cy="576"/>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1010" name="Line 50"/>
            <p:cNvSpPr>
              <a:spLocks noChangeShapeType="1"/>
            </p:cNvSpPr>
            <p:nvPr/>
          </p:nvSpPr>
          <p:spPr bwMode="auto">
            <a:xfrm flipV="1">
              <a:off x="1836" y="2653"/>
              <a:ext cx="576" cy="576"/>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1011" name="Line 51"/>
            <p:cNvSpPr>
              <a:spLocks noChangeShapeType="1"/>
            </p:cNvSpPr>
            <p:nvPr/>
          </p:nvSpPr>
          <p:spPr bwMode="auto">
            <a:xfrm rot="16200000" flipV="1">
              <a:off x="1250" y="2645"/>
              <a:ext cx="576" cy="576"/>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1012" name="Line 52"/>
            <p:cNvSpPr>
              <a:spLocks noChangeShapeType="1"/>
            </p:cNvSpPr>
            <p:nvPr/>
          </p:nvSpPr>
          <p:spPr bwMode="auto">
            <a:xfrm>
              <a:off x="2402" y="2655"/>
              <a:ext cx="0" cy="912"/>
            </a:xfrm>
            <a:prstGeom prst="line">
              <a:avLst/>
            </a:prstGeom>
            <a:noFill/>
            <a:ln w="28575">
              <a:solidFill>
                <a:srgbClr val="FFCC00"/>
              </a:solidFill>
              <a:round/>
              <a:headEnd type="oval" w="med" len="me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1013" name="Line 53"/>
            <p:cNvSpPr>
              <a:spLocks noChangeShapeType="1"/>
            </p:cNvSpPr>
            <p:nvPr/>
          </p:nvSpPr>
          <p:spPr bwMode="auto">
            <a:xfrm>
              <a:off x="1250" y="2645"/>
              <a:ext cx="0" cy="912"/>
            </a:xfrm>
            <a:prstGeom prst="line">
              <a:avLst/>
            </a:prstGeom>
            <a:noFill/>
            <a:ln w="28575">
              <a:solidFill>
                <a:srgbClr val="FFCC00"/>
              </a:solidFill>
              <a:round/>
              <a:headEnd type="oval" w="med" len="me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1014" name="Line 54"/>
            <p:cNvSpPr>
              <a:spLocks noChangeShapeType="1"/>
            </p:cNvSpPr>
            <p:nvPr/>
          </p:nvSpPr>
          <p:spPr bwMode="auto">
            <a:xfrm flipH="1">
              <a:off x="1970" y="3557"/>
              <a:ext cx="432" cy="0"/>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1015" name="Line 55"/>
            <p:cNvSpPr>
              <a:spLocks noChangeShapeType="1"/>
            </p:cNvSpPr>
            <p:nvPr/>
          </p:nvSpPr>
          <p:spPr bwMode="auto">
            <a:xfrm flipH="1">
              <a:off x="1250" y="3557"/>
              <a:ext cx="432" cy="0"/>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1016" name="Line 56"/>
            <p:cNvSpPr>
              <a:spLocks noChangeShapeType="1"/>
            </p:cNvSpPr>
            <p:nvPr/>
          </p:nvSpPr>
          <p:spPr bwMode="auto">
            <a:xfrm>
              <a:off x="1836" y="2079"/>
              <a:ext cx="0" cy="1152"/>
            </a:xfrm>
            <a:prstGeom prst="line">
              <a:avLst/>
            </a:prstGeom>
            <a:noFill/>
            <a:ln w="28575">
              <a:solidFill>
                <a:srgbClr val="FFCC00"/>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1017" name="Oval 57" descr="信纸"/>
            <p:cNvSpPr>
              <a:spLocks noChangeArrowheads="1"/>
            </p:cNvSpPr>
            <p:nvPr/>
          </p:nvSpPr>
          <p:spPr bwMode="auto">
            <a:xfrm>
              <a:off x="1655" y="2478"/>
              <a:ext cx="363" cy="337"/>
            </a:xfrm>
            <a:prstGeom prst="ellipse">
              <a:avLst/>
            </a:prstGeom>
            <a:blipFill dpi="0" rotWithShape="1">
              <a:blip r:embed="rId3"/>
              <a:srcRect/>
              <a:tile tx="0" ty="0" sx="100000" sy="100000" flip="none" algn="tl"/>
            </a:blipFill>
            <a:ln w="38100">
              <a:solidFill>
                <a:srgbClr val="FF9900"/>
              </a:solidFill>
              <a:round/>
              <a:headEnd/>
              <a:tailEnd/>
            </a:ln>
          </p:spPr>
          <p:txBody>
            <a:bodyPr wrap="none" anchor="ctr"/>
            <a:lstStyle/>
            <a:p>
              <a:endParaRPr lang="zh-CN" altLang="en-US" sz="2800"/>
            </a:p>
          </p:txBody>
        </p:sp>
        <p:sp>
          <p:nvSpPr>
            <p:cNvPr id="41018" name="Line 58"/>
            <p:cNvSpPr>
              <a:spLocks noChangeShapeType="1"/>
            </p:cNvSpPr>
            <p:nvPr/>
          </p:nvSpPr>
          <p:spPr bwMode="auto">
            <a:xfrm flipV="1">
              <a:off x="1746" y="2523"/>
              <a:ext cx="181" cy="23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cxnSp>
          <p:nvCxnSpPr>
            <p:cNvPr id="41019" name="AutoShape 59"/>
            <p:cNvCxnSpPr>
              <a:cxnSpLocks noChangeShapeType="1"/>
              <a:stCxn id="41016" idx="0"/>
              <a:endCxn id="41012" idx="0"/>
            </p:cNvCxnSpPr>
            <p:nvPr/>
          </p:nvCxnSpPr>
          <p:spPr bwMode="auto">
            <a:xfrm>
              <a:off x="1836" y="2073"/>
              <a:ext cx="566" cy="576"/>
            </a:xfrm>
            <a:prstGeom prst="straightConnector1">
              <a:avLst/>
            </a:prstGeom>
            <a:noFill/>
            <a:ln w="28575">
              <a:solidFill>
                <a:srgbClr val="FFCC00"/>
              </a:solidFill>
              <a:round/>
              <a:headEnd/>
              <a:tailEnd/>
            </a:ln>
            <a:extLst>
              <a:ext uri="{909E8E84-426E-40DD-AFC4-6F175D3DCCD1}">
                <a14:hiddenFill xmlns:a14="http://schemas.microsoft.com/office/drawing/2010/main">
                  <a:noFill/>
                </a14:hiddenFill>
              </a:ext>
            </a:extLst>
          </p:spPr>
        </p:cxnSp>
        <p:sp>
          <p:nvSpPr>
            <p:cNvPr id="41020" name="Rectangle 60"/>
            <p:cNvSpPr>
              <a:spLocks noChangeArrowheads="1"/>
            </p:cNvSpPr>
            <p:nvPr/>
          </p:nvSpPr>
          <p:spPr bwMode="auto">
            <a:xfrm>
              <a:off x="1247" y="1979"/>
              <a:ext cx="299" cy="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1</a:t>
              </a:r>
            </a:p>
          </p:txBody>
        </p:sp>
        <p:sp>
          <p:nvSpPr>
            <p:cNvPr id="41021" name="Rectangle 61"/>
            <p:cNvSpPr>
              <a:spLocks noChangeArrowheads="1"/>
            </p:cNvSpPr>
            <p:nvPr/>
          </p:nvSpPr>
          <p:spPr bwMode="auto">
            <a:xfrm>
              <a:off x="2154" y="2024"/>
              <a:ext cx="299" cy="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2</a:t>
              </a:r>
            </a:p>
          </p:txBody>
        </p:sp>
        <p:sp>
          <p:nvSpPr>
            <p:cNvPr id="41022" name="Rectangle 62"/>
            <p:cNvSpPr>
              <a:spLocks noChangeArrowheads="1"/>
            </p:cNvSpPr>
            <p:nvPr/>
          </p:nvSpPr>
          <p:spPr bwMode="auto">
            <a:xfrm>
              <a:off x="1292" y="2976"/>
              <a:ext cx="299" cy="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x</a:t>
              </a:r>
            </a:p>
          </p:txBody>
        </p:sp>
        <p:sp>
          <p:nvSpPr>
            <p:cNvPr id="41023" name="Rectangle 63"/>
            <p:cNvSpPr>
              <a:spLocks noChangeArrowheads="1"/>
            </p:cNvSpPr>
            <p:nvPr/>
          </p:nvSpPr>
          <p:spPr bwMode="auto">
            <a:xfrm>
              <a:off x="2109" y="2976"/>
              <a:ext cx="299" cy="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3</a:t>
              </a:r>
            </a:p>
          </p:txBody>
        </p:sp>
        <p:sp>
          <p:nvSpPr>
            <p:cNvPr id="41024" name="Text Box 64"/>
            <p:cNvSpPr txBox="1">
              <a:spLocks noChangeArrowheads="1"/>
            </p:cNvSpPr>
            <p:nvPr/>
          </p:nvSpPr>
          <p:spPr bwMode="auto">
            <a:xfrm>
              <a:off x="1682" y="3307"/>
              <a:ext cx="226" cy="3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dirty="0">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800" b="0" dirty="0">
                <a:latin typeface="Times New Roman" panose="02020603050405020304" pitchFamily="18" charset="0"/>
                <a:ea typeface="宋体" panose="02010600030101010101" pitchFamily="2" charset="-122"/>
              </a:endParaRPr>
            </a:p>
          </p:txBody>
        </p:sp>
        <p:sp>
          <p:nvSpPr>
            <p:cNvPr id="41025" name="Rectangle 65"/>
            <p:cNvSpPr>
              <a:spLocks noChangeArrowheads="1"/>
            </p:cNvSpPr>
            <p:nvPr/>
          </p:nvSpPr>
          <p:spPr bwMode="auto">
            <a:xfrm rot="-2471631">
              <a:off x="1383" y="2296"/>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1026" name="Rectangle 66"/>
            <p:cNvSpPr>
              <a:spLocks noChangeArrowheads="1"/>
            </p:cNvSpPr>
            <p:nvPr/>
          </p:nvSpPr>
          <p:spPr bwMode="auto">
            <a:xfrm rot="3012456">
              <a:off x="1973" y="2296"/>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1027" name="Rectangle 67"/>
            <p:cNvSpPr>
              <a:spLocks noChangeArrowheads="1"/>
            </p:cNvSpPr>
            <p:nvPr/>
          </p:nvSpPr>
          <p:spPr bwMode="auto">
            <a:xfrm rot="3032422">
              <a:off x="1383" y="2886"/>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1028" name="Rectangle 68"/>
            <p:cNvSpPr>
              <a:spLocks noChangeArrowheads="1"/>
            </p:cNvSpPr>
            <p:nvPr/>
          </p:nvSpPr>
          <p:spPr bwMode="auto">
            <a:xfrm rot="-2649448">
              <a:off x="1973" y="2886"/>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spTree>
    <p:extLst>
      <p:ext uri="{BB962C8B-B14F-4D97-AF65-F5344CB8AC3E}">
        <p14:creationId xmlns:p14="http://schemas.microsoft.com/office/powerpoint/2010/main" val="12693605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withEffect">
                                  <p:stCondLst>
                                    <p:cond delay="0"/>
                                  </p:stCondLst>
                                  <p:childTnLst>
                                    <p:set>
                                      <p:cBhvr>
                                        <p:cTn id="6" dur="1" fill="hold">
                                          <p:stCondLst>
                                            <p:cond delay="0"/>
                                          </p:stCondLst>
                                        </p:cTn>
                                        <p:tgtEl>
                                          <p:spTgt spid="40966"/>
                                        </p:tgtEl>
                                        <p:attrNameLst>
                                          <p:attrName>style.visibility</p:attrName>
                                        </p:attrNameLst>
                                      </p:cBhvr>
                                      <p:to>
                                        <p:strVal val="visible"/>
                                      </p:to>
                                    </p:set>
                                    <p:anim calcmode="lin" valueType="num">
                                      <p:cBhvr>
                                        <p:cTn id="7" dur="1000" fill="hold"/>
                                        <p:tgtEl>
                                          <p:spTgt spid="40966"/>
                                        </p:tgtEl>
                                        <p:attrNameLst>
                                          <p:attrName>ppt_w</p:attrName>
                                        </p:attrNameLst>
                                      </p:cBhvr>
                                      <p:tavLst>
                                        <p:tav tm="0">
                                          <p:val>
                                            <p:fltVal val="0"/>
                                          </p:val>
                                        </p:tav>
                                        <p:tav tm="100000">
                                          <p:val>
                                            <p:strVal val="#ppt_w"/>
                                          </p:val>
                                        </p:tav>
                                      </p:tavLst>
                                    </p:anim>
                                    <p:anim calcmode="lin" valueType="num">
                                      <p:cBhvr>
                                        <p:cTn id="8" dur="1000" fill="hold"/>
                                        <p:tgtEl>
                                          <p:spTgt spid="40966"/>
                                        </p:tgtEl>
                                        <p:attrNameLst>
                                          <p:attrName>ppt_h</p:attrName>
                                        </p:attrNameLst>
                                      </p:cBhvr>
                                      <p:tavLst>
                                        <p:tav tm="0">
                                          <p:val>
                                            <p:fltVal val="0"/>
                                          </p:val>
                                        </p:tav>
                                        <p:tav tm="100000">
                                          <p:val>
                                            <p:strVal val="#ppt_h"/>
                                          </p:val>
                                        </p:tav>
                                      </p:tavLst>
                                    </p:anim>
                                    <p:anim calcmode="lin" valueType="num">
                                      <p:cBhvr>
                                        <p:cTn id="9" dur="1000" fill="hold"/>
                                        <p:tgtEl>
                                          <p:spTgt spid="40966"/>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40966"/>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3" presetClass="entr" presetSubtype="10" fill="hold" nodeType="afterEffect">
                                  <p:stCondLst>
                                    <p:cond delay="0"/>
                                  </p:stCondLst>
                                  <p:childTnLst>
                                    <p:set>
                                      <p:cBhvr>
                                        <p:cTn id="13" dur="1" fill="hold">
                                          <p:stCondLst>
                                            <p:cond delay="0"/>
                                          </p:stCondLst>
                                        </p:cTn>
                                        <p:tgtEl>
                                          <p:spTgt spid="41008"/>
                                        </p:tgtEl>
                                        <p:attrNameLst>
                                          <p:attrName>style.visibility</p:attrName>
                                        </p:attrNameLst>
                                      </p:cBhvr>
                                      <p:to>
                                        <p:strVal val="visible"/>
                                      </p:to>
                                    </p:set>
                                    <p:animEffect transition="in" filter="blinds(horizontal)">
                                      <p:cBhvr>
                                        <p:cTn id="14" dur="500"/>
                                        <p:tgtEl>
                                          <p:spTgt spid="41008"/>
                                        </p:tgtEl>
                                      </p:cBhvr>
                                    </p:animEffect>
                                  </p:childTnLst>
                                </p:cTn>
                              </p:par>
                            </p:childTnLst>
                          </p:cTn>
                        </p:par>
                        <p:par>
                          <p:cTn id="15" fill="hold" nodeType="afterGroup">
                            <p:stCondLst>
                              <p:cond delay="1500"/>
                            </p:stCondLst>
                            <p:childTnLst>
                              <p:par>
                                <p:cTn id="16" presetID="2" presetClass="entr" presetSubtype="1" fill="hold" grpId="0" nodeType="afterEffect">
                                  <p:stCondLst>
                                    <p:cond delay="0"/>
                                  </p:stCondLst>
                                  <p:childTnLst>
                                    <p:set>
                                      <p:cBhvr>
                                        <p:cTn id="17" dur="1" fill="hold">
                                          <p:stCondLst>
                                            <p:cond delay="0"/>
                                          </p:stCondLst>
                                        </p:cTn>
                                        <p:tgtEl>
                                          <p:spTgt spid="40962"/>
                                        </p:tgtEl>
                                        <p:attrNameLst>
                                          <p:attrName>style.visibility</p:attrName>
                                        </p:attrNameLst>
                                      </p:cBhvr>
                                      <p:to>
                                        <p:strVal val="visible"/>
                                      </p:to>
                                    </p:set>
                                    <p:anim calcmode="lin" valueType="num">
                                      <p:cBhvr additive="base">
                                        <p:cTn id="18" dur="500" fill="hold"/>
                                        <p:tgtEl>
                                          <p:spTgt spid="40962"/>
                                        </p:tgtEl>
                                        <p:attrNameLst>
                                          <p:attrName>ppt_x</p:attrName>
                                        </p:attrNameLst>
                                      </p:cBhvr>
                                      <p:tavLst>
                                        <p:tav tm="0">
                                          <p:val>
                                            <p:strVal val="#ppt_x"/>
                                          </p:val>
                                        </p:tav>
                                        <p:tav tm="100000">
                                          <p:val>
                                            <p:strVal val="#ppt_x"/>
                                          </p:val>
                                        </p:tav>
                                      </p:tavLst>
                                    </p:anim>
                                    <p:anim calcmode="lin" valueType="num">
                                      <p:cBhvr additive="base">
                                        <p:cTn id="19" dur="500" fill="hold"/>
                                        <p:tgtEl>
                                          <p:spTgt spid="40962"/>
                                        </p:tgtEl>
                                        <p:attrNameLst>
                                          <p:attrName>ppt_y</p:attrName>
                                        </p:attrNameLst>
                                      </p:cBhvr>
                                      <p:tavLst>
                                        <p:tav tm="0">
                                          <p:val>
                                            <p:strVal val="0-#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5" presetClass="entr" presetSubtype="0" fill="hold" grpId="0" nodeType="clickEffect">
                                  <p:stCondLst>
                                    <p:cond delay="0"/>
                                  </p:stCondLst>
                                  <p:childTnLst>
                                    <p:set>
                                      <p:cBhvr>
                                        <p:cTn id="23" dur="1" fill="hold">
                                          <p:stCondLst>
                                            <p:cond delay="0"/>
                                          </p:stCondLst>
                                        </p:cTn>
                                        <p:tgtEl>
                                          <p:spTgt spid="40967"/>
                                        </p:tgtEl>
                                        <p:attrNameLst>
                                          <p:attrName>style.visibility</p:attrName>
                                        </p:attrNameLst>
                                      </p:cBhvr>
                                      <p:to>
                                        <p:strVal val="visible"/>
                                      </p:to>
                                    </p:set>
                                    <p:anim calcmode="lin" valueType="num">
                                      <p:cBhvr>
                                        <p:cTn id="24" dur="1000" fill="hold"/>
                                        <p:tgtEl>
                                          <p:spTgt spid="40967"/>
                                        </p:tgtEl>
                                        <p:attrNameLst>
                                          <p:attrName>ppt_w</p:attrName>
                                        </p:attrNameLst>
                                      </p:cBhvr>
                                      <p:tavLst>
                                        <p:tav tm="0">
                                          <p:val>
                                            <p:fltVal val="0"/>
                                          </p:val>
                                        </p:tav>
                                        <p:tav tm="100000">
                                          <p:val>
                                            <p:strVal val="#ppt_w"/>
                                          </p:val>
                                        </p:tav>
                                      </p:tavLst>
                                    </p:anim>
                                    <p:anim calcmode="lin" valueType="num">
                                      <p:cBhvr>
                                        <p:cTn id="25" dur="1000" fill="hold"/>
                                        <p:tgtEl>
                                          <p:spTgt spid="40967"/>
                                        </p:tgtEl>
                                        <p:attrNameLst>
                                          <p:attrName>ppt_h</p:attrName>
                                        </p:attrNameLst>
                                      </p:cBhvr>
                                      <p:tavLst>
                                        <p:tav tm="0">
                                          <p:val>
                                            <p:fltVal val="0"/>
                                          </p:val>
                                        </p:tav>
                                        <p:tav tm="100000">
                                          <p:val>
                                            <p:strVal val="#ppt_h"/>
                                          </p:val>
                                        </p:tav>
                                      </p:tavLst>
                                    </p:anim>
                                    <p:anim calcmode="lin" valueType="num">
                                      <p:cBhvr>
                                        <p:cTn id="26" dur="1000" fill="hold"/>
                                        <p:tgtEl>
                                          <p:spTgt spid="40967"/>
                                        </p:tgtEl>
                                        <p:attrNameLst>
                                          <p:attrName>ppt_x</p:attrName>
                                        </p:attrNameLst>
                                      </p:cBhvr>
                                      <p:tavLst>
                                        <p:tav tm="0" fmla="#ppt_x+(cos(-2*pi*(1-$))*-#ppt_x-sin(-2*pi*(1-$))*(1-#ppt_y))*(1-$)">
                                          <p:val>
                                            <p:fltVal val="0"/>
                                          </p:val>
                                        </p:tav>
                                        <p:tav tm="100000">
                                          <p:val>
                                            <p:fltVal val="1"/>
                                          </p:val>
                                        </p:tav>
                                      </p:tavLst>
                                    </p:anim>
                                    <p:anim calcmode="lin" valueType="num">
                                      <p:cBhvr>
                                        <p:cTn id="27" dur="1000" fill="hold"/>
                                        <p:tgtEl>
                                          <p:spTgt spid="4096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1" fill="hold" grpId="0" nodeType="clickEffect">
                                  <p:stCondLst>
                                    <p:cond delay="0"/>
                                  </p:stCondLst>
                                  <p:childTnLst>
                                    <p:set>
                                      <p:cBhvr>
                                        <p:cTn id="31" dur="1" fill="hold">
                                          <p:stCondLst>
                                            <p:cond delay="0"/>
                                          </p:stCondLst>
                                        </p:cTn>
                                        <p:tgtEl>
                                          <p:spTgt spid="40963"/>
                                        </p:tgtEl>
                                        <p:attrNameLst>
                                          <p:attrName>style.visibility</p:attrName>
                                        </p:attrNameLst>
                                      </p:cBhvr>
                                      <p:to>
                                        <p:strVal val="visible"/>
                                      </p:to>
                                    </p:set>
                                    <p:animEffect transition="in" filter="slide(fromTop)">
                                      <p:cBhvr>
                                        <p:cTn id="32" dur="500"/>
                                        <p:tgtEl>
                                          <p:spTgt spid="4096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0990"/>
                                        </p:tgtEl>
                                        <p:attrNameLst>
                                          <p:attrName>style.visibility</p:attrName>
                                        </p:attrNameLst>
                                      </p:cBhvr>
                                      <p:to>
                                        <p:strVal val="visible"/>
                                      </p:to>
                                    </p:set>
                                    <p:animEffect transition="in" filter="wipe(left)">
                                      <p:cBhvr>
                                        <p:cTn id="37" dur="2000"/>
                                        <p:tgtEl>
                                          <p:spTgt spid="4099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4" presetClass="entr" presetSubtype="0" fill="hold" nodeType="clickEffect">
                                  <p:stCondLst>
                                    <p:cond delay="0"/>
                                  </p:stCondLst>
                                  <p:childTnLst>
                                    <p:set>
                                      <p:cBhvr>
                                        <p:cTn id="41" dur="1" fill="hold">
                                          <p:stCondLst>
                                            <p:cond delay="0"/>
                                          </p:stCondLst>
                                        </p:cTn>
                                        <p:tgtEl>
                                          <p:spTgt spid="40994"/>
                                        </p:tgtEl>
                                        <p:attrNameLst>
                                          <p:attrName>style.visibility</p:attrName>
                                        </p:attrNameLst>
                                      </p:cBhvr>
                                      <p:to>
                                        <p:strVal val="visible"/>
                                      </p:to>
                                    </p:set>
                                    <p:anim to="" calcmode="lin" valueType="num">
                                      <p:cBhvr>
                                        <p:cTn id="42" dur="1" fill="hold"/>
                                        <p:tgtEl>
                                          <p:spTgt spid="40994"/>
                                        </p:tgtEl>
                                        <p:attrNameLst>
                                          <p:attrName/>
                                        </p:attrNameLst>
                                      </p:cBhvr>
                                    </p:anim>
                                  </p:childTnLst>
                                </p:cTn>
                              </p:par>
                            </p:childTnLst>
                          </p:cTn>
                        </p:par>
                        <p:par>
                          <p:cTn id="43" fill="hold" nodeType="afterGroup">
                            <p:stCondLst>
                              <p:cond delay="0"/>
                            </p:stCondLst>
                            <p:childTnLst>
                              <p:par>
                                <p:cTn id="44" presetID="1" presetClass="entr" presetSubtype="0" fill="hold" nodeType="afterEffect">
                                  <p:stCondLst>
                                    <p:cond delay="0"/>
                                  </p:stCondLst>
                                  <p:childTnLst>
                                    <p:set>
                                      <p:cBhvr>
                                        <p:cTn id="45" dur="1" fill="hold">
                                          <p:stCondLst>
                                            <p:cond delay="0"/>
                                          </p:stCondLst>
                                        </p:cTn>
                                        <p:tgtEl>
                                          <p:spTgt spid="40993"/>
                                        </p:tgtEl>
                                        <p:attrNameLst>
                                          <p:attrName>style.visibility</p:attrName>
                                        </p:attrNameLst>
                                      </p:cBhvr>
                                      <p:to>
                                        <p:strVal val="visible"/>
                                      </p:to>
                                    </p:set>
                                  </p:childTnLst>
                                </p:cTn>
                              </p:par>
                            </p:childTnLst>
                          </p:cTn>
                        </p:par>
                        <p:par>
                          <p:cTn id="46" fill="hold" nodeType="afterGroup">
                            <p:stCondLst>
                              <p:cond delay="0"/>
                            </p:stCondLst>
                            <p:childTnLst>
                              <p:par>
                                <p:cTn id="47" presetID="22" presetClass="entr" presetSubtype="8" fill="hold" grpId="0" nodeType="afterEffect">
                                  <p:stCondLst>
                                    <p:cond delay="0"/>
                                  </p:stCondLst>
                                  <p:childTnLst>
                                    <p:set>
                                      <p:cBhvr>
                                        <p:cTn id="48" dur="1" fill="hold">
                                          <p:stCondLst>
                                            <p:cond delay="0"/>
                                          </p:stCondLst>
                                        </p:cTn>
                                        <p:tgtEl>
                                          <p:spTgt spid="40991"/>
                                        </p:tgtEl>
                                        <p:attrNameLst>
                                          <p:attrName>style.visibility</p:attrName>
                                        </p:attrNameLst>
                                      </p:cBhvr>
                                      <p:to>
                                        <p:strVal val="visible"/>
                                      </p:to>
                                    </p:set>
                                    <p:animEffect transition="in" filter="wipe(left)">
                                      <p:cBhvr>
                                        <p:cTn id="49" dur="2000"/>
                                        <p:tgtEl>
                                          <p:spTgt spid="40991"/>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40992"/>
                                        </p:tgtEl>
                                        <p:attrNameLst>
                                          <p:attrName>style.visibility</p:attrName>
                                        </p:attrNameLst>
                                      </p:cBhvr>
                                      <p:to>
                                        <p:strVal val="visible"/>
                                      </p:to>
                                    </p:set>
                                    <p:animEffect transition="in" filter="wipe(left)">
                                      <p:cBhvr>
                                        <p:cTn id="54" dur="2000"/>
                                        <p:tgtEl>
                                          <p:spTgt spid="40992"/>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3" presetClass="entr" presetSubtype="272" fill="hold" grpId="0" nodeType="clickEffect">
                                  <p:stCondLst>
                                    <p:cond delay="0"/>
                                  </p:stCondLst>
                                  <p:childTnLst>
                                    <p:set>
                                      <p:cBhvr>
                                        <p:cTn id="58" dur="1" fill="hold">
                                          <p:stCondLst>
                                            <p:cond delay="0"/>
                                          </p:stCondLst>
                                        </p:cTn>
                                        <p:tgtEl>
                                          <p:spTgt spid="40964"/>
                                        </p:tgtEl>
                                        <p:attrNameLst>
                                          <p:attrName>style.visibility</p:attrName>
                                        </p:attrNameLst>
                                      </p:cBhvr>
                                      <p:to>
                                        <p:strVal val="visible"/>
                                      </p:to>
                                    </p:set>
                                    <p:anim calcmode="lin" valueType="num">
                                      <p:cBhvr>
                                        <p:cTn id="59" dur="500" fill="hold"/>
                                        <p:tgtEl>
                                          <p:spTgt spid="40964"/>
                                        </p:tgtEl>
                                        <p:attrNameLst>
                                          <p:attrName>ppt_w</p:attrName>
                                        </p:attrNameLst>
                                      </p:cBhvr>
                                      <p:tavLst>
                                        <p:tav tm="0">
                                          <p:val>
                                            <p:strVal val="2/3*#ppt_w"/>
                                          </p:val>
                                        </p:tav>
                                        <p:tav tm="100000">
                                          <p:val>
                                            <p:strVal val="#ppt_w"/>
                                          </p:val>
                                        </p:tav>
                                      </p:tavLst>
                                    </p:anim>
                                    <p:anim calcmode="lin" valueType="num">
                                      <p:cBhvr>
                                        <p:cTn id="60" dur="500" fill="hold"/>
                                        <p:tgtEl>
                                          <p:spTgt spid="40964"/>
                                        </p:tgtEl>
                                        <p:attrNameLst>
                                          <p:attrName>ppt_h</p:attrName>
                                        </p:attrNameLst>
                                      </p:cBhvr>
                                      <p:tavLst>
                                        <p:tav tm="0">
                                          <p:val>
                                            <p:strVal val="2/3*#ppt_h"/>
                                          </p:val>
                                        </p:tav>
                                        <p:tav tm="100000">
                                          <p:val>
                                            <p:strVal val="#ppt_h"/>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16" presetClass="entr" presetSubtype="37" fill="hold" grpId="0" nodeType="clickEffect">
                                  <p:stCondLst>
                                    <p:cond delay="0"/>
                                  </p:stCondLst>
                                  <p:childTnLst>
                                    <p:set>
                                      <p:cBhvr>
                                        <p:cTn id="64" dur="1" fill="hold">
                                          <p:stCondLst>
                                            <p:cond delay="0"/>
                                          </p:stCondLst>
                                        </p:cTn>
                                        <p:tgtEl>
                                          <p:spTgt spid="40965"/>
                                        </p:tgtEl>
                                        <p:attrNameLst>
                                          <p:attrName>style.visibility</p:attrName>
                                        </p:attrNameLst>
                                      </p:cBhvr>
                                      <p:to>
                                        <p:strVal val="visible"/>
                                      </p:to>
                                    </p:set>
                                    <p:animEffect transition="in" filter="barn(outVertical)">
                                      <p:cBhvr>
                                        <p:cTn id="65" dur="500"/>
                                        <p:tgtEl>
                                          <p:spTgt spid="409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autoUpdateAnimBg="0"/>
      <p:bldP spid="40963" grpId="0" autoUpdateAnimBg="0"/>
      <p:bldP spid="40964" grpId="0" autoUpdateAnimBg="0"/>
      <p:bldP spid="40965" grpId="0"/>
      <p:bldP spid="40966" grpId="0"/>
      <p:bldP spid="40967" grpId="0" animBg="1" autoUpdateAnimBg="0"/>
      <p:bldP spid="40990" grpId="0"/>
      <p:bldP spid="40991" grpId="0"/>
      <p:bldP spid="40992"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1476375" y="333375"/>
            <a:ext cx="5895975"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kumimoji="1" lang="zh-CN" altLang="en-US" sz="2800"/>
              <a:t>已知</a:t>
            </a:r>
            <a:r>
              <a:rPr kumimoji="1" lang="zh-CN" altLang="en-US" sz="2800">
                <a:ea typeface="宋体" panose="02010600030101010101" pitchFamily="2" charset="-122"/>
              </a:rPr>
              <a:t>：</a:t>
            </a:r>
            <a:r>
              <a:rPr kumimoji="1" lang="en-US" altLang="zh-CN" sz="2800" b="0" i="1">
                <a:ea typeface="宋体" panose="02010600030101010101" pitchFamily="2" charset="-122"/>
              </a:rPr>
              <a:t>Z</a:t>
            </a:r>
            <a:r>
              <a:rPr kumimoji="1" lang="en-US" altLang="zh-CN" sz="2800" b="0">
                <a:ea typeface="宋体" panose="02010600030101010101" pitchFamily="2" charset="-122"/>
              </a:rPr>
              <a:t>=10+j50</a:t>
            </a:r>
            <a:r>
              <a:rPr kumimoji="1" lang="en-US" altLang="zh-CN" sz="2800" b="0">
                <a:latin typeface="Symbol" panose="05050102010706020507" pitchFamily="18" charset="2"/>
                <a:ea typeface="宋体" panose="02010600030101010101" pitchFamily="2" charset="-122"/>
              </a:rPr>
              <a:t>W </a:t>
            </a:r>
            <a:r>
              <a:rPr kumimoji="1" lang="en-US" altLang="zh-CN" sz="2800" b="0">
                <a:ea typeface="宋体" panose="02010600030101010101" pitchFamily="2" charset="-122"/>
              </a:rPr>
              <a:t>, </a:t>
            </a:r>
            <a:r>
              <a:rPr kumimoji="1" lang="en-US" altLang="zh-CN" sz="2800" b="0" i="1">
                <a:ea typeface="宋体" panose="02010600030101010101" pitchFamily="2" charset="-122"/>
              </a:rPr>
              <a:t>Z</a:t>
            </a:r>
            <a:r>
              <a:rPr kumimoji="1" lang="en-US" altLang="zh-CN" sz="2800" b="0" baseline="-25000">
                <a:ea typeface="宋体" panose="02010600030101010101" pitchFamily="2" charset="-122"/>
              </a:rPr>
              <a:t>1</a:t>
            </a:r>
            <a:r>
              <a:rPr kumimoji="1" lang="en-US" altLang="zh-CN" sz="2800" b="0">
                <a:ea typeface="宋体" panose="02010600030101010101" pitchFamily="2" charset="-122"/>
              </a:rPr>
              <a:t>=400+j1000</a:t>
            </a:r>
            <a:r>
              <a:rPr kumimoji="1" lang="en-US" altLang="zh-CN" sz="2800" b="0">
                <a:latin typeface="Symbol" panose="05050102010706020507" pitchFamily="18" charset="2"/>
                <a:ea typeface="宋体" panose="02010600030101010101" pitchFamily="2" charset="-122"/>
              </a:rPr>
              <a:t>W</a:t>
            </a:r>
            <a:r>
              <a:rPr kumimoji="1" lang="zh-CN" altLang="en-US" sz="2800">
                <a:latin typeface="Symbol" panose="05050102010706020507" pitchFamily="18" charset="2"/>
                <a:ea typeface="宋体" panose="02010600030101010101" pitchFamily="2" charset="-122"/>
              </a:rPr>
              <a:t>。</a:t>
            </a:r>
            <a:endParaRPr kumimoji="1" lang="zh-CN" altLang="en-US" sz="2800">
              <a:ea typeface="宋体" panose="02010600030101010101" pitchFamily="2" charset="-122"/>
            </a:endParaRPr>
          </a:p>
        </p:txBody>
      </p:sp>
      <p:graphicFrame>
        <p:nvGraphicFramePr>
          <p:cNvPr id="39939" name="Object 3"/>
          <p:cNvGraphicFramePr>
            <a:graphicFrameLocks noChangeAspect="1"/>
          </p:cNvGraphicFramePr>
          <p:nvPr>
            <p:extLst>
              <p:ext uri="{D42A27DB-BD31-4B8C-83A1-F6EECF244321}">
                <p14:modId xmlns:p14="http://schemas.microsoft.com/office/powerpoint/2010/main" val="49878823"/>
              </p:ext>
            </p:extLst>
          </p:nvPr>
        </p:nvGraphicFramePr>
        <p:xfrm>
          <a:off x="2227263" y="933450"/>
          <a:ext cx="4471987" cy="468313"/>
        </p:xfrm>
        <a:graphic>
          <a:graphicData uri="http://schemas.openxmlformats.org/presentationml/2006/ole">
            <mc:AlternateContent xmlns:mc="http://schemas.openxmlformats.org/markup-compatibility/2006">
              <mc:Choice xmlns:v="urn:schemas-microsoft-com:vml" Requires="v">
                <p:oleObj spid="_x0000_s133274" name="Equation" r:id="rId3" imgW="2286000" imgH="241200" progId="Equation.DSMT4">
                  <p:embed/>
                </p:oleObj>
              </mc:Choice>
              <mc:Fallback>
                <p:oleObj name="Equation" r:id="rId3" imgW="2286000" imgH="241200" progId="Equation.DSMT4">
                  <p:embed/>
                  <p:pic>
                    <p:nvPicPr>
                      <p:cNvPr id="39939" name="Object 3"/>
                      <p:cNvPicPr>
                        <a:picLocks noChangeAspect="1" noChangeArrowheads="1"/>
                      </p:cNvPicPr>
                      <p:nvPr/>
                    </p:nvPicPr>
                    <p:blipFill>
                      <a:blip r:embed="rId4"/>
                      <a:srcRect/>
                      <a:stretch>
                        <a:fillRect/>
                      </a:stretch>
                    </p:blipFill>
                    <p:spPr bwMode="auto">
                      <a:xfrm>
                        <a:off x="2227263" y="933450"/>
                        <a:ext cx="4471987" cy="468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40" name="Object 4"/>
          <p:cNvGraphicFramePr>
            <a:graphicFrameLocks noChangeAspect="1"/>
          </p:cNvGraphicFramePr>
          <p:nvPr>
            <p:extLst>
              <p:ext uri="{D42A27DB-BD31-4B8C-83A1-F6EECF244321}">
                <p14:modId xmlns:p14="http://schemas.microsoft.com/office/powerpoint/2010/main" val="2042720189"/>
              </p:ext>
            </p:extLst>
          </p:nvPr>
        </p:nvGraphicFramePr>
        <p:xfrm>
          <a:off x="1960563" y="3670300"/>
          <a:ext cx="4540250" cy="511175"/>
        </p:xfrm>
        <a:graphic>
          <a:graphicData uri="http://schemas.openxmlformats.org/presentationml/2006/ole">
            <mc:AlternateContent xmlns:mc="http://schemas.openxmlformats.org/markup-compatibility/2006">
              <mc:Choice xmlns:v="urn:schemas-microsoft-com:vml" Requires="v">
                <p:oleObj spid="_x0000_s133275" name="Equation" r:id="rId5" imgW="2019240" imgH="241200" progId="Equation.DSMT4">
                  <p:embed/>
                </p:oleObj>
              </mc:Choice>
              <mc:Fallback>
                <p:oleObj name="Equation" r:id="rId5" imgW="2019240" imgH="241200" progId="Equation.DSMT4">
                  <p:embed/>
                  <p:pic>
                    <p:nvPicPr>
                      <p:cNvPr id="39940" name="Object 4"/>
                      <p:cNvPicPr>
                        <a:picLocks noChangeAspect="1" noChangeArrowheads="1"/>
                      </p:cNvPicPr>
                      <p:nvPr/>
                    </p:nvPicPr>
                    <p:blipFill>
                      <a:blip r:embed="rId6"/>
                      <a:srcRect/>
                      <a:stretch>
                        <a:fillRect/>
                      </a:stretch>
                    </p:blipFill>
                    <p:spPr bwMode="auto">
                      <a:xfrm>
                        <a:off x="1960563" y="3670300"/>
                        <a:ext cx="4540250"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41" name="Text Box 5"/>
          <p:cNvSpPr txBox="1">
            <a:spLocks noChangeArrowheads="1"/>
          </p:cNvSpPr>
          <p:nvPr/>
        </p:nvSpPr>
        <p:spPr bwMode="auto">
          <a:xfrm>
            <a:off x="323850" y="333375"/>
            <a:ext cx="1027113" cy="523220"/>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98000" rIns="198000">
            <a:spAutoFit/>
          </a:bodyPr>
          <a:lstStyle/>
          <a:p>
            <a:pPr>
              <a:spcBef>
                <a:spcPct val="50000"/>
              </a:spcBef>
            </a:pPr>
            <a:r>
              <a:rPr kumimoji="1" lang="zh-CN" altLang="en-US" sz="2800">
                <a:latin typeface="Times New Roman" panose="02020603050405020304" pitchFamily="18" charset="0"/>
                <a:ea typeface="宋体" panose="02010600030101010101" pitchFamily="2" charset="-122"/>
              </a:rPr>
              <a:t>例</a:t>
            </a:r>
            <a:r>
              <a:rPr kumimoji="1" lang="en-US" altLang="zh-CN" sz="2800" b="0">
                <a:latin typeface="Times New Roman" panose="02020603050405020304" pitchFamily="18" charset="0"/>
                <a:ea typeface="宋体" panose="02010600030101010101" pitchFamily="2" charset="-122"/>
              </a:rPr>
              <a:t>7</a:t>
            </a:r>
          </a:p>
        </p:txBody>
      </p:sp>
      <p:sp>
        <p:nvSpPr>
          <p:cNvPr id="39942" name="Text Box 6"/>
          <p:cNvSpPr txBox="1">
            <a:spLocks noChangeArrowheads="1"/>
          </p:cNvSpPr>
          <p:nvPr/>
        </p:nvSpPr>
        <p:spPr bwMode="auto">
          <a:xfrm>
            <a:off x="1043608" y="3645024"/>
            <a:ext cx="545342" cy="523220"/>
          </a:xfrm>
          <a:prstGeom prst="rect">
            <a:avLst/>
          </a:prstGeom>
          <a:solidFill>
            <a:srgbClr val="99003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solidFill>
                  <a:schemeClr val="bg1"/>
                </a:solidFill>
                <a:latin typeface="Times New Roman" panose="02020603050405020304" pitchFamily="18" charset="0"/>
                <a:ea typeface="宋体" panose="02010600030101010101" pitchFamily="2" charset="-122"/>
              </a:rPr>
              <a:t>解</a:t>
            </a:r>
          </a:p>
        </p:txBody>
      </p:sp>
      <p:graphicFrame>
        <p:nvGraphicFramePr>
          <p:cNvPr id="39965" name="Object 29"/>
          <p:cNvGraphicFramePr>
            <a:graphicFrameLocks noChangeAspect="1"/>
          </p:cNvGraphicFramePr>
          <p:nvPr>
            <p:extLst>
              <p:ext uri="{D42A27DB-BD31-4B8C-83A1-F6EECF244321}">
                <p14:modId xmlns:p14="http://schemas.microsoft.com/office/powerpoint/2010/main" val="3906190011"/>
              </p:ext>
            </p:extLst>
          </p:nvPr>
        </p:nvGraphicFramePr>
        <p:xfrm>
          <a:off x="1228725" y="4187825"/>
          <a:ext cx="6759575" cy="903288"/>
        </p:xfrm>
        <a:graphic>
          <a:graphicData uri="http://schemas.openxmlformats.org/presentationml/2006/ole">
            <mc:AlternateContent xmlns:mc="http://schemas.openxmlformats.org/markup-compatibility/2006">
              <mc:Choice xmlns:v="urn:schemas-microsoft-com:vml" Requires="v">
                <p:oleObj spid="_x0000_s133276" name="Equation" r:id="rId7" imgW="3225600" imgH="457200" progId="Equation.DSMT4">
                  <p:embed/>
                </p:oleObj>
              </mc:Choice>
              <mc:Fallback>
                <p:oleObj name="Equation" r:id="rId7" imgW="3225600" imgH="457200" progId="Equation.DSMT4">
                  <p:embed/>
                  <p:pic>
                    <p:nvPicPr>
                      <p:cNvPr id="39965" name="Object 29"/>
                      <p:cNvPicPr>
                        <a:picLocks noChangeAspect="1" noChangeArrowheads="1"/>
                      </p:cNvPicPr>
                      <p:nvPr/>
                    </p:nvPicPr>
                    <p:blipFill>
                      <a:blip r:embed="rId8"/>
                      <a:srcRect/>
                      <a:stretch>
                        <a:fillRect/>
                      </a:stretch>
                    </p:blipFill>
                    <p:spPr bwMode="auto">
                      <a:xfrm>
                        <a:off x="1228725" y="4187825"/>
                        <a:ext cx="6759575" cy="903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66" name="Object 30"/>
          <p:cNvGraphicFramePr>
            <a:graphicFrameLocks noChangeAspect="1"/>
          </p:cNvGraphicFramePr>
          <p:nvPr>
            <p:extLst>
              <p:ext uri="{D42A27DB-BD31-4B8C-83A1-F6EECF244321}">
                <p14:modId xmlns:p14="http://schemas.microsoft.com/office/powerpoint/2010/main" val="3374938456"/>
              </p:ext>
            </p:extLst>
          </p:nvPr>
        </p:nvGraphicFramePr>
        <p:xfrm>
          <a:off x="987425" y="5122863"/>
          <a:ext cx="4149725" cy="441325"/>
        </p:xfrm>
        <a:graphic>
          <a:graphicData uri="http://schemas.openxmlformats.org/presentationml/2006/ole">
            <mc:AlternateContent xmlns:mc="http://schemas.openxmlformats.org/markup-compatibility/2006">
              <mc:Choice xmlns:v="urn:schemas-microsoft-com:vml" Requires="v">
                <p:oleObj spid="_x0000_s133277" name="Equation" r:id="rId9" imgW="1904760" imgH="215640" progId="Equation.DSMT4">
                  <p:embed/>
                </p:oleObj>
              </mc:Choice>
              <mc:Fallback>
                <p:oleObj name="Equation" r:id="rId9" imgW="1904760" imgH="215640" progId="Equation.DSMT4">
                  <p:embed/>
                  <p:pic>
                    <p:nvPicPr>
                      <p:cNvPr id="39966" name="Object 30"/>
                      <p:cNvPicPr>
                        <a:picLocks noChangeAspect="1" noChangeArrowheads="1"/>
                      </p:cNvPicPr>
                      <p:nvPr/>
                    </p:nvPicPr>
                    <p:blipFill>
                      <a:blip r:embed="rId10"/>
                      <a:srcRect/>
                      <a:stretch>
                        <a:fillRect/>
                      </a:stretch>
                    </p:blipFill>
                    <p:spPr bwMode="auto">
                      <a:xfrm>
                        <a:off x="987425" y="5122863"/>
                        <a:ext cx="4149725" cy="441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67" name="Object 31"/>
          <p:cNvGraphicFramePr>
            <a:graphicFrameLocks noChangeAspect="1"/>
          </p:cNvGraphicFramePr>
          <p:nvPr>
            <p:extLst>
              <p:ext uri="{D42A27DB-BD31-4B8C-83A1-F6EECF244321}">
                <p14:modId xmlns:p14="http://schemas.microsoft.com/office/powerpoint/2010/main" val="3178387706"/>
              </p:ext>
            </p:extLst>
          </p:nvPr>
        </p:nvGraphicFramePr>
        <p:xfrm>
          <a:off x="1417638" y="5554663"/>
          <a:ext cx="4564062" cy="901700"/>
        </p:xfrm>
        <a:graphic>
          <a:graphicData uri="http://schemas.openxmlformats.org/presentationml/2006/ole">
            <mc:AlternateContent xmlns:mc="http://schemas.openxmlformats.org/markup-compatibility/2006">
              <mc:Choice xmlns:v="urn:schemas-microsoft-com:vml" Requires="v">
                <p:oleObj spid="_x0000_s133278" name="Equation" r:id="rId11" imgW="2184120" imgH="457200" progId="Equation.DSMT4">
                  <p:embed/>
                </p:oleObj>
              </mc:Choice>
              <mc:Fallback>
                <p:oleObj name="Equation" r:id="rId11" imgW="2184120" imgH="457200" progId="Equation.DSMT4">
                  <p:embed/>
                  <p:pic>
                    <p:nvPicPr>
                      <p:cNvPr id="39967" name="Object 31"/>
                      <p:cNvPicPr>
                        <a:picLocks noChangeAspect="1" noChangeArrowheads="1"/>
                      </p:cNvPicPr>
                      <p:nvPr/>
                    </p:nvPicPr>
                    <p:blipFill>
                      <a:blip r:embed="rId12"/>
                      <a:srcRect/>
                      <a:stretch>
                        <a:fillRect/>
                      </a:stretch>
                    </p:blipFill>
                    <p:spPr bwMode="auto">
                      <a:xfrm>
                        <a:off x="1417638" y="5554663"/>
                        <a:ext cx="4564062"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0008" name="Group 72"/>
          <p:cNvGrpSpPr>
            <a:grpSpLocks/>
          </p:cNvGrpSpPr>
          <p:nvPr/>
        </p:nvGrpSpPr>
        <p:grpSpPr bwMode="auto">
          <a:xfrm>
            <a:off x="755650" y="868362"/>
            <a:ext cx="3016250" cy="2466975"/>
            <a:chOff x="476" y="547"/>
            <a:chExt cx="1900" cy="1554"/>
          </a:xfrm>
        </p:grpSpPr>
        <p:sp>
          <p:nvSpPr>
            <p:cNvPr id="39982" name="Line 46"/>
            <p:cNvSpPr>
              <a:spLocks noChangeShapeType="1"/>
            </p:cNvSpPr>
            <p:nvPr/>
          </p:nvSpPr>
          <p:spPr bwMode="auto">
            <a:xfrm>
              <a:off x="2018" y="1071"/>
              <a:ext cx="0" cy="1008"/>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39985" name="Line 49"/>
            <p:cNvSpPr>
              <a:spLocks noChangeShapeType="1"/>
            </p:cNvSpPr>
            <p:nvPr/>
          </p:nvSpPr>
          <p:spPr bwMode="auto">
            <a:xfrm>
              <a:off x="612" y="1071"/>
              <a:ext cx="1406" cy="0"/>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39986" name="Line 50"/>
            <p:cNvSpPr>
              <a:spLocks noChangeShapeType="1"/>
            </p:cNvSpPr>
            <p:nvPr/>
          </p:nvSpPr>
          <p:spPr bwMode="auto">
            <a:xfrm>
              <a:off x="1383" y="1081"/>
              <a:ext cx="0" cy="998"/>
            </a:xfrm>
            <a:prstGeom prst="line">
              <a:avLst/>
            </a:prstGeom>
            <a:noFill/>
            <a:ln w="28575">
              <a:solidFill>
                <a:srgbClr val="FFCC00"/>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39987" name="Line 51"/>
            <p:cNvSpPr>
              <a:spLocks noChangeShapeType="1"/>
            </p:cNvSpPr>
            <p:nvPr/>
          </p:nvSpPr>
          <p:spPr bwMode="auto">
            <a:xfrm>
              <a:off x="612" y="2069"/>
              <a:ext cx="1406" cy="0"/>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39988" name="Line 52"/>
            <p:cNvSpPr>
              <a:spLocks noChangeShapeType="1"/>
            </p:cNvSpPr>
            <p:nvPr/>
          </p:nvSpPr>
          <p:spPr bwMode="auto">
            <a:xfrm>
              <a:off x="2018" y="1570"/>
              <a:ext cx="0" cy="363"/>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dirty="0"/>
            </a:p>
          </p:txBody>
        </p:sp>
        <p:graphicFrame>
          <p:nvGraphicFramePr>
            <p:cNvPr id="39989" name="Object 53"/>
            <p:cNvGraphicFramePr>
              <a:graphicFrameLocks noChangeAspect="1"/>
            </p:cNvGraphicFramePr>
            <p:nvPr>
              <p:extLst>
                <p:ext uri="{D42A27DB-BD31-4B8C-83A1-F6EECF244321}">
                  <p14:modId xmlns:p14="http://schemas.microsoft.com/office/powerpoint/2010/main" val="2500923229"/>
                </p:ext>
              </p:extLst>
            </p:nvPr>
          </p:nvGraphicFramePr>
          <p:xfrm>
            <a:off x="1030" y="1599"/>
            <a:ext cx="229" cy="442"/>
          </p:xfrm>
          <a:graphic>
            <a:graphicData uri="http://schemas.openxmlformats.org/presentationml/2006/ole">
              <mc:AlternateContent xmlns:mc="http://schemas.openxmlformats.org/markup-compatibility/2006">
                <mc:Choice xmlns:v="urn:schemas-microsoft-com:vml" Requires="v">
                  <p:oleObj spid="_x0000_s133279" name="Equation" r:id="rId13" imgW="152280" imgH="291960" progId="Equation.DSMT4">
                    <p:embed/>
                  </p:oleObj>
                </mc:Choice>
                <mc:Fallback>
                  <p:oleObj name="Equation" r:id="rId13" imgW="152280" imgH="291960" progId="Equation.DSMT4">
                    <p:embed/>
                    <p:pic>
                      <p:nvPicPr>
                        <p:cNvPr id="39989" name="Object 53"/>
                        <p:cNvPicPr>
                          <a:picLocks noChangeAspect="1" noChangeArrowheads="1"/>
                        </p:cNvPicPr>
                        <p:nvPr/>
                      </p:nvPicPr>
                      <p:blipFill>
                        <a:blip r:embed="rId14"/>
                        <a:srcRect/>
                        <a:stretch>
                          <a:fillRect/>
                        </a:stretch>
                      </p:blipFill>
                      <p:spPr bwMode="auto">
                        <a:xfrm>
                          <a:off x="1030" y="1599"/>
                          <a:ext cx="229" cy="4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90" name="Line 54"/>
            <p:cNvSpPr>
              <a:spLocks noChangeShapeType="1"/>
            </p:cNvSpPr>
            <p:nvPr/>
          </p:nvSpPr>
          <p:spPr bwMode="auto">
            <a:xfrm>
              <a:off x="1292" y="1761"/>
              <a:ext cx="0" cy="27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dirty="0"/>
            </a:p>
          </p:txBody>
        </p:sp>
        <p:sp>
          <p:nvSpPr>
            <p:cNvPr id="39991" name="Line 55"/>
            <p:cNvSpPr>
              <a:spLocks noChangeShapeType="1"/>
            </p:cNvSpPr>
            <p:nvPr/>
          </p:nvSpPr>
          <p:spPr bwMode="auto">
            <a:xfrm>
              <a:off x="657" y="1026"/>
              <a:ext cx="24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dirty="0"/>
            </a:p>
          </p:txBody>
        </p:sp>
        <p:graphicFrame>
          <p:nvGraphicFramePr>
            <p:cNvPr id="39992" name="Object 56"/>
            <p:cNvGraphicFramePr>
              <a:graphicFrameLocks noChangeAspect="1"/>
            </p:cNvGraphicFramePr>
            <p:nvPr>
              <p:extLst>
                <p:ext uri="{D42A27DB-BD31-4B8C-83A1-F6EECF244321}">
                  <p14:modId xmlns:p14="http://schemas.microsoft.com/office/powerpoint/2010/main" val="2046175838"/>
                </p:ext>
              </p:extLst>
            </p:nvPr>
          </p:nvGraphicFramePr>
          <p:xfrm>
            <a:off x="2085" y="1501"/>
            <a:ext cx="291" cy="350"/>
          </p:xfrm>
          <a:graphic>
            <a:graphicData uri="http://schemas.openxmlformats.org/presentationml/2006/ole">
              <mc:AlternateContent xmlns:mc="http://schemas.openxmlformats.org/markup-compatibility/2006">
                <mc:Choice xmlns:v="urn:schemas-microsoft-com:vml" Requires="v">
                  <p:oleObj spid="_x0000_s133280" name="Equation" r:id="rId15" imgW="266400" imgH="317160" progId="Equation.DSMT4">
                    <p:embed/>
                  </p:oleObj>
                </mc:Choice>
                <mc:Fallback>
                  <p:oleObj name="Equation" r:id="rId15" imgW="266400" imgH="317160" progId="Equation.DSMT4">
                    <p:embed/>
                    <p:pic>
                      <p:nvPicPr>
                        <p:cNvPr id="39992" name="Object 56"/>
                        <p:cNvPicPr>
                          <a:picLocks noChangeAspect="1" noChangeArrowheads="1"/>
                        </p:cNvPicPr>
                        <p:nvPr/>
                      </p:nvPicPr>
                      <p:blipFill>
                        <a:blip r:embed="rId16"/>
                        <a:srcRect/>
                        <a:stretch>
                          <a:fillRect/>
                        </a:stretch>
                      </p:blipFill>
                      <p:spPr bwMode="auto">
                        <a:xfrm>
                          <a:off x="2085" y="1501"/>
                          <a:ext cx="291" cy="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93" name="Text Box 57"/>
            <p:cNvSpPr txBox="1">
              <a:spLocks noChangeArrowheads="1"/>
            </p:cNvSpPr>
            <p:nvPr/>
          </p:nvSpPr>
          <p:spPr bwMode="auto">
            <a:xfrm>
              <a:off x="975" y="754"/>
              <a:ext cx="241"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p>
          </p:txBody>
        </p:sp>
        <p:sp>
          <p:nvSpPr>
            <p:cNvPr id="39994" name="Text Box 58"/>
            <p:cNvSpPr txBox="1">
              <a:spLocks noChangeArrowheads="1"/>
            </p:cNvSpPr>
            <p:nvPr/>
          </p:nvSpPr>
          <p:spPr bwMode="auto">
            <a:xfrm>
              <a:off x="1383" y="1489"/>
              <a:ext cx="317"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Z</a:t>
              </a:r>
              <a:r>
                <a:rPr kumimoji="1" lang="en-US" altLang="zh-CN" sz="2800" b="0" baseline="-25000">
                  <a:latin typeface="Times New Roman" panose="02020603050405020304" pitchFamily="18" charset="0"/>
                  <a:ea typeface="宋体" panose="02010600030101010101" pitchFamily="2" charset="-122"/>
                </a:rPr>
                <a:t>1</a:t>
              </a:r>
              <a:endParaRPr kumimoji="1" lang="en-US" altLang="zh-CN" sz="2800" b="0" i="1">
                <a:latin typeface="Times New Roman" panose="02020603050405020304" pitchFamily="18" charset="0"/>
                <a:ea typeface="宋体" panose="02010600030101010101" pitchFamily="2" charset="-122"/>
              </a:endParaRPr>
            </a:p>
          </p:txBody>
        </p:sp>
        <p:sp>
          <p:nvSpPr>
            <p:cNvPr id="39995" name="Text Box 59"/>
            <p:cNvSpPr txBox="1">
              <a:spLocks noChangeArrowheads="1"/>
            </p:cNvSpPr>
            <p:nvPr/>
          </p:nvSpPr>
          <p:spPr bwMode="auto">
            <a:xfrm>
              <a:off x="476" y="1081"/>
              <a:ext cx="242"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a:latin typeface="Times New Roman" panose="02020603050405020304" pitchFamily="18" charset="0"/>
                  <a:ea typeface="宋体" panose="02010600030101010101" pitchFamily="2" charset="-122"/>
                </a:rPr>
                <a:t>+</a:t>
              </a:r>
            </a:p>
          </p:txBody>
        </p:sp>
        <p:sp>
          <p:nvSpPr>
            <p:cNvPr id="39996" name="Text Box 60"/>
            <p:cNvSpPr txBox="1">
              <a:spLocks noChangeArrowheads="1"/>
            </p:cNvSpPr>
            <p:nvPr/>
          </p:nvSpPr>
          <p:spPr bwMode="auto">
            <a:xfrm>
              <a:off x="476" y="1670"/>
              <a:ext cx="228"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a:latin typeface="Times New Roman" panose="02020603050405020304" pitchFamily="18" charset="0"/>
                  <a:ea typeface="宋体" panose="02010600030101010101" pitchFamily="2" charset="-122"/>
                </a:rPr>
                <a:t>_</a:t>
              </a:r>
            </a:p>
          </p:txBody>
        </p:sp>
        <p:graphicFrame>
          <p:nvGraphicFramePr>
            <p:cNvPr id="39997" name="Object 61"/>
            <p:cNvGraphicFramePr>
              <a:graphicFrameLocks noChangeAspect="1"/>
            </p:cNvGraphicFramePr>
            <p:nvPr>
              <p:extLst>
                <p:ext uri="{D42A27DB-BD31-4B8C-83A1-F6EECF244321}">
                  <p14:modId xmlns:p14="http://schemas.microsoft.com/office/powerpoint/2010/main" val="2452343294"/>
                </p:ext>
              </p:extLst>
            </p:nvPr>
          </p:nvGraphicFramePr>
          <p:xfrm>
            <a:off x="484" y="1369"/>
            <a:ext cx="276" cy="375"/>
          </p:xfrm>
          <a:graphic>
            <a:graphicData uri="http://schemas.openxmlformats.org/presentationml/2006/ole">
              <mc:AlternateContent xmlns:mc="http://schemas.openxmlformats.org/markup-compatibility/2006">
                <mc:Choice xmlns:v="urn:schemas-microsoft-com:vml" Requires="v">
                  <p:oleObj spid="_x0000_s133281" name="Equation" r:id="rId17" imgW="215640" imgH="291960" progId="Equation.DSMT4">
                    <p:embed/>
                  </p:oleObj>
                </mc:Choice>
                <mc:Fallback>
                  <p:oleObj name="Equation" r:id="rId17" imgW="215640" imgH="291960" progId="Equation.DSMT4">
                    <p:embed/>
                    <p:pic>
                      <p:nvPicPr>
                        <p:cNvPr id="39997" name="Object 61"/>
                        <p:cNvPicPr>
                          <a:picLocks noChangeAspect="1" noChangeArrowheads="1"/>
                        </p:cNvPicPr>
                        <p:nvPr/>
                      </p:nvPicPr>
                      <p:blipFill>
                        <a:blip r:embed="rId18"/>
                        <a:srcRect/>
                        <a:stretch>
                          <a:fillRect/>
                        </a:stretch>
                      </p:blipFill>
                      <p:spPr bwMode="auto">
                        <a:xfrm>
                          <a:off x="484" y="1369"/>
                          <a:ext cx="276" cy="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9998" name="Oval 62"/>
            <p:cNvSpPr>
              <a:spLocks noChangeArrowheads="1"/>
            </p:cNvSpPr>
            <p:nvPr/>
          </p:nvSpPr>
          <p:spPr bwMode="auto">
            <a:xfrm>
              <a:off x="544" y="2033"/>
              <a:ext cx="68" cy="68"/>
            </a:xfrm>
            <a:prstGeom prst="ellipse">
              <a:avLst/>
            </a:prstGeom>
            <a:noFill/>
            <a:ln w="28575">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39999" name="Oval 63"/>
            <p:cNvSpPr>
              <a:spLocks noChangeArrowheads="1"/>
            </p:cNvSpPr>
            <p:nvPr/>
          </p:nvSpPr>
          <p:spPr bwMode="auto">
            <a:xfrm>
              <a:off x="544" y="1026"/>
              <a:ext cx="68" cy="68"/>
            </a:xfrm>
            <a:prstGeom prst="ellipse">
              <a:avLst/>
            </a:prstGeom>
            <a:noFill/>
            <a:ln w="28575">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40000" name="Rectangle 64"/>
            <p:cNvSpPr>
              <a:spLocks noChangeArrowheads="1"/>
            </p:cNvSpPr>
            <p:nvPr/>
          </p:nvSpPr>
          <p:spPr bwMode="auto">
            <a:xfrm>
              <a:off x="930" y="1035"/>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40001" name="Rectangle 65"/>
            <p:cNvSpPr>
              <a:spLocks noChangeArrowheads="1"/>
            </p:cNvSpPr>
            <p:nvPr/>
          </p:nvSpPr>
          <p:spPr bwMode="auto">
            <a:xfrm>
              <a:off x="1301" y="1398"/>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aphicFrame>
          <p:nvGraphicFramePr>
            <p:cNvPr id="40002" name="Object 66"/>
            <p:cNvGraphicFramePr>
              <a:graphicFrameLocks noChangeAspect="1"/>
            </p:cNvGraphicFramePr>
            <p:nvPr>
              <p:extLst>
                <p:ext uri="{D42A27DB-BD31-4B8C-83A1-F6EECF244321}">
                  <p14:modId xmlns:p14="http://schemas.microsoft.com/office/powerpoint/2010/main" val="3746852724"/>
                </p:ext>
              </p:extLst>
            </p:nvPr>
          </p:nvGraphicFramePr>
          <p:xfrm>
            <a:off x="703" y="547"/>
            <a:ext cx="190" cy="415"/>
          </p:xfrm>
          <a:graphic>
            <a:graphicData uri="http://schemas.openxmlformats.org/presentationml/2006/ole">
              <mc:AlternateContent xmlns:mc="http://schemas.openxmlformats.org/markup-compatibility/2006">
                <mc:Choice xmlns:v="urn:schemas-microsoft-com:vml" Requires="v">
                  <p:oleObj spid="_x0000_s133282" name="Equation" r:id="rId19" imgW="126720" imgH="279360" progId="Equation.DSMT4">
                    <p:embed/>
                  </p:oleObj>
                </mc:Choice>
                <mc:Fallback>
                  <p:oleObj name="Equation" r:id="rId19" imgW="126720" imgH="279360" progId="Equation.DSMT4">
                    <p:embed/>
                    <p:pic>
                      <p:nvPicPr>
                        <p:cNvPr id="40002" name="Object 66"/>
                        <p:cNvPicPr>
                          <a:picLocks noChangeAspect="1" noChangeArrowheads="1"/>
                        </p:cNvPicPr>
                        <p:nvPr/>
                      </p:nvPicPr>
                      <p:blipFill>
                        <a:blip r:embed="rId20"/>
                        <a:srcRect/>
                        <a:stretch>
                          <a:fillRect/>
                        </a:stretch>
                      </p:blipFill>
                      <p:spPr bwMode="auto">
                        <a:xfrm>
                          <a:off x="703" y="547"/>
                          <a:ext cx="190" cy="4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0007" name="Group 71"/>
            <p:cNvGrpSpPr>
              <a:grpSpLocks/>
            </p:cNvGrpSpPr>
            <p:nvPr/>
          </p:nvGrpSpPr>
          <p:grpSpPr bwMode="auto">
            <a:xfrm>
              <a:off x="1792" y="1254"/>
              <a:ext cx="453" cy="362"/>
              <a:chOff x="1792" y="1353"/>
              <a:chExt cx="453" cy="362"/>
            </a:xfrm>
          </p:grpSpPr>
          <p:sp>
            <p:nvSpPr>
              <p:cNvPr id="39983" name="AutoShape 47"/>
              <p:cNvSpPr>
                <a:spLocks noChangeArrowheads="1"/>
              </p:cNvSpPr>
              <p:nvPr/>
            </p:nvSpPr>
            <p:spPr bwMode="auto">
              <a:xfrm>
                <a:off x="1792" y="1353"/>
                <a:ext cx="453" cy="362"/>
              </a:xfrm>
              <a:prstGeom prst="diamond">
                <a:avLst/>
              </a:prstGeom>
              <a:gradFill rotWithShape="1">
                <a:gsLst>
                  <a:gs pos="0">
                    <a:srgbClr val="0099FF"/>
                  </a:gs>
                  <a:gs pos="100000">
                    <a:srgbClr val="0099FF">
                      <a:gamma/>
                      <a:shade val="46275"/>
                      <a:invGamma/>
                    </a:srgbClr>
                  </a:gs>
                </a:gsLst>
                <a:path path="shape">
                  <a:fillToRect l="50000" t="50000" r="50000" b="50000"/>
                </a:path>
              </a:gradFill>
              <a:ln w="28575">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39984" name="Line 48"/>
              <p:cNvSpPr>
                <a:spLocks noChangeShapeType="1"/>
              </p:cNvSpPr>
              <p:nvPr/>
            </p:nvSpPr>
            <p:spPr bwMode="auto">
              <a:xfrm>
                <a:off x="1792" y="1534"/>
                <a:ext cx="453" cy="0"/>
              </a:xfrm>
              <a:prstGeom prst="line">
                <a:avLst/>
              </a:prstGeom>
              <a:noFill/>
              <a:ln w="28575">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grpSp>
    </p:spTree>
    <p:extLst>
      <p:ext uri="{BB962C8B-B14F-4D97-AF65-F5344CB8AC3E}">
        <p14:creationId xmlns:p14="http://schemas.microsoft.com/office/powerpoint/2010/main" val="5067489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withEffect">
                                  <p:stCondLst>
                                    <p:cond delay="0"/>
                                  </p:stCondLst>
                                  <p:childTnLst>
                                    <p:set>
                                      <p:cBhvr>
                                        <p:cTn id="6" dur="1" fill="hold">
                                          <p:stCondLst>
                                            <p:cond delay="0"/>
                                          </p:stCondLst>
                                        </p:cTn>
                                        <p:tgtEl>
                                          <p:spTgt spid="39941"/>
                                        </p:tgtEl>
                                        <p:attrNameLst>
                                          <p:attrName>style.visibility</p:attrName>
                                        </p:attrNameLst>
                                      </p:cBhvr>
                                      <p:to>
                                        <p:strVal val="visible"/>
                                      </p:to>
                                    </p:set>
                                    <p:anim calcmode="lin" valueType="num">
                                      <p:cBhvr>
                                        <p:cTn id="7" dur="1000" fill="hold"/>
                                        <p:tgtEl>
                                          <p:spTgt spid="39941"/>
                                        </p:tgtEl>
                                        <p:attrNameLst>
                                          <p:attrName>ppt_w</p:attrName>
                                        </p:attrNameLst>
                                      </p:cBhvr>
                                      <p:tavLst>
                                        <p:tav tm="0">
                                          <p:val>
                                            <p:fltVal val="0"/>
                                          </p:val>
                                        </p:tav>
                                        <p:tav tm="100000">
                                          <p:val>
                                            <p:strVal val="#ppt_w"/>
                                          </p:val>
                                        </p:tav>
                                      </p:tavLst>
                                    </p:anim>
                                    <p:anim calcmode="lin" valueType="num">
                                      <p:cBhvr>
                                        <p:cTn id="8" dur="1000" fill="hold"/>
                                        <p:tgtEl>
                                          <p:spTgt spid="39941"/>
                                        </p:tgtEl>
                                        <p:attrNameLst>
                                          <p:attrName>ppt_h</p:attrName>
                                        </p:attrNameLst>
                                      </p:cBhvr>
                                      <p:tavLst>
                                        <p:tav tm="0">
                                          <p:val>
                                            <p:fltVal val="0"/>
                                          </p:val>
                                        </p:tav>
                                        <p:tav tm="100000">
                                          <p:val>
                                            <p:strVal val="#ppt_h"/>
                                          </p:val>
                                        </p:tav>
                                      </p:tavLst>
                                    </p:anim>
                                    <p:anim calcmode="lin" valueType="num">
                                      <p:cBhvr>
                                        <p:cTn id="9" dur="1000" fill="hold"/>
                                        <p:tgtEl>
                                          <p:spTgt spid="39941"/>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9941"/>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3" presetClass="entr" presetSubtype="10" fill="hold" nodeType="afterEffect">
                                  <p:stCondLst>
                                    <p:cond delay="0"/>
                                  </p:stCondLst>
                                  <p:childTnLst>
                                    <p:set>
                                      <p:cBhvr>
                                        <p:cTn id="13" dur="1" fill="hold">
                                          <p:stCondLst>
                                            <p:cond delay="0"/>
                                          </p:stCondLst>
                                        </p:cTn>
                                        <p:tgtEl>
                                          <p:spTgt spid="40008"/>
                                        </p:tgtEl>
                                        <p:attrNameLst>
                                          <p:attrName>style.visibility</p:attrName>
                                        </p:attrNameLst>
                                      </p:cBhvr>
                                      <p:to>
                                        <p:strVal val="visible"/>
                                      </p:to>
                                    </p:set>
                                    <p:animEffect transition="in" filter="blinds(horizontal)">
                                      <p:cBhvr>
                                        <p:cTn id="14" dur="500"/>
                                        <p:tgtEl>
                                          <p:spTgt spid="40008"/>
                                        </p:tgtEl>
                                      </p:cBhvr>
                                    </p:animEffect>
                                  </p:childTnLst>
                                </p:cTn>
                              </p:par>
                            </p:childTnLst>
                          </p:cTn>
                        </p:par>
                        <p:par>
                          <p:cTn id="15" fill="hold" nodeType="afterGroup">
                            <p:stCondLst>
                              <p:cond delay="1500"/>
                            </p:stCondLst>
                            <p:childTnLst>
                              <p:par>
                                <p:cTn id="16" presetID="22" presetClass="entr" presetSubtype="8" fill="hold" grpId="0" nodeType="afterEffect">
                                  <p:stCondLst>
                                    <p:cond delay="0"/>
                                  </p:stCondLst>
                                  <p:childTnLst>
                                    <p:set>
                                      <p:cBhvr>
                                        <p:cTn id="17" dur="1" fill="hold">
                                          <p:stCondLst>
                                            <p:cond delay="0"/>
                                          </p:stCondLst>
                                        </p:cTn>
                                        <p:tgtEl>
                                          <p:spTgt spid="39938"/>
                                        </p:tgtEl>
                                        <p:attrNameLst>
                                          <p:attrName>style.visibility</p:attrName>
                                        </p:attrNameLst>
                                      </p:cBhvr>
                                      <p:to>
                                        <p:strVal val="visible"/>
                                      </p:to>
                                    </p:set>
                                    <p:animEffect transition="in" filter="wipe(left)">
                                      <p:cBhvr>
                                        <p:cTn id="18" dur="2000"/>
                                        <p:tgtEl>
                                          <p:spTgt spid="39938"/>
                                        </p:tgtEl>
                                      </p:cBhvr>
                                    </p:animEffect>
                                  </p:childTnLst>
                                </p:cTn>
                              </p:par>
                            </p:childTnLst>
                          </p:cTn>
                        </p:par>
                        <p:par>
                          <p:cTn id="19" fill="hold" nodeType="afterGroup">
                            <p:stCondLst>
                              <p:cond delay="3500"/>
                            </p:stCondLst>
                            <p:childTnLst>
                              <p:par>
                                <p:cTn id="20" presetID="12" presetClass="entr" presetSubtype="2" fill="hold" nodeType="afterEffect">
                                  <p:stCondLst>
                                    <p:cond delay="0"/>
                                  </p:stCondLst>
                                  <p:childTnLst>
                                    <p:set>
                                      <p:cBhvr>
                                        <p:cTn id="21" dur="1" fill="hold">
                                          <p:stCondLst>
                                            <p:cond delay="0"/>
                                          </p:stCondLst>
                                        </p:cTn>
                                        <p:tgtEl>
                                          <p:spTgt spid="39939"/>
                                        </p:tgtEl>
                                        <p:attrNameLst>
                                          <p:attrName>style.visibility</p:attrName>
                                        </p:attrNameLst>
                                      </p:cBhvr>
                                      <p:to>
                                        <p:strVal val="visible"/>
                                      </p:to>
                                    </p:set>
                                    <p:animEffect transition="in" filter="slide(fromRight)">
                                      <p:cBhvr>
                                        <p:cTn id="22" dur="500"/>
                                        <p:tgtEl>
                                          <p:spTgt spid="3993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5" presetClass="entr" presetSubtype="0" fill="hold" grpId="0" nodeType="clickEffect">
                                  <p:stCondLst>
                                    <p:cond delay="0"/>
                                  </p:stCondLst>
                                  <p:childTnLst>
                                    <p:set>
                                      <p:cBhvr>
                                        <p:cTn id="26" dur="1" fill="hold">
                                          <p:stCondLst>
                                            <p:cond delay="0"/>
                                          </p:stCondLst>
                                        </p:cTn>
                                        <p:tgtEl>
                                          <p:spTgt spid="39942"/>
                                        </p:tgtEl>
                                        <p:attrNameLst>
                                          <p:attrName>style.visibility</p:attrName>
                                        </p:attrNameLst>
                                      </p:cBhvr>
                                      <p:to>
                                        <p:strVal val="visible"/>
                                      </p:to>
                                    </p:set>
                                    <p:anim calcmode="lin" valueType="num">
                                      <p:cBhvr>
                                        <p:cTn id="27" dur="1000" fill="hold"/>
                                        <p:tgtEl>
                                          <p:spTgt spid="39942"/>
                                        </p:tgtEl>
                                        <p:attrNameLst>
                                          <p:attrName>ppt_w</p:attrName>
                                        </p:attrNameLst>
                                      </p:cBhvr>
                                      <p:tavLst>
                                        <p:tav tm="0">
                                          <p:val>
                                            <p:fltVal val="0"/>
                                          </p:val>
                                        </p:tav>
                                        <p:tav tm="100000">
                                          <p:val>
                                            <p:strVal val="#ppt_w"/>
                                          </p:val>
                                        </p:tav>
                                      </p:tavLst>
                                    </p:anim>
                                    <p:anim calcmode="lin" valueType="num">
                                      <p:cBhvr>
                                        <p:cTn id="28" dur="1000" fill="hold"/>
                                        <p:tgtEl>
                                          <p:spTgt spid="39942"/>
                                        </p:tgtEl>
                                        <p:attrNameLst>
                                          <p:attrName>ppt_h</p:attrName>
                                        </p:attrNameLst>
                                      </p:cBhvr>
                                      <p:tavLst>
                                        <p:tav tm="0">
                                          <p:val>
                                            <p:fltVal val="0"/>
                                          </p:val>
                                        </p:tav>
                                        <p:tav tm="100000">
                                          <p:val>
                                            <p:strVal val="#ppt_h"/>
                                          </p:val>
                                        </p:tav>
                                      </p:tavLst>
                                    </p:anim>
                                    <p:anim calcmode="lin" valueType="num">
                                      <p:cBhvr>
                                        <p:cTn id="29" dur="1000" fill="hold"/>
                                        <p:tgtEl>
                                          <p:spTgt spid="39942"/>
                                        </p:tgtEl>
                                        <p:attrNameLst>
                                          <p:attrName>ppt_x</p:attrName>
                                        </p:attrNameLst>
                                      </p:cBhvr>
                                      <p:tavLst>
                                        <p:tav tm="0" fmla="#ppt_x+(cos(-2*pi*(1-$))*-#ppt_x-sin(-2*pi*(1-$))*(1-#ppt_y))*(1-$)">
                                          <p:val>
                                            <p:fltVal val="0"/>
                                          </p:val>
                                        </p:tav>
                                        <p:tav tm="100000">
                                          <p:val>
                                            <p:fltVal val="1"/>
                                          </p:val>
                                        </p:tav>
                                      </p:tavLst>
                                    </p:anim>
                                    <p:anim calcmode="lin" valueType="num">
                                      <p:cBhvr>
                                        <p:cTn id="30" dur="1000" fill="hold"/>
                                        <p:tgtEl>
                                          <p:spTgt spid="3994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39940"/>
                                        </p:tgtEl>
                                        <p:attrNameLst>
                                          <p:attrName>style.visibility</p:attrName>
                                        </p:attrNameLst>
                                      </p:cBhvr>
                                      <p:to>
                                        <p:strVal val="visible"/>
                                      </p:to>
                                    </p:set>
                                    <p:animEffect transition="in" filter="wipe(left)">
                                      <p:cBhvr>
                                        <p:cTn id="35" dur="2000"/>
                                        <p:tgtEl>
                                          <p:spTgt spid="3994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39965"/>
                                        </p:tgtEl>
                                        <p:attrNameLst>
                                          <p:attrName>style.visibility</p:attrName>
                                        </p:attrNameLst>
                                      </p:cBhvr>
                                      <p:to>
                                        <p:strVal val="visible"/>
                                      </p:to>
                                    </p:set>
                                    <p:animEffect transition="in" filter="wipe(left)">
                                      <p:cBhvr>
                                        <p:cTn id="40" dur="2000"/>
                                        <p:tgtEl>
                                          <p:spTgt spid="3996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39966"/>
                                        </p:tgtEl>
                                        <p:attrNameLst>
                                          <p:attrName>style.visibility</p:attrName>
                                        </p:attrNameLst>
                                      </p:cBhvr>
                                      <p:to>
                                        <p:strVal val="visible"/>
                                      </p:to>
                                    </p:set>
                                    <p:animEffect transition="in" filter="wipe(left)">
                                      <p:cBhvr>
                                        <p:cTn id="45" dur="1000"/>
                                        <p:tgtEl>
                                          <p:spTgt spid="3996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39967"/>
                                        </p:tgtEl>
                                        <p:attrNameLst>
                                          <p:attrName>style.visibility</p:attrName>
                                        </p:attrNameLst>
                                      </p:cBhvr>
                                      <p:to>
                                        <p:strVal val="visible"/>
                                      </p:to>
                                    </p:set>
                                    <p:animEffect transition="in" filter="wipe(left)">
                                      <p:cBhvr>
                                        <p:cTn id="50" dur="1000"/>
                                        <p:tgtEl>
                                          <p:spTgt spid="399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autoUpdateAnimBg="0"/>
      <p:bldP spid="39941" grpId="0"/>
      <p:bldP spid="39942" grpId="0" animBg="1"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7" name="Text Box 5"/>
          <p:cNvSpPr txBox="1">
            <a:spLocks noChangeArrowheads="1"/>
          </p:cNvSpPr>
          <p:nvPr/>
        </p:nvSpPr>
        <p:spPr bwMode="auto">
          <a:xfrm>
            <a:off x="1438275" y="333375"/>
            <a:ext cx="7705725"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rnd">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nSpc>
                <a:spcPct val="120000"/>
              </a:lnSpc>
            </a:pPr>
            <a:r>
              <a:rPr kumimoji="1" lang="en-US" altLang="zh-CN" sz="2800" dirty="0">
                <a:ea typeface="宋体" panose="02010600030101010101" pitchFamily="2" charset="-122"/>
              </a:rPr>
              <a:t> </a:t>
            </a:r>
            <a:r>
              <a:rPr kumimoji="1" lang="zh-CN" altLang="en-US" sz="2800" dirty="0"/>
              <a:t>已知</a:t>
            </a:r>
            <a:r>
              <a:rPr kumimoji="1" lang="zh-CN" altLang="en-US" sz="2800" dirty="0">
                <a:ea typeface="宋体" panose="02010600030101010101" pitchFamily="2" charset="-122"/>
              </a:rPr>
              <a:t>：</a:t>
            </a:r>
            <a:r>
              <a:rPr kumimoji="1" lang="en-US" altLang="zh-CN" sz="2800" b="0" i="1" dirty="0">
                <a:ea typeface="宋体" panose="02010600030101010101" pitchFamily="2" charset="-122"/>
              </a:rPr>
              <a:t>U</a:t>
            </a:r>
            <a:r>
              <a:rPr kumimoji="1" lang="en-US" altLang="zh-CN" sz="2800" b="0" dirty="0">
                <a:ea typeface="宋体" panose="02010600030101010101" pitchFamily="2" charset="-122"/>
              </a:rPr>
              <a:t>=115V, </a:t>
            </a:r>
            <a:r>
              <a:rPr kumimoji="1" lang="en-US" altLang="zh-CN" sz="2800" b="0" i="1" dirty="0">
                <a:ea typeface="宋体" panose="02010600030101010101" pitchFamily="2" charset="-122"/>
              </a:rPr>
              <a:t>U</a:t>
            </a:r>
            <a:r>
              <a:rPr kumimoji="1" lang="en-US" altLang="zh-CN" sz="2800" b="0" baseline="-25000" dirty="0">
                <a:ea typeface="宋体" panose="02010600030101010101" pitchFamily="2" charset="-122"/>
              </a:rPr>
              <a:t>1</a:t>
            </a:r>
            <a:r>
              <a:rPr kumimoji="1" lang="en-US" altLang="zh-CN" sz="2800" b="0" dirty="0">
                <a:ea typeface="宋体" panose="02010600030101010101" pitchFamily="2" charset="-122"/>
              </a:rPr>
              <a:t>=55.4V , </a:t>
            </a:r>
            <a:r>
              <a:rPr kumimoji="1" lang="en-US" altLang="zh-CN" sz="2800" b="0" i="1" dirty="0">
                <a:ea typeface="宋体" panose="02010600030101010101" pitchFamily="2" charset="-122"/>
              </a:rPr>
              <a:t>U</a:t>
            </a:r>
            <a:r>
              <a:rPr kumimoji="1" lang="en-US" altLang="zh-CN" sz="2800" b="0" baseline="-25000" dirty="0">
                <a:ea typeface="宋体" panose="02010600030101010101" pitchFamily="2" charset="-122"/>
              </a:rPr>
              <a:t>2</a:t>
            </a:r>
            <a:r>
              <a:rPr kumimoji="1" lang="en-US" altLang="zh-CN" sz="2800" b="0" dirty="0">
                <a:ea typeface="宋体" panose="02010600030101010101" pitchFamily="2" charset="-122"/>
              </a:rPr>
              <a:t>=80V, </a:t>
            </a:r>
            <a:r>
              <a:rPr kumimoji="1" lang="en-US" altLang="zh-CN" sz="2800" b="0" i="1" dirty="0">
                <a:ea typeface="宋体" panose="02010600030101010101" pitchFamily="2" charset="-122"/>
              </a:rPr>
              <a:t>R</a:t>
            </a:r>
            <a:r>
              <a:rPr kumimoji="1" lang="en-US" altLang="zh-CN" sz="2800" b="0" baseline="-25000" dirty="0">
                <a:ea typeface="宋体" panose="02010600030101010101" pitchFamily="2" charset="-122"/>
              </a:rPr>
              <a:t>1</a:t>
            </a:r>
            <a:r>
              <a:rPr kumimoji="1" lang="en-US" altLang="zh-CN" sz="2800" b="0" dirty="0">
                <a:ea typeface="宋体" panose="02010600030101010101" pitchFamily="2" charset="-122"/>
              </a:rPr>
              <a:t>=32</a:t>
            </a:r>
            <a:r>
              <a:rPr kumimoji="1" lang="en-US" altLang="zh-CN" sz="2800" b="0" dirty="0">
                <a:latin typeface="Symbol" panose="05050102010706020507" pitchFamily="18" charset="2"/>
                <a:ea typeface="宋体" panose="02010600030101010101" pitchFamily="2" charset="-122"/>
              </a:rPr>
              <a:t>W </a:t>
            </a:r>
            <a:r>
              <a:rPr kumimoji="1" lang="en-US" altLang="zh-CN" sz="2800" b="0" dirty="0">
                <a:ea typeface="宋体" panose="02010600030101010101" pitchFamily="2" charset="-122"/>
              </a:rPr>
              <a:t>,</a:t>
            </a:r>
          </a:p>
          <a:p>
            <a:pPr>
              <a:lnSpc>
                <a:spcPct val="120000"/>
              </a:lnSpc>
            </a:pPr>
            <a:r>
              <a:rPr kumimoji="1" lang="en-US" altLang="zh-CN" sz="2800" b="0" dirty="0">
                <a:ea typeface="宋体" panose="02010600030101010101" pitchFamily="2" charset="-122"/>
              </a:rPr>
              <a:t>            </a:t>
            </a:r>
            <a:r>
              <a:rPr kumimoji="1" lang="en-US" altLang="zh-CN" sz="2800" b="0" i="1" dirty="0">
                <a:ea typeface="宋体" panose="02010600030101010101" pitchFamily="2" charset="-122"/>
              </a:rPr>
              <a:t>f</a:t>
            </a:r>
            <a:r>
              <a:rPr kumimoji="1" lang="en-US" altLang="zh-CN" sz="2800" b="0" dirty="0">
                <a:ea typeface="宋体" panose="02010600030101010101" pitchFamily="2" charset="-122"/>
              </a:rPr>
              <a:t>=50Hz</a:t>
            </a:r>
            <a:r>
              <a:rPr kumimoji="1" lang="zh-CN" altLang="en-US" sz="2800" b="0" dirty="0">
                <a:ea typeface="宋体" panose="02010600030101010101" pitchFamily="2" charset="-122"/>
              </a:rPr>
              <a:t>。</a:t>
            </a:r>
            <a:r>
              <a:rPr kumimoji="1" lang="zh-CN" altLang="en-US" sz="2800" dirty="0">
                <a:ea typeface="宋体" panose="02010600030101010101" pitchFamily="2" charset="-122"/>
              </a:rPr>
              <a:t> </a:t>
            </a:r>
            <a:r>
              <a:rPr kumimoji="1" lang="zh-CN" altLang="en-US" sz="2800" dirty="0"/>
              <a:t>求：线圈的电阻</a:t>
            </a:r>
            <a:r>
              <a:rPr kumimoji="1" lang="en-US" altLang="zh-CN" sz="2800" b="0" i="1" dirty="0"/>
              <a:t>R</a:t>
            </a:r>
            <a:r>
              <a:rPr kumimoji="1" lang="en-US" altLang="zh-CN" sz="2800" b="0" baseline="-25000" dirty="0"/>
              <a:t>2</a:t>
            </a:r>
            <a:r>
              <a:rPr kumimoji="1" lang="zh-CN" altLang="en-US" sz="2800" dirty="0"/>
              <a:t>和电感</a:t>
            </a:r>
            <a:r>
              <a:rPr kumimoji="1" lang="en-US" altLang="zh-CN" sz="2800" b="0" i="1" dirty="0"/>
              <a:t>L</a:t>
            </a:r>
            <a:r>
              <a:rPr kumimoji="1" lang="en-US" altLang="zh-CN" sz="2800" b="0" baseline="-25000" dirty="0"/>
              <a:t>2</a:t>
            </a:r>
            <a:r>
              <a:rPr kumimoji="1" lang="en-US" altLang="zh-CN" sz="2800" baseline="-25000" dirty="0"/>
              <a:t> </a:t>
            </a:r>
            <a:r>
              <a:rPr kumimoji="1" lang="zh-CN" altLang="en-US" sz="2800" dirty="0"/>
              <a:t>。</a:t>
            </a:r>
          </a:p>
        </p:txBody>
      </p:sp>
      <p:sp>
        <p:nvSpPr>
          <p:cNvPr id="110598" name="Text Box 6"/>
          <p:cNvSpPr txBox="1">
            <a:spLocks noChangeArrowheads="1"/>
          </p:cNvSpPr>
          <p:nvPr/>
        </p:nvSpPr>
        <p:spPr bwMode="auto">
          <a:xfrm>
            <a:off x="1116013" y="1557338"/>
            <a:ext cx="45354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98000" rIns="198000" anchor="ctr">
            <a:spAutoFit/>
          </a:bodyPr>
          <a:lstStyle/>
          <a:p>
            <a:r>
              <a:rPr kumimoji="1" lang="zh-CN" altLang="en-US" sz="2800"/>
              <a:t>方法一、 画相量图分析。</a:t>
            </a:r>
          </a:p>
        </p:txBody>
      </p:sp>
      <p:sp>
        <p:nvSpPr>
          <p:cNvPr id="110599" name="Text Box 7"/>
          <p:cNvSpPr txBox="1">
            <a:spLocks noChangeArrowheads="1"/>
          </p:cNvSpPr>
          <p:nvPr/>
        </p:nvSpPr>
        <p:spPr bwMode="auto">
          <a:xfrm>
            <a:off x="468313" y="476250"/>
            <a:ext cx="863600" cy="523220"/>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a:latin typeface="Times New Roman" panose="02020603050405020304" pitchFamily="18" charset="0"/>
                <a:ea typeface="宋体" panose="02010600030101010101" pitchFamily="2" charset="-122"/>
              </a:rPr>
              <a:t>例</a:t>
            </a:r>
            <a:r>
              <a:rPr kumimoji="1" lang="en-US" altLang="zh-CN" sz="2800" b="0">
                <a:latin typeface="Times New Roman" panose="02020603050405020304" pitchFamily="18" charset="0"/>
                <a:ea typeface="宋体" panose="02010600030101010101" pitchFamily="2" charset="-122"/>
              </a:rPr>
              <a:t>8</a:t>
            </a:r>
          </a:p>
        </p:txBody>
      </p:sp>
      <p:sp>
        <p:nvSpPr>
          <p:cNvPr id="110600" name="Text Box 8"/>
          <p:cNvSpPr txBox="1">
            <a:spLocks noChangeArrowheads="1"/>
          </p:cNvSpPr>
          <p:nvPr/>
        </p:nvSpPr>
        <p:spPr bwMode="auto">
          <a:xfrm>
            <a:off x="539750" y="1557338"/>
            <a:ext cx="617538" cy="519112"/>
          </a:xfrm>
          <a:prstGeom prst="rect">
            <a:avLst/>
          </a:prstGeom>
          <a:solidFill>
            <a:srgbClr val="99003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a:solidFill>
                  <a:schemeClr val="bg1"/>
                </a:solidFill>
                <a:latin typeface="Times New Roman" panose="02020603050405020304" pitchFamily="18" charset="0"/>
                <a:ea typeface="宋体" panose="02010600030101010101" pitchFamily="2" charset="-122"/>
              </a:rPr>
              <a:t>解</a:t>
            </a:r>
          </a:p>
        </p:txBody>
      </p:sp>
      <p:graphicFrame>
        <p:nvGraphicFramePr>
          <p:cNvPr id="110651" name="Object 59"/>
          <p:cNvGraphicFramePr>
            <a:graphicFrameLocks noChangeAspect="1"/>
          </p:cNvGraphicFramePr>
          <p:nvPr>
            <p:extLst>
              <p:ext uri="{D42A27DB-BD31-4B8C-83A1-F6EECF244321}">
                <p14:modId xmlns:p14="http://schemas.microsoft.com/office/powerpoint/2010/main" val="1495309556"/>
              </p:ext>
            </p:extLst>
          </p:nvPr>
        </p:nvGraphicFramePr>
        <p:xfrm>
          <a:off x="1057275" y="2219325"/>
          <a:ext cx="3702050" cy="546100"/>
        </p:xfrm>
        <a:graphic>
          <a:graphicData uri="http://schemas.openxmlformats.org/presentationml/2006/ole">
            <mc:AlternateContent xmlns:mc="http://schemas.openxmlformats.org/markup-compatibility/2006">
              <mc:Choice xmlns:v="urn:schemas-microsoft-com:vml" Requires="v">
                <p:oleObj spid="_x0000_s134356" name="Equation" r:id="rId3" imgW="1726920" imgH="253800" progId="Equation.DSMT4">
                  <p:embed/>
                </p:oleObj>
              </mc:Choice>
              <mc:Fallback>
                <p:oleObj name="Equation" r:id="rId3" imgW="1726920" imgH="253800" progId="Equation.DSMT4">
                  <p:embed/>
                  <p:pic>
                    <p:nvPicPr>
                      <p:cNvPr id="110651" name="Object 59"/>
                      <p:cNvPicPr>
                        <a:picLocks noChangeAspect="1" noChangeArrowheads="1"/>
                      </p:cNvPicPr>
                      <p:nvPr/>
                    </p:nvPicPr>
                    <p:blipFill>
                      <a:blip r:embed="rId4"/>
                      <a:srcRect/>
                      <a:stretch>
                        <a:fillRect/>
                      </a:stretch>
                    </p:blipFill>
                    <p:spPr bwMode="auto">
                      <a:xfrm>
                        <a:off x="1057275" y="2219325"/>
                        <a:ext cx="3702050" cy="546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0664" name="Group 72"/>
          <p:cNvGrpSpPr>
            <a:grpSpLocks/>
          </p:cNvGrpSpPr>
          <p:nvPr/>
        </p:nvGrpSpPr>
        <p:grpSpPr bwMode="auto">
          <a:xfrm>
            <a:off x="5580063" y="1304926"/>
            <a:ext cx="2933700" cy="3003550"/>
            <a:chOff x="1202" y="1956"/>
            <a:chExt cx="1848" cy="1892"/>
          </a:xfrm>
        </p:grpSpPr>
        <p:sp>
          <p:nvSpPr>
            <p:cNvPr id="110665" name="Line 73"/>
            <p:cNvSpPr>
              <a:spLocks noChangeShapeType="1"/>
            </p:cNvSpPr>
            <p:nvPr/>
          </p:nvSpPr>
          <p:spPr bwMode="auto">
            <a:xfrm>
              <a:off x="1383" y="3793"/>
              <a:ext cx="1134"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110666" name="Line 74"/>
            <p:cNvSpPr>
              <a:spLocks noChangeShapeType="1"/>
            </p:cNvSpPr>
            <p:nvPr/>
          </p:nvSpPr>
          <p:spPr bwMode="auto">
            <a:xfrm>
              <a:off x="1474" y="2478"/>
              <a:ext cx="1056"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110667" name="Line 75"/>
            <p:cNvSpPr>
              <a:spLocks noChangeShapeType="1"/>
            </p:cNvSpPr>
            <p:nvPr/>
          </p:nvSpPr>
          <p:spPr bwMode="auto">
            <a:xfrm flipH="1">
              <a:off x="2517" y="2478"/>
              <a:ext cx="8" cy="725"/>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110668" name="Line 76"/>
            <p:cNvSpPr>
              <a:spLocks noChangeShapeType="1"/>
            </p:cNvSpPr>
            <p:nvPr/>
          </p:nvSpPr>
          <p:spPr bwMode="auto">
            <a:xfrm>
              <a:off x="2517" y="3612"/>
              <a:ext cx="0" cy="181"/>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110669" name="Rectangle 77"/>
            <p:cNvSpPr>
              <a:spLocks noChangeArrowheads="1"/>
            </p:cNvSpPr>
            <p:nvPr/>
          </p:nvSpPr>
          <p:spPr bwMode="auto">
            <a:xfrm>
              <a:off x="2381" y="2614"/>
              <a:ext cx="363" cy="1088"/>
            </a:xfrm>
            <a:prstGeom prst="rect">
              <a:avLst/>
            </a:prstGeom>
            <a:noFill/>
            <a:ln w="28575">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110670" name="Text Box 78"/>
            <p:cNvSpPr txBox="1">
              <a:spLocks noChangeArrowheads="1"/>
            </p:cNvSpPr>
            <p:nvPr/>
          </p:nvSpPr>
          <p:spPr bwMode="auto">
            <a:xfrm>
              <a:off x="1791" y="2523"/>
              <a:ext cx="3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1</a:t>
              </a:r>
              <a:endParaRPr kumimoji="1" lang="en-US" altLang="zh-CN" sz="2800" b="0">
                <a:latin typeface="Times New Roman" panose="02020603050405020304" pitchFamily="18" charset="0"/>
                <a:ea typeface="宋体" panose="02010600030101010101" pitchFamily="2" charset="-122"/>
              </a:endParaRPr>
            </a:p>
          </p:txBody>
        </p:sp>
        <p:sp>
          <p:nvSpPr>
            <p:cNvPr id="110671" name="Text Box 79"/>
            <p:cNvSpPr txBox="1">
              <a:spLocks noChangeArrowheads="1"/>
            </p:cNvSpPr>
            <p:nvPr/>
          </p:nvSpPr>
          <p:spPr bwMode="auto">
            <a:xfrm>
              <a:off x="2018" y="2750"/>
              <a:ext cx="3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a:latin typeface="Times New Roman" panose="02020603050405020304" pitchFamily="18" charset="0"/>
                <a:ea typeface="宋体" panose="02010600030101010101" pitchFamily="2" charset="-122"/>
              </a:endParaRPr>
            </a:p>
          </p:txBody>
        </p:sp>
        <p:sp>
          <p:nvSpPr>
            <p:cNvPr id="110672" name="Text Box 80"/>
            <p:cNvSpPr txBox="1">
              <a:spLocks noChangeArrowheads="1"/>
            </p:cNvSpPr>
            <p:nvPr/>
          </p:nvSpPr>
          <p:spPr bwMode="auto">
            <a:xfrm>
              <a:off x="2018" y="3203"/>
              <a:ext cx="31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i="1">
                  <a:latin typeface="Times New Roman" panose="02020603050405020304" pitchFamily="18" charset="0"/>
                  <a:ea typeface="宋体" panose="02010600030101010101" pitchFamily="2" charset="-122"/>
                </a:rPr>
                <a:t>L</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a:latin typeface="Times New Roman" panose="02020603050405020304" pitchFamily="18" charset="0"/>
                <a:ea typeface="宋体" panose="02010600030101010101" pitchFamily="2" charset="-122"/>
              </a:endParaRPr>
            </a:p>
          </p:txBody>
        </p:sp>
        <p:sp>
          <p:nvSpPr>
            <p:cNvPr id="110673" name="Text Box 81"/>
            <p:cNvSpPr txBox="1">
              <a:spLocks noChangeArrowheads="1"/>
            </p:cNvSpPr>
            <p:nvPr/>
          </p:nvSpPr>
          <p:spPr bwMode="auto">
            <a:xfrm>
              <a:off x="1202" y="2523"/>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a:t>
              </a:r>
            </a:p>
          </p:txBody>
        </p:sp>
        <p:sp>
          <p:nvSpPr>
            <p:cNvPr id="110674" name="Text Box 82"/>
            <p:cNvSpPr txBox="1">
              <a:spLocks noChangeArrowheads="1"/>
            </p:cNvSpPr>
            <p:nvPr/>
          </p:nvSpPr>
          <p:spPr bwMode="auto">
            <a:xfrm>
              <a:off x="1247" y="3385"/>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_</a:t>
              </a:r>
            </a:p>
          </p:txBody>
        </p:sp>
        <p:graphicFrame>
          <p:nvGraphicFramePr>
            <p:cNvPr id="110675" name="Object 83"/>
            <p:cNvGraphicFramePr>
              <a:graphicFrameLocks noChangeAspect="1"/>
            </p:cNvGraphicFramePr>
            <p:nvPr>
              <p:extLst>
                <p:ext uri="{D42A27DB-BD31-4B8C-83A1-F6EECF244321}">
                  <p14:modId xmlns:p14="http://schemas.microsoft.com/office/powerpoint/2010/main" val="2682284027"/>
                </p:ext>
              </p:extLst>
            </p:nvPr>
          </p:nvGraphicFramePr>
          <p:xfrm>
            <a:off x="1980" y="2084"/>
            <a:ext cx="232" cy="297"/>
          </p:xfrm>
          <a:graphic>
            <a:graphicData uri="http://schemas.openxmlformats.org/presentationml/2006/ole">
              <mc:AlternateContent xmlns:mc="http://schemas.openxmlformats.org/markup-compatibility/2006">
                <mc:Choice xmlns:v="urn:schemas-microsoft-com:vml" Requires="v">
                  <p:oleObj spid="_x0000_s134357" name="Equation" r:id="rId5" imgW="190440" imgH="241200" progId="Equation.DSMT4">
                    <p:embed/>
                  </p:oleObj>
                </mc:Choice>
                <mc:Fallback>
                  <p:oleObj name="Equation" r:id="rId5" imgW="190440" imgH="241200" progId="Equation.DSMT4">
                    <p:embed/>
                    <p:pic>
                      <p:nvPicPr>
                        <p:cNvPr id="110675" name="Object 83"/>
                        <p:cNvPicPr>
                          <a:picLocks noChangeAspect="1" noChangeArrowheads="1"/>
                        </p:cNvPicPr>
                        <p:nvPr/>
                      </p:nvPicPr>
                      <p:blipFill>
                        <a:blip r:embed="rId6"/>
                        <a:srcRect/>
                        <a:stretch>
                          <a:fillRect/>
                        </a:stretch>
                      </p:blipFill>
                      <p:spPr bwMode="auto">
                        <a:xfrm>
                          <a:off x="1980" y="2084"/>
                          <a:ext cx="232" cy="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76" name="Object 84"/>
            <p:cNvGraphicFramePr>
              <a:graphicFrameLocks noChangeAspect="1"/>
            </p:cNvGraphicFramePr>
            <p:nvPr>
              <p:extLst>
                <p:ext uri="{D42A27DB-BD31-4B8C-83A1-F6EECF244321}">
                  <p14:modId xmlns:p14="http://schemas.microsoft.com/office/powerpoint/2010/main" val="2927487798"/>
                </p:ext>
              </p:extLst>
            </p:nvPr>
          </p:nvGraphicFramePr>
          <p:xfrm>
            <a:off x="1301" y="2993"/>
            <a:ext cx="229" cy="283"/>
          </p:xfrm>
          <a:graphic>
            <a:graphicData uri="http://schemas.openxmlformats.org/presentationml/2006/ole">
              <mc:AlternateContent xmlns:mc="http://schemas.openxmlformats.org/markup-compatibility/2006">
                <mc:Choice xmlns:v="urn:schemas-microsoft-com:vml" Requires="v">
                  <p:oleObj spid="_x0000_s134358" name="Equation" r:id="rId7" imgW="164880" imgH="203040" progId="Equation.DSMT4">
                    <p:embed/>
                  </p:oleObj>
                </mc:Choice>
                <mc:Fallback>
                  <p:oleObj name="Equation" r:id="rId7" imgW="164880" imgH="203040" progId="Equation.DSMT4">
                    <p:embed/>
                    <p:pic>
                      <p:nvPicPr>
                        <p:cNvPr id="110676" name="Object 84"/>
                        <p:cNvPicPr>
                          <a:picLocks noChangeAspect="1" noChangeArrowheads="1"/>
                        </p:cNvPicPr>
                        <p:nvPr/>
                      </p:nvPicPr>
                      <p:blipFill>
                        <a:blip r:embed="rId8"/>
                        <a:srcRect/>
                        <a:stretch>
                          <a:fillRect/>
                        </a:stretch>
                      </p:blipFill>
                      <p:spPr bwMode="auto">
                        <a:xfrm>
                          <a:off x="1301" y="2993"/>
                          <a:ext cx="229"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0677" name="Object 85"/>
            <p:cNvGraphicFramePr>
              <a:graphicFrameLocks noChangeAspect="1"/>
            </p:cNvGraphicFramePr>
            <p:nvPr>
              <p:extLst>
                <p:ext uri="{D42A27DB-BD31-4B8C-83A1-F6EECF244321}">
                  <p14:modId xmlns:p14="http://schemas.microsoft.com/office/powerpoint/2010/main" val="1770363452"/>
                </p:ext>
              </p:extLst>
            </p:nvPr>
          </p:nvGraphicFramePr>
          <p:xfrm>
            <a:off x="2797" y="3038"/>
            <a:ext cx="253" cy="304"/>
          </p:xfrm>
          <a:graphic>
            <a:graphicData uri="http://schemas.openxmlformats.org/presentationml/2006/ole">
              <mc:AlternateContent xmlns:mc="http://schemas.openxmlformats.org/markup-compatibility/2006">
                <mc:Choice xmlns:v="urn:schemas-microsoft-com:vml" Requires="v">
                  <p:oleObj spid="_x0000_s134359" name="Equation" r:id="rId9" imgW="203040" imgH="241200" progId="Equation.DSMT4">
                    <p:embed/>
                  </p:oleObj>
                </mc:Choice>
                <mc:Fallback>
                  <p:oleObj name="Equation" r:id="rId9" imgW="203040" imgH="241200" progId="Equation.DSMT4">
                    <p:embed/>
                    <p:pic>
                      <p:nvPicPr>
                        <p:cNvPr id="110677" name="Object 85"/>
                        <p:cNvPicPr>
                          <a:picLocks noChangeAspect="1" noChangeArrowheads="1"/>
                        </p:cNvPicPr>
                        <p:nvPr/>
                      </p:nvPicPr>
                      <p:blipFill>
                        <a:blip r:embed="rId10"/>
                        <a:srcRect/>
                        <a:stretch>
                          <a:fillRect/>
                        </a:stretch>
                      </p:blipFill>
                      <p:spPr bwMode="auto">
                        <a:xfrm>
                          <a:off x="2797" y="3038"/>
                          <a:ext cx="253"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0678" name="Text Box 86"/>
            <p:cNvSpPr txBox="1">
              <a:spLocks noChangeArrowheads="1"/>
            </p:cNvSpPr>
            <p:nvPr/>
          </p:nvSpPr>
          <p:spPr bwMode="auto">
            <a:xfrm>
              <a:off x="2789" y="2523"/>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a:t>
              </a:r>
            </a:p>
          </p:txBody>
        </p:sp>
        <p:sp>
          <p:nvSpPr>
            <p:cNvPr id="110679" name="Text Box 87"/>
            <p:cNvSpPr txBox="1">
              <a:spLocks noChangeArrowheads="1"/>
            </p:cNvSpPr>
            <p:nvPr/>
          </p:nvSpPr>
          <p:spPr bwMode="auto">
            <a:xfrm>
              <a:off x="2789" y="3521"/>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_</a:t>
              </a:r>
            </a:p>
          </p:txBody>
        </p:sp>
        <p:sp>
          <p:nvSpPr>
            <p:cNvPr id="110680" name="Text Box 88"/>
            <p:cNvSpPr txBox="1">
              <a:spLocks noChangeArrowheads="1"/>
            </p:cNvSpPr>
            <p:nvPr/>
          </p:nvSpPr>
          <p:spPr bwMode="auto">
            <a:xfrm>
              <a:off x="1655" y="2160"/>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a:t>
              </a:r>
            </a:p>
          </p:txBody>
        </p:sp>
        <p:sp>
          <p:nvSpPr>
            <p:cNvPr id="110681" name="Text Box 89"/>
            <p:cNvSpPr txBox="1">
              <a:spLocks noChangeArrowheads="1"/>
            </p:cNvSpPr>
            <p:nvPr/>
          </p:nvSpPr>
          <p:spPr bwMode="auto">
            <a:xfrm>
              <a:off x="2245" y="2115"/>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_</a:t>
              </a:r>
            </a:p>
          </p:txBody>
        </p:sp>
        <p:sp>
          <p:nvSpPr>
            <p:cNvPr id="110682" name="Oval 90"/>
            <p:cNvSpPr>
              <a:spLocks noChangeArrowheads="1"/>
            </p:cNvSpPr>
            <p:nvPr/>
          </p:nvSpPr>
          <p:spPr bwMode="auto">
            <a:xfrm>
              <a:off x="1338" y="3748"/>
              <a:ext cx="68" cy="68"/>
            </a:xfrm>
            <a:prstGeom prst="ellipse">
              <a:avLst/>
            </a:prstGeom>
            <a:noFill/>
            <a:ln w="38100">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110683" name="Oval 91"/>
            <p:cNvSpPr>
              <a:spLocks noChangeArrowheads="1"/>
            </p:cNvSpPr>
            <p:nvPr/>
          </p:nvSpPr>
          <p:spPr bwMode="auto">
            <a:xfrm>
              <a:off x="1406" y="2455"/>
              <a:ext cx="68" cy="68"/>
            </a:xfrm>
            <a:prstGeom prst="ellipse">
              <a:avLst/>
            </a:prstGeom>
            <a:noFill/>
            <a:ln w="38100">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110684" name="Line 92"/>
            <p:cNvSpPr>
              <a:spLocks noChangeShapeType="1"/>
            </p:cNvSpPr>
            <p:nvPr/>
          </p:nvSpPr>
          <p:spPr bwMode="auto">
            <a:xfrm>
              <a:off x="1474" y="2387"/>
              <a:ext cx="240" cy="0"/>
            </a:xfrm>
            <a:prstGeom prst="line">
              <a:avLst/>
            </a:prstGeom>
            <a:noFill/>
            <a:ln w="28575">
              <a:solidFill>
                <a:srgbClr val="66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110685" name="Object 93"/>
            <p:cNvGraphicFramePr>
              <a:graphicFrameLocks noChangeAspect="1"/>
            </p:cNvGraphicFramePr>
            <p:nvPr>
              <p:extLst>
                <p:ext uri="{D42A27DB-BD31-4B8C-83A1-F6EECF244321}">
                  <p14:modId xmlns:p14="http://schemas.microsoft.com/office/powerpoint/2010/main" val="2483794879"/>
                </p:ext>
              </p:extLst>
            </p:nvPr>
          </p:nvGraphicFramePr>
          <p:xfrm>
            <a:off x="1474" y="1956"/>
            <a:ext cx="154" cy="342"/>
          </p:xfrm>
          <a:graphic>
            <a:graphicData uri="http://schemas.openxmlformats.org/presentationml/2006/ole">
              <mc:AlternateContent xmlns:mc="http://schemas.openxmlformats.org/markup-compatibility/2006">
                <mc:Choice xmlns:v="urn:schemas-microsoft-com:vml" Requires="v">
                  <p:oleObj spid="_x0000_s134360" name="Equation" r:id="rId11" imgW="126720" imgH="279360" progId="Equation.DSMT4">
                    <p:embed/>
                  </p:oleObj>
                </mc:Choice>
                <mc:Fallback>
                  <p:oleObj name="Equation" r:id="rId11" imgW="126720" imgH="279360" progId="Equation.DSMT4">
                    <p:embed/>
                    <p:pic>
                      <p:nvPicPr>
                        <p:cNvPr id="110685" name="Object 93"/>
                        <p:cNvPicPr>
                          <a:picLocks noChangeAspect="1" noChangeArrowheads="1"/>
                        </p:cNvPicPr>
                        <p:nvPr/>
                      </p:nvPicPr>
                      <p:blipFill>
                        <a:blip r:embed="rId12"/>
                        <a:srcRect/>
                        <a:stretch>
                          <a:fillRect/>
                        </a:stretch>
                      </p:blipFill>
                      <p:spPr bwMode="auto">
                        <a:xfrm>
                          <a:off x="1474" y="1956"/>
                          <a:ext cx="154" cy="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0686" name="Rectangle 94"/>
            <p:cNvSpPr>
              <a:spLocks noChangeArrowheads="1"/>
            </p:cNvSpPr>
            <p:nvPr/>
          </p:nvSpPr>
          <p:spPr bwMode="auto">
            <a:xfrm>
              <a:off x="1882" y="2432"/>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10687" name="Rectangle 95"/>
            <p:cNvSpPr>
              <a:spLocks noChangeArrowheads="1"/>
            </p:cNvSpPr>
            <p:nvPr/>
          </p:nvSpPr>
          <p:spPr bwMode="auto">
            <a:xfrm>
              <a:off x="2472" y="2704"/>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110688" name="Group 96"/>
            <p:cNvGrpSpPr>
              <a:grpSpLocks/>
            </p:cNvGrpSpPr>
            <p:nvPr/>
          </p:nvGrpSpPr>
          <p:grpSpPr bwMode="auto">
            <a:xfrm rot="5400000">
              <a:off x="2063" y="3113"/>
              <a:ext cx="499" cy="590"/>
              <a:chOff x="476" y="663"/>
              <a:chExt cx="771" cy="862"/>
            </a:xfrm>
          </p:grpSpPr>
          <p:sp>
            <p:nvSpPr>
              <p:cNvPr id="110689" name="AutoShape 97"/>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10690" name="AutoShape 98"/>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110691" name="AutoShape 99"/>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grpSp>
      <p:grpSp>
        <p:nvGrpSpPr>
          <p:cNvPr id="110692" name="Group 100"/>
          <p:cNvGrpSpPr>
            <a:grpSpLocks/>
          </p:cNvGrpSpPr>
          <p:nvPr/>
        </p:nvGrpSpPr>
        <p:grpSpPr bwMode="auto">
          <a:xfrm>
            <a:off x="1193800" y="4275152"/>
            <a:ext cx="2825750" cy="423863"/>
            <a:chOff x="480" y="3120"/>
            <a:chExt cx="1780" cy="267"/>
          </a:xfrm>
        </p:grpSpPr>
        <p:sp>
          <p:nvSpPr>
            <p:cNvPr id="110693" name="Line 101"/>
            <p:cNvSpPr>
              <a:spLocks noChangeShapeType="1"/>
            </p:cNvSpPr>
            <p:nvPr/>
          </p:nvSpPr>
          <p:spPr bwMode="auto">
            <a:xfrm>
              <a:off x="480" y="3120"/>
              <a:ext cx="1680" cy="0"/>
            </a:xfrm>
            <a:prstGeom prst="line">
              <a:avLst/>
            </a:prstGeom>
            <a:noFill/>
            <a:ln w="28575">
              <a:solidFill>
                <a:srgbClr val="FFC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110694" name="Object 102"/>
            <p:cNvGraphicFramePr>
              <a:graphicFrameLocks noChangeAspect="1"/>
            </p:cNvGraphicFramePr>
            <p:nvPr>
              <p:extLst>
                <p:ext uri="{D42A27DB-BD31-4B8C-83A1-F6EECF244321}">
                  <p14:modId xmlns:p14="http://schemas.microsoft.com/office/powerpoint/2010/main" val="1694424375"/>
                </p:ext>
              </p:extLst>
            </p:nvPr>
          </p:nvGraphicFramePr>
          <p:xfrm>
            <a:off x="2103" y="3159"/>
            <a:ext cx="157" cy="228"/>
          </p:xfrm>
          <a:graphic>
            <a:graphicData uri="http://schemas.openxmlformats.org/presentationml/2006/ole">
              <mc:AlternateContent xmlns:mc="http://schemas.openxmlformats.org/markup-compatibility/2006">
                <mc:Choice xmlns:v="urn:schemas-microsoft-com:vml" Requires="v">
                  <p:oleObj spid="_x0000_s134361" name="Equation" r:id="rId13" imgW="126720" imgH="190440" progId="Equation.DSMT4">
                    <p:embed/>
                  </p:oleObj>
                </mc:Choice>
                <mc:Fallback>
                  <p:oleObj name="Equation" r:id="rId13" imgW="126720" imgH="190440" progId="Equation.DSMT4">
                    <p:embed/>
                    <p:pic>
                      <p:nvPicPr>
                        <p:cNvPr id="110694" name="Object 102"/>
                        <p:cNvPicPr>
                          <a:picLocks noChangeAspect="1" noChangeArrowheads="1"/>
                        </p:cNvPicPr>
                        <p:nvPr/>
                      </p:nvPicPr>
                      <p:blipFill>
                        <a:blip r:embed="rId14"/>
                        <a:srcRect/>
                        <a:stretch>
                          <a:fillRect/>
                        </a:stretch>
                      </p:blipFill>
                      <p:spPr bwMode="auto">
                        <a:xfrm>
                          <a:off x="2103" y="3159"/>
                          <a:ext cx="157" cy="228"/>
                        </a:xfrm>
                        <a:prstGeom prst="rect">
                          <a:avLst/>
                        </a:prstGeom>
                        <a:noFill/>
                        <a:ln>
                          <a:noFill/>
                        </a:ln>
                        <a:effectLst/>
                        <a:extLst/>
                      </p:spPr>
                    </p:pic>
                  </p:oleObj>
                </mc:Fallback>
              </mc:AlternateContent>
            </a:graphicData>
          </a:graphic>
        </p:graphicFrame>
      </p:grpSp>
      <p:grpSp>
        <p:nvGrpSpPr>
          <p:cNvPr id="110695" name="Group 103"/>
          <p:cNvGrpSpPr>
            <a:grpSpLocks/>
          </p:cNvGrpSpPr>
          <p:nvPr/>
        </p:nvGrpSpPr>
        <p:grpSpPr bwMode="auto">
          <a:xfrm>
            <a:off x="1193800" y="4254506"/>
            <a:ext cx="990600" cy="471488"/>
            <a:chOff x="480" y="3119"/>
            <a:chExt cx="624" cy="297"/>
          </a:xfrm>
        </p:grpSpPr>
        <p:sp>
          <p:nvSpPr>
            <p:cNvPr id="110696" name="Line 104"/>
            <p:cNvSpPr>
              <a:spLocks noChangeShapeType="1"/>
            </p:cNvSpPr>
            <p:nvPr/>
          </p:nvSpPr>
          <p:spPr bwMode="auto">
            <a:xfrm>
              <a:off x="480" y="3120"/>
              <a:ext cx="624" cy="0"/>
            </a:xfrm>
            <a:prstGeom prst="line">
              <a:avLst/>
            </a:prstGeom>
            <a:noFill/>
            <a:ln w="28575">
              <a:solidFill>
                <a:srgbClr val="FF99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110697" name="Object 105"/>
            <p:cNvGraphicFramePr>
              <a:graphicFrameLocks noChangeAspect="1"/>
            </p:cNvGraphicFramePr>
            <p:nvPr>
              <p:extLst>
                <p:ext uri="{D42A27DB-BD31-4B8C-83A1-F6EECF244321}">
                  <p14:modId xmlns:p14="http://schemas.microsoft.com/office/powerpoint/2010/main" val="4206299484"/>
                </p:ext>
              </p:extLst>
            </p:nvPr>
          </p:nvGraphicFramePr>
          <p:xfrm>
            <a:off x="871" y="3119"/>
            <a:ext cx="232" cy="297"/>
          </p:xfrm>
          <a:graphic>
            <a:graphicData uri="http://schemas.openxmlformats.org/presentationml/2006/ole">
              <mc:AlternateContent xmlns:mc="http://schemas.openxmlformats.org/markup-compatibility/2006">
                <mc:Choice xmlns:v="urn:schemas-microsoft-com:vml" Requires="v">
                  <p:oleObj spid="_x0000_s134362" name="Equation" r:id="rId15" imgW="190440" imgH="241200" progId="Equation.DSMT4">
                    <p:embed/>
                  </p:oleObj>
                </mc:Choice>
                <mc:Fallback>
                  <p:oleObj name="Equation" r:id="rId15" imgW="190440" imgH="241200" progId="Equation.DSMT4">
                    <p:embed/>
                    <p:pic>
                      <p:nvPicPr>
                        <p:cNvPr id="110697" name="Object 105"/>
                        <p:cNvPicPr>
                          <a:picLocks noChangeAspect="1" noChangeArrowheads="1"/>
                        </p:cNvPicPr>
                        <p:nvPr/>
                      </p:nvPicPr>
                      <p:blipFill>
                        <a:blip r:embed="rId16"/>
                        <a:srcRect/>
                        <a:stretch>
                          <a:fillRect/>
                        </a:stretch>
                      </p:blipFill>
                      <p:spPr bwMode="auto">
                        <a:xfrm>
                          <a:off x="871" y="3119"/>
                          <a:ext cx="232" cy="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10698" name="Group 106"/>
          <p:cNvGrpSpPr>
            <a:grpSpLocks/>
          </p:cNvGrpSpPr>
          <p:nvPr/>
        </p:nvGrpSpPr>
        <p:grpSpPr bwMode="auto">
          <a:xfrm>
            <a:off x="3448046" y="2960688"/>
            <a:ext cx="396875" cy="1295400"/>
            <a:chOff x="1900" y="2304"/>
            <a:chExt cx="250" cy="816"/>
          </a:xfrm>
        </p:grpSpPr>
        <p:sp>
          <p:nvSpPr>
            <p:cNvPr id="110699" name="Line 107"/>
            <p:cNvSpPr>
              <a:spLocks noChangeShapeType="1"/>
            </p:cNvSpPr>
            <p:nvPr/>
          </p:nvSpPr>
          <p:spPr bwMode="auto">
            <a:xfrm flipV="1">
              <a:off x="1900" y="2304"/>
              <a:ext cx="0" cy="816"/>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dirty="0"/>
            </a:p>
          </p:txBody>
        </p:sp>
        <p:graphicFrame>
          <p:nvGraphicFramePr>
            <p:cNvPr id="110700" name="Object 108"/>
            <p:cNvGraphicFramePr>
              <a:graphicFrameLocks noChangeAspect="1"/>
            </p:cNvGraphicFramePr>
            <p:nvPr>
              <p:extLst>
                <p:ext uri="{D42A27DB-BD31-4B8C-83A1-F6EECF244321}">
                  <p14:modId xmlns:p14="http://schemas.microsoft.com/office/powerpoint/2010/main" val="3328492036"/>
                </p:ext>
              </p:extLst>
            </p:nvPr>
          </p:nvGraphicFramePr>
          <p:xfrm>
            <a:off x="1926" y="2592"/>
            <a:ext cx="224" cy="251"/>
          </p:xfrm>
          <a:graphic>
            <a:graphicData uri="http://schemas.openxmlformats.org/presentationml/2006/ole">
              <mc:AlternateContent xmlns:mc="http://schemas.openxmlformats.org/markup-compatibility/2006">
                <mc:Choice xmlns:v="urn:schemas-microsoft-com:vml" Requires="v">
                  <p:oleObj spid="_x0000_s134363" name="Equation" r:id="rId17" imgW="215640" imgH="241200" progId="Equation.DSMT4">
                    <p:embed/>
                  </p:oleObj>
                </mc:Choice>
                <mc:Fallback>
                  <p:oleObj name="Equation" r:id="rId17" imgW="215640" imgH="241200" progId="Equation.DSMT4">
                    <p:embed/>
                    <p:pic>
                      <p:nvPicPr>
                        <p:cNvPr id="110700" name="Object 108"/>
                        <p:cNvPicPr>
                          <a:picLocks noChangeAspect="1" noChangeArrowheads="1"/>
                        </p:cNvPicPr>
                        <p:nvPr/>
                      </p:nvPicPr>
                      <p:blipFill>
                        <a:blip r:embed="rId18"/>
                        <a:srcRect/>
                        <a:stretch>
                          <a:fillRect/>
                        </a:stretch>
                      </p:blipFill>
                      <p:spPr bwMode="auto">
                        <a:xfrm>
                          <a:off x="1926" y="2592"/>
                          <a:ext cx="224" cy="2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10701" name="Group 109"/>
          <p:cNvGrpSpPr>
            <a:grpSpLocks/>
          </p:cNvGrpSpPr>
          <p:nvPr/>
        </p:nvGrpSpPr>
        <p:grpSpPr bwMode="auto">
          <a:xfrm>
            <a:off x="2195513" y="4292600"/>
            <a:ext cx="1574800" cy="585788"/>
            <a:chOff x="1104" y="3120"/>
            <a:chExt cx="992" cy="369"/>
          </a:xfrm>
        </p:grpSpPr>
        <p:sp>
          <p:nvSpPr>
            <p:cNvPr id="110702" name="Line 110"/>
            <p:cNvSpPr>
              <a:spLocks noChangeShapeType="1"/>
            </p:cNvSpPr>
            <p:nvPr/>
          </p:nvSpPr>
          <p:spPr bwMode="auto">
            <a:xfrm>
              <a:off x="1104" y="3120"/>
              <a:ext cx="816" cy="0"/>
            </a:xfrm>
            <a:prstGeom prst="line">
              <a:avLst/>
            </a:prstGeom>
            <a:noFill/>
            <a:ln w="28575">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110703" name="Object 111"/>
            <p:cNvGraphicFramePr>
              <a:graphicFrameLocks noChangeAspect="1"/>
            </p:cNvGraphicFramePr>
            <p:nvPr>
              <p:extLst>
                <p:ext uri="{D42A27DB-BD31-4B8C-83A1-F6EECF244321}">
                  <p14:modId xmlns:p14="http://schemas.microsoft.com/office/powerpoint/2010/main" val="1067250620"/>
                </p:ext>
              </p:extLst>
            </p:nvPr>
          </p:nvGraphicFramePr>
          <p:xfrm>
            <a:off x="1772" y="3168"/>
            <a:ext cx="324" cy="321"/>
          </p:xfrm>
          <a:graphic>
            <a:graphicData uri="http://schemas.openxmlformats.org/presentationml/2006/ole">
              <mc:AlternateContent xmlns:mc="http://schemas.openxmlformats.org/markup-compatibility/2006">
                <mc:Choice xmlns:v="urn:schemas-microsoft-com:vml" Requires="v">
                  <p:oleObj spid="_x0000_s134364" name="Equation" r:id="rId19" imgW="253800" imgH="253800" progId="Equation.DSMT4">
                    <p:embed/>
                  </p:oleObj>
                </mc:Choice>
                <mc:Fallback>
                  <p:oleObj name="Equation" r:id="rId19" imgW="253800" imgH="253800" progId="Equation.DSMT4">
                    <p:embed/>
                    <p:pic>
                      <p:nvPicPr>
                        <p:cNvPr id="110703" name="Object 111"/>
                        <p:cNvPicPr>
                          <a:picLocks noChangeAspect="1" noChangeArrowheads="1"/>
                        </p:cNvPicPr>
                        <p:nvPr/>
                      </p:nvPicPr>
                      <p:blipFill>
                        <a:blip r:embed="rId20"/>
                        <a:srcRect/>
                        <a:stretch>
                          <a:fillRect/>
                        </a:stretch>
                      </p:blipFill>
                      <p:spPr bwMode="auto">
                        <a:xfrm>
                          <a:off x="1772" y="3168"/>
                          <a:ext cx="324" cy="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10704" name="Group 112"/>
          <p:cNvGrpSpPr>
            <a:grpSpLocks/>
          </p:cNvGrpSpPr>
          <p:nvPr/>
        </p:nvGrpSpPr>
        <p:grpSpPr bwMode="auto">
          <a:xfrm>
            <a:off x="2159000" y="2928938"/>
            <a:ext cx="1327150" cy="1360487"/>
            <a:chOff x="1088" y="2284"/>
            <a:chExt cx="836" cy="857"/>
          </a:xfrm>
        </p:grpSpPr>
        <p:sp>
          <p:nvSpPr>
            <p:cNvPr id="110705" name="Line 113"/>
            <p:cNvSpPr>
              <a:spLocks noChangeShapeType="1"/>
            </p:cNvSpPr>
            <p:nvPr/>
          </p:nvSpPr>
          <p:spPr bwMode="auto">
            <a:xfrm flipV="1">
              <a:off x="1088" y="2284"/>
              <a:ext cx="836" cy="836"/>
            </a:xfrm>
            <a:prstGeom prst="line">
              <a:avLst/>
            </a:prstGeom>
            <a:noFill/>
            <a:ln w="28575">
              <a:solidFill>
                <a:srgbClr val="66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110706" name="Freeform 114"/>
            <p:cNvSpPr>
              <a:spLocks/>
            </p:cNvSpPr>
            <p:nvPr/>
          </p:nvSpPr>
          <p:spPr bwMode="auto">
            <a:xfrm>
              <a:off x="1248" y="2976"/>
              <a:ext cx="75" cy="153"/>
            </a:xfrm>
            <a:custGeom>
              <a:avLst/>
              <a:gdLst>
                <a:gd name="T0" fmla="*/ 0 w 75"/>
                <a:gd name="T1" fmla="*/ 3 h 153"/>
                <a:gd name="T2" fmla="*/ 63 w 75"/>
                <a:gd name="T3" fmla="*/ 60 h 153"/>
                <a:gd name="T4" fmla="*/ 75 w 75"/>
                <a:gd name="T5" fmla="*/ 153 h 153"/>
              </a:gdLst>
              <a:ahLst/>
              <a:cxnLst>
                <a:cxn ang="0">
                  <a:pos x="T0" y="T1"/>
                </a:cxn>
                <a:cxn ang="0">
                  <a:pos x="T2" y="T3"/>
                </a:cxn>
                <a:cxn ang="0">
                  <a:pos x="T4" y="T5"/>
                </a:cxn>
              </a:cxnLst>
              <a:rect l="0" t="0" r="r" b="b"/>
              <a:pathLst>
                <a:path w="75" h="153">
                  <a:moveTo>
                    <a:pt x="0" y="3"/>
                  </a:moveTo>
                  <a:cubicBezTo>
                    <a:pt x="9" y="0"/>
                    <a:pt x="51" y="35"/>
                    <a:pt x="63" y="60"/>
                  </a:cubicBezTo>
                  <a:cubicBezTo>
                    <a:pt x="75" y="85"/>
                    <a:pt x="73" y="134"/>
                    <a:pt x="75" y="153"/>
                  </a:cubicBezTo>
                </a:path>
              </a:pathLst>
            </a:custGeom>
            <a:noFill/>
            <a:ln w="38100" cap="flat" cmpd="sng">
              <a:solidFill>
                <a:srgbClr val="66FF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110707" name="Object 115"/>
            <p:cNvGraphicFramePr>
              <a:graphicFrameLocks noChangeAspect="1"/>
            </p:cNvGraphicFramePr>
            <p:nvPr>
              <p:extLst>
                <p:ext uri="{D42A27DB-BD31-4B8C-83A1-F6EECF244321}">
                  <p14:modId xmlns:p14="http://schemas.microsoft.com/office/powerpoint/2010/main" val="3520504045"/>
                </p:ext>
              </p:extLst>
            </p:nvPr>
          </p:nvGraphicFramePr>
          <p:xfrm>
            <a:off x="1518" y="2632"/>
            <a:ext cx="254" cy="304"/>
          </p:xfrm>
          <a:graphic>
            <a:graphicData uri="http://schemas.openxmlformats.org/presentationml/2006/ole">
              <mc:AlternateContent xmlns:mc="http://schemas.openxmlformats.org/markup-compatibility/2006">
                <mc:Choice xmlns:v="urn:schemas-microsoft-com:vml" Requires="v">
                  <p:oleObj spid="_x0000_s134365" name="Equation" r:id="rId21" imgW="203040" imgH="241200" progId="Equation.DSMT4">
                    <p:embed/>
                  </p:oleObj>
                </mc:Choice>
                <mc:Fallback>
                  <p:oleObj name="Equation" r:id="rId21" imgW="203040" imgH="241200" progId="Equation.DSMT4">
                    <p:embed/>
                    <p:pic>
                      <p:nvPicPr>
                        <p:cNvPr id="110707" name="Object 115"/>
                        <p:cNvPicPr>
                          <a:picLocks noChangeAspect="1" noChangeArrowheads="1"/>
                        </p:cNvPicPr>
                        <p:nvPr/>
                      </p:nvPicPr>
                      <p:blipFill>
                        <a:blip r:embed="rId22"/>
                        <a:srcRect/>
                        <a:stretch>
                          <a:fillRect/>
                        </a:stretch>
                      </p:blipFill>
                      <p:spPr bwMode="auto">
                        <a:xfrm>
                          <a:off x="1518" y="2632"/>
                          <a:ext cx="254"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0708" name="Text Box 116"/>
            <p:cNvSpPr txBox="1">
              <a:spLocks noChangeArrowheads="1"/>
            </p:cNvSpPr>
            <p:nvPr/>
          </p:nvSpPr>
          <p:spPr bwMode="auto">
            <a:xfrm>
              <a:off x="1233" y="2811"/>
              <a:ext cx="31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i="1">
                  <a:latin typeface="Symbol" panose="05050102010706020507" pitchFamily="18" charset="2"/>
                  <a:ea typeface="宋体" panose="02010600030101010101" pitchFamily="2" charset="-122"/>
                </a:rPr>
                <a:t>q</a:t>
              </a:r>
              <a:r>
                <a:rPr kumimoji="1" lang="en-US" altLang="zh-CN" sz="2800" b="0" baseline="-25000">
                  <a:latin typeface="Symbol" panose="05050102010706020507" pitchFamily="18" charset="2"/>
                  <a:ea typeface="宋体" panose="02010600030101010101" pitchFamily="2" charset="-122"/>
                </a:rPr>
                <a:t>2</a:t>
              </a:r>
              <a:endParaRPr kumimoji="1" lang="en-US" altLang="zh-CN" sz="2800" b="0">
                <a:ea typeface="宋体" panose="02010600030101010101" pitchFamily="2" charset="-122"/>
              </a:endParaRPr>
            </a:p>
          </p:txBody>
        </p:sp>
      </p:grpSp>
      <p:grpSp>
        <p:nvGrpSpPr>
          <p:cNvPr id="110709" name="Group 117"/>
          <p:cNvGrpSpPr>
            <a:grpSpLocks/>
          </p:cNvGrpSpPr>
          <p:nvPr/>
        </p:nvGrpSpPr>
        <p:grpSpPr bwMode="auto">
          <a:xfrm>
            <a:off x="1193800" y="2936876"/>
            <a:ext cx="2286000" cy="1352551"/>
            <a:chOff x="480" y="2289"/>
            <a:chExt cx="1440" cy="852"/>
          </a:xfrm>
        </p:grpSpPr>
        <p:sp>
          <p:nvSpPr>
            <p:cNvPr id="110710" name="Line 118"/>
            <p:cNvSpPr>
              <a:spLocks noChangeShapeType="1"/>
            </p:cNvSpPr>
            <p:nvPr/>
          </p:nvSpPr>
          <p:spPr bwMode="auto">
            <a:xfrm flipV="1">
              <a:off x="480" y="2289"/>
              <a:ext cx="1440" cy="831"/>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110711" name="Object 119"/>
            <p:cNvGraphicFramePr>
              <a:graphicFrameLocks noChangeAspect="1"/>
            </p:cNvGraphicFramePr>
            <p:nvPr>
              <p:extLst>
                <p:ext uri="{D42A27DB-BD31-4B8C-83A1-F6EECF244321}">
                  <p14:modId xmlns:p14="http://schemas.microsoft.com/office/powerpoint/2010/main" val="527941340"/>
                </p:ext>
              </p:extLst>
            </p:nvPr>
          </p:nvGraphicFramePr>
          <p:xfrm>
            <a:off x="1246" y="2352"/>
            <a:ext cx="194" cy="240"/>
          </p:xfrm>
          <a:graphic>
            <a:graphicData uri="http://schemas.openxmlformats.org/presentationml/2006/ole">
              <mc:AlternateContent xmlns:mc="http://schemas.openxmlformats.org/markup-compatibility/2006">
                <mc:Choice xmlns:v="urn:schemas-microsoft-com:vml" Requires="v">
                  <p:oleObj spid="_x0000_s134366" name="Equation" r:id="rId23" imgW="164880" imgH="203040" progId="Equation.DSMT4">
                    <p:embed/>
                  </p:oleObj>
                </mc:Choice>
                <mc:Fallback>
                  <p:oleObj name="Equation" r:id="rId23" imgW="164880" imgH="203040" progId="Equation.DSMT4">
                    <p:embed/>
                    <p:pic>
                      <p:nvPicPr>
                        <p:cNvPr id="110711" name="Object 119"/>
                        <p:cNvPicPr>
                          <a:picLocks noChangeAspect="1" noChangeArrowheads="1"/>
                        </p:cNvPicPr>
                        <p:nvPr/>
                      </p:nvPicPr>
                      <p:blipFill>
                        <a:blip r:embed="rId24"/>
                        <a:srcRect/>
                        <a:stretch>
                          <a:fillRect/>
                        </a:stretch>
                      </p:blipFill>
                      <p:spPr bwMode="auto">
                        <a:xfrm>
                          <a:off x="1246" y="2352"/>
                          <a:ext cx="194"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0712" name="Text Box 120"/>
            <p:cNvSpPr txBox="1">
              <a:spLocks noChangeArrowheads="1"/>
            </p:cNvSpPr>
            <p:nvPr/>
          </p:nvSpPr>
          <p:spPr bwMode="auto">
            <a:xfrm>
              <a:off x="743" y="2811"/>
              <a:ext cx="23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i="1">
                  <a:latin typeface="Symbol" panose="05050102010706020507" pitchFamily="18" charset="2"/>
                  <a:ea typeface="宋体" panose="02010600030101010101" pitchFamily="2" charset="-122"/>
                </a:rPr>
                <a:t>q</a:t>
              </a:r>
              <a:endParaRPr kumimoji="1" lang="en-US" altLang="zh-CN" sz="2800" b="0">
                <a:ea typeface="宋体" panose="02010600030101010101" pitchFamily="2" charset="-122"/>
              </a:endParaRPr>
            </a:p>
          </p:txBody>
        </p:sp>
        <p:sp>
          <p:nvSpPr>
            <p:cNvPr id="110713" name="Freeform 121"/>
            <p:cNvSpPr>
              <a:spLocks/>
            </p:cNvSpPr>
            <p:nvPr/>
          </p:nvSpPr>
          <p:spPr bwMode="auto">
            <a:xfrm>
              <a:off x="720" y="2976"/>
              <a:ext cx="57" cy="144"/>
            </a:xfrm>
            <a:custGeom>
              <a:avLst/>
              <a:gdLst>
                <a:gd name="T0" fmla="*/ 0 w 57"/>
                <a:gd name="T1" fmla="*/ 0 h 144"/>
                <a:gd name="T2" fmla="*/ 42 w 57"/>
                <a:gd name="T3" fmla="*/ 54 h 144"/>
                <a:gd name="T4" fmla="*/ 57 w 57"/>
                <a:gd name="T5" fmla="*/ 144 h 144"/>
              </a:gdLst>
              <a:ahLst/>
              <a:cxnLst>
                <a:cxn ang="0">
                  <a:pos x="T0" y="T1"/>
                </a:cxn>
                <a:cxn ang="0">
                  <a:pos x="T2" y="T3"/>
                </a:cxn>
                <a:cxn ang="0">
                  <a:pos x="T4" y="T5"/>
                </a:cxn>
              </a:cxnLst>
              <a:rect l="0" t="0" r="r" b="b"/>
              <a:pathLst>
                <a:path w="57" h="144">
                  <a:moveTo>
                    <a:pt x="0" y="0"/>
                  </a:moveTo>
                  <a:cubicBezTo>
                    <a:pt x="7" y="9"/>
                    <a:pt x="33" y="30"/>
                    <a:pt x="42" y="54"/>
                  </a:cubicBezTo>
                  <a:cubicBezTo>
                    <a:pt x="51" y="78"/>
                    <a:pt x="54" y="125"/>
                    <a:pt x="57" y="144"/>
                  </a:cubicBezTo>
                </a:path>
              </a:pathLst>
            </a:custGeom>
            <a:noFill/>
            <a:ln w="28575" cap="flat" cmpd="sng">
              <a:solidFill>
                <a:srgbClr val="66FF33"/>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pSp>
      <p:grpSp>
        <p:nvGrpSpPr>
          <p:cNvPr id="110714" name="Group 122"/>
          <p:cNvGrpSpPr>
            <a:grpSpLocks/>
          </p:cNvGrpSpPr>
          <p:nvPr/>
        </p:nvGrpSpPr>
        <p:grpSpPr bwMode="auto">
          <a:xfrm>
            <a:off x="1936750" y="3817938"/>
            <a:ext cx="381000" cy="433387"/>
            <a:chOff x="948" y="3147"/>
            <a:chExt cx="240" cy="273"/>
          </a:xfrm>
        </p:grpSpPr>
        <p:sp>
          <p:nvSpPr>
            <p:cNvPr id="110715" name="Arc 123"/>
            <p:cNvSpPr>
              <a:spLocks/>
            </p:cNvSpPr>
            <p:nvPr/>
          </p:nvSpPr>
          <p:spPr bwMode="auto">
            <a:xfrm flipH="1">
              <a:off x="948" y="3324"/>
              <a:ext cx="240" cy="9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28575">
              <a:solidFill>
                <a:srgbClr val="66FF33"/>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110716" name="Object 124"/>
            <p:cNvGraphicFramePr>
              <a:graphicFrameLocks noChangeAspect="1"/>
            </p:cNvGraphicFramePr>
            <p:nvPr>
              <p:extLst>
                <p:ext uri="{D42A27DB-BD31-4B8C-83A1-F6EECF244321}">
                  <p14:modId xmlns:p14="http://schemas.microsoft.com/office/powerpoint/2010/main" val="1223278666"/>
                </p:ext>
              </p:extLst>
            </p:nvPr>
          </p:nvGraphicFramePr>
          <p:xfrm>
            <a:off x="1016" y="3147"/>
            <a:ext cx="149" cy="235"/>
          </p:xfrm>
          <a:graphic>
            <a:graphicData uri="http://schemas.openxmlformats.org/presentationml/2006/ole">
              <mc:AlternateContent xmlns:mc="http://schemas.openxmlformats.org/markup-compatibility/2006">
                <mc:Choice xmlns:v="urn:schemas-microsoft-com:vml" Requires="v">
                  <p:oleObj spid="_x0000_s134367" name="Equation" r:id="rId25" imgW="126720" imgH="203040" progId="Equation.DSMT4">
                    <p:embed/>
                  </p:oleObj>
                </mc:Choice>
                <mc:Fallback>
                  <p:oleObj name="Equation" r:id="rId25" imgW="126720" imgH="203040" progId="Equation.DSMT4">
                    <p:embed/>
                    <p:pic>
                      <p:nvPicPr>
                        <p:cNvPr id="110716" name="Object 124"/>
                        <p:cNvPicPr>
                          <a:picLocks noChangeAspect="1" noChangeArrowheads="1"/>
                        </p:cNvPicPr>
                        <p:nvPr/>
                      </p:nvPicPr>
                      <p:blipFill>
                        <a:blip r:embed="rId26"/>
                        <a:srcRect/>
                        <a:stretch>
                          <a:fillRect/>
                        </a:stretch>
                      </p:blipFill>
                      <p:spPr bwMode="auto">
                        <a:xfrm>
                          <a:off x="1016" y="3147"/>
                          <a:ext cx="149"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FF3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10717" name="Object 125"/>
          <p:cNvGraphicFramePr>
            <a:graphicFrameLocks noChangeAspect="1"/>
          </p:cNvGraphicFramePr>
          <p:nvPr>
            <p:extLst>
              <p:ext uri="{D42A27DB-BD31-4B8C-83A1-F6EECF244321}">
                <p14:modId xmlns:p14="http://schemas.microsoft.com/office/powerpoint/2010/main" val="1125278143"/>
              </p:ext>
            </p:extLst>
          </p:nvPr>
        </p:nvGraphicFramePr>
        <p:xfrm>
          <a:off x="1257300" y="5099050"/>
          <a:ext cx="3889375" cy="542925"/>
        </p:xfrm>
        <a:graphic>
          <a:graphicData uri="http://schemas.openxmlformats.org/presentationml/2006/ole">
            <mc:AlternateContent xmlns:mc="http://schemas.openxmlformats.org/markup-compatibility/2006">
              <mc:Choice xmlns:v="urn:schemas-microsoft-com:vml" Requires="v">
                <p:oleObj spid="_x0000_s134368" name="Equation" r:id="rId27" imgW="1726920" imgH="241200" progId="Equation.DSMT4">
                  <p:embed/>
                </p:oleObj>
              </mc:Choice>
              <mc:Fallback>
                <p:oleObj name="Equation" r:id="rId27" imgW="1726920" imgH="241200" progId="Equation.DSMT4">
                  <p:embed/>
                  <p:pic>
                    <p:nvPicPr>
                      <p:cNvPr id="110717" name="Object 125"/>
                      <p:cNvPicPr>
                        <a:picLocks noChangeAspect="1" noChangeArrowheads="1"/>
                      </p:cNvPicPr>
                      <p:nvPr/>
                    </p:nvPicPr>
                    <p:blipFill>
                      <a:blip r:embed="rId28"/>
                      <a:srcRect/>
                      <a:stretch>
                        <a:fillRect/>
                      </a:stretch>
                    </p:blipFill>
                    <p:spPr bwMode="auto">
                      <a:xfrm>
                        <a:off x="1257300" y="5099050"/>
                        <a:ext cx="3889375" cy="542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718" name="Object 126"/>
          <p:cNvGraphicFramePr>
            <a:graphicFrameLocks noChangeAspect="1"/>
          </p:cNvGraphicFramePr>
          <p:nvPr>
            <p:extLst>
              <p:ext uri="{D42A27DB-BD31-4B8C-83A1-F6EECF244321}">
                <p14:modId xmlns:p14="http://schemas.microsoft.com/office/powerpoint/2010/main" val="434448452"/>
              </p:ext>
            </p:extLst>
          </p:nvPr>
        </p:nvGraphicFramePr>
        <p:xfrm>
          <a:off x="1227138" y="5830888"/>
          <a:ext cx="3829050" cy="471487"/>
        </p:xfrm>
        <a:graphic>
          <a:graphicData uri="http://schemas.openxmlformats.org/presentationml/2006/ole">
            <mc:AlternateContent xmlns:mc="http://schemas.openxmlformats.org/markup-compatibility/2006">
              <mc:Choice xmlns:v="urn:schemas-microsoft-com:vml" Requires="v">
                <p:oleObj spid="_x0000_s134369" name="Equation" r:id="rId29" imgW="1854000" imgH="228600" progId="Equation.DSMT4">
                  <p:embed/>
                </p:oleObj>
              </mc:Choice>
              <mc:Fallback>
                <p:oleObj name="Equation" r:id="rId29" imgW="1854000" imgH="228600" progId="Equation.DSMT4">
                  <p:embed/>
                  <p:pic>
                    <p:nvPicPr>
                      <p:cNvPr id="110718" name="Object 126"/>
                      <p:cNvPicPr>
                        <a:picLocks noChangeAspect="1" noChangeArrowheads="1"/>
                      </p:cNvPicPr>
                      <p:nvPr/>
                    </p:nvPicPr>
                    <p:blipFill>
                      <a:blip r:embed="rId30"/>
                      <a:srcRect/>
                      <a:stretch>
                        <a:fillRect/>
                      </a:stretch>
                    </p:blipFill>
                    <p:spPr bwMode="auto">
                      <a:xfrm>
                        <a:off x="1227138" y="5830888"/>
                        <a:ext cx="3829050" cy="471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0211950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withEffect">
                                  <p:stCondLst>
                                    <p:cond delay="0"/>
                                  </p:stCondLst>
                                  <p:childTnLst>
                                    <p:set>
                                      <p:cBhvr>
                                        <p:cTn id="6" dur="1" fill="hold">
                                          <p:stCondLst>
                                            <p:cond delay="0"/>
                                          </p:stCondLst>
                                        </p:cTn>
                                        <p:tgtEl>
                                          <p:spTgt spid="110599"/>
                                        </p:tgtEl>
                                        <p:attrNameLst>
                                          <p:attrName>style.visibility</p:attrName>
                                        </p:attrNameLst>
                                      </p:cBhvr>
                                      <p:to>
                                        <p:strVal val="visible"/>
                                      </p:to>
                                    </p:set>
                                    <p:anim calcmode="lin" valueType="num">
                                      <p:cBhvr>
                                        <p:cTn id="7" dur="1000" fill="hold"/>
                                        <p:tgtEl>
                                          <p:spTgt spid="110599"/>
                                        </p:tgtEl>
                                        <p:attrNameLst>
                                          <p:attrName>ppt_w</p:attrName>
                                        </p:attrNameLst>
                                      </p:cBhvr>
                                      <p:tavLst>
                                        <p:tav tm="0">
                                          <p:val>
                                            <p:fltVal val="0"/>
                                          </p:val>
                                        </p:tav>
                                        <p:tav tm="100000">
                                          <p:val>
                                            <p:strVal val="#ppt_w"/>
                                          </p:val>
                                        </p:tav>
                                      </p:tavLst>
                                    </p:anim>
                                    <p:anim calcmode="lin" valueType="num">
                                      <p:cBhvr>
                                        <p:cTn id="8" dur="1000" fill="hold"/>
                                        <p:tgtEl>
                                          <p:spTgt spid="110599"/>
                                        </p:tgtEl>
                                        <p:attrNameLst>
                                          <p:attrName>ppt_h</p:attrName>
                                        </p:attrNameLst>
                                      </p:cBhvr>
                                      <p:tavLst>
                                        <p:tav tm="0">
                                          <p:val>
                                            <p:fltVal val="0"/>
                                          </p:val>
                                        </p:tav>
                                        <p:tav tm="100000">
                                          <p:val>
                                            <p:strVal val="#ppt_h"/>
                                          </p:val>
                                        </p:tav>
                                      </p:tavLst>
                                    </p:anim>
                                    <p:anim calcmode="lin" valueType="num">
                                      <p:cBhvr>
                                        <p:cTn id="9" dur="1000" fill="hold"/>
                                        <p:tgtEl>
                                          <p:spTgt spid="110599"/>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10599"/>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3" presetClass="entr" presetSubtype="10" fill="hold" nodeType="afterEffect">
                                  <p:stCondLst>
                                    <p:cond delay="0"/>
                                  </p:stCondLst>
                                  <p:childTnLst>
                                    <p:set>
                                      <p:cBhvr>
                                        <p:cTn id="13" dur="1" fill="hold">
                                          <p:stCondLst>
                                            <p:cond delay="0"/>
                                          </p:stCondLst>
                                        </p:cTn>
                                        <p:tgtEl>
                                          <p:spTgt spid="110664"/>
                                        </p:tgtEl>
                                        <p:attrNameLst>
                                          <p:attrName>style.visibility</p:attrName>
                                        </p:attrNameLst>
                                      </p:cBhvr>
                                      <p:to>
                                        <p:strVal val="visible"/>
                                      </p:to>
                                    </p:set>
                                    <p:animEffect transition="in" filter="blinds(horizontal)">
                                      <p:cBhvr>
                                        <p:cTn id="14" dur="500"/>
                                        <p:tgtEl>
                                          <p:spTgt spid="110664"/>
                                        </p:tgtEl>
                                      </p:cBhvr>
                                    </p:animEffect>
                                  </p:childTnLst>
                                </p:cTn>
                              </p:par>
                            </p:childTnLst>
                          </p:cTn>
                        </p:par>
                        <p:par>
                          <p:cTn id="15" fill="hold" nodeType="afterGroup">
                            <p:stCondLst>
                              <p:cond delay="1500"/>
                            </p:stCondLst>
                            <p:childTnLst>
                              <p:par>
                                <p:cTn id="16" presetID="2" presetClass="entr" presetSubtype="2" fill="hold" grpId="0" nodeType="afterEffect">
                                  <p:stCondLst>
                                    <p:cond delay="0"/>
                                  </p:stCondLst>
                                  <p:childTnLst>
                                    <p:set>
                                      <p:cBhvr>
                                        <p:cTn id="17" dur="1" fill="hold">
                                          <p:stCondLst>
                                            <p:cond delay="0"/>
                                          </p:stCondLst>
                                        </p:cTn>
                                        <p:tgtEl>
                                          <p:spTgt spid="110597"/>
                                        </p:tgtEl>
                                        <p:attrNameLst>
                                          <p:attrName>style.visibility</p:attrName>
                                        </p:attrNameLst>
                                      </p:cBhvr>
                                      <p:to>
                                        <p:strVal val="visible"/>
                                      </p:to>
                                    </p:set>
                                    <p:anim calcmode="lin" valueType="num">
                                      <p:cBhvr additive="base">
                                        <p:cTn id="18" dur="500" fill="hold"/>
                                        <p:tgtEl>
                                          <p:spTgt spid="110597"/>
                                        </p:tgtEl>
                                        <p:attrNameLst>
                                          <p:attrName>ppt_x</p:attrName>
                                        </p:attrNameLst>
                                      </p:cBhvr>
                                      <p:tavLst>
                                        <p:tav tm="0">
                                          <p:val>
                                            <p:strVal val="1+#ppt_w/2"/>
                                          </p:val>
                                        </p:tav>
                                        <p:tav tm="100000">
                                          <p:val>
                                            <p:strVal val="#ppt_x"/>
                                          </p:val>
                                        </p:tav>
                                      </p:tavLst>
                                    </p:anim>
                                    <p:anim calcmode="lin" valueType="num">
                                      <p:cBhvr additive="base">
                                        <p:cTn id="19" dur="500" fill="hold"/>
                                        <p:tgtEl>
                                          <p:spTgt spid="110597"/>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5" presetClass="entr" presetSubtype="0" fill="hold" grpId="0" nodeType="clickEffect">
                                  <p:stCondLst>
                                    <p:cond delay="0"/>
                                  </p:stCondLst>
                                  <p:childTnLst>
                                    <p:set>
                                      <p:cBhvr>
                                        <p:cTn id="23" dur="1" fill="hold">
                                          <p:stCondLst>
                                            <p:cond delay="0"/>
                                          </p:stCondLst>
                                        </p:cTn>
                                        <p:tgtEl>
                                          <p:spTgt spid="110600"/>
                                        </p:tgtEl>
                                        <p:attrNameLst>
                                          <p:attrName>style.visibility</p:attrName>
                                        </p:attrNameLst>
                                      </p:cBhvr>
                                      <p:to>
                                        <p:strVal val="visible"/>
                                      </p:to>
                                    </p:set>
                                    <p:anim calcmode="lin" valueType="num">
                                      <p:cBhvr>
                                        <p:cTn id="24" dur="1000" fill="hold"/>
                                        <p:tgtEl>
                                          <p:spTgt spid="110600"/>
                                        </p:tgtEl>
                                        <p:attrNameLst>
                                          <p:attrName>ppt_w</p:attrName>
                                        </p:attrNameLst>
                                      </p:cBhvr>
                                      <p:tavLst>
                                        <p:tav tm="0">
                                          <p:val>
                                            <p:fltVal val="0"/>
                                          </p:val>
                                        </p:tav>
                                        <p:tav tm="100000">
                                          <p:val>
                                            <p:strVal val="#ppt_w"/>
                                          </p:val>
                                        </p:tav>
                                      </p:tavLst>
                                    </p:anim>
                                    <p:anim calcmode="lin" valueType="num">
                                      <p:cBhvr>
                                        <p:cTn id="25" dur="1000" fill="hold"/>
                                        <p:tgtEl>
                                          <p:spTgt spid="110600"/>
                                        </p:tgtEl>
                                        <p:attrNameLst>
                                          <p:attrName>ppt_h</p:attrName>
                                        </p:attrNameLst>
                                      </p:cBhvr>
                                      <p:tavLst>
                                        <p:tav tm="0">
                                          <p:val>
                                            <p:fltVal val="0"/>
                                          </p:val>
                                        </p:tav>
                                        <p:tav tm="100000">
                                          <p:val>
                                            <p:strVal val="#ppt_h"/>
                                          </p:val>
                                        </p:tav>
                                      </p:tavLst>
                                    </p:anim>
                                    <p:anim calcmode="lin" valueType="num">
                                      <p:cBhvr>
                                        <p:cTn id="26" dur="1000" fill="hold"/>
                                        <p:tgtEl>
                                          <p:spTgt spid="110600"/>
                                        </p:tgtEl>
                                        <p:attrNameLst>
                                          <p:attrName>ppt_x</p:attrName>
                                        </p:attrNameLst>
                                      </p:cBhvr>
                                      <p:tavLst>
                                        <p:tav tm="0" fmla="#ppt_x+(cos(-2*pi*(1-$))*-#ppt_x-sin(-2*pi*(1-$))*(1-#ppt_y))*(1-$)">
                                          <p:val>
                                            <p:fltVal val="0"/>
                                          </p:val>
                                        </p:tav>
                                        <p:tav tm="100000">
                                          <p:val>
                                            <p:fltVal val="1"/>
                                          </p:val>
                                        </p:tav>
                                      </p:tavLst>
                                    </p:anim>
                                    <p:anim calcmode="lin" valueType="num">
                                      <p:cBhvr>
                                        <p:cTn id="27" dur="1000" fill="hold"/>
                                        <p:tgtEl>
                                          <p:spTgt spid="11060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0598"/>
                                        </p:tgtEl>
                                        <p:attrNameLst>
                                          <p:attrName>style.visibility</p:attrName>
                                        </p:attrNameLst>
                                      </p:cBhvr>
                                      <p:to>
                                        <p:strVal val="visible"/>
                                      </p:to>
                                    </p:set>
                                    <p:animEffect transition="in" filter="wipe(left)">
                                      <p:cBhvr>
                                        <p:cTn id="32" dur="2000"/>
                                        <p:tgtEl>
                                          <p:spTgt spid="11059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110651"/>
                                        </p:tgtEl>
                                        <p:attrNameLst>
                                          <p:attrName>style.visibility</p:attrName>
                                        </p:attrNameLst>
                                      </p:cBhvr>
                                      <p:to>
                                        <p:strVal val="visible"/>
                                      </p:to>
                                    </p:set>
                                    <p:animEffect transition="in" filter="dissolve">
                                      <p:cBhvr>
                                        <p:cTn id="37" dur="500"/>
                                        <p:tgtEl>
                                          <p:spTgt spid="11065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10692"/>
                                        </p:tgtEl>
                                        <p:attrNameLst>
                                          <p:attrName>style.visibility</p:attrName>
                                        </p:attrNameLst>
                                      </p:cBhvr>
                                      <p:to>
                                        <p:strVal val="visible"/>
                                      </p:to>
                                    </p:set>
                                    <p:animEffect transition="in" filter="wipe(left)">
                                      <p:cBhvr>
                                        <p:cTn id="42" dur="2000"/>
                                        <p:tgtEl>
                                          <p:spTgt spid="11069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10695"/>
                                        </p:tgtEl>
                                        <p:attrNameLst>
                                          <p:attrName>style.visibility</p:attrName>
                                        </p:attrNameLst>
                                      </p:cBhvr>
                                      <p:to>
                                        <p:strVal val="visible"/>
                                      </p:to>
                                    </p:set>
                                    <p:animEffect transition="in" filter="wipe(left)">
                                      <p:cBhvr>
                                        <p:cTn id="47" dur="2000"/>
                                        <p:tgtEl>
                                          <p:spTgt spid="11069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10701"/>
                                        </p:tgtEl>
                                        <p:attrNameLst>
                                          <p:attrName>style.visibility</p:attrName>
                                        </p:attrNameLst>
                                      </p:cBhvr>
                                      <p:to>
                                        <p:strVal val="visible"/>
                                      </p:to>
                                    </p:set>
                                    <p:animEffect transition="in" filter="wipe(left)">
                                      <p:cBhvr>
                                        <p:cTn id="52" dur="2000"/>
                                        <p:tgtEl>
                                          <p:spTgt spid="11070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4" fill="hold" nodeType="clickEffect">
                                  <p:stCondLst>
                                    <p:cond delay="0"/>
                                  </p:stCondLst>
                                  <p:childTnLst>
                                    <p:set>
                                      <p:cBhvr>
                                        <p:cTn id="56" dur="1" fill="hold">
                                          <p:stCondLst>
                                            <p:cond delay="0"/>
                                          </p:stCondLst>
                                        </p:cTn>
                                        <p:tgtEl>
                                          <p:spTgt spid="110698"/>
                                        </p:tgtEl>
                                        <p:attrNameLst>
                                          <p:attrName>style.visibility</p:attrName>
                                        </p:attrNameLst>
                                      </p:cBhvr>
                                      <p:to>
                                        <p:strVal val="visible"/>
                                      </p:to>
                                    </p:set>
                                    <p:animEffect transition="in" filter="wipe(down)">
                                      <p:cBhvr>
                                        <p:cTn id="57" dur="2000"/>
                                        <p:tgtEl>
                                          <p:spTgt spid="11069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4" fill="hold" nodeType="clickEffect">
                                  <p:stCondLst>
                                    <p:cond delay="0"/>
                                  </p:stCondLst>
                                  <p:childTnLst>
                                    <p:set>
                                      <p:cBhvr>
                                        <p:cTn id="61" dur="1" fill="hold">
                                          <p:stCondLst>
                                            <p:cond delay="0"/>
                                          </p:stCondLst>
                                        </p:cTn>
                                        <p:tgtEl>
                                          <p:spTgt spid="110704"/>
                                        </p:tgtEl>
                                        <p:attrNameLst>
                                          <p:attrName>style.visibility</p:attrName>
                                        </p:attrNameLst>
                                      </p:cBhvr>
                                      <p:to>
                                        <p:strVal val="visible"/>
                                      </p:to>
                                    </p:set>
                                    <p:animEffect transition="in" filter="wipe(down)">
                                      <p:cBhvr>
                                        <p:cTn id="62" dur="2000"/>
                                        <p:tgtEl>
                                          <p:spTgt spid="11070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4" fill="hold" nodeType="clickEffect">
                                  <p:stCondLst>
                                    <p:cond delay="0"/>
                                  </p:stCondLst>
                                  <p:childTnLst>
                                    <p:set>
                                      <p:cBhvr>
                                        <p:cTn id="66" dur="1" fill="hold">
                                          <p:stCondLst>
                                            <p:cond delay="0"/>
                                          </p:stCondLst>
                                        </p:cTn>
                                        <p:tgtEl>
                                          <p:spTgt spid="110709"/>
                                        </p:tgtEl>
                                        <p:attrNameLst>
                                          <p:attrName>style.visibility</p:attrName>
                                        </p:attrNameLst>
                                      </p:cBhvr>
                                      <p:to>
                                        <p:strVal val="visible"/>
                                      </p:to>
                                    </p:set>
                                    <p:animEffect transition="in" filter="wipe(down)">
                                      <p:cBhvr>
                                        <p:cTn id="67" dur="2000"/>
                                        <p:tgtEl>
                                          <p:spTgt spid="110709"/>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nodeType="clickEffect">
                                  <p:stCondLst>
                                    <p:cond delay="0"/>
                                  </p:stCondLst>
                                  <p:childTnLst>
                                    <p:set>
                                      <p:cBhvr>
                                        <p:cTn id="71" dur="1" fill="hold">
                                          <p:stCondLst>
                                            <p:cond delay="0"/>
                                          </p:stCondLst>
                                        </p:cTn>
                                        <p:tgtEl>
                                          <p:spTgt spid="110714"/>
                                        </p:tgtEl>
                                        <p:attrNameLst>
                                          <p:attrName>style.visibility</p:attrName>
                                        </p:attrNameLst>
                                      </p:cBhvr>
                                      <p:to>
                                        <p:strVal val="visible"/>
                                      </p:to>
                                    </p:set>
                                    <p:animEffect transition="in" filter="dissolve">
                                      <p:cBhvr>
                                        <p:cTn id="72" dur="500"/>
                                        <p:tgtEl>
                                          <p:spTgt spid="110714"/>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110717"/>
                                        </p:tgtEl>
                                        <p:attrNameLst>
                                          <p:attrName>style.visibility</p:attrName>
                                        </p:attrNameLst>
                                      </p:cBhvr>
                                      <p:to>
                                        <p:strVal val="visible"/>
                                      </p:to>
                                    </p:set>
                                    <p:animEffect transition="in" filter="wipe(left)">
                                      <p:cBhvr>
                                        <p:cTn id="77" dur="2000"/>
                                        <p:tgtEl>
                                          <p:spTgt spid="110717"/>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110718"/>
                                        </p:tgtEl>
                                        <p:attrNameLst>
                                          <p:attrName>style.visibility</p:attrName>
                                        </p:attrNameLst>
                                      </p:cBhvr>
                                      <p:to>
                                        <p:strVal val="visible"/>
                                      </p:to>
                                    </p:set>
                                    <p:animEffect transition="in" filter="wipe(left)">
                                      <p:cBhvr>
                                        <p:cTn id="82" dur="2000"/>
                                        <p:tgtEl>
                                          <p:spTgt spid="1107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7" grpId="0" autoUpdateAnimBg="0"/>
      <p:bldP spid="110598" grpId="0" autoUpdateAnimBg="0"/>
      <p:bldP spid="110599" grpId="0"/>
      <p:bldP spid="110600" grpId="0" animBg="1"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1674" name="Object 58"/>
          <p:cNvGraphicFramePr>
            <a:graphicFrameLocks noChangeAspect="1"/>
          </p:cNvGraphicFramePr>
          <p:nvPr>
            <p:extLst>
              <p:ext uri="{D42A27DB-BD31-4B8C-83A1-F6EECF244321}">
                <p14:modId xmlns:p14="http://schemas.microsoft.com/office/powerpoint/2010/main" val="3654977857"/>
              </p:ext>
            </p:extLst>
          </p:nvPr>
        </p:nvGraphicFramePr>
        <p:xfrm>
          <a:off x="1141413" y="1281113"/>
          <a:ext cx="3900487" cy="479425"/>
        </p:xfrm>
        <a:graphic>
          <a:graphicData uri="http://schemas.openxmlformats.org/presentationml/2006/ole">
            <mc:AlternateContent xmlns:mc="http://schemas.openxmlformats.org/markup-compatibility/2006">
              <mc:Choice xmlns:v="urn:schemas-microsoft-com:vml" Requires="v">
                <p:oleObj spid="_x0000_s135310" name="Equation" r:id="rId3" imgW="1841400" imgH="228600" progId="Equation.DSMT4">
                  <p:embed/>
                </p:oleObj>
              </mc:Choice>
              <mc:Fallback>
                <p:oleObj name="Equation" r:id="rId3" imgW="1841400" imgH="228600" progId="Equation.DSMT4">
                  <p:embed/>
                  <p:pic>
                    <p:nvPicPr>
                      <p:cNvPr id="111674" name="Object 58"/>
                      <p:cNvPicPr>
                        <a:picLocks noChangeAspect="1" noChangeArrowheads="1"/>
                      </p:cNvPicPr>
                      <p:nvPr/>
                    </p:nvPicPr>
                    <p:blipFill>
                      <a:blip r:embed="rId4"/>
                      <a:srcRect/>
                      <a:stretch>
                        <a:fillRect/>
                      </a:stretch>
                    </p:blipFill>
                    <p:spPr bwMode="auto">
                      <a:xfrm>
                        <a:off x="1141413" y="1281113"/>
                        <a:ext cx="3900487"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80" name="Object 64"/>
          <p:cNvGraphicFramePr>
            <a:graphicFrameLocks noChangeAspect="1"/>
          </p:cNvGraphicFramePr>
          <p:nvPr>
            <p:extLst>
              <p:ext uri="{D42A27DB-BD31-4B8C-83A1-F6EECF244321}">
                <p14:modId xmlns:p14="http://schemas.microsoft.com/office/powerpoint/2010/main" val="1274813068"/>
              </p:ext>
            </p:extLst>
          </p:nvPr>
        </p:nvGraphicFramePr>
        <p:xfrm>
          <a:off x="1108075" y="633413"/>
          <a:ext cx="2770188" cy="527050"/>
        </p:xfrm>
        <a:graphic>
          <a:graphicData uri="http://schemas.openxmlformats.org/presentationml/2006/ole">
            <mc:AlternateContent xmlns:mc="http://schemas.openxmlformats.org/markup-compatibility/2006">
              <mc:Choice xmlns:v="urn:schemas-microsoft-com:vml" Requires="v">
                <p:oleObj spid="_x0000_s135311" name="Equation" r:id="rId5" imgW="1269720" imgH="241200" progId="Equation.DSMT4">
                  <p:embed/>
                </p:oleObj>
              </mc:Choice>
              <mc:Fallback>
                <p:oleObj name="Equation" r:id="rId5" imgW="1269720" imgH="241200" progId="Equation.DSMT4">
                  <p:embed/>
                  <p:pic>
                    <p:nvPicPr>
                      <p:cNvPr id="111680" name="Object 64"/>
                      <p:cNvPicPr>
                        <a:picLocks noChangeAspect="1" noChangeArrowheads="1"/>
                      </p:cNvPicPr>
                      <p:nvPr/>
                    </p:nvPicPr>
                    <p:blipFill>
                      <a:blip r:embed="rId6"/>
                      <a:srcRect/>
                      <a:stretch>
                        <a:fillRect/>
                      </a:stretch>
                    </p:blipFill>
                    <p:spPr bwMode="auto">
                      <a:xfrm>
                        <a:off x="1108075" y="633413"/>
                        <a:ext cx="2770188"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81" name="Object 65"/>
          <p:cNvGraphicFramePr>
            <a:graphicFrameLocks noChangeAspect="1"/>
          </p:cNvGraphicFramePr>
          <p:nvPr>
            <p:extLst>
              <p:ext uri="{D42A27DB-BD31-4B8C-83A1-F6EECF244321}">
                <p14:modId xmlns:p14="http://schemas.microsoft.com/office/powerpoint/2010/main" val="2689480643"/>
              </p:ext>
            </p:extLst>
          </p:nvPr>
        </p:nvGraphicFramePr>
        <p:xfrm>
          <a:off x="1108075" y="2135188"/>
          <a:ext cx="4151313" cy="1919287"/>
        </p:xfrm>
        <a:graphic>
          <a:graphicData uri="http://schemas.openxmlformats.org/presentationml/2006/ole">
            <mc:AlternateContent xmlns:mc="http://schemas.openxmlformats.org/markup-compatibility/2006">
              <mc:Choice xmlns:v="urn:schemas-microsoft-com:vml" Requires="v">
                <p:oleObj spid="_x0000_s135312" name="Equation" r:id="rId7" imgW="1968480" imgH="914400" progId="Equation.DSMT4">
                  <p:embed/>
                </p:oleObj>
              </mc:Choice>
              <mc:Fallback>
                <p:oleObj name="Equation" r:id="rId7" imgW="1968480" imgH="914400" progId="Equation.DSMT4">
                  <p:embed/>
                  <p:pic>
                    <p:nvPicPr>
                      <p:cNvPr id="111681" name="Object 65"/>
                      <p:cNvPicPr>
                        <a:picLocks noChangeAspect="1" noChangeArrowheads="1"/>
                      </p:cNvPicPr>
                      <p:nvPr/>
                    </p:nvPicPr>
                    <p:blipFill>
                      <a:blip r:embed="rId8"/>
                      <a:srcRect/>
                      <a:stretch>
                        <a:fillRect/>
                      </a:stretch>
                    </p:blipFill>
                    <p:spPr bwMode="auto">
                      <a:xfrm>
                        <a:off x="1108075" y="2135188"/>
                        <a:ext cx="4151313" cy="1919287"/>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pic>
                </p:oleObj>
              </mc:Fallback>
            </mc:AlternateContent>
          </a:graphicData>
        </a:graphic>
      </p:graphicFrame>
      <p:grpSp>
        <p:nvGrpSpPr>
          <p:cNvPr id="2" name="组合 1">
            <a:extLst>
              <a:ext uri="{FF2B5EF4-FFF2-40B4-BE49-F238E27FC236}">
                <a16:creationId xmlns:a16="http://schemas.microsoft.com/office/drawing/2014/main" id="{798469FD-3396-4BAE-9BDA-007FBC4FB957}"/>
              </a:ext>
            </a:extLst>
          </p:cNvPr>
          <p:cNvGrpSpPr/>
          <p:nvPr/>
        </p:nvGrpSpPr>
        <p:grpSpPr>
          <a:xfrm>
            <a:off x="5922714" y="980728"/>
            <a:ext cx="2825750" cy="1949450"/>
            <a:chOff x="1193800" y="2928938"/>
            <a:chExt cx="2825750" cy="1949450"/>
          </a:xfrm>
        </p:grpSpPr>
        <p:grpSp>
          <p:nvGrpSpPr>
            <p:cNvPr id="66" name="Group 100">
              <a:extLst>
                <a:ext uri="{FF2B5EF4-FFF2-40B4-BE49-F238E27FC236}">
                  <a16:creationId xmlns:a16="http://schemas.microsoft.com/office/drawing/2014/main" id="{E1A28681-2D39-4BB0-A585-B1BD11977631}"/>
                </a:ext>
              </a:extLst>
            </p:cNvPr>
            <p:cNvGrpSpPr>
              <a:grpSpLocks/>
            </p:cNvGrpSpPr>
            <p:nvPr/>
          </p:nvGrpSpPr>
          <p:grpSpPr bwMode="auto">
            <a:xfrm>
              <a:off x="1193800" y="4275152"/>
              <a:ext cx="2825750" cy="423863"/>
              <a:chOff x="480" y="3120"/>
              <a:chExt cx="1780" cy="267"/>
            </a:xfrm>
          </p:grpSpPr>
          <p:sp>
            <p:nvSpPr>
              <p:cNvPr id="67" name="Line 101">
                <a:extLst>
                  <a:ext uri="{FF2B5EF4-FFF2-40B4-BE49-F238E27FC236}">
                    <a16:creationId xmlns:a16="http://schemas.microsoft.com/office/drawing/2014/main" id="{FB02B782-1242-4E8A-A3C7-FD5964695194}"/>
                  </a:ext>
                </a:extLst>
              </p:cNvPr>
              <p:cNvSpPr>
                <a:spLocks noChangeShapeType="1"/>
              </p:cNvSpPr>
              <p:nvPr/>
            </p:nvSpPr>
            <p:spPr bwMode="auto">
              <a:xfrm>
                <a:off x="480" y="3120"/>
                <a:ext cx="1680" cy="0"/>
              </a:xfrm>
              <a:prstGeom prst="line">
                <a:avLst/>
              </a:prstGeom>
              <a:noFill/>
              <a:ln w="28575">
                <a:solidFill>
                  <a:srgbClr val="FFC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68" name="Object 102">
                <a:extLst>
                  <a:ext uri="{FF2B5EF4-FFF2-40B4-BE49-F238E27FC236}">
                    <a16:creationId xmlns:a16="http://schemas.microsoft.com/office/drawing/2014/main" id="{7526D78A-6C64-440B-AF08-6EA0D388F28D}"/>
                  </a:ext>
                </a:extLst>
              </p:cNvPr>
              <p:cNvGraphicFramePr>
                <a:graphicFrameLocks noChangeAspect="1"/>
              </p:cNvGraphicFramePr>
              <p:nvPr>
                <p:extLst>
                  <p:ext uri="{D42A27DB-BD31-4B8C-83A1-F6EECF244321}">
                    <p14:modId xmlns:p14="http://schemas.microsoft.com/office/powerpoint/2010/main" val="3657408314"/>
                  </p:ext>
                </p:extLst>
              </p:nvPr>
            </p:nvGraphicFramePr>
            <p:xfrm>
              <a:off x="2103" y="3159"/>
              <a:ext cx="157" cy="228"/>
            </p:xfrm>
            <a:graphic>
              <a:graphicData uri="http://schemas.openxmlformats.org/presentationml/2006/ole">
                <mc:AlternateContent xmlns:mc="http://schemas.openxmlformats.org/markup-compatibility/2006">
                  <mc:Choice xmlns:v="urn:schemas-microsoft-com:vml" Requires="v">
                    <p:oleObj spid="_x0000_s135313" name="Equation" r:id="rId9" imgW="126720" imgH="190440" progId="Equation.DSMT4">
                      <p:embed/>
                    </p:oleObj>
                  </mc:Choice>
                  <mc:Fallback>
                    <p:oleObj name="Equation" r:id="rId9" imgW="126720" imgH="190440" progId="Equation.DSMT4">
                      <p:embed/>
                      <p:pic>
                        <p:nvPicPr>
                          <p:cNvPr id="110694" name="Object 102"/>
                          <p:cNvPicPr>
                            <a:picLocks noChangeAspect="1" noChangeArrowheads="1"/>
                          </p:cNvPicPr>
                          <p:nvPr/>
                        </p:nvPicPr>
                        <p:blipFill>
                          <a:blip r:embed="rId10"/>
                          <a:srcRect/>
                          <a:stretch>
                            <a:fillRect/>
                          </a:stretch>
                        </p:blipFill>
                        <p:spPr bwMode="auto">
                          <a:xfrm>
                            <a:off x="2103" y="3159"/>
                            <a:ext cx="157" cy="228"/>
                          </a:xfrm>
                          <a:prstGeom prst="rect">
                            <a:avLst/>
                          </a:prstGeom>
                          <a:noFill/>
                          <a:ln>
                            <a:noFill/>
                          </a:ln>
                          <a:effectLst/>
                          <a:extLst/>
                        </p:spPr>
                      </p:pic>
                    </p:oleObj>
                  </mc:Fallback>
                </mc:AlternateContent>
              </a:graphicData>
            </a:graphic>
          </p:graphicFrame>
        </p:grpSp>
        <p:grpSp>
          <p:nvGrpSpPr>
            <p:cNvPr id="69" name="Group 103">
              <a:extLst>
                <a:ext uri="{FF2B5EF4-FFF2-40B4-BE49-F238E27FC236}">
                  <a16:creationId xmlns:a16="http://schemas.microsoft.com/office/drawing/2014/main" id="{6B906DAF-069B-4DD6-A201-F3DA31128B8C}"/>
                </a:ext>
              </a:extLst>
            </p:cNvPr>
            <p:cNvGrpSpPr>
              <a:grpSpLocks/>
            </p:cNvGrpSpPr>
            <p:nvPr/>
          </p:nvGrpSpPr>
          <p:grpSpPr bwMode="auto">
            <a:xfrm>
              <a:off x="1193800" y="4254506"/>
              <a:ext cx="990600" cy="471488"/>
              <a:chOff x="480" y="3119"/>
              <a:chExt cx="624" cy="297"/>
            </a:xfrm>
          </p:grpSpPr>
          <p:sp>
            <p:nvSpPr>
              <p:cNvPr id="70" name="Line 104">
                <a:extLst>
                  <a:ext uri="{FF2B5EF4-FFF2-40B4-BE49-F238E27FC236}">
                    <a16:creationId xmlns:a16="http://schemas.microsoft.com/office/drawing/2014/main" id="{335ABF5C-CBE0-47A9-A8E0-EA6B2BA24CC5}"/>
                  </a:ext>
                </a:extLst>
              </p:cNvPr>
              <p:cNvSpPr>
                <a:spLocks noChangeShapeType="1"/>
              </p:cNvSpPr>
              <p:nvPr/>
            </p:nvSpPr>
            <p:spPr bwMode="auto">
              <a:xfrm>
                <a:off x="480" y="3120"/>
                <a:ext cx="624" cy="0"/>
              </a:xfrm>
              <a:prstGeom prst="line">
                <a:avLst/>
              </a:prstGeom>
              <a:noFill/>
              <a:ln w="28575">
                <a:solidFill>
                  <a:srgbClr val="FF99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71" name="Object 105">
                <a:extLst>
                  <a:ext uri="{FF2B5EF4-FFF2-40B4-BE49-F238E27FC236}">
                    <a16:creationId xmlns:a16="http://schemas.microsoft.com/office/drawing/2014/main" id="{C1B713FE-AA1E-4672-9C82-1E2A3C82C986}"/>
                  </a:ext>
                </a:extLst>
              </p:cNvPr>
              <p:cNvGraphicFramePr>
                <a:graphicFrameLocks noChangeAspect="1"/>
              </p:cNvGraphicFramePr>
              <p:nvPr>
                <p:extLst>
                  <p:ext uri="{D42A27DB-BD31-4B8C-83A1-F6EECF244321}">
                    <p14:modId xmlns:p14="http://schemas.microsoft.com/office/powerpoint/2010/main" val="1707921518"/>
                  </p:ext>
                </p:extLst>
              </p:nvPr>
            </p:nvGraphicFramePr>
            <p:xfrm>
              <a:off x="871" y="3119"/>
              <a:ext cx="232" cy="297"/>
            </p:xfrm>
            <a:graphic>
              <a:graphicData uri="http://schemas.openxmlformats.org/presentationml/2006/ole">
                <mc:AlternateContent xmlns:mc="http://schemas.openxmlformats.org/markup-compatibility/2006">
                  <mc:Choice xmlns:v="urn:schemas-microsoft-com:vml" Requires="v">
                    <p:oleObj spid="_x0000_s135314" name="Equation" r:id="rId11" imgW="190440" imgH="241200" progId="Equation.DSMT4">
                      <p:embed/>
                    </p:oleObj>
                  </mc:Choice>
                  <mc:Fallback>
                    <p:oleObj name="Equation" r:id="rId11" imgW="190440" imgH="241200" progId="Equation.DSMT4">
                      <p:embed/>
                      <p:pic>
                        <p:nvPicPr>
                          <p:cNvPr id="110697" name="Object 105"/>
                          <p:cNvPicPr>
                            <a:picLocks noChangeAspect="1" noChangeArrowheads="1"/>
                          </p:cNvPicPr>
                          <p:nvPr/>
                        </p:nvPicPr>
                        <p:blipFill>
                          <a:blip r:embed="rId12"/>
                          <a:srcRect/>
                          <a:stretch>
                            <a:fillRect/>
                          </a:stretch>
                        </p:blipFill>
                        <p:spPr bwMode="auto">
                          <a:xfrm>
                            <a:off x="871" y="3119"/>
                            <a:ext cx="232" cy="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2" name="Group 106">
              <a:extLst>
                <a:ext uri="{FF2B5EF4-FFF2-40B4-BE49-F238E27FC236}">
                  <a16:creationId xmlns:a16="http://schemas.microsoft.com/office/drawing/2014/main" id="{8225F502-8489-4316-B5E7-5DDF342E6B2D}"/>
                </a:ext>
              </a:extLst>
            </p:cNvPr>
            <p:cNvGrpSpPr>
              <a:grpSpLocks/>
            </p:cNvGrpSpPr>
            <p:nvPr/>
          </p:nvGrpSpPr>
          <p:grpSpPr bwMode="auto">
            <a:xfrm>
              <a:off x="3448046" y="2960688"/>
              <a:ext cx="396875" cy="1295400"/>
              <a:chOff x="1900" y="2304"/>
              <a:chExt cx="250" cy="816"/>
            </a:xfrm>
          </p:grpSpPr>
          <p:sp>
            <p:nvSpPr>
              <p:cNvPr id="73" name="Line 107">
                <a:extLst>
                  <a:ext uri="{FF2B5EF4-FFF2-40B4-BE49-F238E27FC236}">
                    <a16:creationId xmlns:a16="http://schemas.microsoft.com/office/drawing/2014/main" id="{5A0432A8-9E12-4AFB-A760-694FE786CC59}"/>
                  </a:ext>
                </a:extLst>
              </p:cNvPr>
              <p:cNvSpPr>
                <a:spLocks noChangeShapeType="1"/>
              </p:cNvSpPr>
              <p:nvPr/>
            </p:nvSpPr>
            <p:spPr bwMode="auto">
              <a:xfrm flipV="1">
                <a:off x="1900" y="2304"/>
                <a:ext cx="0" cy="816"/>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dirty="0"/>
              </a:p>
            </p:txBody>
          </p:sp>
          <p:graphicFrame>
            <p:nvGraphicFramePr>
              <p:cNvPr id="74" name="Object 108">
                <a:extLst>
                  <a:ext uri="{FF2B5EF4-FFF2-40B4-BE49-F238E27FC236}">
                    <a16:creationId xmlns:a16="http://schemas.microsoft.com/office/drawing/2014/main" id="{C9DDD9C5-D277-4A56-887E-681A098C36FE}"/>
                  </a:ext>
                </a:extLst>
              </p:cNvPr>
              <p:cNvGraphicFramePr>
                <a:graphicFrameLocks noChangeAspect="1"/>
              </p:cNvGraphicFramePr>
              <p:nvPr>
                <p:extLst>
                  <p:ext uri="{D42A27DB-BD31-4B8C-83A1-F6EECF244321}">
                    <p14:modId xmlns:p14="http://schemas.microsoft.com/office/powerpoint/2010/main" val="2787615513"/>
                  </p:ext>
                </p:extLst>
              </p:nvPr>
            </p:nvGraphicFramePr>
            <p:xfrm>
              <a:off x="1926" y="2592"/>
              <a:ext cx="224" cy="251"/>
            </p:xfrm>
            <a:graphic>
              <a:graphicData uri="http://schemas.openxmlformats.org/presentationml/2006/ole">
                <mc:AlternateContent xmlns:mc="http://schemas.openxmlformats.org/markup-compatibility/2006">
                  <mc:Choice xmlns:v="urn:schemas-microsoft-com:vml" Requires="v">
                    <p:oleObj spid="_x0000_s135315" name="Equation" r:id="rId13" imgW="215640" imgH="241200" progId="Equation.DSMT4">
                      <p:embed/>
                    </p:oleObj>
                  </mc:Choice>
                  <mc:Fallback>
                    <p:oleObj name="Equation" r:id="rId13" imgW="215640" imgH="241200" progId="Equation.DSMT4">
                      <p:embed/>
                      <p:pic>
                        <p:nvPicPr>
                          <p:cNvPr id="110700" name="Object 108"/>
                          <p:cNvPicPr>
                            <a:picLocks noChangeAspect="1" noChangeArrowheads="1"/>
                          </p:cNvPicPr>
                          <p:nvPr/>
                        </p:nvPicPr>
                        <p:blipFill>
                          <a:blip r:embed="rId14"/>
                          <a:srcRect/>
                          <a:stretch>
                            <a:fillRect/>
                          </a:stretch>
                        </p:blipFill>
                        <p:spPr bwMode="auto">
                          <a:xfrm>
                            <a:off x="1926" y="2592"/>
                            <a:ext cx="224" cy="2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5" name="Group 109">
              <a:extLst>
                <a:ext uri="{FF2B5EF4-FFF2-40B4-BE49-F238E27FC236}">
                  <a16:creationId xmlns:a16="http://schemas.microsoft.com/office/drawing/2014/main" id="{8FE25228-DB7A-4531-A2FE-CD0D331DF490}"/>
                </a:ext>
              </a:extLst>
            </p:cNvPr>
            <p:cNvGrpSpPr>
              <a:grpSpLocks/>
            </p:cNvGrpSpPr>
            <p:nvPr/>
          </p:nvGrpSpPr>
          <p:grpSpPr bwMode="auto">
            <a:xfrm>
              <a:off x="2195513" y="4292600"/>
              <a:ext cx="1574800" cy="585788"/>
              <a:chOff x="1104" y="3120"/>
              <a:chExt cx="992" cy="369"/>
            </a:xfrm>
          </p:grpSpPr>
          <p:sp>
            <p:nvSpPr>
              <p:cNvPr id="76" name="Line 110">
                <a:extLst>
                  <a:ext uri="{FF2B5EF4-FFF2-40B4-BE49-F238E27FC236}">
                    <a16:creationId xmlns:a16="http://schemas.microsoft.com/office/drawing/2014/main" id="{9ED34B0F-F7FE-48B5-8A9F-26B9F1D61030}"/>
                  </a:ext>
                </a:extLst>
              </p:cNvPr>
              <p:cNvSpPr>
                <a:spLocks noChangeShapeType="1"/>
              </p:cNvSpPr>
              <p:nvPr/>
            </p:nvSpPr>
            <p:spPr bwMode="auto">
              <a:xfrm>
                <a:off x="1104" y="3120"/>
                <a:ext cx="816" cy="0"/>
              </a:xfrm>
              <a:prstGeom prst="line">
                <a:avLst/>
              </a:prstGeom>
              <a:noFill/>
              <a:ln w="28575">
                <a:solidFill>
                  <a:srgbClr val="FF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77" name="Object 111">
                <a:extLst>
                  <a:ext uri="{FF2B5EF4-FFF2-40B4-BE49-F238E27FC236}">
                    <a16:creationId xmlns:a16="http://schemas.microsoft.com/office/drawing/2014/main" id="{D4D7CC29-BEAA-4065-AADF-CE92FD545E87}"/>
                  </a:ext>
                </a:extLst>
              </p:cNvPr>
              <p:cNvGraphicFramePr>
                <a:graphicFrameLocks noChangeAspect="1"/>
              </p:cNvGraphicFramePr>
              <p:nvPr>
                <p:extLst>
                  <p:ext uri="{D42A27DB-BD31-4B8C-83A1-F6EECF244321}">
                    <p14:modId xmlns:p14="http://schemas.microsoft.com/office/powerpoint/2010/main" val="3818160258"/>
                  </p:ext>
                </p:extLst>
              </p:nvPr>
            </p:nvGraphicFramePr>
            <p:xfrm>
              <a:off x="1772" y="3168"/>
              <a:ext cx="324" cy="321"/>
            </p:xfrm>
            <a:graphic>
              <a:graphicData uri="http://schemas.openxmlformats.org/presentationml/2006/ole">
                <mc:AlternateContent xmlns:mc="http://schemas.openxmlformats.org/markup-compatibility/2006">
                  <mc:Choice xmlns:v="urn:schemas-microsoft-com:vml" Requires="v">
                    <p:oleObj spid="_x0000_s135316" name="Equation" r:id="rId15" imgW="253800" imgH="253800" progId="Equation.DSMT4">
                      <p:embed/>
                    </p:oleObj>
                  </mc:Choice>
                  <mc:Fallback>
                    <p:oleObj name="Equation" r:id="rId15" imgW="253800" imgH="253800" progId="Equation.DSMT4">
                      <p:embed/>
                      <p:pic>
                        <p:nvPicPr>
                          <p:cNvPr id="110703" name="Object 111"/>
                          <p:cNvPicPr>
                            <a:picLocks noChangeAspect="1" noChangeArrowheads="1"/>
                          </p:cNvPicPr>
                          <p:nvPr/>
                        </p:nvPicPr>
                        <p:blipFill>
                          <a:blip r:embed="rId16"/>
                          <a:srcRect/>
                          <a:stretch>
                            <a:fillRect/>
                          </a:stretch>
                        </p:blipFill>
                        <p:spPr bwMode="auto">
                          <a:xfrm>
                            <a:off x="1772" y="3168"/>
                            <a:ext cx="324" cy="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8" name="Group 112">
              <a:extLst>
                <a:ext uri="{FF2B5EF4-FFF2-40B4-BE49-F238E27FC236}">
                  <a16:creationId xmlns:a16="http://schemas.microsoft.com/office/drawing/2014/main" id="{D4364327-94B5-49DD-AA89-FEC8E0F2987F}"/>
                </a:ext>
              </a:extLst>
            </p:cNvPr>
            <p:cNvGrpSpPr>
              <a:grpSpLocks/>
            </p:cNvGrpSpPr>
            <p:nvPr/>
          </p:nvGrpSpPr>
          <p:grpSpPr bwMode="auto">
            <a:xfrm>
              <a:off x="2159000" y="2928938"/>
              <a:ext cx="1327150" cy="1360487"/>
              <a:chOff x="1088" y="2284"/>
              <a:chExt cx="836" cy="857"/>
            </a:xfrm>
          </p:grpSpPr>
          <p:sp>
            <p:nvSpPr>
              <p:cNvPr id="79" name="Line 113">
                <a:extLst>
                  <a:ext uri="{FF2B5EF4-FFF2-40B4-BE49-F238E27FC236}">
                    <a16:creationId xmlns:a16="http://schemas.microsoft.com/office/drawing/2014/main" id="{4BD9030D-429A-45B5-B362-C4920C154CEF}"/>
                  </a:ext>
                </a:extLst>
              </p:cNvPr>
              <p:cNvSpPr>
                <a:spLocks noChangeShapeType="1"/>
              </p:cNvSpPr>
              <p:nvPr/>
            </p:nvSpPr>
            <p:spPr bwMode="auto">
              <a:xfrm flipV="1">
                <a:off x="1088" y="2284"/>
                <a:ext cx="836" cy="836"/>
              </a:xfrm>
              <a:prstGeom prst="line">
                <a:avLst/>
              </a:prstGeom>
              <a:noFill/>
              <a:ln w="28575">
                <a:solidFill>
                  <a:srgbClr val="66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80" name="Freeform 114">
                <a:extLst>
                  <a:ext uri="{FF2B5EF4-FFF2-40B4-BE49-F238E27FC236}">
                    <a16:creationId xmlns:a16="http://schemas.microsoft.com/office/drawing/2014/main" id="{3B95D58A-359C-4786-B1AC-A8550A12C4FB}"/>
                  </a:ext>
                </a:extLst>
              </p:cNvPr>
              <p:cNvSpPr>
                <a:spLocks/>
              </p:cNvSpPr>
              <p:nvPr/>
            </p:nvSpPr>
            <p:spPr bwMode="auto">
              <a:xfrm>
                <a:off x="1248" y="2976"/>
                <a:ext cx="75" cy="153"/>
              </a:xfrm>
              <a:custGeom>
                <a:avLst/>
                <a:gdLst>
                  <a:gd name="T0" fmla="*/ 0 w 75"/>
                  <a:gd name="T1" fmla="*/ 3 h 153"/>
                  <a:gd name="T2" fmla="*/ 63 w 75"/>
                  <a:gd name="T3" fmla="*/ 60 h 153"/>
                  <a:gd name="T4" fmla="*/ 75 w 75"/>
                  <a:gd name="T5" fmla="*/ 153 h 153"/>
                </a:gdLst>
                <a:ahLst/>
                <a:cxnLst>
                  <a:cxn ang="0">
                    <a:pos x="T0" y="T1"/>
                  </a:cxn>
                  <a:cxn ang="0">
                    <a:pos x="T2" y="T3"/>
                  </a:cxn>
                  <a:cxn ang="0">
                    <a:pos x="T4" y="T5"/>
                  </a:cxn>
                </a:cxnLst>
                <a:rect l="0" t="0" r="r" b="b"/>
                <a:pathLst>
                  <a:path w="75" h="153">
                    <a:moveTo>
                      <a:pt x="0" y="3"/>
                    </a:moveTo>
                    <a:cubicBezTo>
                      <a:pt x="9" y="0"/>
                      <a:pt x="51" y="35"/>
                      <a:pt x="63" y="60"/>
                    </a:cubicBezTo>
                    <a:cubicBezTo>
                      <a:pt x="75" y="85"/>
                      <a:pt x="73" y="134"/>
                      <a:pt x="75" y="153"/>
                    </a:cubicBezTo>
                  </a:path>
                </a:pathLst>
              </a:custGeom>
              <a:noFill/>
              <a:ln w="38100" cap="flat" cmpd="sng">
                <a:solidFill>
                  <a:srgbClr val="66FF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81" name="Object 115">
                <a:extLst>
                  <a:ext uri="{FF2B5EF4-FFF2-40B4-BE49-F238E27FC236}">
                    <a16:creationId xmlns:a16="http://schemas.microsoft.com/office/drawing/2014/main" id="{414B6C63-3CCA-4F6A-BF24-1A689A9E9F46}"/>
                  </a:ext>
                </a:extLst>
              </p:cNvPr>
              <p:cNvGraphicFramePr>
                <a:graphicFrameLocks noChangeAspect="1"/>
              </p:cNvGraphicFramePr>
              <p:nvPr>
                <p:extLst>
                  <p:ext uri="{D42A27DB-BD31-4B8C-83A1-F6EECF244321}">
                    <p14:modId xmlns:p14="http://schemas.microsoft.com/office/powerpoint/2010/main" val="3906020082"/>
                  </p:ext>
                </p:extLst>
              </p:nvPr>
            </p:nvGraphicFramePr>
            <p:xfrm>
              <a:off x="1518" y="2632"/>
              <a:ext cx="254" cy="304"/>
            </p:xfrm>
            <a:graphic>
              <a:graphicData uri="http://schemas.openxmlformats.org/presentationml/2006/ole">
                <mc:AlternateContent xmlns:mc="http://schemas.openxmlformats.org/markup-compatibility/2006">
                  <mc:Choice xmlns:v="urn:schemas-microsoft-com:vml" Requires="v">
                    <p:oleObj spid="_x0000_s135317" name="Equation" r:id="rId17" imgW="203040" imgH="241200" progId="Equation.DSMT4">
                      <p:embed/>
                    </p:oleObj>
                  </mc:Choice>
                  <mc:Fallback>
                    <p:oleObj name="Equation" r:id="rId17" imgW="203040" imgH="241200" progId="Equation.DSMT4">
                      <p:embed/>
                      <p:pic>
                        <p:nvPicPr>
                          <p:cNvPr id="110707" name="Object 115"/>
                          <p:cNvPicPr>
                            <a:picLocks noChangeAspect="1" noChangeArrowheads="1"/>
                          </p:cNvPicPr>
                          <p:nvPr/>
                        </p:nvPicPr>
                        <p:blipFill>
                          <a:blip r:embed="rId18"/>
                          <a:srcRect/>
                          <a:stretch>
                            <a:fillRect/>
                          </a:stretch>
                        </p:blipFill>
                        <p:spPr bwMode="auto">
                          <a:xfrm>
                            <a:off x="1518" y="2632"/>
                            <a:ext cx="254"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 name="Text Box 116">
                <a:extLst>
                  <a:ext uri="{FF2B5EF4-FFF2-40B4-BE49-F238E27FC236}">
                    <a16:creationId xmlns:a16="http://schemas.microsoft.com/office/drawing/2014/main" id="{4E21CA4C-799F-4BF4-838C-8CBCDE36A1C7}"/>
                  </a:ext>
                </a:extLst>
              </p:cNvPr>
              <p:cNvSpPr txBox="1">
                <a:spLocks noChangeArrowheads="1"/>
              </p:cNvSpPr>
              <p:nvPr/>
            </p:nvSpPr>
            <p:spPr bwMode="auto">
              <a:xfrm>
                <a:off x="1233" y="2811"/>
                <a:ext cx="31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i="1">
                    <a:latin typeface="Symbol" panose="05050102010706020507" pitchFamily="18" charset="2"/>
                    <a:ea typeface="宋体" panose="02010600030101010101" pitchFamily="2" charset="-122"/>
                  </a:rPr>
                  <a:t>q</a:t>
                </a:r>
                <a:r>
                  <a:rPr kumimoji="1" lang="en-US" altLang="zh-CN" sz="2800" b="0" baseline="-25000">
                    <a:latin typeface="Symbol" panose="05050102010706020507" pitchFamily="18" charset="2"/>
                    <a:ea typeface="宋体" panose="02010600030101010101" pitchFamily="2" charset="-122"/>
                  </a:rPr>
                  <a:t>2</a:t>
                </a:r>
                <a:endParaRPr kumimoji="1" lang="en-US" altLang="zh-CN" sz="2800" b="0">
                  <a:ea typeface="宋体" panose="02010600030101010101" pitchFamily="2" charset="-122"/>
                </a:endParaRPr>
              </a:p>
            </p:txBody>
          </p:sp>
        </p:grpSp>
        <p:grpSp>
          <p:nvGrpSpPr>
            <p:cNvPr id="83" name="Group 117">
              <a:extLst>
                <a:ext uri="{FF2B5EF4-FFF2-40B4-BE49-F238E27FC236}">
                  <a16:creationId xmlns:a16="http://schemas.microsoft.com/office/drawing/2014/main" id="{D4171B7E-9A7D-42EA-A827-FA46341A1426}"/>
                </a:ext>
              </a:extLst>
            </p:cNvPr>
            <p:cNvGrpSpPr>
              <a:grpSpLocks/>
            </p:cNvGrpSpPr>
            <p:nvPr/>
          </p:nvGrpSpPr>
          <p:grpSpPr bwMode="auto">
            <a:xfrm>
              <a:off x="1193800" y="2936876"/>
              <a:ext cx="2286000" cy="1352551"/>
              <a:chOff x="480" y="2289"/>
              <a:chExt cx="1440" cy="852"/>
            </a:xfrm>
          </p:grpSpPr>
          <p:sp>
            <p:nvSpPr>
              <p:cNvPr id="84" name="Line 118">
                <a:extLst>
                  <a:ext uri="{FF2B5EF4-FFF2-40B4-BE49-F238E27FC236}">
                    <a16:creationId xmlns:a16="http://schemas.microsoft.com/office/drawing/2014/main" id="{33B949C4-5E67-40BC-A0D9-8374375A87A1}"/>
                  </a:ext>
                </a:extLst>
              </p:cNvPr>
              <p:cNvSpPr>
                <a:spLocks noChangeShapeType="1"/>
              </p:cNvSpPr>
              <p:nvPr/>
            </p:nvSpPr>
            <p:spPr bwMode="auto">
              <a:xfrm flipV="1">
                <a:off x="480" y="2289"/>
                <a:ext cx="1440" cy="831"/>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85" name="Object 119">
                <a:extLst>
                  <a:ext uri="{FF2B5EF4-FFF2-40B4-BE49-F238E27FC236}">
                    <a16:creationId xmlns:a16="http://schemas.microsoft.com/office/drawing/2014/main" id="{9A50B2F1-73B1-442F-BC2B-F8EC973DF9C0}"/>
                  </a:ext>
                </a:extLst>
              </p:cNvPr>
              <p:cNvGraphicFramePr>
                <a:graphicFrameLocks noChangeAspect="1"/>
              </p:cNvGraphicFramePr>
              <p:nvPr>
                <p:extLst>
                  <p:ext uri="{D42A27DB-BD31-4B8C-83A1-F6EECF244321}">
                    <p14:modId xmlns:p14="http://schemas.microsoft.com/office/powerpoint/2010/main" val="3401257376"/>
                  </p:ext>
                </p:extLst>
              </p:nvPr>
            </p:nvGraphicFramePr>
            <p:xfrm>
              <a:off x="1246" y="2352"/>
              <a:ext cx="194" cy="240"/>
            </p:xfrm>
            <a:graphic>
              <a:graphicData uri="http://schemas.openxmlformats.org/presentationml/2006/ole">
                <mc:AlternateContent xmlns:mc="http://schemas.openxmlformats.org/markup-compatibility/2006">
                  <mc:Choice xmlns:v="urn:schemas-microsoft-com:vml" Requires="v">
                    <p:oleObj spid="_x0000_s135318" name="Equation" r:id="rId19" imgW="164880" imgH="203040" progId="Equation.DSMT4">
                      <p:embed/>
                    </p:oleObj>
                  </mc:Choice>
                  <mc:Fallback>
                    <p:oleObj name="Equation" r:id="rId19" imgW="164880" imgH="203040" progId="Equation.DSMT4">
                      <p:embed/>
                      <p:pic>
                        <p:nvPicPr>
                          <p:cNvPr id="110711" name="Object 119"/>
                          <p:cNvPicPr>
                            <a:picLocks noChangeAspect="1" noChangeArrowheads="1"/>
                          </p:cNvPicPr>
                          <p:nvPr/>
                        </p:nvPicPr>
                        <p:blipFill>
                          <a:blip r:embed="rId20"/>
                          <a:srcRect/>
                          <a:stretch>
                            <a:fillRect/>
                          </a:stretch>
                        </p:blipFill>
                        <p:spPr bwMode="auto">
                          <a:xfrm>
                            <a:off x="1246" y="2352"/>
                            <a:ext cx="194"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 name="Text Box 120">
                <a:extLst>
                  <a:ext uri="{FF2B5EF4-FFF2-40B4-BE49-F238E27FC236}">
                    <a16:creationId xmlns:a16="http://schemas.microsoft.com/office/drawing/2014/main" id="{C06F3408-D3C2-42FD-B86C-2199FFFC7ED1}"/>
                  </a:ext>
                </a:extLst>
              </p:cNvPr>
              <p:cNvSpPr txBox="1">
                <a:spLocks noChangeArrowheads="1"/>
              </p:cNvSpPr>
              <p:nvPr/>
            </p:nvSpPr>
            <p:spPr bwMode="auto">
              <a:xfrm>
                <a:off x="743" y="2811"/>
                <a:ext cx="23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i="1">
                    <a:latin typeface="Symbol" panose="05050102010706020507" pitchFamily="18" charset="2"/>
                    <a:ea typeface="宋体" panose="02010600030101010101" pitchFamily="2" charset="-122"/>
                  </a:rPr>
                  <a:t>q</a:t>
                </a:r>
                <a:endParaRPr kumimoji="1" lang="en-US" altLang="zh-CN" sz="2800" b="0">
                  <a:ea typeface="宋体" panose="02010600030101010101" pitchFamily="2" charset="-122"/>
                </a:endParaRPr>
              </a:p>
            </p:txBody>
          </p:sp>
          <p:sp>
            <p:nvSpPr>
              <p:cNvPr id="87" name="Freeform 121">
                <a:extLst>
                  <a:ext uri="{FF2B5EF4-FFF2-40B4-BE49-F238E27FC236}">
                    <a16:creationId xmlns:a16="http://schemas.microsoft.com/office/drawing/2014/main" id="{946D2572-2FC6-4994-B89B-5C34DBBB7B13}"/>
                  </a:ext>
                </a:extLst>
              </p:cNvPr>
              <p:cNvSpPr>
                <a:spLocks/>
              </p:cNvSpPr>
              <p:nvPr/>
            </p:nvSpPr>
            <p:spPr bwMode="auto">
              <a:xfrm>
                <a:off x="720" y="2976"/>
                <a:ext cx="57" cy="144"/>
              </a:xfrm>
              <a:custGeom>
                <a:avLst/>
                <a:gdLst>
                  <a:gd name="T0" fmla="*/ 0 w 57"/>
                  <a:gd name="T1" fmla="*/ 0 h 144"/>
                  <a:gd name="T2" fmla="*/ 42 w 57"/>
                  <a:gd name="T3" fmla="*/ 54 h 144"/>
                  <a:gd name="T4" fmla="*/ 57 w 57"/>
                  <a:gd name="T5" fmla="*/ 144 h 144"/>
                </a:gdLst>
                <a:ahLst/>
                <a:cxnLst>
                  <a:cxn ang="0">
                    <a:pos x="T0" y="T1"/>
                  </a:cxn>
                  <a:cxn ang="0">
                    <a:pos x="T2" y="T3"/>
                  </a:cxn>
                  <a:cxn ang="0">
                    <a:pos x="T4" y="T5"/>
                  </a:cxn>
                </a:cxnLst>
                <a:rect l="0" t="0" r="r" b="b"/>
                <a:pathLst>
                  <a:path w="57" h="144">
                    <a:moveTo>
                      <a:pt x="0" y="0"/>
                    </a:moveTo>
                    <a:cubicBezTo>
                      <a:pt x="7" y="9"/>
                      <a:pt x="33" y="30"/>
                      <a:pt x="42" y="54"/>
                    </a:cubicBezTo>
                    <a:cubicBezTo>
                      <a:pt x="51" y="78"/>
                      <a:pt x="54" y="125"/>
                      <a:pt x="57" y="144"/>
                    </a:cubicBezTo>
                  </a:path>
                </a:pathLst>
              </a:custGeom>
              <a:noFill/>
              <a:ln w="28575" cap="flat" cmpd="sng">
                <a:solidFill>
                  <a:srgbClr val="66FF33"/>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pSp>
        <p:grpSp>
          <p:nvGrpSpPr>
            <p:cNvPr id="88" name="Group 122">
              <a:extLst>
                <a:ext uri="{FF2B5EF4-FFF2-40B4-BE49-F238E27FC236}">
                  <a16:creationId xmlns:a16="http://schemas.microsoft.com/office/drawing/2014/main" id="{E9BB9CEE-2B1F-42BA-8DE1-7933DC480147}"/>
                </a:ext>
              </a:extLst>
            </p:cNvPr>
            <p:cNvGrpSpPr>
              <a:grpSpLocks/>
            </p:cNvGrpSpPr>
            <p:nvPr/>
          </p:nvGrpSpPr>
          <p:grpSpPr bwMode="auto">
            <a:xfrm>
              <a:off x="1936750" y="3817938"/>
              <a:ext cx="381000" cy="433387"/>
              <a:chOff x="948" y="3147"/>
              <a:chExt cx="240" cy="273"/>
            </a:xfrm>
          </p:grpSpPr>
          <p:sp>
            <p:nvSpPr>
              <p:cNvPr id="89" name="Arc 123">
                <a:extLst>
                  <a:ext uri="{FF2B5EF4-FFF2-40B4-BE49-F238E27FC236}">
                    <a16:creationId xmlns:a16="http://schemas.microsoft.com/office/drawing/2014/main" id="{D29E8DC1-0B90-4A08-AACF-872D701D12A6}"/>
                  </a:ext>
                </a:extLst>
              </p:cNvPr>
              <p:cNvSpPr>
                <a:spLocks/>
              </p:cNvSpPr>
              <p:nvPr/>
            </p:nvSpPr>
            <p:spPr bwMode="auto">
              <a:xfrm flipH="1">
                <a:off x="948" y="3324"/>
                <a:ext cx="240" cy="9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28575">
                <a:solidFill>
                  <a:srgbClr val="66FF33"/>
                </a:solidFill>
                <a:round/>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90" name="Object 124">
                <a:extLst>
                  <a:ext uri="{FF2B5EF4-FFF2-40B4-BE49-F238E27FC236}">
                    <a16:creationId xmlns:a16="http://schemas.microsoft.com/office/drawing/2014/main" id="{43980E0E-8B21-46DB-B77A-F6D1EF0017C6}"/>
                  </a:ext>
                </a:extLst>
              </p:cNvPr>
              <p:cNvGraphicFramePr>
                <a:graphicFrameLocks noChangeAspect="1"/>
              </p:cNvGraphicFramePr>
              <p:nvPr>
                <p:extLst>
                  <p:ext uri="{D42A27DB-BD31-4B8C-83A1-F6EECF244321}">
                    <p14:modId xmlns:p14="http://schemas.microsoft.com/office/powerpoint/2010/main" val="2635485060"/>
                  </p:ext>
                </p:extLst>
              </p:nvPr>
            </p:nvGraphicFramePr>
            <p:xfrm>
              <a:off x="1016" y="3147"/>
              <a:ext cx="149" cy="235"/>
            </p:xfrm>
            <a:graphic>
              <a:graphicData uri="http://schemas.openxmlformats.org/presentationml/2006/ole">
                <mc:AlternateContent xmlns:mc="http://schemas.openxmlformats.org/markup-compatibility/2006">
                  <mc:Choice xmlns:v="urn:schemas-microsoft-com:vml" Requires="v">
                    <p:oleObj spid="_x0000_s135319" name="Equation" r:id="rId21" imgW="126720" imgH="203040" progId="Equation.DSMT4">
                      <p:embed/>
                    </p:oleObj>
                  </mc:Choice>
                  <mc:Fallback>
                    <p:oleObj name="Equation" r:id="rId21" imgW="126720" imgH="203040" progId="Equation.DSMT4">
                      <p:embed/>
                      <p:pic>
                        <p:nvPicPr>
                          <p:cNvPr id="110716" name="Object 124"/>
                          <p:cNvPicPr>
                            <a:picLocks noChangeAspect="1" noChangeArrowheads="1"/>
                          </p:cNvPicPr>
                          <p:nvPr/>
                        </p:nvPicPr>
                        <p:blipFill>
                          <a:blip r:embed="rId22"/>
                          <a:srcRect/>
                          <a:stretch>
                            <a:fillRect/>
                          </a:stretch>
                        </p:blipFill>
                        <p:spPr bwMode="auto">
                          <a:xfrm>
                            <a:off x="1016" y="3147"/>
                            <a:ext cx="149"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66FF3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Tree>
    <p:extLst>
      <p:ext uri="{BB962C8B-B14F-4D97-AF65-F5344CB8AC3E}">
        <p14:creationId xmlns:p14="http://schemas.microsoft.com/office/powerpoint/2010/main" val="9661903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1680"/>
                                        </p:tgtEl>
                                        <p:attrNameLst>
                                          <p:attrName>style.visibility</p:attrName>
                                        </p:attrNameLst>
                                      </p:cBhvr>
                                      <p:to>
                                        <p:strVal val="visible"/>
                                      </p:to>
                                    </p:set>
                                    <p:animEffect transition="in" filter="wipe(left)">
                                      <p:cBhvr>
                                        <p:cTn id="7" dur="2000"/>
                                        <p:tgtEl>
                                          <p:spTgt spid="1116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1674"/>
                                        </p:tgtEl>
                                        <p:attrNameLst>
                                          <p:attrName>style.visibility</p:attrName>
                                        </p:attrNameLst>
                                      </p:cBhvr>
                                      <p:to>
                                        <p:strVal val="visible"/>
                                      </p:to>
                                    </p:set>
                                    <p:animEffect transition="in" filter="wipe(left)">
                                      <p:cBhvr>
                                        <p:cTn id="12" dur="2000"/>
                                        <p:tgtEl>
                                          <p:spTgt spid="11167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111681"/>
                                        </p:tgtEl>
                                        <p:attrNameLst>
                                          <p:attrName>style.visibility</p:attrName>
                                        </p:attrNameLst>
                                      </p:cBhvr>
                                      <p:to>
                                        <p:strVal val="visible"/>
                                      </p:to>
                                    </p:set>
                                    <p:animEffect transition="in" filter="strips(downRight)">
                                      <p:cBhvr>
                                        <p:cTn id="17" dur="2000"/>
                                        <p:tgtEl>
                                          <p:spTgt spid="1116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900113" y="1463043"/>
            <a:ext cx="18716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kumimoji="1" lang="zh-CN" altLang="en-US" sz="2800">
                <a:latin typeface="Times New Roman" panose="02020603050405020304" pitchFamily="18" charset="0"/>
              </a:rPr>
              <a:t>方法二、</a:t>
            </a:r>
          </a:p>
        </p:txBody>
      </p:sp>
      <p:graphicFrame>
        <p:nvGraphicFramePr>
          <p:cNvPr id="37891" name="Object 3"/>
          <p:cNvGraphicFramePr>
            <a:graphicFrameLocks noChangeAspect="1"/>
          </p:cNvGraphicFramePr>
          <p:nvPr>
            <p:extLst>
              <p:ext uri="{D42A27DB-BD31-4B8C-83A1-F6EECF244321}">
                <p14:modId xmlns:p14="http://schemas.microsoft.com/office/powerpoint/2010/main" val="3023074599"/>
              </p:ext>
            </p:extLst>
          </p:nvPr>
        </p:nvGraphicFramePr>
        <p:xfrm>
          <a:off x="1693863" y="2144860"/>
          <a:ext cx="5387975" cy="517525"/>
        </p:xfrm>
        <a:graphic>
          <a:graphicData uri="http://schemas.openxmlformats.org/presentationml/2006/ole">
            <mc:AlternateContent xmlns:mc="http://schemas.openxmlformats.org/markup-compatibility/2006">
              <mc:Choice xmlns:v="urn:schemas-microsoft-com:vml" Requires="v">
                <p:oleObj spid="_x0000_s136306" name="Equation" r:id="rId3" imgW="2514600" imgH="241200" progId="Equation.DSMT4">
                  <p:embed/>
                </p:oleObj>
              </mc:Choice>
              <mc:Fallback>
                <p:oleObj name="Equation" r:id="rId3" imgW="2514600" imgH="241200" progId="Equation.DSMT4">
                  <p:embed/>
                  <p:pic>
                    <p:nvPicPr>
                      <p:cNvPr id="37891" name="Object 3"/>
                      <p:cNvPicPr>
                        <a:picLocks noChangeAspect="1" noChangeArrowheads="1"/>
                      </p:cNvPicPr>
                      <p:nvPr/>
                    </p:nvPicPr>
                    <p:blipFill>
                      <a:blip r:embed="rId4"/>
                      <a:srcRect/>
                      <a:stretch>
                        <a:fillRect/>
                      </a:stretch>
                    </p:blipFill>
                    <p:spPr bwMode="auto">
                      <a:xfrm>
                        <a:off x="1693863" y="2144860"/>
                        <a:ext cx="5387975"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892" name="AutoShape 4"/>
          <p:cNvSpPr>
            <a:spLocks/>
          </p:cNvSpPr>
          <p:nvPr/>
        </p:nvSpPr>
        <p:spPr bwMode="auto">
          <a:xfrm>
            <a:off x="1258888" y="2837010"/>
            <a:ext cx="288925" cy="1079500"/>
          </a:xfrm>
          <a:prstGeom prst="leftBrace">
            <a:avLst>
              <a:gd name="adj1" fmla="val 31136"/>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aphicFrame>
        <p:nvGraphicFramePr>
          <p:cNvPr id="37893" name="Object 5"/>
          <p:cNvGraphicFramePr>
            <a:graphicFrameLocks noChangeAspect="1"/>
          </p:cNvGraphicFramePr>
          <p:nvPr>
            <p:extLst>
              <p:ext uri="{D42A27DB-BD31-4B8C-83A1-F6EECF244321}">
                <p14:modId xmlns:p14="http://schemas.microsoft.com/office/powerpoint/2010/main" val="2374721236"/>
              </p:ext>
            </p:extLst>
          </p:nvPr>
        </p:nvGraphicFramePr>
        <p:xfrm>
          <a:off x="1987550" y="2779860"/>
          <a:ext cx="3729038" cy="476250"/>
        </p:xfrm>
        <a:graphic>
          <a:graphicData uri="http://schemas.openxmlformats.org/presentationml/2006/ole">
            <mc:AlternateContent xmlns:mc="http://schemas.openxmlformats.org/markup-compatibility/2006">
              <mc:Choice xmlns:v="urn:schemas-microsoft-com:vml" Requires="v">
                <p:oleObj spid="_x0000_s136307" name="Equation" r:id="rId5" imgW="1600200" imgH="203040" progId="Equation.DSMT4">
                  <p:embed/>
                </p:oleObj>
              </mc:Choice>
              <mc:Fallback>
                <p:oleObj name="Equation" r:id="rId5" imgW="1600200" imgH="203040" progId="Equation.DSMT4">
                  <p:embed/>
                  <p:pic>
                    <p:nvPicPr>
                      <p:cNvPr id="37893" name="Object 5"/>
                      <p:cNvPicPr>
                        <a:picLocks noChangeAspect="1" noChangeArrowheads="1"/>
                      </p:cNvPicPr>
                      <p:nvPr/>
                    </p:nvPicPr>
                    <p:blipFill>
                      <a:blip r:embed="rId6"/>
                      <a:srcRect/>
                      <a:stretch>
                        <a:fillRect/>
                      </a:stretch>
                    </p:blipFill>
                    <p:spPr bwMode="auto">
                      <a:xfrm>
                        <a:off x="1987550" y="2779860"/>
                        <a:ext cx="3729038"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894" name="Object 6"/>
          <p:cNvGraphicFramePr>
            <a:graphicFrameLocks noChangeAspect="1"/>
          </p:cNvGraphicFramePr>
          <p:nvPr>
            <p:extLst>
              <p:ext uri="{D42A27DB-BD31-4B8C-83A1-F6EECF244321}">
                <p14:modId xmlns:p14="http://schemas.microsoft.com/office/powerpoint/2010/main" val="451578800"/>
              </p:ext>
            </p:extLst>
          </p:nvPr>
        </p:nvGraphicFramePr>
        <p:xfrm>
          <a:off x="1966913" y="3427560"/>
          <a:ext cx="2638425" cy="465138"/>
        </p:xfrm>
        <a:graphic>
          <a:graphicData uri="http://schemas.openxmlformats.org/presentationml/2006/ole">
            <mc:AlternateContent xmlns:mc="http://schemas.openxmlformats.org/markup-compatibility/2006">
              <mc:Choice xmlns:v="urn:schemas-microsoft-com:vml" Requires="v">
                <p:oleObj spid="_x0000_s136308" name="Equation" r:id="rId7" imgW="1155600" imgH="203040" progId="Equation.DSMT4">
                  <p:embed/>
                </p:oleObj>
              </mc:Choice>
              <mc:Fallback>
                <p:oleObj name="Equation" r:id="rId7" imgW="1155600" imgH="203040" progId="Equation.DSMT4">
                  <p:embed/>
                  <p:pic>
                    <p:nvPicPr>
                      <p:cNvPr id="37894" name="Object 6"/>
                      <p:cNvPicPr>
                        <a:picLocks noChangeAspect="1" noChangeArrowheads="1"/>
                      </p:cNvPicPr>
                      <p:nvPr/>
                    </p:nvPicPr>
                    <p:blipFill>
                      <a:blip r:embed="rId8"/>
                      <a:srcRect/>
                      <a:stretch>
                        <a:fillRect/>
                      </a:stretch>
                    </p:blipFill>
                    <p:spPr bwMode="auto">
                      <a:xfrm>
                        <a:off x="1966913" y="3427560"/>
                        <a:ext cx="2638425" cy="46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895" name="Line 7"/>
          <p:cNvSpPr>
            <a:spLocks noChangeShapeType="1"/>
          </p:cNvSpPr>
          <p:nvPr/>
        </p:nvSpPr>
        <p:spPr bwMode="auto">
          <a:xfrm>
            <a:off x="900113" y="4708673"/>
            <a:ext cx="647700" cy="0"/>
          </a:xfrm>
          <a:prstGeom prst="line">
            <a:avLst/>
          </a:prstGeom>
          <a:noFill/>
          <a:ln w="76200">
            <a:solidFill>
              <a:srgbClr val="00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37896" name="Object 8"/>
          <p:cNvGraphicFramePr>
            <a:graphicFrameLocks noChangeAspect="1"/>
          </p:cNvGraphicFramePr>
          <p:nvPr>
            <p:extLst>
              <p:ext uri="{D42A27DB-BD31-4B8C-83A1-F6EECF244321}">
                <p14:modId xmlns:p14="http://schemas.microsoft.com/office/powerpoint/2010/main" val="2815831688"/>
              </p:ext>
            </p:extLst>
          </p:nvPr>
        </p:nvGraphicFramePr>
        <p:xfrm>
          <a:off x="2057400" y="4245123"/>
          <a:ext cx="1789113" cy="977900"/>
        </p:xfrm>
        <a:graphic>
          <a:graphicData uri="http://schemas.openxmlformats.org/presentationml/2006/ole">
            <mc:AlternateContent xmlns:mc="http://schemas.openxmlformats.org/markup-compatibility/2006">
              <mc:Choice xmlns:v="urn:schemas-microsoft-com:vml" Requires="v">
                <p:oleObj spid="_x0000_s136309" name="Equation" r:id="rId9" imgW="838080" imgH="457200" progId="Equation.DSMT4">
                  <p:embed/>
                </p:oleObj>
              </mc:Choice>
              <mc:Fallback>
                <p:oleObj name="Equation" r:id="rId9" imgW="838080" imgH="457200" progId="Equation.DSMT4">
                  <p:embed/>
                  <p:pic>
                    <p:nvPicPr>
                      <p:cNvPr id="37896" name="Object 8"/>
                      <p:cNvPicPr>
                        <a:picLocks noChangeAspect="1" noChangeArrowheads="1"/>
                      </p:cNvPicPr>
                      <p:nvPr/>
                    </p:nvPicPr>
                    <p:blipFill>
                      <a:blip r:embed="rId10"/>
                      <a:srcRect/>
                      <a:stretch>
                        <a:fillRect/>
                      </a:stretch>
                    </p:blipFill>
                    <p:spPr bwMode="auto">
                      <a:xfrm>
                        <a:off x="2057400" y="4245123"/>
                        <a:ext cx="1789113"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26" name="Text Box 38"/>
          <p:cNvSpPr txBox="1">
            <a:spLocks noChangeArrowheads="1"/>
          </p:cNvSpPr>
          <p:nvPr/>
        </p:nvSpPr>
        <p:spPr bwMode="auto">
          <a:xfrm>
            <a:off x="1403350" y="5500835"/>
            <a:ext cx="36004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a:latin typeface="Arial" panose="020B0604020202020204" pitchFamily="34" charset="0"/>
              </a:rPr>
              <a:t>其余步骤同解法一。</a:t>
            </a:r>
          </a:p>
        </p:txBody>
      </p:sp>
      <p:grpSp>
        <p:nvGrpSpPr>
          <p:cNvPr id="37940" name="Group 52"/>
          <p:cNvGrpSpPr>
            <a:grpSpLocks/>
          </p:cNvGrpSpPr>
          <p:nvPr/>
        </p:nvGrpSpPr>
        <p:grpSpPr bwMode="auto">
          <a:xfrm>
            <a:off x="5508625" y="3449786"/>
            <a:ext cx="2933700" cy="3003550"/>
            <a:chOff x="1202" y="1956"/>
            <a:chExt cx="1848" cy="1892"/>
          </a:xfrm>
        </p:grpSpPr>
        <p:sp>
          <p:nvSpPr>
            <p:cNvPr id="37941" name="Line 53"/>
            <p:cNvSpPr>
              <a:spLocks noChangeShapeType="1"/>
            </p:cNvSpPr>
            <p:nvPr/>
          </p:nvSpPr>
          <p:spPr bwMode="auto">
            <a:xfrm>
              <a:off x="1383" y="3793"/>
              <a:ext cx="1134"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37942" name="Line 54"/>
            <p:cNvSpPr>
              <a:spLocks noChangeShapeType="1"/>
            </p:cNvSpPr>
            <p:nvPr/>
          </p:nvSpPr>
          <p:spPr bwMode="auto">
            <a:xfrm>
              <a:off x="1474" y="2478"/>
              <a:ext cx="1056"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37943" name="Line 55"/>
            <p:cNvSpPr>
              <a:spLocks noChangeShapeType="1"/>
            </p:cNvSpPr>
            <p:nvPr/>
          </p:nvSpPr>
          <p:spPr bwMode="auto">
            <a:xfrm flipH="1">
              <a:off x="2517" y="2478"/>
              <a:ext cx="8" cy="725"/>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37944" name="Line 56"/>
            <p:cNvSpPr>
              <a:spLocks noChangeShapeType="1"/>
            </p:cNvSpPr>
            <p:nvPr/>
          </p:nvSpPr>
          <p:spPr bwMode="auto">
            <a:xfrm>
              <a:off x="2517" y="3612"/>
              <a:ext cx="0" cy="181"/>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37945" name="Rectangle 57"/>
            <p:cNvSpPr>
              <a:spLocks noChangeArrowheads="1"/>
            </p:cNvSpPr>
            <p:nvPr/>
          </p:nvSpPr>
          <p:spPr bwMode="auto">
            <a:xfrm>
              <a:off x="2381" y="2614"/>
              <a:ext cx="363" cy="1088"/>
            </a:xfrm>
            <a:prstGeom prst="rect">
              <a:avLst/>
            </a:prstGeom>
            <a:noFill/>
            <a:ln w="28575">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37946" name="Text Box 58"/>
            <p:cNvSpPr txBox="1">
              <a:spLocks noChangeArrowheads="1"/>
            </p:cNvSpPr>
            <p:nvPr/>
          </p:nvSpPr>
          <p:spPr bwMode="auto">
            <a:xfrm>
              <a:off x="1791" y="2523"/>
              <a:ext cx="3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1</a:t>
              </a:r>
              <a:endParaRPr kumimoji="1" lang="en-US" altLang="zh-CN" sz="2800" b="0">
                <a:latin typeface="Times New Roman" panose="02020603050405020304" pitchFamily="18" charset="0"/>
                <a:ea typeface="宋体" panose="02010600030101010101" pitchFamily="2" charset="-122"/>
              </a:endParaRPr>
            </a:p>
          </p:txBody>
        </p:sp>
        <p:sp>
          <p:nvSpPr>
            <p:cNvPr id="37947" name="Text Box 59"/>
            <p:cNvSpPr txBox="1">
              <a:spLocks noChangeArrowheads="1"/>
            </p:cNvSpPr>
            <p:nvPr/>
          </p:nvSpPr>
          <p:spPr bwMode="auto">
            <a:xfrm>
              <a:off x="2018" y="2750"/>
              <a:ext cx="3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a:latin typeface="Times New Roman" panose="02020603050405020304" pitchFamily="18" charset="0"/>
                <a:ea typeface="宋体" panose="02010600030101010101" pitchFamily="2" charset="-122"/>
              </a:endParaRPr>
            </a:p>
          </p:txBody>
        </p:sp>
        <p:sp>
          <p:nvSpPr>
            <p:cNvPr id="37948" name="Text Box 60"/>
            <p:cNvSpPr txBox="1">
              <a:spLocks noChangeArrowheads="1"/>
            </p:cNvSpPr>
            <p:nvPr/>
          </p:nvSpPr>
          <p:spPr bwMode="auto">
            <a:xfrm>
              <a:off x="2018" y="3203"/>
              <a:ext cx="31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i="1">
                  <a:latin typeface="Times New Roman" panose="02020603050405020304" pitchFamily="18" charset="0"/>
                  <a:ea typeface="宋体" panose="02010600030101010101" pitchFamily="2" charset="-122"/>
                </a:rPr>
                <a:t>L</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a:latin typeface="Times New Roman" panose="02020603050405020304" pitchFamily="18" charset="0"/>
                <a:ea typeface="宋体" panose="02010600030101010101" pitchFamily="2" charset="-122"/>
              </a:endParaRPr>
            </a:p>
          </p:txBody>
        </p:sp>
        <p:sp>
          <p:nvSpPr>
            <p:cNvPr id="37949" name="Text Box 61"/>
            <p:cNvSpPr txBox="1">
              <a:spLocks noChangeArrowheads="1"/>
            </p:cNvSpPr>
            <p:nvPr/>
          </p:nvSpPr>
          <p:spPr bwMode="auto">
            <a:xfrm>
              <a:off x="1202" y="2523"/>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a:t>
              </a:r>
            </a:p>
          </p:txBody>
        </p:sp>
        <p:sp>
          <p:nvSpPr>
            <p:cNvPr id="37950" name="Text Box 62"/>
            <p:cNvSpPr txBox="1">
              <a:spLocks noChangeArrowheads="1"/>
            </p:cNvSpPr>
            <p:nvPr/>
          </p:nvSpPr>
          <p:spPr bwMode="auto">
            <a:xfrm>
              <a:off x="1247" y="3385"/>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_</a:t>
              </a:r>
            </a:p>
          </p:txBody>
        </p:sp>
        <p:graphicFrame>
          <p:nvGraphicFramePr>
            <p:cNvPr id="37951" name="Object 63"/>
            <p:cNvGraphicFramePr>
              <a:graphicFrameLocks noChangeAspect="1"/>
            </p:cNvGraphicFramePr>
            <p:nvPr>
              <p:extLst>
                <p:ext uri="{D42A27DB-BD31-4B8C-83A1-F6EECF244321}">
                  <p14:modId xmlns:p14="http://schemas.microsoft.com/office/powerpoint/2010/main" val="2978322298"/>
                </p:ext>
              </p:extLst>
            </p:nvPr>
          </p:nvGraphicFramePr>
          <p:xfrm>
            <a:off x="1980" y="2084"/>
            <a:ext cx="232" cy="297"/>
          </p:xfrm>
          <a:graphic>
            <a:graphicData uri="http://schemas.openxmlformats.org/presentationml/2006/ole">
              <mc:AlternateContent xmlns:mc="http://schemas.openxmlformats.org/markup-compatibility/2006">
                <mc:Choice xmlns:v="urn:schemas-microsoft-com:vml" Requires="v">
                  <p:oleObj spid="_x0000_s136310" name="Equation" r:id="rId11" imgW="190440" imgH="241200" progId="Equation.DSMT4">
                    <p:embed/>
                  </p:oleObj>
                </mc:Choice>
                <mc:Fallback>
                  <p:oleObj name="Equation" r:id="rId11" imgW="190440" imgH="241200" progId="Equation.DSMT4">
                    <p:embed/>
                    <p:pic>
                      <p:nvPicPr>
                        <p:cNvPr id="37951" name="Object 63"/>
                        <p:cNvPicPr>
                          <a:picLocks noChangeAspect="1" noChangeArrowheads="1"/>
                        </p:cNvPicPr>
                        <p:nvPr/>
                      </p:nvPicPr>
                      <p:blipFill>
                        <a:blip r:embed="rId12"/>
                        <a:srcRect/>
                        <a:stretch>
                          <a:fillRect/>
                        </a:stretch>
                      </p:blipFill>
                      <p:spPr bwMode="auto">
                        <a:xfrm>
                          <a:off x="1980" y="2084"/>
                          <a:ext cx="232" cy="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952" name="Object 64"/>
            <p:cNvGraphicFramePr>
              <a:graphicFrameLocks noChangeAspect="1"/>
            </p:cNvGraphicFramePr>
            <p:nvPr>
              <p:extLst>
                <p:ext uri="{D42A27DB-BD31-4B8C-83A1-F6EECF244321}">
                  <p14:modId xmlns:p14="http://schemas.microsoft.com/office/powerpoint/2010/main" val="3445145436"/>
                </p:ext>
              </p:extLst>
            </p:nvPr>
          </p:nvGraphicFramePr>
          <p:xfrm>
            <a:off x="1301" y="2994"/>
            <a:ext cx="229" cy="282"/>
          </p:xfrm>
          <a:graphic>
            <a:graphicData uri="http://schemas.openxmlformats.org/presentationml/2006/ole">
              <mc:AlternateContent xmlns:mc="http://schemas.openxmlformats.org/markup-compatibility/2006">
                <mc:Choice xmlns:v="urn:schemas-microsoft-com:vml" Requires="v">
                  <p:oleObj spid="_x0000_s136311" name="Equation" r:id="rId13" imgW="164880" imgH="203040" progId="Equation.DSMT4">
                    <p:embed/>
                  </p:oleObj>
                </mc:Choice>
                <mc:Fallback>
                  <p:oleObj name="Equation" r:id="rId13" imgW="164880" imgH="203040" progId="Equation.DSMT4">
                    <p:embed/>
                    <p:pic>
                      <p:nvPicPr>
                        <p:cNvPr id="37952" name="Object 64"/>
                        <p:cNvPicPr>
                          <a:picLocks noChangeAspect="1" noChangeArrowheads="1"/>
                        </p:cNvPicPr>
                        <p:nvPr/>
                      </p:nvPicPr>
                      <p:blipFill>
                        <a:blip r:embed="rId14"/>
                        <a:srcRect/>
                        <a:stretch>
                          <a:fillRect/>
                        </a:stretch>
                      </p:blipFill>
                      <p:spPr bwMode="auto">
                        <a:xfrm>
                          <a:off x="1301" y="2994"/>
                          <a:ext cx="229"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953" name="Object 65"/>
            <p:cNvGraphicFramePr>
              <a:graphicFrameLocks noChangeAspect="1"/>
            </p:cNvGraphicFramePr>
            <p:nvPr>
              <p:extLst>
                <p:ext uri="{D42A27DB-BD31-4B8C-83A1-F6EECF244321}">
                  <p14:modId xmlns:p14="http://schemas.microsoft.com/office/powerpoint/2010/main" val="2405549366"/>
                </p:ext>
              </p:extLst>
            </p:nvPr>
          </p:nvGraphicFramePr>
          <p:xfrm>
            <a:off x="2797" y="3038"/>
            <a:ext cx="253" cy="304"/>
          </p:xfrm>
          <a:graphic>
            <a:graphicData uri="http://schemas.openxmlformats.org/presentationml/2006/ole">
              <mc:AlternateContent xmlns:mc="http://schemas.openxmlformats.org/markup-compatibility/2006">
                <mc:Choice xmlns:v="urn:schemas-microsoft-com:vml" Requires="v">
                  <p:oleObj spid="_x0000_s136312" name="Equation" r:id="rId15" imgW="203040" imgH="241200" progId="Equation.DSMT4">
                    <p:embed/>
                  </p:oleObj>
                </mc:Choice>
                <mc:Fallback>
                  <p:oleObj name="Equation" r:id="rId15" imgW="203040" imgH="241200" progId="Equation.DSMT4">
                    <p:embed/>
                    <p:pic>
                      <p:nvPicPr>
                        <p:cNvPr id="37953" name="Object 65"/>
                        <p:cNvPicPr>
                          <a:picLocks noChangeAspect="1" noChangeArrowheads="1"/>
                        </p:cNvPicPr>
                        <p:nvPr/>
                      </p:nvPicPr>
                      <p:blipFill>
                        <a:blip r:embed="rId16"/>
                        <a:srcRect/>
                        <a:stretch>
                          <a:fillRect/>
                        </a:stretch>
                      </p:blipFill>
                      <p:spPr bwMode="auto">
                        <a:xfrm>
                          <a:off x="2797" y="3038"/>
                          <a:ext cx="253"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54" name="Text Box 66"/>
            <p:cNvSpPr txBox="1">
              <a:spLocks noChangeArrowheads="1"/>
            </p:cNvSpPr>
            <p:nvPr/>
          </p:nvSpPr>
          <p:spPr bwMode="auto">
            <a:xfrm>
              <a:off x="2789" y="2523"/>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a:t>
              </a:r>
            </a:p>
          </p:txBody>
        </p:sp>
        <p:sp>
          <p:nvSpPr>
            <p:cNvPr id="37955" name="Text Box 67"/>
            <p:cNvSpPr txBox="1">
              <a:spLocks noChangeArrowheads="1"/>
            </p:cNvSpPr>
            <p:nvPr/>
          </p:nvSpPr>
          <p:spPr bwMode="auto">
            <a:xfrm>
              <a:off x="2789" y="3521"/>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_</a:t>
              </a:r>
            </a:p>
          </p:txBody>
        </p:sp>
        <p:sp>
          <p:nvSpPr>
            <p:cNvPr id="37956" name="Text Box 68"/>
            <p:cNvSpPr txBox="1">
              <a:spLocks noChangeArrowheads="1"/>
            </p:cNvSpPr>
            <p:nvPr/>
          </p:nvSpPr>
          <p:spPr bwMode="auto">
            <a:xfrm>
              <a:off x="1655" y="2160"/>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a:t>
              </a:r>
            </a:p>
          </p:txBody>
        </p:sp>
        <p:sp>
          <p:nvSpPr>
            <p:cNvPr id="37957" name="Text Box 69"/>
            <p:cNvSpPr txBox="1">
              <a:spLocks noChangeArrowheads="1"/>
            </p:cNvSpPr>
            <p:nvPr/>
          </p:nvSpPr>
          <p:spPr bwMode="auto">
            <a:xfrm>
              <a:off x="2245" y="2115"/>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_</a:t>
              </a:r>
            </a:p>
          </p:txBody>
        </p:sp>
        <p:sp>
          <p:nvSpPr>
            <p:cNvPr id="37958" name="Oval 70"/>
            <p:cNvSpPr>
              <a:spLocks noChangeArrowheads="1"/>
            </p:cNvSpPr>
            <p:nvPr/>
          </p:nvSpPr>
          <p:spPr bwMode="auto">
            <a:xfrm>
              <a:off x="1338" y="3748"/>
              <a:ext cx="68" cy="68"/>
            </a:xfrm>
            <a:prstGeom prst="ellipse">
              <a:avLst/>
            </a:prstGeom>
            <a:noFill/>
            <a:ln w="38100">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37959" name="Oval 71"/>
            <p:cNvSpPr>
              <a:spLocks noChangeArrowheads="1"/>
            </p:cNvSpPr>
            <p:nvPr/>
          </p:nvSpPr>
          <p:spPr bwMode="auto">
            <a:xfrm>
              <a:off x="1406" y="2455"/>
              <a:ext cx="68" cy="68"/>
            </a:xfrm>
            <a:prstGeom prst="ellipse">
              <a:avLst/>
            </a:prstGeom>
            <a:noFill/>
            <a:ln w="38100">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37960" name="Line 72"/>
            <p:cNvSpPr>
              <a:spLocks noChangeShapeType="1"/>
            </p:cNvSpPr>
            <p:nvPr/>
          </p:nvSpPr>
          <p:spPr bwMode="auto">
            <a:xfrm>
              <a:off x="1474" y="2387"/>
              <a:ext cx="240" cy="0"/>
            </a:xfrm>
            <a:prstGeom prst="line">
              <a:avLst/>
            </a:prstGeom>
            <a:noFill/>
            <a:ln w="28575">
              <a:solidFill>
                <a:srgbClr val="66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37961" name="Object 73"/>
            <p:cNvGraphicFramePr>
              <a:graphicFrameLocks noChangeAspect="1"/>
            </p:cNvGraphicFramePr>
            <p:nvPr>
              <p:extLst>
                <p:ext uri="{D42A27DB-BD31-4B8C-83A1-F6EECF244321}">
                  <p14:modId xmlns:p14="http://schemas.microsoft.com/office/powerpoint/2010/main" val="3567461651"/>
                </p:ext>
              </p:extLst>
            </p:nvPr>
          </p:nvGraphicFramePr>
          <p:xfrm>
            <a:off x="1474" y="1956"/>
            <a:ext cx="154" cy="341"/>
          </p:xfrm>
          <a:graphic>
            <a:graphicData uri="http://schemas.openxmlformats.org/presentationml/2006/ole">
              <mc:AlternateContent xmlns:mc="http://schemas.openxmlformats.org/markup-compatibility/2006">
                <mc:Choice xmlns:v="urn:schemas-microsoft-com:vml" Requires="v">
                  <p:oleObj spid="_x0000_s136313" name="Equation" r:id="rId17" imgW="126720" imgH="279360" progId="Equation.DSMT4">
                    <p:embed/>
                  </p:oleObj>
                </mc:Choice>
                <mc:Fallback>
                  <p:oleObj name="Equation" r:id="rId17" imgW="126720" imgH="279360" progId="Equation.DSMT4">
                    <p:embed/>
                    <p:pic>
                      <p:nvPicPr>
                        <p:cNvPr id="37961" name="Object 73"/>
                        <p:cNvPicPr>
                          <a:picLocks noChangeAspect="1" noChangeArrowheads="1"/>
                        </p:cNvPicPr>
                        <p:nvPr/>
                      </p:nvPicPr>
                      <p:blipFill>
                        <a:blip r:embed="rId18"/>
                        <a:srcRect/>
                        <a:stretch>
                          <a:fillRect/>
                        </a:stretch>
                      </p:blipFill>
                      <p:spPr bwMode="auto">
                        <a:xfrm>
                          <a:off x="1474" y="1956"/>
                          <a:ext cx="154"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962" name="Rectangle 74"/>
            <p:cNvSpPr>
              <a:spLocks noChangeArrowheads="1"/>
            </p:cNvSpPr>
            <p:nvPr/>
          </p:nvSpPr>
          <p:spPr bwMode="auto">
            <a:xfrm>
              <a:off x="1882" y="2432"/>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37963" name="Rectangle 75"/>
            <p:cNvSpPr>
              <a:spLocks noChangeArrowheads="1"/>
            </p:cNvSpPr>
            <p:nvPr/>
          </p:nvSpPr>
          <p:spPr bwMode="auto">
            <a:xfrm>
              <a:off x="2472" y="2704"/>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37964" name="Group 76"/>
            <p:cNvGrpSpPr>
              <a:grpSpLocks/>
            </p:cNvGrpSpPr>
            <p:nvPr/>
          </p:nvGrpSpPr>
          <p:grpSpPr bwMode="auto">
            <a:xfrm rot="5400000">
              <a:off x="2063" y="3113"/>
              <a:ext cx="499" cy="590"/>
              <a:chOff x="476" y="663"/>
              <a:chExt cx="771" cy="862"/>
            </a:xfrm>
          </p:grpSpPr>
          <p:sp>
            <p:nvSpPr>
              <p:cNvPr id="37965" name="AutoShape 77"/>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37966" name="AutoShape 78"/>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37967" name="AutoShape 79"/>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grpSp>
      <p:sp>
        <p:nvSpPr>
          <p:cNvPr id="47" name="Text Box 5">
            <a:extLst>
              <a:ext uri="{FF2B5EF4-FFF2-40B4-BE49-F238E27FC236}">
                <a16:creationId xmlns:a16="http://schemas.microsoft.com/office/drawing/2014/main" id="{589F124D-8C97-4D3D-8175-F5315464A7DF}"/>
              </a:ext>
            </a:extLst>
          </p:cNvPr>
          <p:cNvSpPr txBox="1">
            <a:spLocks noChangeArrowheads="1"/>
          </p:cNvSpPr>
          <p:nvPr/>
        </p:nvSpPr>
        <p:spPr bwMode="auto">
          <a:xfrm>
            <a:off x="899592" y="333375"/>
            <a:ext cx="7705725"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rnd">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nSpc>
                <a:spcPct val="120000"/>
              </a:lnSpc>
            </a:pPr>
            <a:r>
              <a:rPr kumimoji="1" lang="en-US" altLang="zh-CN" sz="2800" dirty="0">
                <a:ea typeface="宋体" panose="02010600030101010101" pitchFamily="2" charset="-122"/>
              </a:rPr>
              <a:t> </a:t>
            </a:r>
            <a:r>
              <a:rPr kumimoji="1" lang="zh-CN" altLang="en-US" sz="2800" dirty="0"/>
              <a:t>已知</a:t>
            </a:r>
            <a:r>
              <a:rPr kumimoji="1" lang="zh-CN" altLang="en-US" sz="2800" dirty="0">
                <a:ea typeface="宋体" panose="02010600030101010101" pitchFamily="2" charset="-122"/>
              </a:rPr>
              <a:t>：</a:t>
            </a:r>
            <a:r>
              <a:rPr kumimoji="1" lang="en-US" altLang="zh-CN" sz="2800" b="0" i="1" dirty="0">
                <a:ea typeface="宋体" panose="02010600030101010101" pitchFamily="2" charset="-122"/>
              </a:rPr>
              <a:t>U</a:t>
            </a:r>
            <a:r>
              <a:rPr kumimoji="1" lang="en-US" altLang="zh-CN" sz="2800" b="0" dirty="0">
                <a:ea typeface="宋体" panose="02010600030101010101" pitchFamily="2" charset="-122"/>
              </a:rPr>
              <a:t>=115V, </a:t>
            </a:r>
            <a:r>
              <a:rPr kumimoji="1" lang="en-US" altLang="zh-CN" sz="2800" b="0" i="1" dirty="0">
                <a:ea typeface="宋体" panose="02010600030101010101" pitchFamily="2" charset="-122"/>
              </a:rPr>
              <a:t>U</a:t>
            </a:r>
            <a:r>
              <a:rPr kumimoji="1" lang="en-US" altLang="zh-CN" sz="2800" b="0" baseline="-25000" dirty="0">
                <a:ea typeface="宋体" panose="02010600030101010101" pitchFamily="2" charset="-122"/>
              </a:rPr>
              <a:t>1</a:t>
            </a:r>
            <a:r>
              <a:rPr kumimoji="1" lang="en-US" altLang="zh-CN" sz="2800" b="0" dirty="0">
                <a:ea typeface="宋体" panose="02010600030101010101" pitchFamily="2" charset="-122"/>
              </a:rPr>
              <a:t>=55.4V , </a:t>
            </a:r>
            <a:r>
              <a:rPr kumimoji="1" lang="en-US" altLang="zh-CN" sz="2800" b="0" i="1" dirty="0">
                <a:ea typeface="宋体" panose="02010600030101010101" pitchFamily="2" charset="-122"/>
              </a:rPr>
              <a:t>U</a:t>
            </a:r>
            <a:r>
              <a:rPr kumimoji="1" lang="en-US" altLang="zh-CN" sz="2800" b="0" baseline="-25000" dirty="0">
                <a:ea typeface="宋体" panose="02010600030101010101" pitchFamily="2" charset="-122"/>
              </a:rPr>
              <a:t>2</a:t>
            </a:r>
            <a:r>
              <a:rPr kumimoji="1" lang="en-US" altLang="zh-CN" sz="2800" b="0" dirty="0">
                <a:ea typeface="宋体" panose="02010600030101010101" pitchFamily="2" charset="-122"/>
              </a:rPr>
              <a:t>=80V, </a:t>
            </a:r>
            <a:r>
              <a:rPr kumimoji="1" lang="en-US" altLang="zh-CN" sz="2800" b="0" i="1" dirty="0">
                <a:ea typeface="宋体" panose="02010600030101010101" pitchFamily="2" charset="-122"/>
              </a:rPr>
              <a:t>R</a:t>
            </a:r>
            <a:r>
              <a:rPr kumimoji="1" lang="en-US" altLang="zh-CN" sz="2800" b="0" baseline="-25000" dirty="0">
                <a:ea typeface="宋体" panose="02010600030101010101" pitchFamily="2" charset="-122"/>
              </a:rPr>
              <a:t>1</a:t>
            </a:r>
            <a:r>
              <a:rPr kumimoji="1" lang="en-US" altLang="zh-CN" sz="2800" b="0" dirty="0">
                <a:ea typeface="宋体" panose="02010600030101010101" pitchFamily="2" charset="-122"/>
              </a:rPr>
              <a:t>=32</a:t>
            </a:r>
            <a:r>
              <a:rPr kumimoji="1" lang="en-US" altLang="zh-CN" sz="2800" b="0" dirty="0">
                <a:latin typeface="Symbol" panose="05050102010706020507" pitchFamily="18" charset="2"/>
                <a:ea typeface="宋体" panose="02010600030101010101" pitchFamily="2" charset="-122"/>
              </a:rPr>
              <a:t>W </a:t>
            </a:r>
            <a:r>
              <a:rPr kumimoji="1" lang="en-US" altLang="zh-CN" sz="2800" b="0" dirty="0">
                <a:ea typeface="宋体" panose="02010600030101010101" pitchFamily="2" charset="-122"/>
              </a:rPr>
              <a:t>,</a:t>
            </a:r>
          </a:p>
          <a:p>
            <a:pPr>
              <a:lnSpc>
                <a:spcPct val="120000"/>
              </a:lnSpc>
            </a:pPr>
            <a:r>
              <a:rPr kumimoji="1" lang="en-US" altLang="zh-CN" sz="2800" b="0" dirty="0">
                <a:ea typeface="宋体" panose="02010600030101010101" pitchFamily="2" charset="-122"/>
              </a:rPr>
              <a:t>            </a:t>
            </a:r>
            <a:r>
              <a:rPr kumimoji="1" lang="en-US" altLang="zh-CN" sz="2800" b="0" i="1" dirty="0">
                <a:ea typeface="宋体" panose="02010600030101010101" pitchFamily="2" charset="-122"/>
              </a:rPr>
              <a:t>f</a:t>
            </a:r>
            <a:r>
              <a:rPr kumimoji="1" lang="en-US" altLang="zh-CN" sz="2800" b="0" dirty="0">
                <a:ea typeface="宋体" panose="02010600030101010101" pitchFamily="2" charset="-122"/>
              </a:rPr>
              <a:t>=50Hz</a:t>
            </a:r>
            <a:r>
              <a:rPr kumimoji="1" lang="zh-CN" altLang="en-US" sz="2800" b="0" dirty="0">
                <a:ea typeface="宋体" panose="02010600030101010101" pitchFamily="2" charset="-122"/>
              </a:rPr>
              <a:t>。</a:t>
            </a:r>
            <a:r>
              <a:rPr kumimoji="1" lang="zh-CN" altLang="en-US" sz="2800" dirty="0">
                <a:ea typeface="宋体" panose="02010600030101010101" pitchFamily="2" charset="-122"/>
              </a:rPr>
              <a:t> </a:t>
            </a:r>
            <a:r>
              <a:rPr kumimoji="1" lang="zh-CN" altLang="en-US" sz="2800" dirty="0"/>
              <a:t>求：线圈的电阻</a:t>
            </a:r>
            <a:r>
              <a:rPr kumimoji="1" lang="en-US" altLang="zh-CN" sz="2800" b="0" i="1" dirty="0"/>
              <a:t>R</a:t>
            </a:r>
            <a:r>
              <a:rPr kumimoji="1" lang="en-US" altLang="zh-CN" sz="2800" b="0" baseline="-25000" dirty="0"/>
              <a:t>2</a:t>
            </a:r>
            <a:r>
              <a:rPr kumimoji="1" lang="zh-CN" altLang="en-US" sz="2800" dirty="0"/>
              <a:t>和电感</a:t>
            </a:r>
            <a:r>
              <a:rPr kumimoji="1" lang="en-US" altLang="zh-CN" sz="2800" b="0" i="1" dirty="0"/>
              <a:t>L</a:t>
            </a:r>
            <a:r>
              <a:rPr kumimoji="1" lang="en-US" altLang="zh-CN" sz="2800" b="0" baseline="-25000" dirty="0"/>
              <a:t>2</a:t>
            </a:r>
            <a:r>
              <a:rPr kumimoji="1" lang="en-US" altLang="zh-CN" sz="2800" baseline="-25000" dirty="0"/>
              <a:t> </a:t>
            </a:r>
            <a:r>
              <a:rPr kumimoji="1" lang="zh-CN" altLang="en-US" sz="2800" dirty="0"/>
              <a:t>。</a:t>
            </a:r>
          </a:p>
        </p:txBody>
      </p:sp>
    </p:spTree>
    <p:extLst>
      <p:ext uri="{BB962C8B-B14F-4D97-AF65-F5344CB8AC3E}">
        <p14:creationId xmlns:p14="http://schemas.microsoft.com/office/powerpoint/2010/main" val="38955967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37890"/>
                                        </p:tgtEl>
                                        <p:attrNameLst>
                                          <p:attrName>style.visibility</p:attrName>
                                        </p:attrNameLst>
                                      </p:cBhvr>
                                      <p:to>
                                        <p:strVal val="visible"/>
                                      </p:to>
                                    </p:set>
                                    <p:anim calcmode="lin" valueType="num">
                                      <p:cBhvr additive="base">
                                        <p:cTn id="7" dur="500" fill="hold"/>
                                        <p:tgtEl>
                                          <p:spTgt spid="37890"/>
                                        </p:tgtEl>
                                        <p:attrNameLst>
                                          <p:attrName>ppt_x</p:attrName>
                                        </p:attrNameLst>
                                      </p:cBhvr>
                                      <p:tavLst>
                                        <p:tav tm="0">
                                          <p:val>
                                            <p:strVal val="0-#ppt_w/2"/>
                                          </p:val>
                                        </p:tav>
                                        <p:tav tm="100000">
                                          <p:val>
                                            <p:strVal val="#ppt_x"/>
                                          </p:val>
                                        </p:tav>
                                      </p:tavLst>
                                    </p:anim>
                                    <p:anim calcmode="lin" valueType="num">
                                      <p:cBhvr additive="base">
                                        <p:cTn id="8" dur="500" fill="hold"/>
                                        <p:tgtEl>
                                          <p:spTgt spid="37890"/>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3" presetClass="entr" presetSubtype="10" fill="hold" nodeType="afterEffect">
                                  <p:stCondLst>
                                    <p:cond delay="0"/>
                                  </p:stCondLst>
                                  <p:childTnLst>
                                    <p:set>
                                      <p:cBhvr>
                                        <p:cTn id="11" dur="1" fill="hold">
                                          <p:stCondLst>
                                            <p:cond delay="0"/>
                                          </p:stCondLst>
                                        </p:cTn>
                                        <p:tgtEl>
                                          <p:spTgt spid="37940"/>
                                        </p:tgtEl>
                                        <p:attrNameLst>
                                          <p:attrName>style.visibility</p:attrName>
                                        </p:attrNameLst>
                                      </p:cBhvr>
                                      <p:to>
                                        <p:strVal val="visible"/>
                                      </p:to>
                                    </p:set>
                                    <p:animEffect transition="in" filter="blinds(horizontal)">
                                      <p:cBhvr>
                                        <p:cTn id="12" dur="500"/>
                                        <p:tgtEl>
                                          <p:spTgt spid="3794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7891"/>
                                        </p:tgtEl>
                                        <p:attrNameLst>
                                          <p:attrName>style.visibility</p:attrName>
                                        </p:attrNameLst>
                                      </p:cBhvr>
                                      <p:to>
                                        <p:strVal val="visible"/>
                                      </p:to>
                                    </p:set>
                                    <p:animEffect transition="in" filter="wipe(left)">
                                      <p:cBhvr>
                                        <p:cTn id="17" dur="2000"/>
                                        <p:tgtEl>
                                          <p:spTgt spid="3789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37892"/>
                                        </p:tgtEl>
                                        <p:attrNameLst>
                                          <p:attrName>style.visibility</p:attrName>
                                        </p:attrNameLst>
                                      </p:cBhvr>
                                      <p:to>
                                        <p:strVal val="visible"/>
                                      </p:to>
                                    </p:set>
                                  </p:childTnLst>
                                </p:cTn>
                              </p:par>
                            </p:childTnLst>
                          </p:cTn>
                        </p:par>
                        <p:par>
                          <p:cTn id="22" fill="hold" nodeType="afterGroup">
                            <p:stCondLst>
                              <p:cond delay="0"/>
                            </p:stCondLst>
                            <p:childTnLst>
                              <p:par>
                                <p:cTn id="23" presetID="9" presetClass="entr" presetSubtype="0" fill="hold" nodeType="afterEffect">
                                  <p:stCondLst>
                                    <p:cond delay="0"/>
                                  </p:stCondLst>
                                  <p:childTnLst>
                                    <p:set>
                                      <p:cBhvr>
                                        <p:cTn id="24" dur="1" fill="hold">
                                          <p:stCondLst>
                                            <p:cond delay="0"/>
                                          </p:stCondLst>
                                        </p:cTn>
                                        <p:tgtEl>
                                          <p:spTgt spid="37893"/>
                                        </p:tgtEl>
                                        <p:attrNameLst>
                                          <p:attrName>style.visibility</p:attrName>
                                        </p:attrNameLst>
                                      </p:cBhvr>
                                      <p:to>
                                        <p:strVal val="visible"/>
                                      </p:to>
                                    </p:set>
                                    <p:animEffect transition="in" filter="dissolve">
                                      <p:cBhvr>
                                        <p:cTn id="25" dur="500"/>
                                        <p:tgtEl>
                                          <p:spTgt spid="3789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nodeType="clickEffect">
                                  <p:stCondLst>
                                    <p:cond delay="0"/>
                                  </p:stCondLst>
                                  <p:childTnLst>
                                    <p:set>
                                      <p:cBhvr>
                                        <p:cTn id="29" dur="1" fill="hold">
                                          <p:stCondLst>
                                            <p:cond delay="0"/>
                                          </p:stCondLst>
                                        </p:cTn>
                                        <p:tgtEl>
                                          <p:spTgt spid="37894"/>
                                        </p:tgtEl>
                                        <p:attrNameLst>
                                          <p:attrName>style.visibility</p:attrName>
                                        </p:attrNameLst>
                                      </p:cBhvr>
                                      <p:to>
                                        <p:strVal val="visible"/>
                                      </p:to>
                                    </p:set>
                                    <p:animEffect transition="in" filter="dissolve">
                                      <p:cBhvr>
                                        <p:cTn id="30" dur="500"/>
                                        <p:tgtEl>
                                          <p:spTgt spid="3789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2" presetClass="entr" presetSubtype="8" fill="hold" nodeType="clickEffect">
                                  <p:stCondLst>
                                    <p:cond delay="0"/>
                                  </p:stCondLst>
                                  <p:childTnLst>
                                    <p:set>
                                      <p:cBhvr>
                                        <p:cTn id="34" dur="1" fill="hold">
                                          <p:stCondLst>
                                            <p:cond delay="0"/>
                                          </p:stCondLst>
                                        </p:cTn>
                                        <p:tgtEl>
                                          <p:spTgt spid="37895"/>
                                        </p:tgtEl>
                                        <p:attrNameLst>
                                          <p:attrName>style.visibility</p:attrName>
                                        </p:attrNameLst>
                                      </p:cBhvr>
                                      <p:to>
                                        <p:strVal val="visible"/>
                                      </p:to>
                                    </p:set>
                                    <p:animEffect transition="in" filter="slide(fromLeft)">
                                      <p:cBhvr>
                                        <p:cTn id="35" dur="500"/>
                                        <p:tgtEl>
                                          <p:spTgt spid="37895"/>
                                        </p:tgtEl>
                                      </p:cBhvr>
                                    </p:animEffect>
                                  </p:childTnLst>
                                </p:cTn>
                              </p:par>
                            </p:childTnLst>
                          </p:cTn>
                        </p:par>
                        <p:par>
                          <p:cTn id="36" fill="hold" nodeType="afterGroup">
                            <p:stCondLst>
                              <p:cond delay="500"/>
                            </p:stCondLst>
                            <p:childTnLst>
                              <p:par>
                                <p:cTn id="37" presetID="9" presetClass="entr" presetSubtype="0" fill="hold" nodeType="afterEffect">
                                  <p:stCondLst>
                                    <p:cond delay="0"/>
                                  </p:stCondLst>
                                  <p:childTnLst>
                                    <p:set>
                                      <p:cBhvr>
                                        <p:cTn id="38" dur="1" fill="hold">
                                          <p:stCondLst>
                                            <p:cond delay="0"/>
                                          </p:stCondLst>
                                        </p:cTn>
                                        <p:tgtEl>
                                          <p:spTgt spid="37896"/>
                                        </p:tgtEl>
                                        <p:attrNameLst>
                                          <p:attrName>style.visibility</p:attrName>
                                        </p:attrNameLst>
                                      </p:cBhvr>
                                      <p:to>
                                        <p:strVal val="visible"/>
                                      </p:to>
                                    </p:set>
                                    <p:animEffect transition="in" filter="dissolve">
                                      <p:cBhvr>
                                        <p:cTn id="39" dur="500"/>
                                        <p:tgtEl>
                                          <p:spTgt spid="378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49C46E6-BEAB-4CC2-B288-D0A571411903}"/>
              </a:ext>
            </a:extLst>
          </p:cNvPr>
          <p:cNvSpPr/>
          <p:nvPr/>
        </p:nvSpPr>
        <p:spPr bwMode="auto">
          <a:xfrm>
            <a:off x="4310063" y="966788"/>
            <a:ext cx="4294187" cy="2693987"/>
          </a:xfrm>
          <a:prstGeom prst="rect">
            <a:avLst/>
          </a:prstGeom>
          <a:solidFill>
            <a:schemeClr val="accent2"/>
          </a:solidFill>
          <a:ln>
            <a:noFill/>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1800" b="1" i="0" u="none" strike="noStrike" cap="none" normalizeH="0" baseline="0">
              <a:ln>
                <a:noFill/>
              </a:ln>
              <a:solidFill>
                <a:schemeClr val="tx1"/>
              </a:solidFill>
              <a:effectLst/>
              <a:latin typeface="Times New Roman" panose="02020603050405020304" pitchFamily="18" charset="0"/>
              <a:ea typeface="隶书" panose="02010509060101010101" pitchFamily="49" charset="-122"/>
            </a:endParaRPr>
          </a:p>
        </p:txBody>
      </p:sp>
      <p:grpSp>
        <p:nvGrpSpPr>
          <p:cNvPr id="36876" name="Group 12"/>
          <p:cNvGrpSpPr>
            <a:grpSpLocks/>
          </p:cNvGrpSpPr>
          <p:nvPr/>
        </p:nvGrpSpPr>
        <p:grpSpPr bwMode="auto">
          <a:xfrm>
            <a:off x="4700588" y="3179763"/>
            <a:ext cx="3363912" cy="481012"/>
            <a:chOff x="2928" y="2064"/>
            <a:chExt cx="2119" cy="303"/>
          </a:xfrm>
        </p:grpSpPr>
        <p:sp>
          <p:nvSpPr>
            <p:cNvPr id="36877" name="Line 13"/>
            <p:cNvSpPr>
              <a:spLocks noChangeShapeType="1"/>
            </p:cNvSpPr>
            <p:nvPr/>
          </p:nvSpPr>
          <p:spPr bwMode="auto">
            <a:xfrm>
              <a:off x="2928" y="2064"/>
              <a:ext cx="2064" cy="0"/>
            </a:xfrm>
            <a:prstGeom prst="line">
              <a:avLst/>
            </a:prstGeom>
            <a:noFill/>
            <a:ln w="28575">
              <a:solidFill>
                <a:srgbClr val="FF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36878" name="Object 14"/>
            <p:cNvGraphicFramePr>
              <a:graphicFrameLocks noChangeAspect="1"/>
            </p:cNvGraphicFramePr>
            <p:nvPr/>
          </p:nvGraphicFramePr>
          <p:xfrm>
            <a:off x="4838" y="2097"/>
            <a:ext cx="209" cy="270"/>
          </p:xfrm>
          <a:graphic>
            <a:graphicData uri="http://schemas.openxmlformats.org/presentationml/2006/ole">
              <mc:AlternateContent xmlns:mc="http://schemas.openxmlformats.org/markup-compatibility/2006">
                <mc:Choice xmlns:v="urn:schemas-microsoft-com:vml" Requires="v">
                  <p:oleObj spid="_x0000_s137602" name="公式" r:id="rId3" imgW="177480" imgH="228600" progId="Equation.3">
                    <p:embed/>
                  </p:oleObj>
                </mc:Choice>
                <mc:Fallback>
                  <p:oleObj name="公式" r:id="rId3" imgW="177480" imgH="228600" progId="Equation.3">
                    <p:embed/>
                    <p:pic>
                      <p:nvPicPr>
                        <p:cNvPr id="36878"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38" y="2097"/>
                          <a:ext cx="209"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36866" name="Rectangle 2"/>
          <p:cNvSpPr>
            <a:spLocks noChangeArrowheads="1"/>
          </p:cNvSpPr>
          <p:nvPr/>
        </p:nvSpPr>
        <p:spPr bwMode="auto">
          <a:xfrm>
            <a:off x="1187450" y="3500438"/>
            <a:ext cx="244792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kumimoji="1" lang="zh-CN" altLang="en-US" sz="2800">
                <a:latin typeface="宋体" panose="02010600030101010101" pitchFamily="2" charset="-122"/>
              </a:rPr>
              <a:t>用相量图分析</a:t>
            </a:r>
            <a:endParaRPr kumimoji="1" lang="zh-CN" altLang="en-US" sz="2800"/>
          </a:p>
        </p:txBody>
      </p:sp>
      <p:graphicFrame>
        <p:nvGraphicFramePr>
          <p:cNvPr id="36867" name="Object 3"/>
          <p:cNvGraphicFramePr>
            <a:graphicFrameLocks noChangeAspect="1"/>
          </p:cNvGraphicFramePr>
          <p:nvPr>
            <p:extLst>
              <p:ext uri="{D42A27DB-BD31-4B8C-83A1-F6EECF244321}">
                <p14:modId xmlns:p14="http://schemas.microsoft.com/office/powerpoint/2010/main" val="1211271283"/>
              </p:ext>
            </p:extLst>
          </p:nvPr>
        </p:nvGraphicFramePr>
        <p:xfrm>
          <a:off x="827088" y="6137931"/>
          <a:ext cx="5184775" cy="457200"/>
        </p:xfrm>
        <a:graphic>
          <a:graphicData uri="http://schemas.openxmlformats.org/presentationml/2006/ole">
            <mc:AlternateContent xmlns:mc="http://schemas.openxmlformats.org/markup-compatibility/2006">
              <mc:Choice xmlns:v="urn:schemas-microsoft-com:vml" Requires="v">
                <p:oleObj spid="_x0000_s137603" name="公式" r:id="rId5" imgW="2387520" imgH="228600" progId="Equation.3">
                  <p:embed/>
                </p:oleObj>
              </mc:Choice>
              <mc:Fallback>
                <p:oleObj name="公式" r:id="rId5" imgW="2387520" imgH="228600" progId="Equation.3">
                  <p:embed/>
                  <p:pic>
                    <p:nvPicPr>
                      <p:cNvPr id="36867"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6137931"/>
                        <a:ext cx="5184775" cy="457200"/>
                      </a:xfrm>
                      <a:prstGeom prst="rect">
                        <a:avLst/>
                      </a:prstGeom>
                      <a:solidFill>
                        <a:schemeClr val="bg2"/>
                      </a:solidFill>
                      <a:ln>
                        <a:noFill/>
                      </a:ln>
                      <a:effectLst/>
                      <a:extLst/>
                    </p:spPr>
                  </p:pic>
                </p:oleObj>
              </mc:Fallback>
            </mc:AlternateContent>
          </a:graphicData>
        </a:graphic>
      </p:graphicFrame>
      <p:sp>
        <p:nvSpPr>
          <p:cNvPr id="36868" name="Text Box 4"/>
          <p:cNvSpPr txBox="1">
            <a:spLocks noChangeArrowheads="1"/>
          </p:cNvSpPr>
          <p:nvPr/>
        </p:nvSpPr>
        <p:spPr bwMode="auto">
          <a:xfrm>
            <a:off x="250825" y="476250"/>
            <a:ext cx="1008063" cy="523220"/>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98000" rIns="198000">
            <a:spAutoFit/>
          </a:bodyPr>
          <a:lstStyle/>
          <a:p>
            <a:pPr>
              <a:spcBef>
                <a:spcPct val="50000"/>
              </a:spcBef>
            </a:pPr>
            <a:r>
              <a:rPr kumimoji="1" lang="zh-CN" altLang="en-US" sz="2800">
                <a:latin typeface="Times New Roman" panose="02020603050405020304" pitchFamily="18" charset="0"/>
                <a:ea typeface="宋体" panose="02010600030101010101" pitchFamily="2" charset="-122"/>
              </a:rPr>
              <a:t>例</a:t>
            </a:r>
            <a:r>
              <a:rPr kumimoji="1" lang="en-US" altLang="zh-CN" sz="2800" b="0">
                <a:latin typeface="Times New Roman" panose="02020603050405020304" pitchFamily="18" charset="0"/>
                <a:ea typeface="宋体" panose="02010600030101010101" pitchFamily="2" charset="-122"/>
              </a:rPr>
              <a:t>9</a:t>
            </a:r>
          </a:p>
        </p:txBody>
      </p:sp>
      <p:grpSp>
        <p:nvGrpSpPr>
          <p:cNvPr id="36974" name="Group 110"/>
          <p:cNvGrpSpPr>
            <a:grpSpLocks/>
          </p:cNvGrpSpPr>
          <p:nvPr/>
        </p:nvGrpSpPr>
        <p:grpSpPr bwMode="auto">
          <a:xfrm>
            <a:off x="1258888" y="358775"/>
            <a:ext cx="6838950" cy="638175"/>
            <a:chOff x="793" y="180"/>
            <a:chExt cx="4308" cy="402"/>
          </a:xfrm>
        </p:grpSpPr>
        <p:sp>
          <p:nvSpPr>
            <p:cNvPr id="36870" name="Text Box 6"/>
            <p:cNvSpPr txBox="1">
              <a:spLocks noChangeArrowheads="1"/>
            </p:cNvSpPr>
            <p:nvPr/>
          </p:nvSpPr>
          <p:spPr bwMode="auto">
            <a:xfrm>
              <a:off x="793" y="255"/>
              <a:ext cx="3130"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zh-CN" altLang="en-US" sz="2800">
                  <a:latin typeface="Times New Roman" panose="02020603050405020304" pitchFamily="18" charset="0"/>
                </a:rPr>
                <a:t>移相桥电路。当</a:t>
              </a: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2</a:t>
              </a:r>
              <a:r>
                <a:rPr kumimoji="1" lang="zh-CN" altLang="en-US" sz="2800">
                  <a:latin typeface="Times New Roman" panose="02020603050405020304" pitchFamily="18" charset="0"/>
                </a:rPr>
                <a:t>由</a:t>
              </a:r>
              <a:r>
                <a:rPr kumimoji="1" lang="en-US" altLang="zh-CN" sz="2800" b="0">
                  <a:latin typeface="Times New Roman" panose="02020603050405020304" pitchFamily="18" charset="0"/>
                  <a:ea typeface="宋体" panose="02010600030101010101" pitchFamily="2" charset="-122"/>
                </a:rPr>
                <a:t>0</a:t>
              </a: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r>
                <a:rPr kumimoji="1" lang="zh-CN" altLang="en-US" sz="2800">
                  <a:latin typeface="Times New Roman" panose="02020603050405020304" pitchFamily="18" charset="0"/>
                  <a:sym typeface="Symbol" panose="05050102010706020507" pitchFamily="18" charset="2"/>
                </a:rPr>
                <a:t>时</a:t>
              </a:r>
              <a:r>
                <a:rPr kumimoji="1" lang="zh-CN" altLang="en-US" sz="2800">
                  <a:latin typeface="Times New Roman" panose="02020603050405020304" pitchFamily="18" charset="0"/>
                  <a:ea typeface="宋体" panose="02010600030101010101" pitchFamily="2" charset="-122"/>
                  <a:sym typeface="Symbol" panose="05050102010706020507" pitchFamily="18" charset="2"/>
                </a:rPr>
                <a:t>，</a:t>
              </a:r>
              <a:endParaRPr kumimoji="1" lang="zh-CN" altLang="en-US" sz="2800">
                <a:latin typeface="Times New Roman" panose="02020603050405020304" pitchFamily="18" charset="0"/>
                <a:ea typeface="宋体" panose="02010600030101010101" pitchFamily="2" charset="-122"/>
              </a:endParaRPr>
            </a:p>
          </p:txBody>
        </p:sp>
        <p:graphicFrame>
          <p:nvGraphicFramePr>
            <p:cNvPr id="36871" name="Object 7"/>
            <p:cNvGraphicFramePr>
              <a:graphicFrameLocks noChangeAspect="1"/>
            </p:cNvGraphicFramePr>
            <p:nvPr>
              <p:extLst>
                <p:ext uri="{D42A27DB-BD31-4B8C-83A1-F6EECF244321}">
                  <p14:modId xmlns:p14="http://schemas.microsoft.com/office/powerpoint/2010/main" val="34271792"/>
                </p:ext>
              </p:extLst>
            </p:nvPr>
          </p:nvGraphicFramePr>
          <p:xfrm>
            <a:off x="3834" y="180"/>
            <a:ext cx="1267" cy="383"/>
          </p:xfrm>
          <a:graphic>
            <a:graphicData uri="http://schemas.openxmlformats.org/presentationml/2006/ole">
              <mc:AlternateContent xmlns:mc="http://schemas.openxmlformats.org/markup-compatibility/2006">
                <mc:Choice xmlns:v="urn:schemas-microsoft-com:vml" Requires="v">
                  <p:oleObj spid="_x0000_s137604" name="Equation" r:id="rId7" imgW="965160" imgH="291960" progId="Equation.DSMT4">
                    <p:embed/>
                  </p:oleObj>
                </mc:Choice>
                <mc:Fallback>
                  <p:oleObj name="Equation" r:id="rId7" imgW="965160" imgH="291960" progId="Equation.DSMT4">
                    <p:embed/>
                    <p:pic>
                      <p:nvPicPr>
                        <p:cNvPr id="36871" name="Object 7"/>
                        <p:cNvPicPr>
                          <a:picLocks noChangeAspect="1" noChangeArrowheads="1"/>
                        </p:cNvPicPr>
                        <p:nvPr/>
                      </p:nvPicPr>
                      <p:blipFill>
                        <a:blip r:embed="rId8"/>
                        <a:srcRect/>
                        <a:stretch>
                          <a:fillRect/>
                        </a:stretch>
                      </p:blipFill>
                      <p:spPr bwMode="auto">
                        <a:xfrm>
                          <a:off x="3834" y="180"/>
                          <a:ext cx="1267" cy="3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6872" name="Text Box 8"/>
          <p:cNvSpPr txBox="1">
            <a:spLocks noChangeArrowheads="1"/>
          </p:cNvSpPr>
          <p:nvPr/>
        </p:nvSpPr>
        <p:spPr bwMode="auto">
          <a:xfrm>
            <a:off x="395288" y="3500438"/>
            <a:ext cx="542925" cy="519112"/>
          </a:xfrm>
          <a:prstGeom prst="rect">
            <a:avLst/>
          </a:prstGeom>
          <a:solidFill>
            <a:srgbClr val="99003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solidFill>
                  <a:schemeClr val="bg1"/>
                </a:solidFill>
                <a:latin typeface="Times New Roman" panose="02020603050405020304" pitchFamily="18" charset="0"/>
                <a:ea typeface="宋体" panose="02010600030101010101" pitchFamily="2" charset="-122"/>
              </a:rPr>
              <a:t>解</a:t>
            </a:r>
          </a:p>
        </p:txBody>
      </p:sp>
      <p:grpSp>
        <p:nvGrpSpPr>
          <p:cNvPr id="36873" name="Group 9"/>
          <p:cNvGrpSpPr>
            <a:grpSpLocks/>
          </p:cNvGrpSpPr>
          <p:nvPr/>
        </p:nvGrpSpPr>
        <p:grpSpPr bwMode="auto">
          <a:xfrm>
            <a:off x="4700588" y="3103563"/>
            <a:ext cx="1600200" cy="533400"/>
            <a:chOff x="2928" y="1752"/>
            <a:chExt cx="1008" cy="336"/>
          </a:xfrm>
        </p:grpSpPr>
        <p:sp>
          <p:nvSpPr>
            <p:cNvPr id="36874" name="Line 10"/>
            <p:cNvSpPr>
              <a:spLocks noChangeShapeType="1"/>
            </p:cNvSpPr>
            <p:nvPr/>
          </p:nvSpPr>
          <p:spPr bwMode="auto">
            <a:xfrm>
              <a:off x="2928" y="1772"/>
              <a:ext cx="1008" cy="0"/>
            </a:xfrm>
            <a:prstGeom prst="line">
              <a:avLst/>
            </a:prstGeom>
            <a:noFill/>
            <a:ln w="28575">
              <a:solidFill>
                <a:srgbClr val="66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36875" name="Object 11"/>
            <p:cNvGraphicFramePr>
              <a:graphicFrameLocks noChangeAspect="1"/>
            </p:cNvGraphicFramePr>
            <p:nvPr/>
          </p:nvGraphicFramePr>
          <p:xfrm>
            <a:off x="3349" y="1752"/>
            <a:ext cx="253" cy="336"/>
          </p:xfrm>
          <a:graphic>
            <a:graphicData uri="http://schemas.openxmlformats.org/presentationml/2006/ole">
              <mc:AlternateContent xmlns:mc="http://schemas.openxmlformats.org/markup-compatibility/2006">
                <mc:Choice xmlns:v="urn:schemas-microsoft-com:vml" Requires="v">
                  <p:oleObj spid="_x0000_s137605" name="公式" r:id="rId9" imgW="203040" imgH="266400" progId="Equation.3">
                    <p:embed/>
                  </p:oleObj>
                </mc:Choice>
                <mc:Fallback>
                  <p:oleObj name="公式" r:id="rId9" imgW="203040" imgH="266400" progId="Equation.3">
                    <p:embed/>
                    <p:pic>
                      <p:nvPicPr>
                        <p:cNvPr id="36875"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49" y="1752"/>
                          <a:ext cx="253"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6879" name="Group 15"/>
          <p:cNvGrpSpPr>
            <a:grpSpLocks/>
          </p:cNvGrpSpPr>
          <p:nvPr/>
        </p:nvGrpSpPr>
        <p:grpSpPr bwMode="auto">
          <a:xfrm>
            <a:off x="7367588" y="1922463"/>
            <a:ext cx="893762" cy="1212850"/>
            <a:chOff x="4608" y="1008"/>
            <a:chExt cx="563" cy="764"/>
          </a:xfrm>
        </p:grpSpPr>
        <p:sp>
          <p:nvSpPr>
            <p:cNvPr id="36880" name="Line 16"/>
            <p:cNvSpPr>
              <a:spLocks noChangeShapeType="1"/>
            </p:cNvSpPr>
            <p:nvPr/>
          </p:nvSpPr>
          <p:spPr bwMode="auto">
            <a:xfrm>
              <a:off x="4608" y="1008"/>
              <a:ext cx="384" cy="76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36881" name="Object 17"/>
            <p:cNvGraphicFramePr>
              <a:graphicFrameLocks noChangeAspect="1"/>
            </p:cNvGraphicFramePr>
            <p:nvPr/>
          </p:nvGraphicFramePr>
          <p:xfrm>
            <a:off x="4896" y="1329"/>
            <a:ext cx="275" cy="318"/>
          </p:xfrm>
          <a:graphic>
            <a:graphicData uri="http://schemas.openxmlformats.org/presentationml/2006/ole">
              <mc:AlternateContent xmlns:mc="http://schemas.openxmlformats.org/markup-compatibility/2006">
                <mc:Choice xmlns:v="urn:schemas-microsoft-com:vml" Requires="v">
                  <p:oleObj spid="_x0000_s137606" name="公式" r:id="rId11" imgW="228600" imgH="266400" progId="Equation.3">
                    <p:embed/>
                  </p:oleObj>
                </mc:Choice>
                <mc:Fallback>
                  <p:oleObj name="公式" r:id="rId11" imgW="228600" imgH="266400" progId="Equation.3">
                    <p:embed/>
                    <p:pic>
                      <p:nvPicPr>
                        <p:cNvPr id="36881"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96" y="1329"/>
                          <a:ext cx="275" cy="3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6882" name="Group 18"/>
          <p:cNvGrpSpPr>
            <a:grpSpLocks/>
          </p:cNvGrpSpPr>
          <p:nvPr/>
        </p:nvGrpSpPr>
        <p:grpSpPr bwMode="auto">
          <a:xfrm>
            <a:off x="4700588" y="1370013"/>
            <a:ext cx="3636962" cy="1765300"/>
            <a:chOff x="2928" y="660"/>
            <a:chExt cx="2291" cy="1112"/>
          </a:xfrm>
        </p:grpSpPr>
        <p:sp>
          <p:nvSpPr>
            <p:cNvPr id="36883" name="Line 19"/>
            <p:cNvSpPr>
              <a:spLocks noChangeShapeType="1"/>
            </p:cNvSpPr>
            <p:nvPr/>
          </p:nvSpPr>
          <p:spPr bwMode="auto">
            <a:xfrm flipV="1">
              <a:off x="2928" y="812"/>
              <a:ext cx="2112" cy="960"/>
            </a:xfrm>
            <a:prstGeom prst="line">
              <a:avLst/>
            </a:prstGeom>
            <a:noFill/>
            <a:ln w="28575">
              <a:solidFill>
                <a:srgbClr val="FF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36884" name="Object 20"/>
            <p:cNvGraphicFramePr>
              <a:graphicFrameLocks noChangeAspect="1"/>
            </p:cNvGraphicFramePr>
            <p:nvPr/>
          </p:nvGraphicFramePr>
          <p:xfrm>
            <a:off x="5030" y="660"/>
            <a:ext cx="189" cy="265"/>
          </p:xfrm>
          <a:graphic>
            <a:graphicData uri="http://schemas.openxmlformats.org/presentationml/2006/ole">
              <mc:AlternateContent xmlns:mc="http://schemas.openxmlformats.org/markup-compatibility/2006">
                <mc:Choice xmlns:v="urn:schemas-microsoft-com:vml" Requires="v">
                  <p:oleObj spid="_x0000_s137607" name="公式" r:id="rId13" imgW="190440" imgH="266400" progId="Equation.3">
                    <p:embed/>
                  </p:oleObj>
                </mc:Choice>
                <mc:Fallback>
                  <p:oleObj name="公式" r:id="rId13" imgW="190440" imgH="266400" progId="Equation.3">
                    <p:embed/>
                    <p:pic>
                      <p:nvPicPr>
                        <p:cNvPr id="36884" name="Object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30" y="660"/>
                          <a:ext cx="189" cy="2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6885" name="Group 21"/>
          <p:cNvGrpSpPr>
            <a:grpSpLocks/>
          </p:cNvGrpSpPr>
          <p:nvPr/>
        </p:nvGrpSpPr>
        <p:grpSpPr bwMode="auto">
          <a:xfrm>
            <a:off x="5995988" y="1541463"/>
            <a:ext cx="1981200" cy="1593850"/>
            <a:chOff x="3744" y="768"/>
            <a:chExt cx="1248" cy="1004"/>
          </a:xfrm>
        </p:grpSpPr>
        <p:sp>
          <p:nvSpPr>
            <p:cNvPr id="36886" name="Line 22"/>
            <p:cNvSpPr>
              <a:spLocks noChangeShapeType="1"/>
            </p:cNvSpPr>
            <p:nvPr/>
          </p:nvSpPr>
          <p:spPr bwMode="auto">
            <a:xfrm>
              <a:off x="3744" y="768"/>
              <a:ext cx="1248" cy="1004"/>
            </a:xfrm>
            <a:prstGeom prst="line">
              <a:avLst/>
            </a:prstGeom>
            <a:noFill/>
            <a:ln w="28575">
              <a:solidFill>
                <a:srgbClr val="FF99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36887" name="Object 23"/>
            <p:cNvGraphicFramePr>
              <a:graphicFrameLocks noChangeAspect="1"/>
            </p:cNvGraphicFramePr>
            <p:nvPr>
              <p:extLst>
                <p:ext uri="{D42A27DB-BD31-4B8C-83A1-F6EECF244321}">
                  <p14:modId xmlns:p14="http://schemas.microsoft.com/office/powerpoint/2010/main" val="4089836609"/>
                </p:ext>
              </p:extLst>
            </p:nvPr>
          </p:nvGraphicFramePr>
          <p:xfrm>
            <a:off x="4431" y="1425"/>
            <a:ext cx="275" cy="318"/>
          </p:xfrm>
          <a:graphic>
            <a:graphicData uri="http://schemas.openxmlformats.org/presentationml/2006/ole">
              <mc:AlternateContent xmlns:mc="http://schemas.openxmlformats.org/markup-compatibility/2006">
                <mc:Choice xmlns:v="urn:schemas-microsoft-com:vml" Requires="v">
                  <p:oleObj spid="_x0000_s137608" name="公式" r:id="rId15" imgW="228600" imgH="266400" progId="Equation.3">
                    <p:embed/>
                  </p:oleObj>
                </mc:Choice>
                <mc:Fallback>
                  <p:oleObj name="公式" r:id="rId15" imgW="228600" imgH="266400" progId="Equation.3">
                    <p:embed/>
                    <p:pic>
                      <p:nvPicPr>
                        <p:cNvPr id="36887" name="Object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431" y="1425"/>
                          <a:ext cx="275" cy="3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6888" name="Group 24"/>
          <p:cNvGrpSpPr>
            <a:grpSpLocks/>
          </p:cNvGrpSpPr>
          <p:nvPr/>
        </p:nvGrpSpPr>
        <p:grpSpPr bwMode="auto">
          <a:xfrm>
            <a:off x="4700588" y="908050"/>
            <a:ext cx="1968500" cy="2227263"/>
            <a:chOff x="2928" y="369"/>
            <a:chExt cx="1240" cy="1403"/>
          </a:xfrm>
        </p:grpSpPr>
        <p:sp>
          <p:nvSpPr>
            <p:cNvPr id="36889" name="Line 25"/>
            <p:cNvSpPr>
              <a:spLocks noChangeShapeType="1"/>
            </p:cNvSpPr>
            <p:nvPr/>
          </p:nvSpPr>
          <p:spPr bwMode="auto">
            <a:xfrm flipV="1">
              <a:off x="2928" y="576"/>
              <a:ext cx="1008" cy="1196"/>
            </a:xfrm>
            <a:prstGeom prst="line">
              <a:avLst/>
            </a:prstGeom>
            <a:noFill/>
            <a:ln w="28575">
              <a:solidFill>
                <a:srgbClr val="FF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36890" name="Object 26"/>
            <p:cNvGraphicFramePr>
              <a:graphicFrameLocks noChangeAspect="1"/>
            </p:cNvGraphicFramePr>
            <p:nvPr/>
          </p:nvGraphicFramePr>
          <p:xfrm>
            <a:off x="3941" y="369"/>
            <a:ext cx="227" cy="318"/>
          </p:xfrm>
          <a:graphic>
            <a:graphicData uri="http://schemas.openxmlformats.org/presentationml/2006/ole">
              <mc:AlternateContent xmlns:mc="http://schemas.openxmlformats.org/markup-compatibility/2006">
                <mc:Choice xmlns:v="urn:schemas-microsoft-com:vml" Requires="v">
                  <p:oleObj spid="_x0000_s137609" name="公式" r:id="rId17" imgW="190440" imgH="266400" progId="Equation.3">
                    <p:embed/>
                  </p:oleObj>
                </mc:Choice>
                <mc:Fallback>
                  <p:oleObj name="公式" r:id="rId17" imgW="190440" imgH="266400" progId="Equation.3">
                    <p:embed/>
                    <p:pic>
                      <p:nvPicPr>
                        <p:cNvPr id="36890" name="Object 2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941" y="369"/>
                          <a:ext cx="227" cy="3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6891" name="Freeform 27"/>
          <p:cNvSpPr>
            <a:spLocks/>
          </p:cNvSpPr>
          <p:nvPr/>
        </p:nvSpPr>
        <p:spPr bwMode="auto">
          <a:xfrm>
            <a:off x="4700588" y="1541463"/>
            <a:ext cx="3276600" cy="1600200"/>
          </a:xfrm>
          <a:custGeom>
            <a:avLst/>
            <a:gdLst>
              <a:gd name="T0" fmla="*/ 0 w 2064"/>
              <a:gd name="T1" fmla="*/ 1008 h 1008"/>
              <a:gd name="T2" fmla="*/ 102 w 2064"/>
              <a:gd name="T3" fmla="*/ 600 h 1008"/>
              <a:gd name="T4" fmla="*/ 294 w 2064"/>
              <a:gd name="T5" fmla="*/ 318 h 1008"/>
              <a:gd name="T6" fmla="*/ 576 w 2064"/>
              <a:gd name="T7" fmla="*/ 102 h 1008"/>
              <a:gd name="T8" fmla="*/ 1038 w 2064"/>
              <a:gd name="T9" fmla="*/ 6 h 1008"/>
              <a:gd name="T10" fmla="*/ 1536 w 2064"/>
              <a:gd name="T11" fmla="*/ 138 h 1008"/>
              <a:gd name="T12" fmla="*/ 1902 w 2064"/>
              <a:gd name="T13" fmla="*/ 528 h 1008"/>
              <a:gd name="T14" fmla="*/ 2064 w 2064"/>
              <a:gd name="T15" fmla="*/ 1008 h 10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64" h="1008">
                <a:moveTo>
                  <a:pt x="0" y="1008"/>
                </a:moveTo>
                <a:cubicBezTo>
                  <a:pt x="15" y="940"/>
                  <a:pt x="53" y="715"/>
                  <a:pt x="102" y="600"/>
                </a:cubicBezTo>
                <a:cubicBezTo>
                  <a:pt x="151" y="485"/>
                  <a:pt x="215" y="401"/>
                  <a:pt x="294" y="318"/>
                </a:cubicBezTo>
                <a:cubicBezTo>
                  <a:pt x="373" y="235"/>
                  <a:pt x="452" y="154"/>
                  <a:pt x="576" y="102"/>
                </a:cubicBezTo>
                <a:cubicBezTo>
                  <a:pt x="700" y="50"/>
                  <a:pt x="878" y="0"/>
                  <a:pt x="1038" y="6"/>
                </a:cubicBezTo>
                <a:cubicBezTo>
                  <a:pt x="1198" y="12"/>
                  <a:pt x="1392" y="51"/>
                  <a:pt x="1536" y="138"/>
                </a:cubicBezTo>
                <a:cubicBezTo>
                  <a:pt x="1680" y="225"/>
                  <a:pt x="1814" y="383"/>
                  <a:pt x="1902" y="528"/>
                </a:cubicBezTo>
                <a:cubicBezTo>
                  <a:pt x="1990" y="673"/>
                  <a:pt x="2030" y="908"/>
                  <a:pt x="2064" y="1008"/>
                </a:cubicBezTo>
              </a:path>
            </a:pathLst>
          </a:custGeom>
          <a:noFill/>
          <a:ln w="28575" cap="flat" cmpd="sng">
            <a:solidFill>
              <a:schemeClr val="bg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36892" name="Object 28"/>
          <p:cNvGraphicFramePr>
            <a:graphicFrameLocks noChangeAspect="1"/>
          </p:cNvGraphicFramePr>
          <p:nvPr>
            <p:extLst>
              <p:ext uri="{D42A27DB-BD31-4B8C-83A1-F6EECF244321}">
                <p14:modId xmlns:p14="http://schemas.microsoft.com/office/powerpoint/2010/main" val="3301738419"/>
              </p:ext>
            </p:extLst>
          </p:nvPr>
        </p:nvGraphicFramePr>
        <p:xfrm>
          <a:off x="827088" y="5347643"/>
          <a:ext cx="7267575" cy="830262"/>
        </p:xfrm>
        <a:graphic>
          <a:graphicData uri="http://schemas.openxmlformats.org/presentationml/2006/ole">
            <mc:AlternateContent xmlns:mc="http://schemas.openxmlformats.org/markup-compatibility/2006">
              <mc:Choice xmlns:v="urn:schemas-microsoft-com:vml" Requires="v">
                <p:oleObj spid="_x0000_s137610" name="公式" r:id="rId19" imgW="3835080" imgH="444240" progId="Equation.3">
                  <p:embed/>
                </p:oleObj>
              </mc:Choice>
              <mc:Fallback>
                <p:oleObj name="公式" r:id="rId19" imgW="3835080" imgH="444240" progId="Equation.3">
                  <p:embed/>
                  <p:pic>
                    <p:nvPicPr>
                      <p:cNvPr id="36892" name="Object 2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27088" y="5347643"/>
                        <a:ext cx="7267575" cy="830262"/>
                      </a:xfrm>
                      <a:prstGeom prst="rect">
                        <a:avLst/>
                      </a:prstGeom>
                      <a:solidFill>
                        <a:schemeClr val="bg2"/>
                      </a:solidFill>
                      <a:ln>
                        <a:noFill/>
                      </a:ln>
                      <a:effectLst/>
                      <a:extLst/>
                    </p:spPr>
                  </p:pic>
                </p:oleObj>
              </mc:Fallback>
            </mc:AlternateContent>
          </a:graphicData>
        </a:graphic>
      </p:graphicFrame>
      <p:sp>
        <p:nvSpPr>
          <p:cNvPr id="36893" name="Text Box 29"/>
          <p:cNvSpPr txBox="1">
            <a:spLocks noChangeArrowheads="1"/>
          </p:cNvSpPr>
          <p:nvPr/>
        </p:nvSpPr>
        <p:spPr bwMode="auto">
          <a:xfrm>
            <a:off x="5364163" y="3933825"/>
            <a:ext cx="3240087" cy="111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0000"/>
              </a:lnSpc>
              <a:spcBef>
                <a:spcPct val="50000"/>
              </a:spcBef>
            </a:pPr>
            <a:r>
              <a:rPr kumimoji="1" lang="zh-CN" altLang="en-US" sz="2800"/>
              <a:t>当</a:t>
            </a:r>
            <a:r>
              <a:rPr kumimoji="1" lang="en-US" altLang="zh-CN" sz="2800" b="0" i="1">
                <a:ea typeface="宋体" panose="02010600030101010101" pitchFamily="2" charset="-122"/>
              </a:rPr>
              <a:t>R</a:t>
            </a:r>
            <a:r>
              <a:rPr kumimoji="1" lang="en-US" altLang="zh-CN" sz="2800" b="0" baseline="-25000">
                <a:ea typeface="宋体" panose="02010600030101010101" pitchFamily="2" charset="-122"/>
              </a:rPr>
              <a:t>2</a:t>
            </a:r>
            <a:r>
              <a:rPr kumimoji="1" lang="en-US" altLang="zh-CN" sz="2800" b="0">
                <a:ea typeface="宋体" panose="02010600030101010101" pitchFamily="2" charset="-122"/>
              </a:rPr>
              <a:t>=0</a:t>
            </a:r>
            <a:r>
              <a:rPr kumimoji="1" lang="zh-CN" altLang="en-US" sz="2800" b="0">
                <a:ea typeface="宋体" panose="02010600030101010101" pitchFamily="2" charset="-122"/>
              </a:rPr>
              <a:t>，</a:t>
            </a:r>
            <a:r>
              <a:rPr kumimoji="1" lang="en-US" altLang="zh-CN" sz="2800" b="0" i="1">
                <a:latin typeface="Symbol" panose="05050102010706020507" pitchFamily="18" charset="2"/>
                <a:ea typeface="宋体" panose="02010600030101010101" pitchFamily="2" charset="-122"/>
              </a:rPr>
              <a:t>q </a:t>
            </a:r>
            <a:r>
              <a:rPr kumimoji="1" lang="en-US" altLang="zh-CN" sz="2800" b="0">
                <a:latin typeface="Symbol" panose="05050102010706020507" pitchFamily="18" charset="2"/>
                <a:ea typeface="宋体" panose="02010600030101010101" pitchFamily="2" charset="-122"/>
              </a:rPr>
              <a:t>=180</a:t>
            </a:r>
            <a:r>
              <a:rPr kumimoji="1" lang="en-US" altLang="zh-CN" sz="2800" b="0">
                <a:latin typeface="Symbol" panose="05050102010706020507" pitchFamily="18" charset="2"/>
                <a:ea typeface="宋体" panose="02010600030101010101" pitchFamily="2" charset="-122"/>
                <a:sym typeface="Symbol" panose="05050102010706020507" pitchFamily="18" charset="2"/>
              </a:rPr>
              <a:t></a:t>
            </a:r>
            <a:r>
              <a:rPr kumimoji="1" lang="zh-CN" altLang="en-US" sz="2800" b="0">
                <a:latin typeface="Symbol" panose="05050102010706020507" pitchFamily="18" charset="2"/>
                <a:ea typeface="宋体" panose="02010600030101010101" pitchFamily="2" charset="-122"/>
                <a:sym typeface="Symbol" panose="05050102010706020507" pitchFamily="18" charset="2"/>
              </a:rPr>
              <a:t>；</a:t>
            </a:r>
          </a:p>
          <a:p>
            <a:pPr>
              <a:lnSpc>
                <a:spcPct val="120000"/>
              </a:lnSpc>
            </a:pPr>
            <a:r>
              <a:rPr kumimoji="1" lang="zh-CN" altLang="en-US" sz="2800">
                <a:latin typeface="Symbol" panose="05050102010706020507" pitchFamily="18" charset="2"/>
                <a:sym typeface="Symbol" panose="05050102010706020507" pitchFamily="18" charset="2"/>
              </a:rPr>
              <a:t>当</a:t>
            </a:r>
            <a:r>
              <a:rPr kumimoji="1" lang="en-US" altLang="zh-CN" sz="2800" b="0" i="1">
                <a:ea typeface="宋体" panose="02010600030101010101" pitchFamily="2" charset="-122"/>
              </a:rPr>
              <a:t>R</a:t>
            </a:r>
            <a:r>
              <a:rPr kumimoji="1" lang="en-US" altLang="zh-CN" sz="2800" b="0" baseline="-25000">
                <a:ea typeface="宋体" panose="02010600030101010101" pitchFamily="2" charset="-122"/>
              </a:rPr>
              <a:t>2</a:t>
            </a:r>
            <a:r>
              <a:rPr kumimoji="1" lang="en-US" altLang="zh-CN" sz="2800" b="0">
                <a:latin typeface="Symbol" panose="05050102010706020507" pitchFamily="18" charset="2"/>
                <a:ea typeface="宋体" panose="02010600030101010101" pitchFamily="2" charset="-122"/>
                <a:sym typeface="Symbol" panose="05050102010706020507" pitchFamily="18" charset="2"/>
              </a:rPr>
              <a:t> </a:t>
            </a:r>
            <a:r>
              <a:rPr kumimoji="1" lang="en-US" altLang="zh-CN" sz="2800" b="0">
                <a:ea typeface="宋体" panose="02010600030101010101" pitchFamily="2" charset="-122"/>
                <a:sym typeface="Symbol" panose="05050102010706020507" pitchFamily="18" charset="2"/>
              </a:rPr>
              <a:t></a:t>
            </a:r>
            <a:r>
              <a:rPr kumimoji="1" lang="zh-CN" altLang="en-US" sz="2800" b="0">
                <a:ea typeface="宋体" panose="02010600030101010101" pitchFamily="2" charset="-122"/>
                <a:sym typeface="Symbol" panose="05050102010706020507" pitchFamily="18" charset="2"/>
              </a:rPr>
              <a:t>，</a:t>
            </a:r>
            <a:r>
              <a:rPr kumimoji="1" lang="en-US" altLang="zh-CN" sz="2800" b="0" i="1">
                <a:latin typeface="Symbol" panose="05050102010706020507" pitchFamily="18" charset="2"/>
                <a:ea typeface="宋体" panose="02010600030101010101" pitchFamily="2" charset="-122"/>
              </a:rPr>
              <a:t>q </a:t>
            </a:r>
            <a:r>
              <a:rPr kumimoji="1" lang="en-US" altLang="zh-CN" sz="2800" b="0">
                <a:latin typeface="Symbol" panose="05050102010706020507" pitchFamily="18" charset="2"/>
                <a:ea typeface="宋体" panose="02010600030101010101" pitchFamily="2" charset="-122"/>
              </a:rPr>
              <a:t>=0</a:t>
            </a:r>
            <a:r>
              <a:rPr kumimoji="1" lang="en-US" altLang="zh-CN" sz="2800" b="0">
                <a:latin typeface="Symbol" panose="05050102010706020507" pitchFamily="18" charset="2"/>
                <a:ea typeface="宋体" panose="02010600030101010101" pitchFamily="2" charset="-122"/>
                <a:sym typeface="Symbol" panose="05050102010706020507" pitchFamily="18" charset="2"/>
              </a:rPr>
              <a:t></a:t>
            </a:r>
            <a:r>
              <a:rPr kumimoji="1" lang="zh-CN" altLang="en-US" sz="2800" b="0">
                <a:latin typeface="Symbol" panose="05050102010706020507" pitchFamily="18" charset="2"/>
                <a:ea typeface="宋体" panose="02010600030101010101" pitchFamily="2" charset="-122"/>
                <a:sym typeface="Symbol" panose="05050102010706020507" pitchFamily="18" charset="2"/>
              </a:rPr>
              <a:t>。</a:t>
            </a:r>
            <a:endParaRPr kumimoji="1" lang="zh-CN" altLang="en-US" sz="2800" b="0">
              <a:ea typeface="宋体" panose="02010600030101010101" pitchFamily="2" charset="-122"/>
              <a:sym typeface="Symbol" panose="05050102010706020507" pitchFamily="18" charset="2"/>
            </a:endParaRPr>
          </a:p>
        </p:txBody>
      </p:sp>
      <p:grpSp>
        <p:nvGrpSpPr>
          <p:cNvPr id="36937" name="Group 73"/>
          <p:cNvGrpSpPr>
            <a:grpSpLocks/>
          </p:cNvGrpSpPr>
          <p:nvPr/>
        </p:nvGrpSpPr>
        <p:grpSpPr bwMode="auto">
          <a:xfrm>
            <a:off x="6300788" y="3108325"/>
            <a:ext cx="1676400" cy="528638"/>
            <a:chOff x="3936" y="1755"/>
            <a:chExt cx="1056" cy="333"/>
          </a:xfrm>
        </p:grpSpPr>
        <p:graphicFrame>
          <p:nvGraphicFramePr>
            <p:cNvPr id="36938" name="Object 74"/>
            <p:cNvGraphicFramePr>
              <a:graphicFrameLocks noChangeAspect="1"/>
            </p:cNvGraphicFramePr>
            <p:nvPr/>
          </p:nvGraphicFramePr>
          <p:xfrm>
            <a:off x="4320" y="1755"/>
            <a:ext cx="267" cy="333"/>
          </p:xfrm>
          <a:graphic>
            <a:graphicData uri="http://schemas.openxmlformats.org/presentationml/2006/ole">
              <mc:AlternateContent xmlns:mc="http://schemas.openxmlformats.org/markup-compatibility/2006">
                <mc:Choice xmlns:v="urn:schemas-microsoft-com:vml" Requires="v">
                  <p:oleObj spid="_x0000_s137611" name="公式" r:id="rId21" imgW="215640" imgH="266400" progId="Equation.3">
                    <p:embed/>
                  </p:oleObj>
                </mc:Choice>
                <mc:Fallback>
                  <p:oleObj name="公式" r:id="rId21" imgW="215640" imgH="266400" progId="Equation.3">
                    <p:embed/>
                    <p:pic>
                      <p:nvPicPr>
                        <p:cNvPr id="36938" name="Object 7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320" y="1755"/>
                          <a:ext cx="267" cy="3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939" name="Line 75"/>
            <p:cNvSpPr>
              <a:spLocks noChangeShapeType="1"/>
            </p:cNvSpPr>
            <p:nvPr/>
          </p:nvSpPr>
          <p:spPr bwMode="auto">
            <a:xfrm>
              <a:off x="3936" y="1776"/>
              <a:ext cx="1056" cy="0"/>
            </a:xfrm>
            <a:prstGeom prst="line">
              <a:avLst/>
            </a:prstGeom>
            <a:noFill/>
            <a:ln w="28575">
              <a:solidFill>
                <a:srgbClr val="66FF33"/>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grpSp>
      <p:grpSp>
        <p:nvGrpSpPr>
          <p:cNvPr id="36940" name="Group 76"/>
          <p:cNvGrpSpPr>
            <a:grpSpLocks/>
          </p:cNvGrpSpPr>
          <p:nvPr/>
        </p:nvGrpSpPr>
        <p:grpSpPr bwMode="auto">
          <a:xfrm>
            <a:off x="4700588" y="1582738"/>
            <a:ext cx="2667000" cy="1577975"/>
            <a:chOff x="2928" y="794"/>
            <a:chExt cx="1680" cy="994"/>
          </a:xfrm>
        </p:grpSpPr>
        <p:sp>
          <p:nvSpPr>
            <p:cNvPr id="36941" name="Line 77"/>
            <p:cNvSpPr>
              <a:spLocks noChangeShapeType="1"/>
            </p:cNvSpPr>
            <p:nvPr/>
          </p:nvSpPr>
          <p:spPr bwMode="auto">
            <a:xfrm flipV="1">
              <a:off x="2928" y="1020"/>
              <a:ext cx="1680" cy="768"/>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36942" name="Object 78"/>
            <p:cNvGraphicFramePr>
              <a:graphicFrameLocks noChangeAspect="1"/>
            </p:cNvGraphicFramePr>
            <p:nvPr/>
          </p:nvGraphicFramePr>
          <p:xfrm>
            <a:off x="4217" y="794"/>
            <a:ext cx="278" cy="308"/>
          </p:xfrm>
          <a:graphic>
            <a:graphicData uri="http://schemas.openxmlformats.org/presentationml/2006/ole">
              <mc:AlternateContent xmlns:mc="http://schemas.openxmlformats.org/markup-compatibility/2006">
                <mc:Choice xmlns:v="urn:schemas-microsoft-com:vml" Requires="v">
                  <p:oleObj spid="_x0000_s137612" name="公式" r:id="rId23" imgW="241200" imgH="266400" progId="Equation.3">
                    <p:embed/>
                  </p:oleObj>
                </mc:Choice>
                <mc:Fallback>
                  <p:oleObj name="公式" r:id="rId23" imgW="241200" imgH="266400" progId="Equation.3">
                    <p:embed/>
                    <p:pic>
                      <p:nvPicPr>
                        <p:cNvPr id="36942" name="Object 7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217" y="794"/>
                          <a:ext cx="278" cy="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6943" name="Group 79"/>
          <p:cNvGrpSpPr>
            <a:grpSpLocks/>
          </p:cNvGrpSpPr>
          <p:nvPr/>
        </p:nvGrpSpPr>
        <p:grpSpPr bwMode="auto">
          <a:xfrm>
            <a:off x="4700588" y="1430338"/>
            <a:ext cx="1295400" cy="1711325"/>
            <a:chOff x="2928" y="698"/>
            <a:chExt cx="816" cy="1078"/>
          </a:xfrm>
        </p:grpSpPr>
        <p:sp>
          <p:nvSpPr>
            <p:cNvPr id="36944" name="Line 80"/>
            <p:cNvSpPr>
              <a:spLocks noChangeShapeType="1"/>
            </p:cNvSpPr>
            <p:nvPr/>
          </p:nvSpPr>
          <p:spPr bwMode="auto">
            <a:xfrm flipV="1">
              <a:off x="2928" y="816"/>
              <a:ext cx="816" cy="960"/>
            </a:xfrm>
            <a:prstGeom prst="line">
              <a:avLst/>
            </a:prstGeom>
            <a:noFill/>
            <a:ln w="28575">
              <a:solidFill>
                <a:srgbClr val="FF99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36945" name="Object 81"/>
            <p:cNvGraphicFramePr>
              <a:graphicFrameLocks noChangeAspect="1"/>
            </p:cNvGraphicFramePr>
            <p:nvPr/>
          </p:nvGraphicFramePr>
          <p:xfrm>
            <a:off x="3353" y="698"/>
            <a:ext cx="278" cy="308"/>
          </p:xfrm>
          <a:graphic>
            <a:graphicData uri="http://schemas.openxmlformats.org/presentationml/2006/ole">
              <mc:AlternateContent xmlns:mc="http://schemas.openxmlformats.org/markup-compatibility/2006">
                <mc:Choice xmlns:v="urn:schemas-microsoft-com:vml" Requires="v">
                  <p:oleObj spid="_x0000_s137613" name="Equation" r:id="rId25" imgW="241200" imgH="266400" progId="Equation.DSMT4">
                    <p:embed/>
                  </p:oleObj>
                </mc:Choice>
                <mc:Fallback>
                  <p:oleObj name="Equation" r:id="rId25" imgW="241200" imgH="266400" progId="Equation.DSMT4">
                    <p:embed/>
                    <p:pic>
                      <p:nvPicPr>
                        <p:cNvPr id="36945" name="Object 8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353" y="698"/>
                          <a:ext cx="278" cy="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6946" name="Object 82"/>
          <p:cNvGraphicFramePr>
            <a:graphicFrameLocks noChangeAspect="1"/>
          </p:cNvGraphicFramePr>
          <p:nvPr>
            <p:extLst>
              <p:ext uri="{D42A27DB-BD31-4B8C-83A1-F6EECF244321}">
                <p14:modId xmlns:p14="http://schemas.microsoft.com/office/powerpoint/2010/main" val="2945582106"/>
              </p:ext>
            </p:extLst>
          </p:nvPr>
        </p:nvGraphicFramePr>
        <p:xfrm>
          <a:off x="1047750" y="3805238"/>
          <a:ext cx="3783013" cy="1346200"/>
        </p:xfrm>
        <a:graphic>
          <a:graphicData uri="http://schemas.openxmlformats.org/presentationml/2006/ole">
            <mc:AlternateContent xmlns:mc="http://schemas.openxmlformats.org/markup-compatibility/2006">
              <mc:Choice xmlns:v="urn:schemas-microsoft-com:vml" Requires="v">
                <p:oleObj spid="_x0000_s137614" name="Equation" r:id="rId27" imgW="1854000" imgH="660240" progId="Equation.DSMT4">
                  <p:embed/>
                </p:oleObj>
              </mc:Choice>
              <mc:Fallback>
                <p:oleObj name="Equation" r:id="rId27" imgW="1854000" imgH="660240" progId="Equation.DSMT4">
                  <p:embed/>
                  <p:pic>
                    <p:nvPicPr>
                      <p:cNvPr id="36946" name="Object 82"/>
                      <p:cNvPicPr>
                        <a:picLocks noChangeAspect="1" noChangeArrowheads="1"/>
                      </p:cNvPicPr>
                      <p:nvPr/>
                    </p:nvPicPr>
                    <p:blipFill>
                      <a:blip r:embed="rId28"/>
                      <a:srcRect/>
                      <a:stretch>
                        <a:fillRect/>
                      </a:stretch>
                    </p:blipFill>
                    <p:spPr bwMode="auto">
                      <a:xfrm>
                        <a:off x="1047750" y="3805238"/>
                        <a:ext cx="3783013" cy="1346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6947" name="Group 83"/>
          <p:cNvGrpSpPr>
            <a:grpSpLocks/>
          </p:cNvGrpSpPr>
          <p:nvPr/>
        </p:nvGrpSpPr>
        <p:grpSpPr bwMode="auto">
          <a:xfrm>
            <a:off x="6300788" y="1916113"/>
            <a:ext cx="1154112" cy="1219200"/>
            <a:chOff x="3936" y="1004"/>
            <a:chExt cx="727" cy="768"/>
          </a:xfrm>
        </p:grpSpPr>
        <p:sp>
          <p:nvSpPr>
            <p:cNvPr id="36948" name="Line 84"/>
            <p:cNvSpPr>
              <a:spLocks noChangeShapeType="1"/>
            </p:cNvSpPr>
            <p:nvPr/>
          </p:nvSpPr>
          <p:spPr bwMode="auto">
            <a:xfrm flipV="1">
              <a:off x="3936" y="1004"/>
              <a:ext cx="672" cy="76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36949" name="Freeform 85"/>
            <p:cNvSpPr>
              <a:spLocks/>
            </p:cNvSpPr>
            <p:nvPr/>
          </p:nvSpPr>
          <p:spPr bwMode="auto">
            <a:xfrm>
              <a:off x="4109" y="1590"/>
              <a:ext cx="86" cy="182"/>
            </a:xfrm>
            <a:custGeom>
              <a:avLst/>
              <a:gdLst>
                <a:gd name="T0" fmla="*/ 0 w 86"/>
                <a:gd name="T1" fmla="*/ 0 h 182"/>
                <a:gd name="T2" fmla="*/ 38 w 86"/>
                <a:gd name="T3" fmla="*/ 48 h 182"/>
                <a:gd name="T4" fmla="*/ 67 w 86"/>
                <a:gd name="T5" fmla="*/ 96 h 182"/>
                <a:gd name="T6" fmla="*/ 86 w 86"/>
                <a:gd name="T7" fmla="*/ 182 h 182"/>
              </a:gdLst>
              <a:ahLst/>
              <a:cxnLst>
                <a:cxn ang="0">
                  <a:pos x="T0" y="T1"/>
                </a:cxn>
                <a:cxn ang="0">
                  <a:pos x="T2" y="T3"/>
                </a:cxn>
                <a:cxn ang="0">
                  <a:pos x="T4" y="T5"/>
                </a:cxn>
                <a:cxn ang="0">
                  <a:pos x="T6" y="T7"/>
                </a:cxn>
              </a:cxnLst>
              <a:rect l="0" t="0" r="r" b="b"/>
              <a:pathLst>
                <a:path w="86" h="182">
                  <a:moveTo>
                    <a:pt x="0" y="0"/>
                  </a:moveTo>
                  <a:cubicBezTo>
                    <a:pt x="11" y="17"/>
                    <a:pt x="27" y="31"/>
                    <a:pt x="38" y="48"/>
                  </a:cubicBezTo>
                  <a:cubicBezTo>
                    <a:pt x="76" y="111"/>
                    <a:pt x="18" y="45"/>
                    <a:pt x="67" y="96"/>
                  </a:cubicBezTo>
                  <a:cubicBezTo>
                    <a:pt x="78" y="127"/>
                    <a:pt x="86" y="149"/>
                    <a:pt x="86" y="182"/>
                  </a:cubicBezTo>
                </a:path>
              </a:pathLst>
            </a:custGeom>
            <a:noFill/>
            <a:ln w="28575" cap="flat" cmpd="sng">
              <a:solidFill>
                <a:srgbClr val="66FF33"/>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36950" name="Object 86"/>
            <p:cNvGraphicFramePr>
              <a:graphicFrameLocks noChangeAspect="1"/>
            </p:cNvGraphicFramePr>
            <p:nvPr/>
          </p:nvGraphicFramePr>
          <p:xfrm>
            <a:off x="4244" y="1536"/>
            <a:ext cx="135" cy="176"/>
          </p:xfrm>
          <a:graphic>
            <a:graphicData uri="http://schemas.openxmlformats.org/presentationml/2006/ole">
              <mc:AlternateContent xmlns:mc="http://schemas.openxmlformats.org/markup-compatibility/2006">
                <mc:Choice xmlns:v="urn:schemas-microsoft-com:vml" Requires="v">
                  <p:oleObj spid="_x0000_s137615" name="公式" r:id="rId29" imgW="215640" imgH="279360" progId="Equation.3">
                    <p:embed/>
                  </p:oleObj>
                </mc:Choice>
                <mc:Fallback>
                  <p:oleObj name="公式" r:id="rId29" imgW="215640" imgH="279360" progId="Equation.3">
                    <p:embed/>
                    <p:pic>
                      <p:nvPicPr>
                        <p:cNvPr id="36950" name="Object 86"/>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244" y="1536"/>
                          <a:ext cx="135"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951" name="Object 87"/>
            <p:cNvGraphicFramePr>
              <a:graphicFrameLocks noChangeAspect="1"/>
            </p:cNvGraphicFramePr>
            <p:nvPr/>
          </p:nvGraphicFramePr>
          <p:xfrm>
            <a:off x="4361" y="1186"/>
            <a:ext cx="302" cy="303"/>
          </p:xfrm>
          <a:graphic>
            <a:graphicData uri="http://schemas.openxmlformats.org/presentationml/2006/ole">
              <mc:AlternateContent xmlns:mc="http://schemas.openxmlformats.org/markup-compatibility/2006">
                <mc:Choice xmlns:v="urn:schemas-microsoft-com:vml" Requires="v">
                  <p:oleObj spid="_x0000_s137616" name="公式" r:id="rId31" imgW="266400" imgH="266400" progId="Equation.3">
                    <p:embed/>
                  </p:oleObj>
                </mc:Choice>
                <mc:Fallback>
                  <p:oleObj name="公式" r:id="rId31" imgW="266400" imgH="266400" progId="Equation.3">
                    <p:embed/>
                    <p:pic>
                      <p:nvPicPr>
                        <p:cNvPr id="36951" name="Object 87"/>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361" y="1186"/>
                          <a:ext cx="302" cy="3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6952" name="Group 88"/>
          <p:cNvGrpSpPr>
            <a:grpSpLocks/>
          </p:cNvGrpSpPr>
          <p:nvPr/>
        </p:nvGrpSpPr>
        <p:grpSpPr bwMode="auto">
          <a:xfrm>
            <a:off x="5995998" y="1541463"/>
            <a:ext cx="620713" cy="1593850"/>
            <a:chOff x="3744" y="768"/>
            <a:chExt cx="391" cy="1004"/>
          </a:xfrm>
        </p:grpSpPr>
        <p:sp>
          <p:nvSpPr>
            <p:cNvPr id="36953" name="Line 89"/>
            <p:cNvSpPr>
              <a:spLocks noChangeShapeType="1"/>
            </p:cNvSpPr>
            <p:nvPr/>
          </p:nvSpPr>
          <p:spPr bwMode="auto">
            <a:xfrm flipH="1" flipV="1">
              <a:off x="3744" y="768"/>
              <a:ext cx="192" cy="1004"/>
            </a:xfrm>
            <a:prstGeom prst="line">
              <a:avLst/>
            </a:prstGeom>
            <a:noFill/>
            <a:ln w="28575">
              <a:solidFill>
                <a:srgbClr val="66F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36954" name="Freeform 90"/>
            <p:cNvSpPr>
              <a:spLocks/>
            </p:cNvSpPr>
            <p:nvPr/>
          </p:nvSpPr>
          <p:spPr bwMode="auto">
            <a:xfrm>
              <a:off x="3917" y="1657"/>
              <a:ext cx="117" cy="115"/>
            </a:xfrm>
            <a:custGeom>
              <a:avLst/>
              <a:gdLst>
                <a:gd name="T0" fmla="*/ 0 w 117"/>
                <a:gd name="T1" fmla="*/ 0 h 115"/>
                <a:gd name="T2" fmla="*/ 77 w 117"/>
                <a:gd name="T3" fmla="*/ 48 h 115"/>
                <a:gd name="T4" fmla="*/ 115 w 117"/>
                <a:gd name="T5" fmla="*/ 115 h 115"/>
              </a:gdLst>
              <a:ahLst/>
              <a:cxnLst>
                <a:cxn ang="0">
                  <a:pos x="T0" y="T1"/>
                </a:cxn>
                <a:cxn ang="0">
                  <a:pos x="T2" y="T3"/>
                </a:cxn>
                <a:cxn ang="0">
                  <a:pos x="T4" y="T5"/>
                </a:cxn>
              </a:cxnLst>
              <a:rect l="0" t="0" r="r" b="b"/>
              <a:pathLst>
                <a:path w="117" h="115">
                  <a:moveTo>
                    <a:pt x="0" y="0"/>
                  </a:moveTo>
                  <a:cubicBezTo>
                    <a:pt x="33" y="10"/>
                    <a:pt x="48" y="29"/>
                    <a:pt x="77" y="48"/>
                  </a:cubicBezTo>
                  <a:cubicBezTo>
                    <a:pt x="117" y="108"/>
                    <a:pt x="115" y="82"/>
                    <a:pt x="115" y="115"/>
                  </a:cubicBezTo>
                </a:path>
              </a:pathLst>
            </a:custGeom>
            <a:noFill/>
            <a:ln w="28575" cap="flat" cmpd="sng">
              <a:solidFill>
                <a:srgbClr val="66FF33"/>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graphicFrame>
          <p:nvGraphicFramePr>
            <p:cNvPr id="36955" name="Object 91"/>
            <p:cNvGraphicFramePr>
              <a:graphicFrameLocks noChangeAspect="1"/>
            </p:cNvGraphicFramePr>
            <p:nvPr/>
          </p:nvGraphicFramePr>
          <p:xfrm>
            <a:off x="3936" y="1453"/>
            <a:ext cx="176" cy="183"/>
          </p:xfrm>
          <a:graphic>
            <a:graphicData uri="http://schemas.openxmlformats.org/presentationml/2006/ole">
              <mc:AlternateContent xmlns:mc="http://schemas.openxmlformats.org/markup-compatibility/2006">
                <mc:Choice xmlns:v="urn:schemas-microsoft-com:vml" Requires="v">
                  <p:oleObj spid="_x0000_s137617" name="公式" r:id="rId33" imgW="279360" imgH="291960" progId="Equation.3">
                    <p:embed/>
                  </p:oleObj>
                </mc:Choice>
                <mc:Fallback>
                  <p:oleObj name="公式" r:id="rId33" imgW="279360" imgH="291960" progId="Equation.3">
                    <p:embed/>
                    <p:pic>
                      <p:nvPicPr>
                        <p:cNvPr id="36955" name="Object 91"/>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3936" y="1453"/>
                          <a:ext cx="17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956" name="Object 92"/>
            <p:cNvGraphicFramePr>
              <a:graphicFrameLocks noChangeAspect="1"/>
            </p:cNvGraphicFramePr>
            <p:nvPr/>
          </p:nvGraphicFramePr>
          <p:xfrm>
            <a:off x="3833" y="994"/>
            <a:ext cx="302" cy="303"/>
          </p:xfrm>
          <a:graphic>
            <a:graphicData uri="http://schemas.openxmlformats.org/presentationml/2006/ole">
              <mc:AlternateContent xmlns:mc="http://schemas.openxmlformats.org/markup-compatibility/2006">
                <mc:Choice xmlns:v="urn:schemas-microsoft-com:vml" Requires="v">
                  <p:oleObj spid="_x0000_s137618" name="Equation" r:id="rId35" imgW="266400" imgH="266400" progId="Equation.DSMT4">
                    <p:embed/>
                  </p:oleObj>
                </mc:Choice>
                <mc:Fallback>
                  <p:oleObj name="Equation" r:id="rId35" imgW="266400" imgH="266400" progId="Equation.DSMT4">
                    <p:embed/>
                    <p:pic>
                      <p:nvPicPr>
                        <p:cNvPr id="36956" name="Object 92"/>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3833" y="994"/>
                          <a:ext cx="302" cy="3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6957" name="Text Box 93"/>
          <p:cNvSpPr txBox="1">
            <a:spLocks noChangeArrowheads="1"/>
          </p:cNvSpPr>
          <p:nvPr/>
        </p:nvSpPr>
        <p:spPr bwMode="auto">
          <a:xfrm>
            <a:off x="6156325" y="3068638"/>
            <a:ext cx="5032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0">
                <a:solidFill>
                  <a:schemeClr val="bg1"/>
                </a:solidFill>
                <a:latin typeface="Times New Roman" panose="02020603050405020304" pitchFamily="18" charset="0"/>
                <a:ea typeface="仿宋_GB2312" pitchFamily="49" charset="-122"/>
              </a:rPr>
              <a:t>a</a:t>
            </a:r>
          </a:p>
        </p:txBody>
      </p:sp>
      <p:sp>
        <p:nvSpPr>
          <p:cNvPr id="36958" name="Text Box 94"/>
          <p:cNvSpPr txBox="1">
            <a:spLocks noChangeArrowheads="1"/>
          </p:cNvSpPr>
          <p:nvPr/>
        </p:nvSpPr>
        <p:spPr bwMode="auto">
          <a:xfrm>
            <a:off x="7164388" y="1412875"/>
            <a:ext cx="5032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0">
                <a:solidFill>
                  <a:schemeClr val="bg1"/>
                </a:solidFill>
                <a:latin typeface="Times New Roman" panose="02020603050405020304" pitchFamily="18" charset="0"/>
                <a:ea typeface="仿宋_GB2312" pitchFamily="49" charset="-122"/>
              </a:rPr>
              <a:t>b</a:t>
            </a:r>
          </a:p>
        </p:txBody>
      </p:sp>
      <p:sp>
        <p:nvSpPr>
          <p:cNvPr id="36959" name="Text Box 95"/>
          <p:cNvSpPr txBox="1">
            <a:spLocks noChangeArrowheads="1"/>
          </p:cNvSpPr>
          <p:nvPr/>
        </p:nvSpPr>
        <p:spPr bwMode="auto">
          <a:xfrm>
            <a:off x="5724525" y="1109663"/>
            <a:ext cx="5032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0" dirty="0">
                <a:solidFill>
                  <a:schemeClr val="bg1"/>
                </a:solidFill>
                <a:latin typeface="Times New Roman" panose="02020603050405020304" pitchFamily="18" charset="0"/>
                <a:ea typeface="仿宋_GB2312" pitchFamily="49" charset="-122"/>
              </a:rPr>
              <a:t>b</a:t>
            </a:r>
          </a:p>
        </p:txBody>
      </p:sp>
      <p:grpSp>
        <p:nvGrpSpPr>
          <p:cNvPr id="37018" name="Group 154"/>
          <p:cNvGrpSpPr>
            <a:grpSpLocks/>
          </p:cNvGrpSpPr>
          <p:nvPr/>
        </p:nvGrpSpPr>
        <p:grpSpPr bwMode="auto">
          <a:xfrm>
            <a:off x="554038" y="1052513"/>
            <a:ext cx="3649663" cy="2174875"/>
            <a:chOff x="1160" y="2342"/>
            <a:chExt cx="2299" cy="1370"/>
          </a:xfrm>
        </p:grpSpPr>
        <p:sp>
          <p:nvSpPr>
            <p:cNvPr id="37019" name="Line 155"/>
            <p:cNvSpPr>
              <a:spLocks noChangeShapeType="1"/>
            </p:cNvSpPr>
            <p:nvPr/>
          </p:nvSpPr>
          <p:spPr bwMode="auto">
            <a:xfrm>
              <a:off x="3056" y="2478"/>
              <a:ext cx="0" cy="771"/>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a:lstStyle/>
            <a:p>
              <a:endParaRPr lang="zh-CN" altLang="en-US" sz="2800"/>
            </a:p>
          </p:txBody>
        </p:sp>
        <p:sp>
          <p:nvSpPr>
            <p:cNvPr id="37020" name="Rectangle 156"/>
            <p:cNvSpPr>
              <a:spLocks noChangeArrowheads="1"/>
            </p:cNvSpPr>
            <p:nvPr/>
          </p:nvSpPr>
          <p:spPr bwMode="auto">
            <a:xfrm>
              <a:off x="2965" y="2568"/>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37021" name="Oval 157"/>
            <p:cNvSpPr>
              <a:spLocks noChangeArrowheads="1"/>
            </p:cNvSpPr>
            <p:nvPr/>
          </p:nvSpPr>
          <p:spPr bwMode="auto">
            <a:xfrm>
              <a:off x="1378" y="2841"/>
              <a:ext cx="363" cy="363"/>
            </a:xfrm>
            <a:prstGeom prst="ellipse">
              <a:avLst/>
            </a:prstGeom>
            <a:gradFill rotWithShape="1">
              <a:gsLst>
                <a:gs pos="0">
                  <a:srgbClr val="0099FF"/>
                </a:gs>
                <a:gs pos="100000">
                  <a:srgbClr val="0099FF">
                    <a:gamma/>
                    <a:shade val="46275"/>
                    <a:invGamma/>
                  </a:srgbClr>
                </a:gs>
              </a:gsLst>
              <a:path path="shape">
                <a:fillToRect l="50000" t="50000" r="50000" b="50000"/>
              </a:path>
            </a:gradFill>
            <a:ln w="38100">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37022" name="Line 158"/>
            <p:cNvSpPr>
              <a:spLocks noChangeShapeType="1"/>
            </p:cNvSpPr>
            <p:nvPr/>
          </p:nvSpPr>
          <p:spPr bwMode="auto">
            <a:xfrm>
              <a:off x="3056" y="3340"/>
              <a:ext cx="0" cy="317"/>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a:lstStyle/>
            <a:p>
              <a:endParaRPr lang="zh-CN" altLang="en-US" sz="2800"/>
            </a:p>
          </p:txBody>
        </p:sp>
        <p:sp>
          <p:nvSpPr>
            <p:cNvPr id="37023" name="Line 159"/>
            <p:cNvSpPr>
              <a:spLocks noChangeShapeType="1"/>
            </p:cNvSpPr>
            <p:nvPr/>
          </p:nvSpPr>
          <p:spPr bwMode="auto">
            <a:xfrm>
              <a:off x="1559" y="3657"/>
              <a:ext cx="1485" cy="0"/>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37024" name="Line 160"/>
            <p:cNvSpPr>
              <a:spLocks noChangeShapeType="1"/>
            </p:cNvSpPr>
            <p:nvPr/>
          </p:nvSpPr>
          <p:spPr bwMode="auto">
            <a:xfrm>
              <a:off x="2194" y="2478"/>
              <a:ext cx="0" cy="1179"/>
            </a:xfrm>
            <a:prstGeom prst="line">
              <a:avLst/>
            </a:prstGeom>
            <a:noFill/>
            <a:ln w="28575">
              <a:solidFill>
                <a:srgbClr val="FFCC00"/>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37025" name="Line 161"/>
            <p:cNvSpPr>
              <a:spLocks noChangeShapeType="1"/>
            </p:cNvSpPr>
            <p:nvPr/>
          </p:nvSpPr>
          <p:spPr bwMode="auto">
            <a:xfrm>
              <a:off x="1559" y="2478"/>
              <a:ext cx="1497" cy="0"/>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37026" name="Line 162"/>
            <p:cNvSpPr>
              <a:spLocks noChangeShapeType="1"/>
            </p:cNvSpPr>
            <p:nvPr/>
          </p:nvSpPr>
          <p:spPr bwMode="auto">
            <a:xfrm flipV="1">
              <a:off x="2875" y="2659"/>
              <a:ext cx="288" cy="167"/>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37027" name="Line 163"/>
            <p:cNvSpPr>
              <a:spLocks noChangeShapeType="1"/>
            </p:cNvSpPr>
            <p:nvPr/>
          </p:nvSpPr>
          <p:spPr bwMode="auto">
            <a:xfrm>
              <a:off x="2194" y="3067"/>
              <a:ext cx="240" cy="0"/>
            </a:xfrm>
            <a:prstGeom prst="line">
              <a:avLst/>
            </a:prstGeom>
            <a:noFill/>
            <a:ln w="28575">
              <a:solidFill>
                <a:srgbClr val="FFCC00"/>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37028" name="Line 164"/>
            <p:cNvSpPr>
              <a:spLocks noChangeShapeType="1"/>
            </p:cNvSpPr>
            <p:nvPr/>
          </p:nvSpPr>
          <p:spPr bwMode="auto">
            <a:xfrm>
              <a:off x="2816" y="3067"/>
              <a:ext cx="240" cy="0"/>
            </a:xfrm>
            <a:prstGeom prst="line">
              <a:avLst/>
            </a:prstGeom>
            <a:noFill/>
            <a:ln w="28575">
              <a:solidFill>
                <a:srgbClr val="FFCC00"/>
              </a:solidFill>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37029" name="Text Box 165"/>
            <p:cNvSpPr txBox="1">
              <a:spLocks noChangeArrowheads="1"/>
            </p:cNvSpPr>
            <p:nvPr/>
          </p:nvSpPr>
          <p:spPr bwMode="auto">
            <a:xfrm>
              <a:off x="2330" y="2750"/>
              <a:ext cx="215"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a:latin typeface="Times New Roman" panose="02020603050405020304" pitchFamily="18" charset="0"/>
                  <a:ea typeface="宋体" panose="02010600030101010101" pitchFamily="2" charset="-122"/>
                </a:rPr>
                <a:t>a</a:t>
              </a:r>
            </a:p>
          </p:txBody>
        </p:sp>
        <p:sp>
          <p:nvSpPr>
            <p:cNvPr id="37030" name="Text Box 166"/>
            <p:cNvSpPr txBox="1">
              <a:spLocks noChangeArrowheads="1"/>
            </p:cNvSpPr>
            <p:nvPr/>
          </p:nvSpPr>
          <p:spPr bwMode="auto">
            <a:xfrm>
              <a:off x="2648" y="2795"/>
              <a:ext cx="228"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a:latin typeface="Times New Roman" panose="02020603050405020304" pitchFamily="18" charset="0"/>
                  <a:ea typeface="宋体" panose="02010600030101010101" pitchFamily="2" charset="-122"/>
                </a:rPr>
                <a:t>b</a:t>
              </a:r>
            </a:p>
          </p:txBody>
        </p:sp>
        <p:graphicFrame>
          <p:nvGraphicFramePr>
            <p:cNvPr id="37031" name="Object 167"/>
            <p:cNvGraphicFramePr>
              <a:graphicFrameLocks noChangeAspect="1"/>
            </p:cNvGraphicFramePr>
            <p:nvPr>
              <p:extLst>
                <p:ext uri="{D42A27DB-BD31-4B8C-83A1-F6EECF244321}">
                  <p14:modId xmlns:p14="http://schemas.microsoft.com/office/powerpoint/2010/main" val="2650749869"/>
                </p:ext>
              </p:extLst>
            </p:nvPr>
          </p:nvGraphicFramePr>
          <p:xfrm>
            <a:off x="1839" y="2676"/>
            <a:ext cx="257" cy="328"/>
          </p:xfrm>
          <a:graphic>
            <a:graphicData uri="http://schemas.openxmlformats.org/presentationml/2006/ole">
              <mc:AlternateContent xmlns:mc="http://schemas.openxmlformats.org/markup-compatibility/2006">
                <mc:Choice xmlns:v="urn:schemas-microsoft-com:vml" Requires="v">
                  <p:oleObj spid="_x0000_s137619" name="Equation" r:id="rId37" imgW="190440" imgH="241200" progId="Equation.DSMT4">
                    <p:embed/>
                  </p:oleObj>
                </mc:Choice>
                <mc:Fallback>
                  <p:oleObj name="Equation" r:id="rId37" imgW="190440" imgH="241200" progId="Equation.DSMT4">
                    <p:embed/>
                    <p:pic>
                      <p:nvPicPr>
                        <p:cNvPr id="37031" name="Object 167"/>
                        <p:cNvPicPr>
                          <a:picLocks noChangeAspect="1" noChangeArrowheads="1"/>
                        </p:cNvPicPr>
                        <p:nvPr/>
                      </p:nvPicPr>
                      <p:blipFill>
                        <a:blip r:embed="rId38"/>
                        <a:srcRect/>
                        <a:stretch>
                          <a:fillRect/>
                        </a:stretch>
                      </p:blipFill>
                      <p:spPr bwMode="auto">
                        <a:xfrm>
                          <a:off x="1839" y="2676"/>
                          <a:ext cx="257" cy="3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032" name="Object 168"/>
            <p:cNvGraphicFramePr>
              <a:graphicFrameLocks noChangeAspect="1"/>
            </p:cNvGraphicFramePr>
            <p:nvPr>
              <p:extLst>
                <p:ext uri="{D42A27DB-BD31-4B8C-83A1-F6EECF244321}">
                  <p14:modId xmlns:p14="http://schemas.microsoft.com/office/powerpoint/2010/main" val="663265221"/>
                </p:ext>
              </p:extLst>
            </p:nvPr>
          </p:nvGraphicFramePr>
          <p:xfrm>
            <a:off x="1839" y="3174"/>
            <a:ext cx="265" cy="319"/>
          </p:xfrm>
          <a:graphic>
            <a:graphicData uri="http://schemas.openxmlformats.org/presentationml/2006/ole">
              <mc:AlternateContent xmlns:mc="http://schemas.openxmlformats.org/markup-compatibility/2006">
                <mc:Choice xmlns:v="urn:schemas-microsoft-com:vml" Requires="v">
                  <p:oleObj spid="_x0000_s137620" name="Equation" r:id="rId39" imgW="203040" imgH="241200" progId="Equation.DSMT4">
                    <p:embed/>
                  </p:oleObj>
                </mc:Choice>
                <mc:Fallback>
                  <p:oleObj name="Equation" r:id="rId39" imgW="203040" imgH="241200" progId="Equation.DSMT4">
                    <p:embed/>
                    <p:pic>
                      <p:nvPicPr>
                        <p:cNvPr id="37032" name="Object 168"/>
                        <p:cNvPicPr>
                          <a:picLocks noChangeAspect="1" noChangeArrowheads="1"/>
                        </p:cNvPicPr>
                        <p:nvPr/>
                      </p:nvPicPr>
                      <p:blipFill>
                        <a:blip r:embed="rId40"/>
                        <a:srcRect/>
                        <a:stretch>
                          <a:fillRect/>
                        </a:stretch>
                      </p:blipFill>
                      <p:spPr bwMode="auto">
                        <a:xfrm>
                          <a:off x="1839" y="3174"/>
                          <a:ext cx="265" cy="3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033" name="Object 169"/>
            <p:cNvGraphicFramePr>
              <a:graphicFrameLocks noChangeAspect="1"/>
            </p:cNvGraphicFramePr>
            <p:nvPr>
              <p:extLst>
                <p:ext uri="{D42A27DB-BD31-4B8C-83A1-F6EECF244321}">
                  <p14:modId xmlns:p14="http://schemas.microsoft.com/office/powerpoint/2010/main" val="2246510469"/>
                </p:ext>
              </p:extLst>
            </p:nvPr>
          </p:nvGraphicFramePr>
          <p:xfrm>
            <a:off x="3164" y="3220"/>
            <a:ext cx="295" cy="329"/>
          </p:xfrm>
          <a:graphic>
            <a:graphicData uri="http://schemas.openxmlformats.org/presentationml/2006/ole">
              <mc:AlternateContent xmlns:mc="http://schemas.openxmlformats.org/markup-compatibility/2006">
                <mc:Choice xmlns:v="urn:schemas-microsoft-com:vml" Requires="v">
                  <p:oleObj spid="_x0000_s137621" name="Equation" r:id="rId41" imgW="215640" imgH="241200" progId="Equation.DSMT4">
                    <p:embed/>
                  </p:oleObj>
                </mc:Choice>
                <mc:Fallback>
                  <p:oleObj name="Equation" r:id="rId41" imgW="215640" imgH="241200" progId="Equation.DSMT4">
                    <p:embed/>
                    <p:pic>
                      <p:nvPicPr>
                        <p:cNvPr id="37033" name="Object 169"/>
                        <p:cNvPicPr>
                          <a:picLocks noChangeAspect="1" noChangeArrowheads="1"/>
                        </p:cNvPicPr>
                        <p:nvPr/>
                      </p:nvPicPr>
                      <p:blipFill>
                        <a:blip r:embed="rId42"/>
                        <a:srcRect/>
                        <a:stretch>
                          <a:fillRect/>
                        </a:stretch>
                      </p:blipFill>
                      <p:spPr bwMode="auto">
                        <a:xfrm>
                          <a:off x="3164" y="3220"/>
                          <a:ext cx="295" cy="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034" name="Object 170"/>
            <p:cNvGraphicFramePr>
              <a:graphicFrameLocks noChangeAspect="1"/>
            </p:cNvGraphicFramePr>
            <p:nvPr>
              <p:extLst>
                <p:ext uri="{D42A27DB-BD31-4B8C-83A1-F6EECF244321}">
                  <p14:modId xmlns:p14="http://schemas.microsoft.com/office/powerpoint/2010/main" val="1881502707"/>
                </p:ext>
              </p:extLst>
            </p:nvPr>
          </p:nvGraphicFramePr>
          <p:xfrm>
            <a:off x="2699" y="3329"/>
            <a:ext cx="244" cy="329"/>
          </p:xfrm>
          <a:graphic>
            <a:graphicData uri="http://schemas.openxmlformats.org/presentationml/2006/ole">
              <mc:AlternateContent xmlns:mc="http://schemas.openxmlformats.org/markup-compatibility/2006">
                <mc:Choice xmlns:v="urn:schemas-microsoft-com:vml" Requires="v">
                  <p:oleObj spid="_x0000_s137622" name="Equation" r:id="rId43" imgW="177480" imgH="241200" progId="Equation.DSMT4">
                    <p:embed/>
                  </p:oleObj>
                </mc:Choice>
                <mc:Fallback>
                  <p:oleObj name="Equation" r:id="rId43" imgW="177480" imgH="241200" progId="Equation.DSMT4">
                    <p:embed/>
                    <p:pic>
                      <p:nvPicPr>
                        <p:cNvPr id="37034" name="Object 170"/>
                        <p:cNvPicPr>
                          <a:picLocks noChangeAspect="1" noChangeArrowheads="1"/>
                        </p:cNvPicPr>
                        <p:nvPr/>
                      </p:nvPicPr>
                      <p:blipFill>
                        <a:blip r:embed="rId44"/>
                        <a:srcRect/>
                        <a:stretch>
                          <a:fillRect/>
                        </a:stretch>
                      </p:blipFill>
                      <p:spPr bwMode="auto">
                        <a:xfrm>
                          <a:off x="2699" y="3329"/>
                          <a:ext cx="244" cy="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035" name="Line 171"/>
            <p:cNvSpPr>
              <a:spLocks noChangeShapeType="1"/>
            </p:cNvSpPr>
            <p:nvPr/>
          </p:nvSpPr>
          <p:spPr bwMode="auto">
            <a:xfrm>
              <a:off x="2562" y="3702"/>
              <a:ext cx="336" cy="0"/>
            </a:xfrm>
            <a:prstGeom prst="line">
              <a:avLst/>
            </a:prstGeom>
            <a:noFill/>
            <a:ln w="28575">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sz="2800" dirty="0"/>
            </a:p>
          </p:txBody>
        </p:sp>
        <p:sp>
          <p:nvSpPr>
            <p:cNvPr id="37036" name="Text Box 172"/>
            <p:cNvSpPr txBox="1">
              <a:spLocks noChangeArrowheads="1"/>
            </p:cNvSpPr>
            <p:nvPr/>
          </p:nvSpPr>
          <p:spPr bwMode="auto">
            <a:xfrm>
              <a:off x="2648" y="2478"/>
              <a:ext cx="329"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a:latin typeface="Times New Roman" panose="02020603050405020304" pitchFamily="18" charset="0"/>
                <a:ea typeface="宋体" panose="02010600030101010101" pitchFamily="2" charset="-122"/>
              </a:endParaRPr>
            </a:p>
          </p:txBody>
        </p:sp>
        <p:sp>
          <p:nvSpPr>
            <p:cNvPr id="37037" name="Text Box 173"/>
            <p:cNvSpPr txBox="1">
              <a:spLocks noChangeArrowheads="1"/>
            </p:cNvSpPr>
            <p:nvPr/>
          </p:nvSpPr>
          <p:spPr bwMode="auto">
            <a:xfrm>
              <a:off x="2239" y="2523"/>
              <a:ext cx="329"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1</a:t>
              </a:r>
              <a:endParaRPr kumimoji="1" lang="en-US" altLang="zh-CN" sz="2800" b="0">
                <a:latin typeface="Times New Roman" panose="02020603050405020304" pitchFamily="18" charset="0"/>
                <a:ea typeface="宋体" panose="02010600030101010101" pitchFamily="2" charset="-122"/>
              </a:endParaRPr>
            </a:p>
          </p:txBody>
        </p:sp>
        <p:sp>
          <p:nvSpPr>
            <p:cNvPr id="37038" name="Text Box 174"/>
            <p:cNvSpPr txBox="1">
              <a:spLocks noChangeArrowheads="1"/>
            </p:cNvSpPr>
            <p:nvPr/>
          </p:nvSpPr>
          <p:spPr bwMode="auto">
            <a:xfrm>
              <a:off x="2239" y="3158"/>
              <a:ext cx="329"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Lst>
          </p:spPr>
          <p:txBody>
            <a:bodyPr wrap="none">
              <a:spAutoFit/>
            </a:bodyPr>
            <a:lstStyle/>
            <a:p>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1</a:t>
              </a:r>
              <a:endParaRPr kumimoji="1" lang="en-US" altLang="zh-CN" sz="2800" b="0">
                <a:latin typeface="Times New Roman" panose="02020603050405020304" pitchFamily="18" charset="0"/>
                <a:ea typeface="宋体" panose="02010600030101010101" pitchFamily="2" charset="-122"/>
              </a:endParaRPr>
            </a:p>
          </p:txBody>
        </p:sp>
        <p:sp>
          <p:nvSpPr>
            <p:cNvPr id="37039" name="Text Box 175"/>
            <p:cNvSpPr txBox="1">
              <a:spLocks noChangeArrowheads="1"/>
            </p:cNvSpPr>
            <p:nvPr/>
          </p:nvSpPr>
          <p:spPr bwMode="auto">
            <a:xfrm>
              <a:off x="1287" y="2478"/>
              <a:ext cx="244"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kumimoji="1" lang="en-US" altLang="zh-CN" sz="2800" b="0">
                  <a:latin typeface="Times New Roman" panose="02020603050405020304" pitchFamily="18" charset="0"/>
                  <a:ea typeface="宋体" panose="02010600030101010101" pitchFamily="2" charset="-122"/>
                  <a:sym typeface="Symbol" panose="05050102010706020507" pitchFamily="18" charset="2"/>
                </a:rPr>
                <a:t>+</a:t>
              </a:r>
            </a:p>
          </p:txBody>
        </p:sp>
        <p:sp>
          <p:nvSpPr>
            <p:cNvPr id="37040" name="Text Box 176"/>
            <p:cNvSpPr txBox="1">
              <a:spLocks noChangeArrowheads="1"/>
            </p:cNvSpPr>
            <p:nvPr/>
          </p:nvSpPr>
          <p:spPr bwMode="auto">
            <a:xfrm>
              <a:off x="1332" y="3203"/>
              <a:ext cx="212" cy="327"/>
            </a:xfrm>
            <a:prstGeom prst="rect">
              <a:avLst/>
            </a:prstGeom>
            <a:noFill/>
            <a:ln>
              <a:noFill/>
            </a:ln>
            <a:effectLst/>
            <a:extLst>
              <a:ext uri="{909E8E84-426E-40DD-AFC4-6F175D3DCCD1}">
                <a14:hiddenFill xmlns:a14="http://schemas.microsoft.com/office/drawing/2010/main">
                  <a:solidFill>
                    <a:srgbClr val="0827E4"/>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kumimoji="1" lang="en-US" altLang="zh-CN" sz="2800" b="0">
                  <a:latin typeface="Times New Roman" panose="02020603050405020304" pitchFamily="18" charset="0"/>
                  <a:ea typeface="宋体" panose="02010600030101010101" pitchFamily="2" charset="-122"/>
                  <a:sym typeface="Symbol" panose="05050102010706020507" pitchFamily="18" charset="2"/>
                </a:rPr>
                <a:t>_</a:t>
              </a:r>
            </a:p>
          </p:txBody>
        </p:sp>
        <p:sp>
          <p:nvSpPr>
            <p:cNvPr id="37041" name="Line 177"/>
            <p:cNvSpPr>
              <a:spLocks noChangeShapeType="1"/>
            </p:cNvSpPr>
            <p:nvPr/>
          </p:nvSpPr>
          <p:spPr bwMode="auto">
            <a:xfrm>
              <a:off x="1559" y="2478"/>
              <a:ext cx="0" cy="1179"/>
            </a:xfrm>
            <a:prstGeom prst="line">
              <a:avLst/>
            </a:prstGeom>
            <a:noFill/>
            <a:ln w="28575">
              <a:solidFill>
                <a:srgbClr val="FFCC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graphicFrame>
          <p:nvGraphicFramePr>
            <p:cNvPr id="37042" name="Object 178"/>
            <p:cNvGraphicFramePr>
              <a:graphicFrameLocks noChangeAspect="1"/>
            </p:cNvGraphicFramePr>
            <p:nvPr>
              <p:extLst>
                <p:ext uri="{D42A27DB-BD31-4B8C-83A1-F6EECF244321}">
                  <p14:modId xmlns:p14="http://schemas.microsoft.com/office/powerpoint/2010/main" val="3018419268"/>
                </p:ext>
              </p:extLst>
            </p:nvPr>
          </p:nvGraphicFramePr>
          <p:xfrm>
            <a:off x="1160" y="2948"/>
            <a:ext cx="228" cy="283"/>
          </p:xfrm>
          <a:graphic>
            <a:graphicData uri="http://schemas.openxmlformats.org/presentationml/2006/ole">
              <mc:AlternateContent xmlns:mc="http://schemas.openxmlformats.org/markup-compatibility/2006">
                <mc:Choice xmlns:v="urn:schemas-microsoft-com:vml" Requires="v">
                  <p:oleObj spid="_x0000_s137623" name="Equation" r:id="rId45" imgW="164880" imgH="203040" progId="Equation.DSMT4">
                    <p:embed/>
                  </p:oleObj>
                </mc:Choice>
                <mc:Fallback>
                  <p:oleObj name="Equation" r:id="rId45" imgW="164880" imgH="203040" progId="Equation.DSMT4">
                    <p:embed/>
                    <p:pic>
                      <p:nvPicPr>
                        <p:cNvPr id="37042" name="Object 178"/>
                        <p:cNvPicPr>
                          <a:picLocks noChangeAspect="1" noChangeArrowheads="1"/>
                        </p:cNvPicPr>
                        <p:nvPr/>
                      </p:nvPicPr>
                      <p:blipFill>
                        <a:blip r:embed="rId46"/>
                        <a:srcRect/>
                        <a:stretch>
                          <a:fillRect/>
                        </a:stretch>
                      </p:blipFill>
                      <p:spPr bwMode="auto">
                        <a:xfrm>
                          <a:off x="1160" y="2948"/>
                          <a:ext cx="228"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043" name="Object 179"/>
            <p:cNvGraphicFramePr>
              <a:graphicFrameLocks noChangeAspect="1"/>
            </p:cNvGraphicFramePr>
            <p:nvPr>
              <p:extLst>
                <p:ext uri="{D42A27DB-BD31-4B8C-83A1-F6EECF244321}">
                  <p14:modId xmlns:p14="http://schemas.microsoft.com/office/powerpoint/2010/main" val="217867580"/>
                </p:ext>
              </p:extLst>
            </p:nvPr>
          </p:nvGraphicFramePr>
          <p:xfrm>
            <a:off x="2473" y="3037"/>
            <a:ext cx="288" cy="288"/>
          </p:xfrm>
          <a:graphic>
            <a:graphicData uri="http://schemas.openxmlformats.org/presentationml/2006/ole">
              <mc:AlternateContent xmlns:mc="http://schemas.openxmlformats.org/markup-compatibility/2006">
                <mc:Choice xmlns:v="urn:schemas-microsoft-com:vml" Requires="v">
                  <p:oleObj spid="_x0000_s137624" name="Equation" r:id="rId47" imgW="241200" imgH="241200" progId="Equation.DSMT4">
                    <p:embed/>
                  </p:oleObj>
                </mc:Choice>
                <mc:Fallback>
                  <p:oleObj name="Equation" r:id="rId47" imgW="241200" imgH="241200" progId="Equation.DSMT4">
                    <p:embed/>
                    <p:pic>
                      <p:nvPicPr>
                        <p:cNvPr id="37043" name="Object 179"/>
                        <p:cNvPicPr>
                          <a:picLocks noChangeAspect="1" noChangeArrowheads="1"/>
                        </p:cNvPicPr>
                        <p:nvPr/>
                      </p:nvPicPr>
                      <p:blipFill>
                        <a:blip r:embed="rId48"/>
                        <a:srcRect/>
                        <a:stretch>
                          <a:fillRect/>
                        </a:stretch>
                      </p:blipFill>
                      <p:spPr bwMode="auto">
                        <a:xfrm>
                          <a:off x="2473" y="3037"/>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044" name="Text Box 180"/>
            <p:cNvSpPr txBox="1">
              <a:spLocks noChangeArrowheads="1"/>
            </p:cNvSpPr>
            <p:nvPr/>
          </p:nvSpPr>
          <p:spPr bwMode="auto">
            <a:xfrm>
              <a:off x="1877" y="2432"/>
              <a:ext cx="24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a:latin typeface="Times New Roman" panose="02020603050405020304" pitchFamily="18" charset="0"/>
                  <a:ea typeface="宋体" panose="02010600030101010101" pitchFamily="2" charset="-122"/>
                </a:rPr>
                <a:t>+</a:t>
              </a:r>
            </a:p>
          </p:txBody>
        </p:sp>
        <p:sp>
          <p:nvSpPr>
            <p:cNvPr id="37045" name="Text Box 181"/>
            <p:cNvSpPr txBox="1">
              <a:spLocks noChangeArrowheads="1"/>
            </p:cNvSpPr>
            <p:nvPr/>
          </p:nvSpPr>
          <p:spPr bwMode="auto">
            <a:xfrm>
              <a:off x="1877" y="2841"/>
              <a:ext cx="2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a:latin typeface="宋体" panose="02010600030101010101" pitchFamily="2" charset="-122"/>
                  <a:ea typeface="宋体" panose="02010600030101010101" pitchFamily="2" charset="-122"/>
                </a:rPr>
                <a:t>-</a:t>
              </a:r>
              <a:endParaRPr kumimoji="1" lang="en-US" altLang="zh-CN" sz="2800" b="0">
                <a:ea typeface="宋体" panose="02010600030101010101" pitchFamily="2" charset="-122"/>
              </a:endParaRPr>
            </a:p>
          </p:txBody>
        </p:sp>
        <p:sp>
          <p:nvSpPr>
            <p:cNvPr id="37046" name="Text Box 182"/>
            <p:cNvSpPr txBox="1">
              <a:spLocks noChangeArrowheads="1"/>
            </p:cNvSpPr>
            <p:nvPr/>
          </p:nvSpPr>
          <p:spPr bwMode="auto">
            <a:xfrm>
              <a:off x="1922" y="2977"/>
              <a:ext cx="24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a:latin typeface="Times New Roman" panose="02020603050405020304" pitchFamily="18" charset="0"/>
                  <a:ea typeface="宋体" panose="02010600030101010101" pitchFamily="2" charset="-122"/>
                </a:rPr>
                <a:t>+</a:t>
              </a:r>
            </a:p>
          </p:txBody>
        </p:sp>
        <p:sp>
          <p:nvSpPr>
            <p:cNvPr id="37047" name="Text Box 183"/>
            <p:cNvSpPr txBox="1">
              <a:spLocks noChangeArrowheads="1"/>
            </p:cNvSpPr>
            <p:nvPr/>
          </p:nvSpPr>
          <p:spPr bwMode="auto">
            <a:xfrm>
              <a:off x="1922" y="3385"/>
              <a:ext cx="2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a:latin typeface="宋体" panose="02010600030101010101" pitchFamily="2" charset="-122"/>
                  <a:ea typeface="宋体" panose="02010600030101010101" pitchFamily="2" charset="-122"/>
                </a:rPr>
                <a:t>-</a:t>
              </a:r>
              <a:endParaRPr kumimoji="1" lang="en-US" altLang="zh-CN" sz="2800" b="0">
                <a:ea typeface="宋体" panose="02010600030101010101" pitchFamily="2" charset="-122"/>
              </a:endParaRPr>
            </a:p>
          </p:txBody>
        </p:sp>
        <p:sp>
          <p:nvSpPr>
            <p:cNvPr id="37048" name="Text Box 184"/>
            <p:cNvSpPr txBox="1">
              <a:spLocks noChangeArrowheads="1"/>
            </p:cNvSpPr>
            <p:nvPr/>
          </p:nvSpPr>
          <p:spPr bwMode="auto">
            <a:xfrm>
              <a:off x="3101" y="2977"/>
              <a:ext cx="24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a:latin typeface="Times New Roman" panose="02020603050405020304" pitchFamily="18" charset="0"/>
                  <a:ea typeface="宋体" panose="02010600030101010101" pitchFamily="2" charset="-122"/>
                </a:rPr>
                <a:t>+</a:t>
              </a:r>
            </a:p>
          </p:txBody>
        </p:sp>
        <p:sp>
          <p:nvSpPr>
            <p:cNvPr id="37049" name="Text Box 185"/>
            <p:cNvSpPr txBox="1">
              <a:spLocks noChangeArrowheads="1"/>
            </p:cNvSpPr>
            <p:nvPr/>
          </p:nvSpPr>
          <p:spPr bwMode="auto">
            <a:xfrm>
              <a:off x="3056" y="3385"/>
              <a:ext cx="2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a:latin typeface="宋体" panose="02010600030101010101" pitchFamily="2" charset="-122"/>
                  <a:ea typeface="宋体" panose="02010600030101010101" pitchFamily="2" charset="-122"/>
                </a:rPr>
                <a:t>-</a:t>
              </a:r>
              <a:endParaRPr kumimoji="1" lang="en-US" altLang="zh-CN" sz="2800" b="0">
                <a:ea typeface="宋体" panose="02010600030101010101" pitchFamily="2" charset="-122"/>
              </a:endParaRPr>
            </a:p>
          </p:txBody>
        </p:sp>
        <p:graphicFrame>
          <p:nvGraphicFramePr>
            <p:cNvPr id="37050" name="Object 186"/>
            <p:cNvGraphicFramePr>
              <a:graphicFrameLocks noChangeAspect="1"/>
            </p:cNvGraphicFramePr>
            <p:nvPr>
              <p:extLst>
                <p:ext uri="{D42A27DB-BD31-4B8C-83A1-F6EECF244321}">
                  <p14:modId xmlns:p14="http://schemas.microsoft.com/office/powerpoint/2010/main" val="1242303573"/>
                </p:ext>
              </p:extLst>
            </p:nvPr>
          </p:nvGraphicFramePr>
          <p:xfrm>
            <a:off x="3163" y="2584"/>
            <a:ext cx="276" cy="308"/>
          </p:xfrm>
          <a:graphic>
            <a:graphicData uri="http://schemas.openxmlformats.org/presentationml/2006/ole">
              <mc:AlternateContent xmlns:mc="http://schemas.openxmlformats.org/markup-compatibility/2006">
                <mc:Choice xmlns:v="urn:schemas-microsoft-com:vml" Requires="v">
                  <p:oleObj spid="_x0000_s137625" name="Equation" r:id="rId49" imgW="215640" imgH="241200" progId="Equation.DSMT4">
                    <p:embed/>
                  </p:oleObj>
                </mc:Choice>
                <mc:Fallback>
                  <p:oleObj name="Equation" r:id="rId49" imgW="215640" imgH="241200" progId="Equation.DSMT4">
                    <p:embed/>
                    <p:pic>
                      <p:nvPicPr>
                        <p:cNvPr id="37050" name="Object 186"/>
                        <p:cNvPicPr>
                          <a:picLocks noChangeAspect="1" noChangeArrowheads="1"/>
                        </p:cNvPicPr>
                        <p:nvPr/>
                      </p:nvPicPr>
                      <p:blipFill>
                        <a:blip r:embed="rId50"/>
                        <a:srcRect/>
                        <a:stretch>
                          <a:fillRect/>
                        </a:stretch>
                      </p:blipFill>
                      <p:spPr bwMode="auto">
                        <a:xfrm>
                          <a:off x="3163" y="2584"/>
                          <a:ext cx="276" cy="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051" name="Rectangle 187"/>
            <p:cNvSpPr>
              <a:spLocks noChangeArrowheads="1"/>
            </p:cNvSpPr>
            <p:nvPr/>
          </p:nvSpPr>
          <p:spPr bwMode="auto">
            <a:xfrm>
              <a:off x="2149" y="3158"/>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37052" name="Rectangle 188"/>
            <p:cNvSpPr>
              <a:spLocks noChangeArrowheads="1"/>
            </p:cNvSpPr>
            <p:nvPr/>
          </p:nvSpPr>
          <p:spPr bwMode="auto">
            <a:xfrm>
              <a:off x="2149" y="2614"/>
              <a:ext cx="127" cy="318"/>
            </a:xfrm>
            <a:prstGeom prst="rect">
              <a:avLst/>
            </a:prstGeom>
            <a:gradFill rotWithShape="1">
              <a:gsLst>
                <a:gs pos="0">
                  <a:srgbClr val="FF9900">
                    <a:gamma/>
                    <a:shade val="46275"/>
                    <a:invGamma/>
                  </a:srgbClr>
                </a:gs>
                <a:gs pos="50000">
                  <a:srgbClr val="FF9900"/>
                </a:gs>
                <a:gs pos="100000">
                  <a:srgbClr val="FF9900">
                    <a:gamma/>
                    <a:shade val="46275"/>
                    <a:invGamma/>
                  </a:srgbClr>
                </a:gs>
              </a:gsLst>
              <a:lin ang="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37053" name="Group 189"/>
            <p:cNvGrpSpPr>
              <a:grpSpLocks/>
            </p:cNvGrpSpPr>
            <p:nvPr/>
          </p:nvGrpSpPr>
          <p:grpSpPr bwMode="auto">
            <a:xfrm>
              <a:off x="2920" y="3249"/>
              <a:ext cx="240" cy="93"/>
              <a:chOff x="3787" y="2478"/>
              <a:chExt cx="240" cy="93"/>
            </a:xfrm>
          </p:grpSpPr>
          <p:sp>
            <p:nvSpPr>
              <p:cNvPr id="37054" name="Line 190"/>
              <p:cNvSpPr>
                <a:spLocks noChangeShapeType="1"/>
              </p:cNvSpPr>
              <p:nvPr/>
            </p:nvSpPr>
            <p:spPr bwMode="auto">
              <a:xfrm flipV="1">
                <a:off x="3787" y="2568"/>
                <a:ext cx="240" cy="3"/>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sz="2800"/>
              </a:p>
            </p:txBody>
          </p:sp>
          <p:sp>
            <p:nvSpPr>
              <p:cNvPr id="37055" name="Line 191"/>
              <p:cNvSpPr>
                <a:spLocks noChangeShapeType="1"/>
              </p:cNvSpPr>
              <p:nvPr/>
            </p:nvSpPr>
            <p:spPr bwMode="auto">
              <a:xfrm>
                <a:off x="3787" y="2478"/>
                <a:ext cx="240" cy="1"/>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sz="2800"/>
              </a:p>
            </p:txBody>
          </p:sp>
        </p:grpSp>
        <p:sp>
          <p:nvSpPr>
            <p:cNvPr id="37056" name="Text Box 192"/>
            <p:cNvSpPr txBox="1">
              <a:spLocks noChangeArrowheads="1"/>
            </p:cNvSpPr>
            <p:nvPr/>
          </p:nvSpPr>
          <p:spPr bwMode="auto">
            <a:xfrm>
              <a:off x="3101" y="2342"/>
              <a:ext cx="24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a:latin typeface="Times New Roman" panose="02020603050405020304" pitchFamily="18" charset="0"/>
                  <a:ea typeface="宋体" panose="02010600030101010101" pitchFamily="2" charset="-122"/>
                </a:rPr>
                <a:t>+</a:t>
              </a:r>
            </a:p>
          </p:txBody>
        </p:sp>
        <p:sp>
          <p:nvSpPr>
            <p:cNvPr id="37057" name="Text Box 193"/>
            <p:cNvSpPr txBox="1">
              <a:spLocks noChangeArrowheads="1"/>
            </p:cNvSpPr>
            <p:nvPr/>
          </p:nvSpPr>
          <p:spPr bwMode="auto">
            <a:xfrm>
              <a:off x="3101" y="2841"/>
              <a:ext cx="22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en-US" altLang="zh-CN" sz="2800" b="0">
                  <a:latin typeface="宋体" panose="02010600030101010101" pitchFamily="2" charset="-122"/>
                  <a:ea typeface="宋体" panose="02010600030101010101" pitchFamily="2" charset="-122"/>
                </a:rPr>
                <a:t>-</a:t>
              </a:r>
              <a:endParaRPr kumimoji="1" lang="en-US" altLang="zh-CN" sz="2800" b="0">
                <a:ea typeface="宋体" panose="02010600030101010101" pitchFamily="2" charset="-122"/>
              </a:endParaRPr>
            </a:p>
          </p:txBody>
        </p:sp>
      </p:grpSp>
    </p:spTree>
    <p:extLst>
      <p:ext uri="{BB962C8B-B14F-4D97-AF65-F5344CB8AC3E}">
        <p14:creationId xmlns:p14="http://schemas.microsoft.com/office/powerpoint/2010/main" val="11424146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withEffect">
                                  <p:stCondLst>
                                    <p:cond delay="0"/>
                                  </p:stCondLst>
                                  <p:childTnLst>
                                    <p:set>
                                      <p:cBhvr>
                                        <p:cTn id="6" dur="1" fill="hold">
                                          <p:stCondLst>
                                            <p:cond delay="0"/>
                                          </p:stCondLst>
                                        </p:cTn>
                                        <p:tgtEl>
                                          <p:spTgt spid="36868"/>
                                        </p:tgtEl>
                                        <p:attrNameLst>
                                          <p:attrName>style.visibility</p:attrName>
                                        </p:attrNameLst>
                                      </p:cBhvr>
                                      <p:to>
                                        <p:strVal val="visible"/>
                                      </p:to>
                                    </p:set>
                                    <p:anim calcmode="lin" valueType="num">
                                      <p:cBhvr>
                                        <p:cTn id="7" dur="1000" fill="hold"/>
                                        <p:tgtEl>
                                          <p:spTgt spid="36868"/>
                                        </p:tgtEl>
                                        <p:attrNameLst>
                                          <p:attrName>ppt_w</p:attrName>
                                        </p:attrNameLst>
                                      </p:cBhvr>
                                      <p:tavLst>
                                        <p:tav tm="0">
                                          <p:val>
                                            <p:fltVal val="0"/>
                                          </p:val>
                                        </p:tav>
                                        <p:tav tm="100000">
                                          <p:val>
                                            <p:strVal val="#ppt_w"/>
                                          </p:val>
                                        </p:tav>
                                      </p:tavLst>
                                    </p:anim>
                                    <p:anim calcmode="lin" valueType="num">
                                      <p:cBhvr>
                                        <p:cTn id="8" dur="1000" fill="hold"/>
                                        <p:tgtEl>
                                          <p:spTgt spid="36868"/>
                                        </p:tgtEl>
                                        <p:attrNameLst>
                                          <p:attrName>ppt_h</p:attrName>
                                        </p:attrNameLst>
                                      </p:cBhvr>
                                      <p:tavLst>
                                        <p:tav tm="0">
                                          <p:val>
                                            <p:fltVal val="0"/>
                                          </p:val>
                                        </p:tav>
                                        <p:tav tm="100000">
                                          <p:val>
                                            <p:strVal val="#ppt_h"/>
                                          </p:val>
                                        </p:tav>
                                      </p:tavLst>
                                    </p:anim>
                                    <p:anim calcmode="lin" valueType="num">
                                      <p:cBhvr>
                                        <p:cTn id="9" dur="1000" fill="hold"/>
                                        <p:tgtEl>
                                          <p:spTgt spid="36868"/>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6868"/>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3" presetClass="entr" presetSubtype="10" fill="hold" nodeType="afterEffect">
                                  <p:stCondLst>
                                    <p:cond delay="0"/>
                                  </p:stCondLst>
                                  <p:childTnLst>
                                    <p:set>
                                      <p:cBhvr>
                                        <p:cTn id="13" dur="1" fill="hold">
                                          <p:stCondLst>
                                            <p:cond delay="0"/>
                                          </p:stCondLst>
                                        </p:cTn>
                                        <p:tgtEl>
                                          <p:spTgt spid="37018"/>
                                        </p:tgtEl>
                                        <p:attrNameLst>
                                          <p:attrName>style.visibility</p:attrName>
                                        </p:attrNameLst>
                                      </p:cBhvr>
                                      <p:to>
                                        <p:strVal val="visible"/>
                                      </p:to>
                                    </p:set>
                                    <p:animEffect transition="in" filter="blinds(horizontal)">
                                      <p:cBhvr>
                                        <p:cTn id="14" dur="500"/>
                                        <p:tgtEl>
                                          <p:spTgt spid="37018"/>
                                        </p:tgtEl>
                                      </p:cBhvr>
                                    </p:animEffect>
                                  </p:childTnLst>
                                </p:cTn>
                              </p:par>
                            </p:childTnLst>
                          </p:cTn>
                        </p:par>
                        <p:par>
                          <p:cTn id="15" fill="hold" nodeType="afterGroup">
                            <p:stCondLst>
                              <p:cond delay="1500"/>
                            </p:stCondLst>
                            <p:childTnLst>
                              <p:par>
                                <p:cTn id="16" presetID="22" presetClass="entr" presetSubtype="8" fill="hold" nodeType="afterEffect">
                                  <p:stCondLst>
                                    <p:cond delay="0"/>
                                  </p:stCondLst>
                                  <p:childTnLst>
                                    <p:set>
                                      <p:cBhvr>
                                        <p:cTn id="17" dur="1" fill="hold">
                                          <p:stCondLst>
                                            <p:cond delay="0"/>
                                          </p:stCondLst>
                                        </p:cTn>
                                        <p:tgtEl>
                                          <p:spTgt spid="36974"/>
                                        </p:tgtEl>
                                        <p:attrNameLst>
                                          <p:attrName>style.visibility</p:attrName>
                                        </p:attrNameLst>
                                      </p:cBhvr>
                                      <p:to>
                                        <p:strVal val="visible"/>
                                      </p:to>
                                    </p:set>
                                    <p:animEffect transition="in" filter="wipe(left)">
                                      <p:cBhvr>
                                        <p:cTn id="18" dur="1000"/>
                                        <p:tgtEl>
                                          <p:spTgt spid="3697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36872"/>
                                        </p:tgtEl>
                                        <p:attrNameLst>
                                          <p:attrName>style.visibility</p:attrName>
                                        </p:attrNameLst>
                                      </p:cBhvr>
                                      <p:to>
                                        <p:strVal val="visible"/>
                                      </p:to>
                                    </p:set>
                                    <p:anim calcmode="lin" valueType="num">
                                      <p:cBhvr>
                                        <p:cTn id="23" dur="1000" fill="hold"/>
                                        <p:tgtEl>
                                          <p:spTgt spid="36872"/>
                                        </p:tgtEl>
                                        <p:attrNameLst>
                                          <p:attrName>ppt_w</p:attrName>
                                        </p:attrNameLst>
                                      </p:cBhvr>
                                      <p:tavLst>
                                        <p:tav tm="0">
                                          <p:val>
                                            <p:fltVal val="0"/>
                                          </p:val>
                                        </p:tav>
                                        <p:tav tm="100000">
                                          <p:val>
                                            <p:strVal val="#ppt_w"/>
                                          </p:val>
                                        </p:tav>
                                      </p:tavLst>
                                    </p:anim>
                                    <p:anim calcmode="lin" valueType="num">
                                      <p:cBhvr>
                                        <p:cTn id="24" dur="1000" fill="hold"/>
                                        <p:tgtEl>
                                          <p:spTgt spid="36872"/>
                                        </p:tgtEl>
                                        <p:attrNameLst>
                                          <p:attrName>ppt_h</p:attrName>
                                        </p:attrNameLst>
                                      </p:cBhvr>
                                      <p:tavLst>
                                        <p:tav tm="0">
                                          <p:val>
                                            <p:fltVal val="0"/>
                                          </p:val>
                                        </p:tav>
                                        <p:tav tm="100000">
                                          <p:val>
                                            <p:strVal val="#ppt_h"/>
                                          </p:val>
                                        </p:tav>
                                      </p:tavLst>
                                    </p:anim>
                                    <p:anim calcmode="lin" valueType="num">
                                      <p:cBhvr>
                                        <p:cTn id="25" dur="1000" fill="hold"/>
                                        <p:tgtEl>
                                          <p:spTgt spid="36872"/>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3687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2" fill="hold" grpId="0" nodeType="clickEffect">
                                  <p:stCondLst>
                                    <p:cond delay="0"/>
                                  </p:stCondLst>
                                  <p:childTnLst>
                                    <p:set>
                                      <p:cBhvr>
                                        <p:cTn id="30" dur="1" fill="hold">
                                          <p:stCondLst>
                                            <p:cond delay="0"/>
                                          </p:stCondLst>
                                        </p:cTn>
                                        <p:tgtEl>
                                          <p:spTgt spid="36866"/>
                                        </p:tgtEl>
                                        <p:attrNameLst>
                                          <p:attrName>style.visibility</p:attrName>
                                        </p:attrNameLst>
                                      </p:cBhvr>
                                      <p:to>
                                        <p:strVal val="visible"/>
                                      </p:to>
                                    </p:set>
                                    <p:animEffect transition="in" filter="slide(fromRight)">
                                      <p:cBhvr>
                                        <p:cTn id="31" dur="500"/>
                                        <p:tgtEl>
                                          <p:spTgt spid="3686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36946"/>
                                        </p:tgtEl>
                                        <p:attrNameLst>
                                          <p:attrName>style.visibility</p:attrName>
                                        </p:attrNameLst>
                                      </p:cBhvr>
                                      <p:to>
                                        <p:strVal val="visible"/>
                                      </p:to>
                                    </p:set>
                                    <p:animEffect transition="in" filter="wipe(up)">
                                      <p:cBhvr>
                                        <p:cTn id="36" dur="2000"/>
                                        <p:tgtEl>
                                          <p:spTgt spid="3694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36876"/>
                                        </p:tgtEl>
                                        <p:attrNameLst>
                                          <p:attrName>style.visibility</p:attrName>
                                        </p:attrNameLst>
                                      </p:cBhvr>
                                      <p:to>
                                        <p:strVal val="visible"/>
                                      </p:to>
                                    </p:set>
                                    <p:animEffect transition="in" filter="wipe(left)">
                                      <p:cBhvr>
                                        <p:cTn id="45" dur="500"/>
                                        <p:tgtEl>
                                          <p:spTgt spid="3687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36873"/>
                                        </p:tgtEl>
                                        <p:attrNameLst>
                                          <p:attrName>style.visibility</p:attrName>
                                        </p:attrNameLst>
                                      </p:cBhvr>
                                      <p:to>
                                        <p:strVal val="visible"/>
                                      </p:to>
                                    </p:set>
                                    <p:animEffect transition="in" filter="wipe(left)">
                                      <p:cBhvr>
                                        <p:cTn id="50" dur="2000"/>
                                        <p:tgtEl>
                                          <p:spTgt spid="36873"/>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36937"/>
                                        </p:tgtEl>
                                        <p:attrNameLst>
                                          <p:attrName>style.visibility</p:attrName>
                                        </p:attrNameLst>
                                      </p:cBhvr>
                                      <p:to>
                                        <p:strVal val="visible"/>
                                      </p:to>
                                    </p:set>
                                    <p:animEffect transition="in" filter="wipe(left)">
                                      <p:cBhvr>
                                        <p:cTn id="55" dur="2000"/>
                                        <p:tgtEl>
                                          <p:spTgt spid="36937"/>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3" presetClass="entr" presetSubtype="32" fill="hold" grpId="0" nodeType="clickEffect">
                                  <p:stCondLst>
                                    <p:cond delay="0"/>
                                  </p:stCondLst>
                                  <p:childTnLst>
                                    <p:set>
                                      <p:cBhvr>
                                        <p:cTn id="59" dur="1" fill="hold">
                                          <p:stCondLst>
                                            <p:cond delay="0"/>
                                          </p:stCondLst>
                                        </p:cTn>
                                        <p:tgtEl>
                                          <p:spTgt spid="36957"/>
                                        </p:tgtEl>
                                        <p:attrNameLst>
                                          <p:attrName>style.visibility</p:attrName>
                                        </p:attrNameLst>
                                      </p:cBhvr>
                                      <p:to>
                                        <p:strVal val="visible"/>
                                      </p:to>
                                    </p:set>
                                    <p:anim calcmode="lin" valueType="num">
                                      <p:cBhvr>
                                        <p:cTn id="60" dur="500" fill="hold"/>
                                        <p:tgtEl>
                                          <p:spTgt spid="36957"/>
                                        </p:tgtEl>
                                        <p:attrNameLst>
                                          <p:attrName>ppt_w</p:attrName>
                                        </p:attrNameLst>
                                      </p:cBhvr>
                                      <p:tavLst>
                                        <p:tav tm="0">
                                          <p:val>
                                            <p:strVal val="4*#ppt_w"/>
                                          </p:val>
                                        </p:tav>
                                        <p:tav tm="100000">
                                          <p:val>
                                            <p:strVal val="#ppt_w"/>
                                          </p:val>
                                        </p:tav>
                                      </p:tavLst>
                                    </p:anim>
                                    <p:anim calcmode="lin" valueType="num">
                                      <p:cBhvr>
                                        <p:cTn id="61" dur="500" fill="hold"/>
                                        <p:tgtEl>
                                          <p:spTgt spid="36957"/>
                                        </p:tgtEl>
                                        <p:attrNameLst>
                                          <p:attrName>ppt_h</p:attrName>
                                        </p:attrNameLst>
                                      </p:cBhvr>
                                      <p:tavLst>
                                        <p:tav tm="0">
                                          <p:val>
                                            <p:strVal val="4*#ppt_h"/>
                                          </p:val>
                                        </p:tav>
                                        <p:tav tm="100000">
                                          <p:val>
                                            <p:strVal val="#ppt_h"/>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4" fill="hold" nodeType="clickEffect">
                                  <p:stCondLst>
                                    <p:cond delay="0"/>
                                  </p:stCondLst>
                                  <p:childTnLst>
                                    <p:set>
                                      <p:cBhvr>
                                        <p:cTn id="65" dur="1" fill="hold">
                                          <p:stCondLst>
                                            <p:cond delay="0"/>
                                          </p:stCondLst>
                                        </p:cTn>
                                        <p:tgtEl>
                                          <p:spTgt spid="36882"/>
                                        </p:tgtEl>
                                        <p:attrNameLst>
                                          <p:attrName>style.visibility</p:attrName>
                                        </p:attrNameLst>
                                      </p:cBhvr>
                                      <p:to>
                                        <p:strVal val="visible"/>
                                      </p:to>
                                    </p:set>
                                    <p:animEffect transition="in" filter="wipe(down)">
                                      <p:cBhvr>
                                        <p:cTn id="66" dur="2000"/>
                                        <p:tgtEl>
                                          <p:spTgt spid="36882"/>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4" fill="hold" nodeType="clickEffect">
                                  <p:stCondLst>
                                    <p:cond delay="0"/>
                                  </p:stCondLst>
                                  <p:childTnLst>
                                    <p:set>
                                      <p:cBhvr>
                                        <p:cTn id="70" dur="1" fill="hold">
                                          <p:stCondLst>
                                            <p:cond delay="0"/>
                                          </p:stCondLst>
                                        </p:cTn>
                                        <p:tgtEl>
                                          <p:spTgt spid="36940"/>
                                        </p:tgtEl>
                                        <p:attrNameLst>
                                          <p:attrName>style.visibility</p:attrName>
                                        </p:attrNameLst>
                                      </p:cBhvr>
                                      <p:to>
                                        <p:strVal val="visible"/>
                                      </p:to>
                                    </p:set>
                                    <p:animEffect transition="in" filter="wipe(down)">
                                      <p:cBhvr>
                                        <p:cTn id="71" dur="2000"/>
                                        <p:tgtEl>
                                          <p:spTgt spid="36940"/>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4" fill="hold" nodeType="clickEffect">
                                  <p:stCondLst>
                                    <p:cond delay="0"/>
                                  </p:stCondLst>
                                  <p:childTnLst>
                                    <p:set>
                                      <p:cBhvr>
                                        <p:cTn id="75" dur="1" fill="hold">
                                          <p:stCondLst>
                                            <p:cond delay="0"/>
                                          </p:stCondLst>
                                        </p:cTn>
                                        <p:tgtEl>
                                          <p:spTgt spid="36879"/>
                                        </p:tgtEl>
                                        <p:attrNameLst>
                                          <p:attrName>style.visibility</p:attrName>
                                        </p:attrNameLst>
                                      </p:cBhvr>
                                      <p:to>
                                        <p:strVal val="visible"/>
                                      </p:to>
                                    </p:set>
                                    <p:animEffect transition="in" filter="wipe(down)">
                                      <p:cBhvr>
                                        <p:cTn id="76" dur="2000"/>
                                        <p:tgtEl>
                                          <p:spTgt spid="36879"/>
                                        </p:tgtEl>
                                      </p:cBhvr>
                                    </p:animEffect>
                                  </p:childTnLst>
                                </p:cTn>
                              </p:par>
                            </p:childTnLst>
                          </p:cTn>
                        </p:par>
                        <p:par>
                          <p:cTn id="77" fill="hold" nodeType="afterGroup">
                            <p:stCondLst>
                              <p:cond delay="2000"/>
                            </p:stCondLst>
                            <p:childTnLst>
                              <p:par>
                                <p:cTn id="78" presetID="23" presetClass="entr" presetSubtype="32" fill="hold" grpId="0" nodeType="afterEffect">
                                  <p:stCondLst>
                                    <p:cond delay="0"/>
                                  </p:stCondLst>
                                  <p:childTnLst>
                                    <p:set>
                                      <p:cBhvr>
                                        <p:cTn id="79" dur="1" fill="hold">
                                          <p:stCondLst>
                                            <p:cond delay="0"/>
                                          </p:stCondLst>
                                        </p:cTn>
                                        <p:tgtEl>
                                          <p:spTgt spid="36958"/>
                                        </p:tgtEl>
                                        <p:attrNameLst>
                                          <p:attrName>style.visibility</p:attrName>
                                        </p:attrNameLst>
                                      </p:cBhvr>
                                      <p:to>
                                        <p:strVal val="visible"/>
                                      </p:to>
                                    </p:set>
                                    <p:anim calcmode="lin" valueType="num">
                                      <p:cBhvr>
                                        <p:cTn id="80" dur="500" fill="hold"/>
                                        <p:tgtEl>
                                          <p:spTgt spid="36958"/>
                                        </p:tgtEl>
                                        <p:attrNameLst>
                                          <p:attrName>ppt_w</p:attrName>
                                        </p:attrNameLst>
                                      </p:cBhvr>
                                      <p:tavLst>
                                        <p:tav tm="0">
                                          <p:val>
                                            <p:strVal val="4*#ppt_w"/>
                                          </p:val>
                                        </p:tav>
                                        <p:tav tm="100000">
                                          <p:val>
                                            <p:strVal val="#ppt_w"/>
                                          </p:val>
                                        </p:tav>
                                      </p:tavLst>
                                    </p:anim>
                                    <p:anim calcmode="lin" valueType="num">
                                      <p:cBhvr>
                                        <p:cTn id="81" dur="500" fill="hold"/>
                                        <p:tgtEl>
                                          <p:spTgt spid="36958"/>
                                        </p:tgtEl>
                                        <p:attrNameLst>
                                          <p:attrName>ppt_h</p:attrName>
                                        </p:attrNameLst>
                                      </p:cBhvr>
                                      <p:tavLst>
                                        <p:tav tm="0">
                                          <p:val>
                                            <p:strVal val="4*#ppt_h"/>
                                          </p:val>
                                        </p:tav>
                                        <p:tav tm="100000">
                                          <p:val>
                                            <p:strVal val="#ppt_h"/>
                                          </p:val>
                                        </p:tav>
                                      </p:tavLst>
                                    </p:anim>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4" fill="hold" nodeType="clickEffect">
                                  <p:stCondLst>
                                    <p:cond delay="0"/>
                                  </p:stCondLst>
                                  <p:childTnLst>
                                    <p:set>
                                      <p:cBhvr>
                                        <p:cTn id="85" dur="1" fill="hold">
                                          <p:stCondLst>
                                            <p:cond delay="0"/>
                                          </p:stCondLst>
                                        </p:cTn>
                                        <p:tgtEl>
                                          <p:spTgt spid="36947"/>
                                        </p:tgtEl>
                                        <p:attrNameLst>
                                          <p:attrName>style.visibility</p:attrName>
                                        </p:attrNameLst>
                                      </p:cBhvr>
                                      <p:to>
                                        <p:strVal val="visible"/>
                                      </p:to>
                                    </p:set>
                                    <p:animEffect transition="in" filter="wipe(down)">
                                      <p:cBhvr>
                                        <p:cTn id="86" dur="2000"/>
                                        <p:tgtEl>
                                          <p:spTgt spid="36947"/>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4" fill="hold" nodeType="clickEffect">
                                  <p:stCondLst>
                                    <p:cond delay="0"/>
                                  </p:stCondLst>
                                  <p:childTnLst>
                                    <p:set>
                                      <p:cBhvr>
                                        <p:cTn id="90" dur="1" fill="hold">
                                          <p:stCondLst>
                                            <p:cond delay="0"/>
                                          </p:stCondLst>
                                        </p:cTn>
                                        <p:tgtEl>
                                          <p:spTgt spid="36888"/>
                                        </p:tgtEl>
                                        <p:attrNameLst>
                                          <p:attrName>style.visibility</p:attrName>
                                        </p:attrNameLst>
                                      </p:cBhvr>
                                      <p:to>
                                        <p:strVal val="visible"/>
                                      </p:to>
                                    </p:set>
                                    <p:animEffect transition="in" filter="wipe(down)">
                                      <p:cBhvr>
                                        <p:cTn id="91" dur="2000"/>
                                        <p:tgtEl>
                                          <p:spTgt spid="36888"/>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4" fill="hold" nodeType="clickEffect">
                                  <p:stCondLst>
                                    <p:cond delay="0"/>
                                  </p:stCondLst>
                                  <p:childTnLst>
                                    <p:set>
                                      <p:cBhvr>
                                        <p:cTn id="95" dur="1" fill="hold">
                                          <p:stCondLst>
                                            <p:cond delay="0"/>
                                          </p:stCondLst>
                                        </p:cTn>
                                        <p:tgtEl>
                                          <p:spTgt spid="36943"/>
                                        </p:tgtEl>
                                        <p:attrNameLst>
                                          <p:attrName>style.visibility</p:attrName>
                                        </p:attrNameLst>
                                      </p:cBhvr>
                                      <p:to>
                                        <p:strVal val="visible"/>
                                      </p:to>
                                    </p:set>
                                    <p:animEffect transition="in" filter="wipe(down)">
                                      <p:cBhvr>
                                        <p:cTn id="96" dur="2000"/>
                                        <p:tgtEl>
                                          <p:spTgt spid="36943"/>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1" fill="hold" nodeType="clickEffect">
                                  <p:stCondLst>
                                    <p:cond delay="0"/>
                                  </p:stCondLst>
                                  <p:childTnLst>
                                    <p:set>
                                      <p:cBhvr>
                                        <p:cTn id="100" dur="1" fill="hold">
                                          <p:stCondLst>
                                            <p:cond delay="0"/>
                                          </p:stCondLst>
                                        </p:cTn>
                                        <p:tgtEl>
                                          <p:spTgt spid="36885"/>
                                        </p:tgtEl>
                                        <p:attrNameLst>
                                          <p:attrName>style.visibility</p:attrName>
                                        </p:attrNameLst>
                                      </p:cBhvr>
                                      <p:to>
                                        <p:strVal val="visible"/>
                                      </p:to>
                                    </p:set>
                                    <p:animEffect transition="in" filter="wipe(up)">
                                      <p:cBhvr>
                                        <p:cTn id="101" dur="2000"/>
                                        <p:tgtEl>
                                          <p:spTgt spid="36885"/>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4" fill="hold" nodeType="clickEffect">
                                  <p:stCondLst>
                                    <p:cond delay="0"/>
                                  </p:stCondLst>
                                  <p:childTnLst>
                                    <p:set>
                                      <p:cBhvr>
                                        <p:cTn id="105" dur="1" fill="hold">
                                          <p:stCondLst>
                                            <p:cond delay="0"/>
                                          </p:stCondLst>
                                        </p:cTn>
                                        <p:tgtEl>
                                          <p:spTgt spid="36952"/>
                                        </p:tgtEl>
                                        <p:attrNameLst>
                                          <p:attrName>style.visibility</p:attrName>
                                        </p:attrNameLst>
                                      </p:cBhvr>
                                      <p:to>
                                        <p:strVal val="visible"/>
                                      </p:to>
                                    </p:set>
                                    <p:animEffect transition="in" filter="wipe(down)">
                                      <p:cBhvr>
                                        <p:cTn id="106" dur="2000"/>
                                        <p:tgtEl>
                                          <p:spTgt spid="36952"/>
                                        </p:tgtEl>
                                      </p:cBhvr>
                                    </p:animEffect>
                                  </p:childTnLst>
                                </p:cTn>
                              </p:par>
                            </p:childTnLst>
                          </p:cTn>
                        </p:par>
                        <p:par>
                          <p:cTn id="107" fill="hold" nodeType="afterGroup">
                            <p:stCondLst>
                              <p:cond delay="2000"/>
                            </p:stCondLst>
                            <p:childTnLst>
                              <p:par>
                                <p:cTn id="108" presetID="1" presetClass="exit" presetSubtype="0" fill="hold" grpId="1" nodeType="afterEffect">
                                  <p:stCondLst>
                                    <p:cond delay="0"/>
                                  </p:stCondLst>
                                  <p:childTnLst>
                                    <p:set>
                                      <p:cBhvr>
                                        <p:cTn id="109" dur="1" fill="hold">
                                          <p:stCondLst>
                                            <p:cond delay="0"/>
                                          </p:stCondLst>
                                        </p:cTn>
                                        <p:tgtEl>
                                          <p:spTgt spid="36958"/>
                                        </p:tgtEl>
                                        <p:attrNameLst>
                                          <p:attrName>style.visibility</p:attrName>
                                        </p:attrNameLst>
                                      </p:cBhvr>
                                      <p:to>
                                        <p:strVal val="hidden"/>
                                      </p:to>
                                    </p:set>
                                  </p:childTnLst>
                                </p:cTn>
                              </p:par>
                            </p:childTnLst>
                          </p:cTn>
                        </p:par>
                        <p:par>
                          <p:cTn id="110" fill="hold" nodeType="afterGroup">
                            <p:stCondLst>
                              <p:cond delay="2000"/>
                            </p:stCondLst>
                            <p:childTnLst>
                              <p:par>
                                <p:cTn id="111" presetID="23" presetClass="entr" presetSubtype="32" fill="hold" grpId="0" nodeType="afterEffect">
                                  <p:stCondLst>
                                    <p:cond delay="0"/>
                                  </p:stCondLst>
                                  <p:childTnLst>
                                    <p:set>
                                      <p:cBhvr>
                                        <p:cTn id="112" dur="1" fill="hold">
                                          <p:stCondLst>
                                            <p:cond delay="0"/>
                                          </p:stCondLst>
                                        </p:cTn>
                                        <p:tgtEl>
                                          <p:spTgt spid="36959"/>
                                        </p:tgtEl>
                                        <p:attrNameLst>
                                          <p:attrName>style.visibility</p:attrName>
                                        </p:attrNameLst>
                                      </p:cBhvr>
                                      <p:to>
                                        <p:strVal val="visible"/>
                                      </p:to>
                                    </p:set>
                                    <p:anim calcmode="lin" valueType="num">
                                      <p:cBhvr>
                                        <p:cTn id="113" dur="500" fill="hold"/>
                                        <p:tgtEl>
                                          <p:spTgt spid="36959"/>
                                        </p:tgtEl>
                                        <p:attrNameLst>
                                          <p:attrName>ppt_w</p:attrName>
                                        </p:attrNameLst>
                                      </p:cBhvr>
                                      <p:tavLst>
                                        <p:tav tm="0">
                                          <p:val>
                                            <p:strVal val="4*#ppt_w"/>
                                          </p:val>
                                        </p:tav>
                                        <p:tav tm="100000">
                                          <p:val>
                                            <p:strVal val="#ppt_w"/>
                                          </p:val>
                                        </p:tav>
                                      </p:tavLst>
                                    </p:anim>
                                    <p:anim calcmode="lin" valueType="num">
                                      <p:cBhvr>
                                        <p:cTn id="114" dur="500" fill="hold"/>
                                        <p:tgtEl>
                                          <p:spTgt spid="36959"/>
                                        </p:tgtEl>
                                        <p:attrNameLst>
                                          <p:attrName>ppt_h</p:attrName>
                                        </p:attrNameLst>
                                      </p:cBhvr>
                                      <p:tavLst>
                                        <p:tav tm="0">
                                          <p:val>
                                            <p:strVal val="4*#ppt_h"/>
                                          </p:val>
                                        </p:tav>
                                        <p:tav tm="100000">
                                          <p:val>
                                            <p:strVal val="#ppt_h"/>
                                          </p:val>
                                        </p:tav>
                                      </p:tavLst>
                                    </p:anim>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2" presetClass="entr" presetSubtype="8" fill="hold" nodeType="clickEffect">
                                  <p:stCondLst>
                                    <p:cond delay="0"/>
                                  </p:stCondLst>
                                  <p:childTnLst>
                                    <p:set>
                                      <p:cBhvr>
                                        <p:cTn id="118" dur="1" fill="hold">
                                          <p:stCondLst>
                                            <p:cond delay="0"/>
                                          </p:stCondLst>
                                        </p:cTn>
                                        <p:tgtEl>
                                          <p:spTgt spid="36891"/>
                                        </p:tgtEl>
                                        <p:attrNameLst>
                                          <p:attrName>style.visibility</p:attrName>
                                        </p:attrNameLst>
                                      </p:cBhvr>
                                      <p:to>
                                        <p:strVal val="visible"/>
                                      </p:to>
                                    </p:set>
                                    <p:animEffect transition="in" filter="wipe(left)">
                                      <p:cBhvr>
                                        <p:cTn id="119" dur="2000"/>
                                        <p:tgtEl>
                                          <p:spTgt spid="36891"/>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22" presetClass="entr" presetSubtype="8" fill="hold" nodeType="clickEffect">
                                  <p:stCondLst>
                                    <p:cond delay="0"/>
                                  </p:stCondLst>
                                  <p:childTnLst>
                                    <p:set>
                                      <p:cBhvr>
                                        <p:cTn id="123" dur="1" fill="hold">
                                          <p:stCondLst>
                                            <p:cond delay="0"/>
                                          </p:stCondLst>
                                        </p:cTn>
                                        <p:tgtEl>
                                          <p:spTgt spid="36892"/>
                                        </p:tgtEl>
                                        <p:attrNameLst>
                                          <p:attrName>style.visibility</p:attrName>
                                        </p:attrNameLst>
                                      </p:cBhvr>
                                      <p:to>
                                        <p:strVal val="visible"/>
                                      </p:to>
                                    </p:set>
                                    <p:animEffect transition="in" filter="wipe(left)">
                                      <p:cBhvr>
                                        <p:cTn id="124" dur="2000"/>
                                        <p:tgtEl>
                                          <p:spTgt spid="36892"/>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2" presetClass="entr" presetSubtype="8" fill="hold" grpId="0" nodeType="clickEffect">
                                  <p:stCondLst>
                                    <p:cond delay="0"/>
                                  </p:stCondLst>
                                  <p:childTnLst>
                                    <p:set>
                                      <p:cBhvr>
                                        <p:cTn id="128" dur="1" fill="hold">
                                          <p:stCondLst>
                                            <p:cond delay="0"/>
                                          </p:stCondLst>
                                        </p:cTn>
                                        <p:tgtEl>
                                          <p:spTgt spid="36893"/>
                                        </p:tgtEl>
                                        <p:attrNameLst>
                                          <p:attrName>style.visibility</p:attrName>
                                        </p:attrNameLst>
                                      </p:cBhvr>
                                      <p:to>
                                        <p:strVal val="visible"/>
                                      </p:to>
                                    </p:set>
                                    <p:animEffect transition="in" filter="wipe(left)">
                                      <p:cBhvr>
                                        <p:cTn id="129" dur="2000"/>
                                        <p:tgtEl>
                                          <p:spTgt spid="36893"/>
                                        </p:tgtEl>
                                      </p:cBhvr>
                                    </p:animEffect>
                                  </p:childTnLst>
                                </p:cTn>
                              </p:par>
                            </p:childTnLst>
                          </p:cTn>
                        </p:par>
                      </p:childTnLst>
                    </p:cTn>
                  </p:par>
                  <p:par>
                    <p:cTn id="130" fill="hold" nodeType="clickPar">
                      <p:stCondLst>
                        <p:cond delay="indefinite"/>
                      </p:stCondLst>
                      <p:childTnLst>
                        <p:par>
                          <p:cTn id="131" fill="hold" nodeType="withGroup">
                            <p:stCondLst>
                              <p:cond delay="0"/>
                            </p:stCondLst>
                            <p:childTnLst>
                              <p:par>
                                <p:cTn id="132" presetID="22" presetClass="entr" presetSubtype="8" fill="hold" nodeType="clickEffect">
                                  <p:stCondLst>
                                    <p:cond delay="0"/>
                                  </p:stCondLst>
                                  <p:childTnLst>
                                    <p:set>
                                      <p:cBhvr>
                                        <p:cTn id="133" dur="1" fill="hold">
                                          <p:stCondLst>
                                            <p:cond delay="0"/>
                                          </p:stCondLst>
                                        </p:cTn>
                                        <p:tgtEl>
                                          <p:spTgt spid="36867"/>
                                        </p:tgtEl>
                                        <p:attrNameLst>
                                          <p:attrName>style.visibility</p:attrName>
                                        </p:attrNameLst>
                                      </p:cBhvr>
                                      <p:to>
                                        <p:strVal val="visible"/>
                                      </p:to>
                                    </p:set>
                                    <p:animEffect transition="in" filter="wipe(left)">
                                      <p:cBhvr>
                                        <p:cTn id="134" dur="2000"/>
                                        <p:tgtEl>
                                          <p:spTgt spid="36867"/>
                                        </p:tgtEl>
                                      </p:cBhvr>
                                    </p:animEffec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1" presetClass="entr" presetSubtype="0" fill="hold" nodeType="clickEffect">
                                  <p:stCondLst>
                                    <p:cond delay="0"/>
                                  </p:stCondLst>
                                  <p:childTnLst>
                                    <p:set>
                                      <p:cBhvr>
                                        <p:cTn id="138" dur="1" fill="hold">
                                          <p:stCondLst>
                                            <p:cond delay="0"/>
                                          </p:stCondLst>
                                        </p:cTn>
                                        <p:tgtEl>
                                          <p:spTgt spid="369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6866" grpId="0" autoUpdateAnimBg="0"/>
      <p:bldP spid="36868" grpId="0"/>
      <p:bldP spid="36872" grpId="0" animBg="1" autoUpdateAnimBg="0"/>
      <p:bldP spid="36893" grpId="0" autoUpdateAnimBg="0"/>
      <p:bldP spid="36957" grpId="0"/>
      <p:bldP spid="36958" grpId="0"/>
      <p:bldP spid="36958" grpId="1"/>
      <p:bldP spid="36959"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矩形 79">
            <a:extLst>
              <a:ext uri="{FF2B5EF4-FFF2-40B4-BE49-F238E27FC236}">
                <a16:creationId xmlns:a16="http://schemas.microsoft.com/office/drawing/2014/main" id="{6677CAF4-115C-4F86-BBA2-5FE27FE5CAB0}"/>
              </a:ext>
            </a:extLst>
          </p:cNvPr>
          <p:cNvSpPr/>
          <p:nvPr/>
        </p:nvSpPr>
        <p:spPr bwMode="auto">
          <a:xfrm>
            <a:off x="4787900" y="1196974"/>
            <a:ext cx="3948110" cy="2678111"/>
          </a:xfrm>
          <a:prstGeom prst="rect">
            <a:avLst/>
          </a:prstGeom>
          <a:solidFill>
            <a:schemeClr val="accent2"/>
          </a:solidFill>
          <a:ln>
            <a:noFill/>
          </a:ln>
          <a:effectLs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1800" b="1" i="0" u="none" strike="noStrike" cap="none" normalizeH="0" baseline="0">
              <a:ln>
                <a:noFill/>
              </a:ln>
              <a:solidFill>
                <a:schemeClr val="tx1"/>
              </a:solidFill>
              <a:effectLst/>
              <a:latin typeface="Times New Roman" panose="02020603050405020304" pitchFamily="18" charset="0"/>
              <a:ea typeface="隶书" panose="02010509060101010101" pitchFamily="49" charset="-122"/>
            </a:endParaRPr>
          </a:p>
        </p:txBody>
      </p:sp>
      <p:sp>
        <p:nvSpPr>
          <p:cNvPr id="35842" name="Text Box 2"/>
          <p:cNvSpPr txBox="1">
            <a:spLocks noChangeArrowheads="1"/>
          </p:cNvSpPr>
          <p:nvPr/>
        </p:nvSpPr>
        <p:spPr bwMode="auto">
          <a:xfrm>
            <a:off x="395288" y="205582"/>
            <a:ext cx="1008062" cy="523220"/>
          </a:xfrm>
          <a:prstGeom prst="rect">
            <a:avLst/>
          </a:prstGeom>
          <a:noFill/>
          <a:ln>
            <a:noFill/>
          </a:ln>
          <a:effectLst/>
          <a:extLst>
            <a:ext uri="{909E8E84-426E-40DD-AFC4-6F175D3DCCD1}">
              <a14:hiddenFill xmlns:a14="http://schemas.microsoft.com/office/drawing/2010/main">
                <a:solidFill>
                  <a:srgbClr val="99003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zh-CN" altLang="en-US" sz="2800">
                <a:latin typeface="Times New Roman" panose="02020603050405020304" pitchFamily="18" charset="0"/>
                <a:ea typeface="宋体" panose="02010600030101010101" pitchFamily="2" charset="-122"/>
              </a:rPr>
              <a:t>例</a:t>
            </a:r>
            <a:r>
              <a:rPr kumimoji="1" lang="en-US" altLang="zh-CN" sz="2800" b="0">
                <a:latin typeface="Times New Roman" panose="02020603050405020304" pitchFamily="18" charset="0"/>
                <a:ea typeface="宋体" panose="02010600030101010101" pitchFamily="2" charset="-122"/>
              </a:rPr>
              <a:t>10</a:t>
            </a:r>
          </a:p>
        </p:txBody>
      </p:sp>
      <p:sp>
        <p:nvSpPr>
          <p:cNvPr id="35843" name="Text Box 3"/>
          <p:cNvSpPr txBox="1">
            <a:spLocks noChangeArrowheads="1"/>
          </p:cNvSpPr>
          <p:nvPr/>
        </p:nvSpPr>
        <p:spPr bwMode="auto">
          <a:xfrm>
            <a:off x="1403350" y="205582"/>
            <a:ext cx="2232025"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kumimoji="1" lang="zh-CN" altLang="en-US" sz="2800">
                <a:latin typeface="Times New Roman" panose="02020603050405020304" pitchFamily="18" charset="0"/>
              </a:rPr>
              <a:t>图示电路，</a:t>
            </a:r>
          </a:p>
        </p:txBody>
      </p:sp>
      <p:graphicFrame>
        <p:nvGraphicFramePr>
          <p:cNvPr id="35844" name="Object 4"/>
          <p:cNvGraphicFramePr>
            <a:graphicFrameLocks noChangeAspect="1"/>
          </p:cNvGraphicFramePr>
          <p:nvPr>
            <p:extLst>
              <p:ext uri="{D42A27DB-BD31-4B8C-83A1-F6EECF244321}">
                <p14:modId xmlns:p14="http://schemas.microsoft.com/office/powerpoint/2010/main" val="4070341767"/>
              </p:ext>
            </p:extLst>
          </p:nvPr>
        </p:nvGraphicFramePr>
        <p:xfrm>
          <a:off x="3538538" y="216694"/>
          <a:ext cx="4841875" cy="908050"/>
        </p:xfrm>
        <a:graphic>
          <a:graphicData uri="http://schemas.openxmlformats.org/presentationml/2006/ole">
            <mc:AlternateContent xmlns:mc="http://schemas.openxmlformats.org/markup-compatibility/2006">
              <mc:Choice xmlns:v="urn:schemas-microsoft-com:vml" Requires="v">
                <p:oleObj spid="_x0000_s138527" name="Equation" r:id="rId3" imgW="2565360" imgH="482400" progId="Equation.DSMT4">
                  <p:embed/>
                </p:oleObj>
              </mc:Choice>
              <mc:Fallback>
                <p:oleObj name="Equation" r:id="rId3" imgW="2565360" imgH="482400" progId="Equation.DSMT4">
                  <p:embed/>
                  <p:pic>
                    <p:nvPicPr>
                      <p:cNvPr id="35844" name="Object 4"/>
                      <p:cNvPicPr>
                        <a:picLocks noChangeAspect="1" noChangeArrowheads="1"/>
                      </p:cNvPicPr>
                      <p:nvPr/>
                    </p:nvPicPr>
                    <p:blipFill>
                      <a:blip r:embed="rId4"/>
                      <a:srcRect/>
                      <a:stretch>
                        <a:fillRect/>
                      </a:stretch>
                    </p:blipFill>
                    <p:spPr bwMode="auto">
                      <a:xfrm>
                        <a:off x="3538538" y="216694"/>
                        <a:ext cx="4841875" cy="908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91" name="Text Box 51"/>
          <p:cNvSpPr txBox="1">
            <a:spLocks noChangeArrowheads="1"/>
          </p:cNvSpPr>
          <p:nvPr/>
        </p:nvSpPr>
        <p:spPr bwMode="auto">
          <a:xfrm>
            <a:off x="395288" y="3716338"/>
            <a:ext cx="542925" cy="519112"/>
          </a:xfrm>
          <a:prstGeom prst="rect">
            <a:avLst/>
          </a:prstGeom>
          <a:solidFill>
            <a:srgbClr val="99003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50000"/>
              </a:spcBef>
            </a:pPr>
            <a:r>
              <a:rPr kumimoji="1" lang="zh-CN" altLang="en-US" sz="2800">
                <a:latin typeface="Times New Roman" panose="02020603050405020304" pitchFamily="18" charset="0"/>
                <a:ea typeface="宋体" panose="02010600030101010101" pitchFamily="2" charset="-122"/>
              </a:rPr>
              <a:t>解</a:t>
            </a:r>
          </a:p>
        </p:txBody>
      </p:sp>
      <p:grpSp>
        <p:nvGrpSpPr>
          <p:cNvPr id="35976" name="Group 136"/>
          <p:cNvGrpSpPr>
            <a:grpSpLocks/>
          </p:cNvGrpSpPr>
          <p:nvPr/>
        </p:nvGrpSpPr>
        <p:grpSpPr bwMode="auto">
          <a:xfrm>
            <a:off x="684213" y="1196975"/>
            <a:ext cx="3890962" cy="2413000"/>
            <a:chOff x="1655" y="2160"/>
            <a:chExt cx="2451" cy="1520"/>
          </a:xfrm>
        </p:grpSpPr>
        <p:sp>
          <p:nvSpPr>
            <p:cNvPr id="35977" name="Line 137"/>
            <p:cNvSpPr>
              <a:spLocks noChangeShapeType="1"/>
            </p:cNvSpPr>
            <p:nvPr/>
          </p:nvSpPr>
          <p:spPr bwMode="auto">
            <a:xfrm>
              <a:off x="1791" y="2795"/>
              <a:ext cx="998" cy="0"/>
            </a:xfrm>
            <a:prstGeom prst="line">
              <a:avLst/>
            </a:prstGeom>
            <a:noFill/>
            <a:ln w="28575">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35978" name="Line 138"/>
            <p:cNvSpPr>
              <a:spLocks noChangeShapeType="1"/>
            </p:cNvSpPr>
            <p:nvPr/>
          </p:nvSpPr>
          <p:spPr bwMode="auto">
            <a:xfrm>
              <a:off x="1791" y="3657"/>
              <a:ext cx="2313"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35979" name="Text Box 139"/>
            <p:cNvSpPr txBox="1">
              <a:spLocks noChangeArrowheads="1"/>
            </p:cNvSpPr>
            <p:nvPr/>
          </p:nvSpPr>
          <p:spPr bwMode="auto">
            <a:xfrm>
              <a:off x="2245" y="2432"/>
              <a:ext cx="3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1</a:t>
              </a:r>
              <a:endParaRPr kumimoji="1" lang="en-US" altLang="zh-CN" sz="2800" b="0">
                <a:latin typeface="Times New Roman" panose="02020603050405020304" pitchFamily="18" charset="0"/>
                <a:ea typeface="宋体" panose="02010600030101010101" pitchFamily="2" charset="-122"/>
              </a:endParaRPr>
            </a:p>
          </p:txBody>
        </p:sp>
        <p:sp>
          <p:nvSpPr>
            <p:cNvPr id="35980" name="Text Box 140"/>
            <p:cNvSpPr txBox="1">
              <a:spLocks noChangeArrowheads="1"/>
            </p:cNvSpPr>
            <p:nvPr/>
          </p:nvSpPr>
          <p:spPr bwMode="auto">
            <a:xfrm>
              <a:off x="3651" y="3158"/>
              <a:ext cx="3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i="1">
                  <a:latin typeface="Times New Roman" panose="02020603050405020304" pitchFamily="18" charset="0"/>
                  <a:ea typeface="宋体" panose="02010600030101010101" pitchFamily="2" charset="-122"/>
                </a:rPr>
                <a:t>R</a:t>
              </a:r>
              <a:r>
                <a:rPr kumimoji="1" lang="en-US" altLang="zh-CN" sz="2800" b="0" baseline="-25000">
                  <a:latin typeface="Times New Roman" panose="02020603050405020304" pitchFamily="18" charset="0"/>
                  <a:ea typeface="宋体" panose="02010600030101010101" pitchFamily="2" charset="-122"/>
                </a:rPr>
                <a:t>2</a:t>
              </a:r>
              <a:endParaRPr kumimoji="1" lang="en-US" altLang="zh-CN" sz="2800" b="0">
                <a:latin typeface="Times New Roman" panose="02020603050405020304" pitchFamily="18" charset="0"/>
                <a:ea typeface="宋体" panose="02010600030101010101" pitchFamily="2" charset="-122"/>
              </a:endParaRPr>
            </a:p>
          </p:txBody>
        </p:sp>
        <p:sp>
          <p:nvSpPr>
            <p:cNvPr id="35981" name="Text Box 141"/>
            <p:cNvSpPr txBox="1">
              <a:spLocks noChangeArrowheads="1"/>
            </p:cNvSpPr>
            <p:nvPr/>
          </p:nvSpPr>
          <p:spPr bwMode="auto">
            <a:xfrm>
              <a:off x="3061" y="3113"/>
              <a:ext cx="40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j</a:t>
              </a:r>
              <a:r>
                <a:rPr kumimoji="1" lang="en-US" altLang="zh-CN" sz="2800" b="0" i="1">
                  <a:latin typeface="Times New Roman" panose="02020603050405020304" pitchFamily="18" charset="0"/>
                  <a:ea typeface="宋体" panose="02010600030101010101" pitchFamily="2" charset="-122"/>
                </a:rPr>
                <a:t>X</a:t>
              </a:r>
              <a:r>
                <a:rPr kumimoji="1" lang="en-US" altLang="zh-CN" sz="2800" b="0" baseline="-25000">
                  <a:latin typeface="Times New Roman" panose="02020603050405020304" pitchFamily="18" charset="0"/>
                  <a:ea typeface="宋体" panose="02010600030101010101" pitchFamily="2" charset="-122"/>
                </a:rPr>
                <a:t>L</a:t>
              </a:r>
              <a:endParaRPr kumimoji="1" lang="en-US" altLang="zh-CN" sz="2800" b="0">
                <a:latin typeface="Times New Roman" panose="02020603050405020304" pitchFamily="18" charset="0"/>
                <a:ea typeface="宋体" panose="02010600030101010101" pitchFamily="2" charset="-122"/>
              </a:endParaRPr>
            </a:p>
          </p:txBody>
        </p:sp>
        <p:sp>
          <p:nvSpPr>
            <p:cNvPr id="35982" name="Text Box 142"/>
            <p:cNvSpPr txBox="1">
              <a:spLocks noChangeArrowheads="1"/>
            </p:cNvSpPr>
            <p:nvPr/>
          </p:nvSpPr>
          <p:spPr bwMode="auto">
            <a:xfrm>
              <a:off x="1655" y="2795"/>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a:t>
              </a:r>
            </a:p>
          </p:txBody>
        </p:sp>
        <p:sp>
          <p:nvSpPr>
            <p:cNvPr id="35983" name="Text Box 143"/>
            <p:cNvSpPr txBox="1">
              <a:spLocks noChangeArrowheads="1"/>
            </p:cNvSpPr>
            <p:nvPr/>
          </p:nvSpPr>
          <p:spPr bwMode="auto">
            <a:xfrm>
              <a:off x="1655" y="3249"/>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_</a:t>
              </a:r>
            </a:p>
          </p:txBody>
        </p:sp>
        <p:graphicFrame>
          <p:nvGraphicFramePr>
            <p:cNvPr id="35984" name="Object 144"/>
            <p:cNvGraphicFramePr>
              <a:graphicFrameLocks noChangeAspect="1"/>
            </p:cNvGraphicFramePr>
            <p:nvPr>
              <p:extLst>
                <p:ext uri="{D42A27DB-BD31-4B8C-83A1-F6EECF244321}">
                  <p14:modId xmlns:p14="http://schemas.microsoft.com/office/powerpoint/2010/main" val="2666251973"/>
                </p:ext>
              </p:extLst>
            </p:nvPr>
          </p:nvGraphicFramePr>
          <p:xfrm>
            <a:off x="3484" y="2267"/>
            <a:ext cx="262" cy="295"/>
          </p:xfrm>
          <a:graphic>
            <a:graphicData uri="http://schemas.openxmlformats.org/presentationml/2006/ole">
              <mc:AlternateContent xmlns:mc="http://schemas.openxmlformats.org/markup-compatibility/2006">
                <mc:Choice xmlns:v="urn:schemas-microsoft-com:vml" Requires="v">
                  <p:oleObj spid="_x0000_s138528" name="Equation" r:id="rId5" imgW="215640" imgH="241200" progId="Equation.DSMT4">
                    <p:embed/>
                  </p:oleObj>
                </mc:Choice>
                <mc:Fallback>
                  <p:oleObj name="Equation" r:id="rId5" imgW="215640" imgH="241200" progId="Equation.DSMT4">
                    <p:embed/>
                    <p:pic>
                      <p:nvPicPr>
                        <p:cNvPr id="35984" name="Object 144"/>
                        <p:cNvPicPr>
                          <a:picLocks noChangeAspect="1" noChangeArrowheads="1"/>
                        </p:cNvPicPr>
                        <p:nvPr/>
                      </p:nvPicPr>
                      <p:blipFill>
                        <a:blip r:embed="rId6"/>
                        <a:srcRect/>
                        <a:stretch>
                          <a:fillRect/>
                        </a:stretch>
                      </p:blipFill>
                      <p:spPr bwMode="auto">
                        <a:xfrm>
                          <a:off x="3484" y="2267"/>
                          <a:ext cx="262" cy="2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985" name="Object 145"/>
            <p:cNvGraphicFramePr>
              <a:graphicFrameLocks noChangeAspect="1"/>
            </p:cNvGraphicFramePr>
            <p:nvPr>
              <p:extLst>
                <p:ext uri="{D42A27DB-BD31-4B8C-83A1-F6EECF244321}">
                  <p14:modId xmlns:p14="http://schemas.microsoft.com/office/powerpoint/2010/main" val="2642311846"/>
                </p:ext>
              </p:extLst>
            </p:nvPr>
          </p:nvGraphicFramePr>
          <p:xfrm>
            <a:off x="1662" y="3082"/>
            <a:ext cx="202" cy="248"/>
          </p:xfrm>
          <a:graphic>
            <a:graphicData uri="http://schemas.openxmlformats.org/presentationml/2006/ole">
              <mc:AlternateContent xmlns:mc="http://schemas.openxmlformats.org/markup-compatibility/2006">
                <mc:Choice xmlns:v="urn:schemas-microsoft-com:vml" Requires="v">
                  <p:oleObj spid="_x0000_s138529" name="Equation" r:id="rId7" imgW="164880" imgH="203040" progId="Equation.DSMT4">
                    <p:embed/>
                  </p:oleObj>
                </mc:Choice>
                <mc:Fallback>
                  <p:oleObj name="Equation" r:id="rId7" imgW="164880" imgH="203040" progId="Equation.DSMT4">
                    <p:embed/>
                    <p:pic>
                      <p:nvPicPr>
                        <p:cNvPr id="35985" name="Object 145"/>
                        <p:cNvPicPr>
                          <a:picLocks noChangeAspect="1" noChangeArrowheads="1"/>
                        </p:cNvPicPr>
                        <p:nvPr/>
                      </p:nvPicPr>
                      <p:blipFill>
                        <a:blip r:embed="rId8"/>
                        <a:srcRect/>
                        <a:stretch>
                          <a:fillRect/>
                        </a:stretch>
                      </p:blipFill>
                      <p:spPr bwMode="auto">
                        <a:xfrm>
                          <a:off x="1662" y="3082"/>
                          <a:ext cx="202"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986" name="Text Box 146"/>
            <p:cNvSpPr txBox="1">
              <a:spLocks noChangeArrowheads="1"/>
            </p:cNvSpPr>
            <p:nvPr/>
          </p:nvSpPr>
          <p:spPr bwMode="auto">
            <a:xfrm>
              <a:off x="2880" y="2251"/>
              <a:ext cx="2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a:t>
              </a:r>
            </a:p>
          </p:txBody>
        </p:sp>
        <p:sp>
          <p:nvSpPr>
            <p:cNvPr id="35987" name="Text Box 147"/>
            <p:cNvSpPr txBox="1">
              <a:spLocks noChangeArrowheads="1"/>
            </p:cNvSpPr>
            <p:nvPr/>
          </p:nvSpPr>
          <p:spPr bwMode="auto">
            <a:xfrm>
              <a:off x="3878" y="2160"/>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_</a:t>
              </a:r>
            </a:p>
          </p:txBody>
        </p:sp>
        <p:sp>
          <p:nvSpPr>
            <p:cNvPr id="35988" name="Oval 148"/>
            <p:cNvSpPr>
              <a:spLocks noChangeArrowheads="1"/>
            </p:cNvSpPr>
            <p:nvPr/>
          </p:nvSpPr>
          <p:spPr bwMode="auto">
            <a:xfrm>
              <a:off x="1746" y="3612"/>
              <a:ext cx="68" cy="68"/>
            </a:xfrm>
            <a:prstGeom prst="ellipse">
              <a:avLst/>
            </a:prstGeom>
            <a:noFill/>
            <a:ln w="38100">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35989" name="Oval 149"/>
            <p:cNvSpPr>
              <a:spLocks noChangeArrowheads="1"/>
            </p:cNvSpPr>
            <p:nvPr/>
          </p:nvSpPr>
          <p:spPr bwMode="auto">
            <a:xfrm>
              <a:off x="1746" y="2750"/>
              <a:ext cx="68" cy="68"/>
            </a:xfrm>
            <a:prstGeom prst="ellipse">
              <a:avLst/>
            </a:prstGeom>
            <a:noFill/>
            <a:ln w="38100">
              <a:solidFill>
                <a:srgbClr val="FF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p>
          </p:txBody>
        </p:sp>
        <p:sp>
          <p:nvSpPr>
            <p:cNvPr id="35990" name="Line 150"/>
            <p:cNvSpPr>
              <a:spLocks noChangeShapeType="1"/>
            </p:cNvSpPr>
            <p:nvPr/>
          </p:nvSpPr>
          <p:spPr bwMode="auto">
            <a:xfrm>
              <a:off x="1882" y="2886"/>
              <a:ext cx="240"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dirty="0"/>
            </a:p>
          </p:txBody>
        </p:sp>
        <p:graphicFrame>
          <p:nvGraphicFramePr>
            <p:cNvPr id="35991" name="Object 151"/>
            <p:cNvGraphicFramePr>
              <a:graphicFrameLocks noChangeAspect="1"/>
            </p:cNvGraphicFramePr>
            <p:nvPr>
              <p:extLst>
                <p:ext uri="{D42A27DB-BD31-4B8C-83A1-F6EECF244321}">
                  <p14:modId xmlns:p14="http://schemas.microsoft.com/office/powerpoint/2010/main" val="3359491059"/>
                </p:ext>
              </p:extLst>
            </p:nvPr>
          </p:nvGraphicFramePr>
          <p:xfrm>
            <a:off x="1934" y="2415"/>
            <a:ext cx="185" cy="357"/>
          </p:xfrm>
          <a:graphic>
            <a:graphicData uri="http://schemas.openxmlformats.org/presentationml/2006/ole">
              <mc:AlternateContent xmlns:mc="http://schemas.openxmlformats.org/markup-compatibility/2006">
                <mc:Choice xmlns:v="urn:schemas-microsoft-com:vml" Requires="v">
                  <p:oleObj spid="_x0000_s138530" name="Equation" r:id="rId9" imgW="152280" imgH="291960" progId="Equation.DSMT4">
                    <p:embed/>
                  </p:oleObj>
                </mc:Choice>
                <mc:Fallback>
                  <p:oleObj name="Equation" r:id="rId9" imgW="152280" imgH="291960" progId="Equation.DSMT4">
                    <p:embed/>
                    <p:pic>
                      <p:nvPicPr>
                        <p:cNvPr id="35991" name="Object 151"/>
                        <p:cNvPicPr>
                          <a:picLocks noChangeAspect="1" noChangeArrowheads="1"/>
                        </p:cNvPicPr>
                        <p:nvPr/>
                      </p:nvPicPr>
                      <p:blipFill>
                        <a:blip r:embed="rId10"/>
                        <a:srcRect/>
                        <a:stretch>
                          <a:fillRect/>
                        </a:stretch>
                      </p:blipFill>
                      <p:spPr bwMode="auto">
                        <a:xfrm>
                          <a:off x="1934" y="2415"/>
                          <a:ext cx="185"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992" name="Line 152"/>
            <p:cNvSpPr>
              <a:spLocks noChangeShapeType="1"/>
            </p:cNvSpPr>
            <p:nvPr/>
          </p:nvSpPr>
          <p:spPr bwMode="auto">
            <a:xfrm>
              <a:off x="2789" y="2568"/>
              <a:ext cx="0" cy="545"/>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35993" name="Line 153"/>
            <p:cNvSpPr>
              <a:spLocks noChangeShapeType="1"/>
            </p:cNvSpPr>
            <p:nvPr/>
          </p:nvSpPr>
          <p:spPr bwMode="auto">
            <a:xfrm>
              <a:off x="2789" y="2568"/>
              <a:ext cx="544"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35994" name="Line 154"/>
            <p:cNvSpPr>
              <a:spLocks noChangeShapeType="1"/>
            </p:cNvSpPr>
            <p:nvPr/>
          </p:nvSpPr>
          <p:spPr bwMode="auto">
            <a:xfrm>
              <a:off x="3424" y="2568"/>
              <a:ext cx="681"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35995" name="Line 155"/>
            <p:cNvSpPr>
              <a:spLocks noChangeShapeType="1"/>
            </p:cNvSpPr>
            <p:nvPr/>
          </p:nvSpPr>
          <p:spPr bwMode="auto">
            <a:xfrm>
              <a:off x="4104" y="2568"/>
              <a:ext cx="0" cy="1089"/>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35996" name="Line 156"/>
            <p:cNvSpPr>
              <a:spLocks noChangeShapeType="1"/>
            </p:cNvSpPr>
            <p:nvPr/>
          </p:nvSpPr>
          <p:spPr bwMode="auto">
            <a:xfrm>
              <a:off x="2789" y="3113"/>
              <a:ext cx="272" cy="0"/>
            </a:xfrm>
            <a:prstGeom prst="line">
              <a:avLst/>
            </a:prstGeom>
            <a:noFill/>
            <a:ln w="285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35997" name="Line 157"/>
            <p:cNvSpPr>
              <a:spLocks noChangeShapeType="1"/>
            </p:cNvSpPr>
            <p:nvPr/>
          </p:nvSpPr>
          <p:spPr bwMode="auto">
            <a:xfrm>
              <a:off x="3469" y="3113"/>
              <a:ext cx="635" cy="0"/>
            </a:xfrm>
            <a:prstGeom prst="line">
              <a:avLst/>
            </a:prstGeom>
            <a:noFill/>
            <a:ln w="28575">
              <a:solidFill>
                <a:srgbClr val="FFCC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35998" name="Text Box 158"/>
            <p:cNvSpPr txBox="1">
              <a:spLocks noChangeArrowheads="1"/>
            </p:cNvSpPr>
            <p:nvPr/>
          </p:nvSpPr>
          <p:spPr bwMode="auto">
            <a:xfrm>
              <a:off x="3197" y="2650"/>
              <a:ext cx="4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r>
                <a:rPr kumimoji="1" lang="en-US" altLang="zh-CN" sz="2800" b="0">
                  <a:latin typeface="Times New Roman" panose="02020603050405020304" pitchFamily="18" charset="0"/>
                  <a:ea typeface="宋体" panose="02010600030101010101" pitchFamily="2" charset="-122"/>
                </a:rPr>
                <a:t>j</a:t>
              </a:r>
              <a:r>
                <a:rPr kumimoji="1" lang="en-US" altLang="zh-CN" sz="2800" b="0" i="1">
                  <a:latin typeface="Times New Roman" panose="02020603050405020304" pitchFamily="18" charset="0"/>
                  <a:ea typeface="宋体" panose="02010600030101010101" pitchFamily="2" charset="-122"/>
                </a:rPr>
                <a:t>X</a:t>
              </a:r>
              <a:r>
                <a:rPr kumimoji="1" lang="en-US" altLang="zh-CN" sz="2800" b="0" baseline="-25000">
                  <a:latin typeface="Times New Roman" panose="02020603050405020304" pitchFamily="18" charset="0"/>
                  <a:ea typeface="宋体" panose="02010600030101010101" pitchFamily="2" charset="-122"/>
                </a:rPr>
                <a:t>C</a:t>
              </a:r>
              <a:endParaRPr kumimoji="1" lang="en-US" altLang="zh-CN" sz="2800" b="0">
                <a:latin typeface="Times New Roman" panose="02020603050405020304" pitchFamily="18" charset="0"/>
                <a:ea typeface="宋体" panose="02010600030101010101" pitchFamily="2" charset="-122"/>
              </a:endParaRPr>
            </a:p>
          </p:txBody>
        </p:sp>
        <p:graphicFrame>
          <p:nvGraphicFramePr>
            <p:cNvPr id="35999" name="Object 159"/>
            <p:cNvGraphicFramePr>
              <a:graphicFrameLocks noChangeAspect="1"/>
            </p:cNvGraphicFramePr>
            <p:nvPr>
              <p:extLst>
                <p:ext uri="{D42A27DB-BD31-4B8C-83A1-F6EECF244321}">
                  <p14:modId xmlns:p14="http://schemas.microsoft.com/office/powerpoint/2010/main" val="3973989725"/>
                </p:ext>
              </p:extLst>
            </p:nvPr>
          </p:nvGraphicFramePr>
          <p:xfrm>
            <a:off x="2751" y="3050"/>
            <a:ext cx="201" cy="356"/>
          </p:xfrm>
          <a:graphic>
            <a:graphicData uri="http://schemas.openxmlformats.org/presentationml/2006/ole">
              <mc:AlternateContent xmlns:mc="http://schemas.openxmlformats.org/markup-compatibility/2006">
                <mc:Choice xmlns:v="urn:schemas-microsoft-com:vml" Requires="v">
                  <p:oleObj spid="_x0000_s138531" name="Equation" r:id="rId11" imgW="164880" imgH="291960" progId="Equation.DSMT4">
                    <p:embed/>
                  </p:oleObj>
                </mc:Choice>
                <mc:Fallback>
                  <p:oleObj name="Equation" r:id="rId11" imgW="164880" imgH="291960" progId="Equation.DSMT4">
                    <p:embed/>
                    <p:pic>
                      <p:nvPicPr>
                        <p:cNvPr id="35999" name="Object 159"/>
                        <p:cNvPicPr>
                          <a:picLocks noChangeAspect="1" noChangeArrowheads="1"/>
                        </p:cNvPicPr>
                        <p:nvPr/>
                      </p:nvPicPr>
                      <p:blipFill>
                        <a:blip r:embed="rId12"/>
                        <a:srcRect/>
                        <a:stretch>
                          <a:fillRect/>
                        </a:stretch>
                      </p:blipFill>
                      <p:spPr bwMode="auto">
                        <a:xfrm>
                          <a:off x="2751" y="3050"/>
                          <a:ext cx="201" cy="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000" name="Object 160"/>
            <p:cNvGraphicFramePr>
              <a:graphicFrameLocks noChangeAspect="1"/>
            </p:cNvGraphicFramePr>
            <p:nvPr>
              <p:extLst>
                <p:ext uri="{D42A27DB-BD31-4B8C-83A1-F6EECF244321}">
                  <p14:modId xmlns:p14="http://schemas.microsoft.com/office/powerpoint/2010/main" val="2472458592"/>
                </p:ext>
              </p:extLst>
            </p:nvPr>
          </p:nvGraphicFramePr>
          <p:xfrm>
            <a:off x="2888" y="2501"/>
            <a:ext cx="216" cy="357"/>
          </p:xfrm>
          <a:graphic>
            <a:graphicData uri="http://schemas.openxmlformats.org/presentationml/2006/ole">
              <mc:AlternateContent xmlns:mc="http://schemas.openxmlformats.org/markup-compatibility/2006">
                <mc:Choice xmlns:v="urn:schemas-microsoft-com:vml" Requires="v">
                  <p:oleObj spid="_x0000_s138532" name="Equation" r:id="rId13" imgW="177480" imgH="291960" progId="Equation.DSMT4">
                    <p:embed/>
                  </p:oleObj>
                </mc:Choice>
                <mc:Fallback>
                  <p:oleObj name="Equation" r:id="rId13" imgW="177480" imgH="291960" progId="Equation.DSMT4">
                    <p:embed/>
                    <p:pic>
                      <p:nvPicPr>
                        <p:cNvPr id="36000" name="Object 160"/>
                        <p:cNvPicPr>
                          <a:picLocks noChangeAspect="1" noChangeArrowheads="1"/>
                        </p:cNvPicPr>
                        <p:nvPr/>
                      </p:nvPicPr>
                      <p:blipFill>
                        <a:blip r:embed="rId14"/>
                        <a:srcRect/>
                        <a:stretch>
                          <a:fillRect/>
                        </a:stretch>
                      </p:blipFill>
                      <p:spPr bwMode="auto">
                        <a:xfrm>
                          <a:off x="2888" y="2501"/>
                          <a:ext cx="216"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001" name="Line 161"/>
            <p:cNvSpPr>
              <a:spLocks noChangeShapeType="1"/>
            </p:cNvSpPr>
            <p:nvPr/>
          </p:nvSpPr>
          <p:spPr bwMode="auto">
            <a:xfrm>
              <a:off x="2925" y="2614"/>
              <a:ext cx="227"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dirty="0"/>
            </a:p>
          </p:txBody>
        </p:sp>
        <p:sp>
          <p:nvSpPr>
            <p:cNvPr id="36002" name="Line 162"/>
            <p:cNvSpPr>
              <a:spLocks noChangeShapeType="1"/>
            </p:cNvSpPr>
            <p:nvPr/>
          </p:nvSpPr>
          <p:spPr bwMode="auto">
            <a:xfrm>
              <a:off x="2789" y="3158"/>
              <a:ext cx="227"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dirty="0"/>
            </a:p>
          </p:txBody>
        </p:sp>
        <p:sp>
          <p:nvSpPr>
            <p:cNvPr id="36003" name="Rectangle 163"/>
            <p:cNvSpPr>
              <a:spLocks noChangeArrowheads="1"/>
            </p:cNvSpPr>
            <p:nvPr/>
          </p:nvSpPr>
          <p:spPr bwMode="auto">
            <a:xfrm>
              <a:off x="3651" y="3022"/>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36004" name="Rectangle 164"/>
            <p:cNvSpPr>
              <a:spLocks noChangeArrowheads="1"/>
            </p:cNvSpPr>
            <p:nvPr/>
          </p:nvSpPr>
          <p:spPr bwMode="auto">
            <a:xfrm>
              <a:off x="2245" y="2750"/>
              <a:ext cx="317" cy="136"/>
            </a:xfrm>
            <a:prstGeom prst="rect">
              <a:avLst/>
            </a:prstGeom>
            <a:gradFill rotWithShape="1">
              <a:gsLst>
                <a:gs pos="0">
                  <a:srgbClr val="FF9900">
                    <a:gamma/>
                    <a:shade val="46275"/>
                    <a:invGamma/>
                  </a:srgbClr>
                </a:gs>
                <a:gs pos="50000">
                  <a:srgbClr val="FF9900"/>
                </a:gs>
                <a:gs pos="100000">
                  <a:srgbClr val="FF9900">
                    <a:gamma/>
                    <a:shade val="46275"/>
                    <a:invGamma/>
                  </a:srgbClr>
                </a:gs>
              </a:gsLst>
              <a:lin ang="5400000" scaled="1"/>
            </a:gradFill>
            <a:ln>
              <a:noFill/>
            </a:ln>
            <a:effectLst/>
            <a:extLst>
              <a:ext uri="{91240B29-F687-4F45-9708-019B960494DF}">
                <a14:hiddenLine xmlns:a14="http://schemas.microsoft.com/office/drawing/2010/main" w="28575">
                  <a:solidFill>
                    <a:srgbClr val="FFCC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nvGrpSpPr>
            <p:cNvPr id="36005" name="Group 165"/>
            <p:cNvGrpSpPr>
              <a:grpSpLocks/>
            </p:cNvGrpSpPr>
            <p:nvPr/>
          </p:nvGrpSpPr>
          <p:grpSpPr bwMode="auto">
            <a:xfrm rot="5400000">
              <a:off x="3258" y="2528"/>
              <a:ext cx="240" cy="93"/>
              <a:chOff x="3787" y="2478"/>
              <a:chExt cx="240" cy="93"/>
            </a:xfrm>
          </p:grpSpPr>
          <p:sp>
            <p:nvSpPr>
              <p:cNvPr id="36006" name="Line 166"/>
              <p:cNvSpPr>
                <a:spLocks noChangeShapeType="1"/>
              </p:cNvSpPr>
              <p:nvPr/>
            </p:nvSpPr>
            <p:spPr bwMode="auto">
              <a:xfrm flipV="1">
                <a:off x="3787" y="2568"/>
                <a:ext cx="240" cy="3"/>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sz="2800"/>
              </a:p>
            </p:txBody>
          </p:sp>
          <p:sp>
            <p:nvSpPr>
              <p:cNvPr id="36007" name="Line 167"/>
              <p:cNvSpPr>
                <a:spLocks noChangeShapeType="1"/>
              </p:cNvSpPr>
              <p:nvPr/>
            </p:nvSpPr>
            <p:spPr bwMode="auto">
              <a:xfrm>
                <a:off x="3787" y="2478"/>
                <a:ext cx="240" cy="1"/>
              </a:xfrm>
              <a:prstGeom prst="line">
                <a:avLst/>
              </a:prstGeom>
              <a:noFill/>
              <a:ln w="57150">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sz="2800"/>
              </a:p>
            </p:txBody>
          </p:sp>
        </p:grpSp>
        <p:grpSp>
          <p:nvGrpSpPr>
            <p:cNvPr id="36008" name="Group 168"/>
            <p:cNvGrpSpPr>
              <a:grpSpLocks/>
            </p:cNvGrpSpPr>
            <p:nvPr/>
          </p:nvGrpSpPr>
          <p:grpSpPr bwMode="auto">
            <a:xfrm>
              <a:off x="3016" y="3022"/>
              <a:ext cx="499" cy="590"/>
              <a:chOff x="476" y="663"/>
              <a:chExt cx="771" cy="862"/>
            </a:xfrm>
          </p:grpSpPr>
          <p:sp>
            <p:nvSpPr>
              <p:cNvPr id="36009" name="AutoShape 169"/>
              <p:cNvSpPr>
                <a:spLocks noChangeArrowheads="1"/>
              </p:cNvSpPr>
              <p:nvPr/>
            </p:nvSpPr>
            <p:spPr bwMode="auto">
              <a:xfrm>
                <a:off x="476"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36010" name="AutoShape 170"/>
              <p:cNvSpPr>
                <a:spLocks noChangeArrowheads="1"/>
              </p:cNvSpPr>
              <p:nvPr/>
            </p:nvSpPr>
            <p:spPr bwMode="auto">
              <a:xfrm>
                <a:off x="703"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36011" name="AutoShape 171"/>
              <p:cNvSpPr>
                <a:spLocks noChangeArrowheads="1"/>
              </p:cNvSpPr>
              <p:nvPr/>
            </p:nvSpPr>
            <p:spPr bwMode="auto">
              <a:xfrm>
                <a:off x="930" y="663"/>
                <a:ext cx="317" cy="862"/>
              </a:xfrm>
              <a:custGeom>
                <a:avLst/>
                <a:gdLst>
                  <a:gd name="G0" fmla="+- 10800 0 0"/>
                  <a:gd name="G1" fmla="+- -9110751 0 0"/>
                  <a:gd name="G2" fmla="+- 0 0 -9110751"/>
                  <a:gd name="T0" fmla="*/ 0 256 1"/>
                  <a:gd name="T1" fmla="*/ 180 256 1"/>
                  <a:gd name="G3" fmla="+- -9110751 T0 T1"/>
                  <a:gd name="T2" fmla="*/ 0 256 1"/>
                  <a:gd name="T3" fmla="*/ 90 256 1"/>
                  <a:gd name="G4" fmla="+- -9110751 T2 T3"/>
                  <a:gd name="G5" fmla="*/ G4 2 1"/>
                  <a:gd name="T4" fmla="*/ 90 256 1"/>
                  <a:gd name="T5" fmla="*/ 0 256 1"/>
                  <a:gd name="G6" fmla="+- -9110751 T4 T5"/>
                  <a:gd name="G7" fmla="*/ G6 2 1"/>
                  <a:gd name="G8" fmla="abs -9110751"/>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800"/>
                  <a:gd name="G18" fmla="*/ 10800 1 2"/>
                  <a:gd name="G19" fmla="+- G18 5400 0"/>
                  <a:gd name="G20" fmla="cos G19 -9110751"/>
                  <a:gd name="G21" fmla="sin G19 -9110751"/>
                  <a:gd name="G22" fmla="+- G20 10800 0"/>
                  <a:gd name="G23" fmla="+- G21 10800 0"/>
                  <a:gd name="G24" fmla="+- 10800 0 G20"/>
                  <a:gd name="G25" fmla="+- 10800 10800 0"/>
                  <a:gd name="G26" fmla="?: G9 G17 G25"/>
                  <a:gd name="G27" fmla="?: G9 0 21600"/>
                  <a:gd name="G28" fmla="cos 10800 -9110751"/>
                  <a:gd name="G29" fmla="sin 10800 -9110751"/>
                  <a:gd name="G30" fmla="sin 10800 -9110751"/>
                  <a:gd name="G31" fmla="+- G28 10800 0"/>
                  <a:gd name="G32" fmla="+- G29 10800 0"/>
                  <a:gd name="G33" fmla="+- G30 10800 0"/>
                  <a:gd name="G34" fmla="?: G4 0 G31"/>
                  <a:gd name="G35" fmla="?: -9110751 G34 0"/>
                  <a:gd name="G36" fmla="?: G6 G35 G31"/>
                  <a:gd name="G37" fmla="+- 21600 0 G36"/>
                  <a:gd name="G38" fmla="?: G4 0 G33"/>
                  <a:gd name="G39" fmla="?: -9110751 G38 G32"/>
                  <a:gd name="G40" fmla="?: G6 G39 0"/>
                  <a:gd name="G41" fmla="?: G4 G32 21600"/>
                  <a:gd name="G42" fmla="?: G6 G41 G33"/>
                  <a:gd name="T12" fmla="*/ 10800 w 21600"/>
                  <a:gd name="T13" fmla="*/ 0 h 21600"/>
                  <a:gd name="T14" fmla="*/ 2646 w 21600"/>
                  <a:gd name="T15" fmla="*/ 3717 h 21600"/>
                  <a:gd name="T16" fmla="*/ 10800 w 21600"/>
                  <a:gd name="T17" fmla="*/ 0 h 21600"/>
                  <a:gd name="T18" fmla="*/ 18954 w 21600"/>
                  <a:gd name="T19" fmla="*/ 3717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646" y="3717"/>
                    </a:moveTo>
                    <a:cubicBezTo>
                      <a:pt x="4698" y="1356"/>
                      <a:pt x="7672" y="0"/>
                      <a:pt x="10800" y="0"/>
                    </a:cubicBezTo>
                    <a:cubicBezTo>
                      <a:pt x="13927" y="0"/>
                      <a:pt x="16901" y="1356"/>
                      <a:pt x="18953" y="3717"/>
                    </a:cubicBezTo>
                    <a:cubicBezTo>
                      <a:pt x="16901" y="1356"/>
                      <a:pt x="13927" y="0"/>
                      <a:pt x="10799" y="0"/>
                    </a:cubicBezTo>
                    <a:cubicBezTo>
                      <a:pt x="7672" y="0"/>
                      <a:pt x="4698" y="1356"/>
                      <a:pt x="2646" y="3717"/>
                    </a:cubicBezTo>
                    <a:close/>
                  </a:path>
                </a:pathLst>
              </a:custGeom>
              <a:gradFill rotWithShape="1">
                <a:gsLst>
                  <a:gs pos="0">
                    <a:srgbClr val="FF9900">
                      <a:gamma/>
                      <a:shade val="46275"/>
                      <a:invGamma/>
                    </a:srgbClr>
                  </a:gs>
                  <a:gs pos="50000">
                    <a:srgbClr val="FF9900"/>
                  </a:gs>
                  <a:gs pos="100000">
                    <a:srgbClr val="FF9900">
                      <a:gamma/>
                      <a:shade val="46275"/>
                      <a:invGamma/>
                    </a:srgbClr>
                  </a:gs>
                </a:gsLst>
                <a:lin ang="5400000" scaled="1"/>
              </a:gradFill>
              <a:ln w="38100">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grpSp>
      </p:grpSp>
      <p:graphicFrame>
        <p:nvGraphicFramePr>
          <p:cNvPr id="36012" name="Object 172"/>
          <p:cNvGraphicFramePr>
            <a:graphicFrameLocks noChangeAspect="1"/>
          </p:cNvGraphicFramePr>
          <p:nvPr>
            <p:extLst>
              <p:ext uri="{D42A27DB-BD31-4B8C-83A1-F6EECF244321}">
                <p14:modId xmlns:p14="http://schemas.microsoft.com/office/powerpoint/2010/main" val="680857548"/>
              </p:ext>
            </p:extLst>
          </p:nvPr>
        </p:nvGraphicFramePr>
        <p:xfrm>
          <a:off x="1601788" y="3814763"/>
          <a:ext cx="6589712" cy="525462"/>
        </p:xfrm>
        <a:graphic>
          <a:graphicData uri="http://schemas.openxmlformats.org/presentationml/2006/ole">
            <mc:AlternateContent xmlns:mc="http://schemas.openxmlformats.org/markup-compatibility/2006">
              <mc:Choice xmlns:v="urn:schemas-microsoft-com:vml" Requires="v">
                <p:oleObj spid="_x0000_s138533" name="Equation" r:id="rId15" imgW="3187440" imgH="253800" progId="Equation.DSMT4">
                  <p:embed/>
                </p:oleObj>
              </mc:Choice>
              <mc:Fallback>
                <p:oleObj name="Equation" r:id="rId15" imgW="3187440" imgH="253800" progId="Equation.DSMT4">
                  <p:embed/>
                  <p:pic>
                    <p:nvPicPr>
                      <p:cNvPr id="36012" name="Object 172"/>
                      <p:cNvPicPr>
                        <a:picLocks noChangeAspect="1" noChangeArrowheads="1"/>
                      </p:cNvPicPr>
                      <p:nvPr/>
                    </p:nvPicPr>
                    <p:blipFill>
                      <a:blip r:embed="rId16"/>
                      <a:srcRect/>
                      <a:stretch>
                        <a:fillRect/>
                      </a:stretch>
                    </p:blipFill>
                    <p:spPr bwMode="auto">
                      <a:xfrm>
                        <a:off x="1601788" y="3814763"/>
                        <a:ext cx="6589712" cy="525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013" name="Object 173"/>
          <p:cNvGraphicFramePr>
            <a:graphicFrameLocks noChangeAspect="1"/>
          </p:cNvGraphicFramePr>
          <p:nvPr>
            <p:extLst>
              <p:ext uri="{D42A27DB-BD31-4B8C-83A1-F6EECF244321}">
                <p14:modId xmlns:p14="http://schemas.microsoft.com/office/powerpoint/2010/main" val="995843906"/>
              </p:ext>
            </p:extLst>
          </p:nvPr>
        </p:nvGraphicFramePr>
        <p:xfrm>
          <a:off x="1570038" y="4391025"/>
          <a:ext cx="6073775" cy="492125"/>
        </p:xfrm>
        <a:graphic>
          <a:graphicData uri="http://schemas.openxmlformats.org/presentationml/2006/ole">
            <mc:AlternateContent xmlns:mc="http://schemas.openxmlformats.org/markup-compatibility/2006">
              <mc:Choice xmlns:v="urn:schemas-microsoft-com:vml" Requires="v">
                <p:oleObj spid="_x0000_s138534" name="Equation" r:id="rId17" imgW="2971800" imgH="241200" progId="Equation.DSMT4">
                  <p:embed/>
                </p:oleObj>
              </mc:Choice>
              <mc:Fallback>
                <p:oleObj name="Equation" r:id="rId17" imgW="2971800" imgH="241200" progId="Equation.DSMT4">
                  <p:embed/>
                  <p:pic>
                    <p:nvPicPr>
                      <p:cNvPr id="36013" name="Object 173"/>
                      <p:cNvPicPr>
                        <a:picLocks noChangeAspect="1" noChangeArrowheads="1"/>
                      </p:cNvPicPr>
                      <p:nvPr/>
                    </p:nvPicPr>
                    <p:blipFill>
                      <a:blip r:embed="rId18"/>
                      <a:srcRect/>
                      <a:stretch>
                        <a:fillRect/>
                      </a:stretch>
                    </p:blipFill>
                    <p:spPr bwMode="auto">
                      <a:xfrm>
                        <a:off x="1570038" y="4391025"/>
                        <a:ext cx="6073775" cy="492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014" name="Object 174"/>
          <p:cNvGraphicFramePr>
            <a:graphicFrameLocks noChangeAspect="1"/>
          </p:cNvGraphicFramePr>
          <p:nvPr>
            <p:extLst>
              <p:ext uri="{D42A27DB-BD31-4B8C-83A1-F6EECF244321}">
                <p14:modId xmlns:p14="http://schemas.microsoft.com/office/powerpoint/2010/main" val="1591707089"/>
              </p:ext>
            </p:extLst>
          </p:nvPr>
        </p:nvGraphicFramePr>
        <p:xfrm>
          <a:off x="1327150" y="4954588"/>
          <a:ext cx="6704013" cy="614362"/>
        </p:xfrm>
        <a:graphic>
          <a:graphicData uri="http://schemas.openxmlformats.org/presentationml/2006/ole">
            <mc:AlternateContent xmlns:mc="http://schemas.openxmlformats.org/markup-compatibility/2006">
              <mc:Choice xmlns:v="urn:schemas-microsoft-com:vml" Requires="v">
                <p:oleObj spid="_x0000_s138535" name="Equation" r:id="rId19" imgW="3187440" imgH="291960" progId="Equation.DSMT4">
                  <p:embed/>
                </p:oleObj>
              </mc:Choice>
              <mc:Fallback>
                <p:oleObj name="Equation" r:id="rId19" imgW="3187440" imgH="291960" progId="Equation.DSMT4">
                  <p:embed/>
                  <p:pic>
                    <p:nvPicPr>
                      <p:cNvPr id="36014" name="Object 174"/>
                      <p:cNvPicPr>
                        <a:picLocks noChangeAspect="1" noChangeArrowheads="1"/>
                      </p:cNvPicPr>
                      <p:nvPr/>
                    </p:nvPicPr>
                    <p:blipFill>
                      <a:blip r:embed="rId20"/>
                      <a:srcRect/>
                      <a:stretch>
                        <a:fillRect/>
                      </a:stretch>
                    </p:blipFill>
                    <p:spPr bwMode="auto">
                      <a:xfrm>
                        <a:off x="1327150" y="4954588"/>
                        <a:ext cx="6704013" cy="614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015" name="Object 175"/>
          <p:cNvGraphicFramePr>
            <a:graphicFrameLocks noChangeAspect="1"/>
          </p:cNvGraphicFramePr>
          <p:nvPr>
            <p:extLst>
              <p:ext uri="{D42A27DB-BD31-4B8C-83A1-F6EECF244321}">
                <p14:modId xmlns:p14="http://schemas.microsoft.com/office/powerpoint/2010/main" val="1974861783"/>
              </p:ext>
            </p:extLst>
          </p:nvPr>
        </p:nvGraphicFramePr>
        <p:xfrm>
          <a:off x="1355725" y="5556250"/>
          <a:ext cx="6089650" cy="936625"/>
        </p:xfrm>
        <a:graphic>
          <a:graphicData uri="http://schemas.openxmlformats.org/presentationml/2006/ole">
            <mc:AlternateContent xmlns:mc="http://schemas.openxmlformats.org/markup-compatibility/2006">
              <mc:Choice xmlns:v="urn:schemas-microsoft-com:vml" Requires="v">
                <p:oleObj spid="_x0000_s138536" name="Equation" r:id="rId21" imgW="2971800" imgH="457200" progId="Equation.DSMT4">
                  <p:embed/>
                </p:oleObj>
              </mc:Choice>
              <mc:Fallback>
                <p:oleObj name="Equation" r:id="rId21" imgW="2971800" imgH="457200" progId="Equation.DSMT4">
                  <p:embed/>
                  <p:pic>
                    <p:nvPicPr>
                      <p:cNvPr id="36015" name="Object 175"/>
                      <p:cNvPicPr>
                        <a:picLocks noChangeAspect="1" noChangeArrowheads="1"/>
                      </p:cNvPicPr>
                      <p:nvPr/>
                    </p:nvPicPr>
                    <p:blipFill>
                      <a:blip r:embed="rId22"/>
                      <a:srcRect/>
                      <a:stretch>
                        <a:fillRect/>
                      </a:stretch>
                    </p:blipFill>
                    <p:spPr bwMode="auto">
                      <a:xfrm>
                        <a:off x="1355725" y="5556250"/>
                        <a:ext cx="6089650"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6017" name="Group 177"/>
          <p:cNvGrpSpPr>
            <a:grpSpLocks/>
          </p:cNvGrpSpPr>
          <p:nvPr/>
        </p:nvGrpSpPr>
        <p:grpSpPr bwMode="auto">
          <a:xfrm>
            <a:off x="5722938" y="3257550"/>
            <a:ext cx="2890837" cy="581025"/>
            <a:chOff x="3697" y="1780"/>
            <a:chExt cx="1821" cy="366"/>
          </a:xfrm>
        </p:grpSpPr>
        <p:sp>
          <p:nvSpPr>
            <p:cNvPr id="36018" name="Line 178"/>
            <p:cNvSpPr>
              <a:spLocks noChangeShapeType="1"/>
            </p:cNvSpPr>
            <p:nvPr/>
          </p:nvSpPr>
          <p:spPr bwMode="auto">
            <a:xfrm>
              <a:off x="3697" y="1797"/>
              <a:ext cx="1768" cy="0"/>
            </a:xfrm>
            <a:prstGeom prst="line">
              <a:avLst/>
            </a:prstGeom>
            <a:noFill/>
            <a:ln w="2857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36019" name="Object 179"/>
            <p:cNvGraphicFramePr>
              <a:graphicFrameLocks noChangeAspect="1"/>
            </p:cNvGraphicFramePr>
            <p:nvPr/>
          </p:nvGraphicFramePr>
          <p:xfrm>
            <a:off x="5292" y="1780"/>
            <a:ext cx="226" cy="366"/>
          </p:xfrm>
          <a:graphic>
            <a:graphicData uri="http://schemas.openxmlformats.org/presentationml/2006/ole">
              <mc:AlternateContent xmlns:mc="http://schemas.openxmlformats.org/markup-compatibility/2006">
                <mc:Choice xmlns:v="urn:schemas-microsoft-com:vml" Requires="v">
                  <p:oleObj spid="_x0000_s138537" name="公式" r:id="rId23" imgW="164880" imgH="266400" progId="Equation.3">
                    <p:embed/>
                  </p:oleObj>
                </mc:Choice>
                <mc:Fallback>
                  <p:oleObj name="公式" r:id="rId23" imgW="164880" imgH="266400" progId="Equation.3">
                    <p:embed/>
                    <p:pic>
                      <p:nvPicPr>
                        <p:cNvPr id="36019" name="Object 17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292" y="1780"/>
                          <a:ext cx="226" cy="3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6020" name="Group 180"/>
          <p:cNvGrpSpPr>
            <a:grpSpLocks/>
          </p:cNvGrpSpPr>
          <p:nvPr/>
        </p:nvGrpSpPr>
        <p:grpSpPr bwMode="auto">
          <a:xfrm>
            <a:off x="5795963" y="3243263"/>
            <a:ext cx="2232025" cy="579437"/>
            <a:chOff x="3606" y="2361"/>
            <a:chExt cx="1406" cy="365"/>
          </a:xfrm>
        </p:grpSpPr>
        <p:graphicFrame>
          <p:nvGraphicFramePr>
            <p:cNvPr id="36021" name="Object 181"/>
            <p:cNvGraphicFramePr>
              <a:graphicFrameLocks noChangeAspect="1"/>
            </p:cNvGraphicFramePr>
            <p:nvPr/>
          </p:nvGraphicFramePr>
          <p:xfrm>
            <a:off x="4324" y="2361"/>
            <a:ext cx="399" cy="365"/>
          </p:xfrm>
          <a:graphic>
            <a:graphicData uri="http://schemas.openxmlformats.org/presentationml/2006/ole">
              <mc:AlternateContent xmlns:mc="http://schemas.openxmlformats.org/markup-compatibility/2006">
                <mc:Choice xmlns:v="urn:schemas-microsoft-com:vml" Requires="v">
                  <p:oleObj spid="_x0000_s138538" name="公式" r:id="rId25" imgW="291960" imgH="266400" progId="Equation.3">
                    <p:embed/>
                  </p:oleObj>
                </mc:Choice>
                <mc:Fallback>
                  <p:oleObj name="公式" r:id="rId25" imgW="291960" imgH="266400" progId="Equation.3">
                    <p:embed/>
                    <p:pic>
                      <p:nvPicPr>
                        <p:cNvPr id="36021" name="Object 18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324" y="2361"/>
                          <a:ext cx="399"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022" name="Line 182"/>
            <p:cNvSpPr>
              <a:spLocks noChangeShapeType="1"/>
            </p:cNvSpPr>
            <p:nvPr/>
          </p:nvSpPr>
          <p:spPr bwMode="auto">
            <a:xfrm>
              <a:off x="3606" y="2387"/>
              <a:ext cx="1406" cy="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pSp>
      <p:grpSp>
        <p:nvGrpSpPr>
          <p:cNvPr id="36023" name="Group 183"/>
          <p:cNvGrpSpPr>
            <a:grpSpLocks/>
          </p:cNvGrpSpPr>
          <p:nvPr/>
        </p:nvGrpSpPr>
        <p:grpSpPr bwMode="auto">
          <a:xfrm>
            <a:off x="5795963" y="1844675"/>
            <a:ext cx="2232025" cy="1511300"/>
            <a:chOff x="1882" y="1888"/>
            <a:chExt cx="1406" cy="952"/>
          </a:xfrm>
        </p:grpSpPr>
        <p:sp>
          <p:nvSpPr>
            <p:cNvPr id="36024" name="Line 184"/>
            <p:cNvSpPr>
              <a:spLocks noChangeShapeType="1"/>
            </p:cNvSpPr>
            <p:nvPr/>
          </p:nvSpPr>
          <p:spPr bwMode="auto">
            <a:xfrm flipV="1">
              <a:off x="1882" y="1888"/>
              <a:ext cx="1406" cy="907"/>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36025" name="Freeform 185"/>
            <p:cNvSpPr>
              <a:spLocks/>
            </p:cNvSpPr>
            <p:nvPr/>
          </p:nvSpPr>
          <p:spPr bwMode="auto">
            <a:xfrm>
              <a:off x="2109" y="2659"/>
              <a:ext cx="106" cy="181"/>
            </a:xfrm>
            <a:custGeom>
              <a:avLst/>
              <a:gdLst>
                <a:gd name="T0" fmla="*/ 0 w 106"/>
                <a:gd name="T1" fmla="*/ 0 h 181"/>
                <a:gd name="T2" fmla="*/ 91 w 106"/>
                <a:gd name="T3" fmla="*/ 45 h 181"/>
                <a:gd name="T4" fmla="*/ 91 w 106"/>
                <a:gd name="T5" fmla="*/ 181 h 181"/>
              </a:gdLst>
              <a:ahLst/>
              <a:cxnLst>
                <a:cxn ang="0">
                  <a:pos x="T0" y="T1"/>
                </a:cxn>
                <a:cxn ang="0">
                  <a:pos x="T2" y="T3"/>
                </a:cxn>
                <a:cxn ang="0">
                  <a:pos x="T4" y="T5"/>
                </a:cxn>
              </a:cxnLst>
              <a:rect l="0" t="0" r="r" b="b"/>
              <a:pathLst>
                <a:path w="106" h="181">
                  <a:moveTo>
                    <a:pt x="0" y="0"/>
                  </a:moveTo>
                  <a:cubicBezTo>
                    <a:pt x="38" y="7"/>
                    <a:pt x="76" y="15"/>
                    <a:pt x="91" y="45"/>
                  </a:cubicBezTo>
                  <a:cubicBezTo>
                    <a:pt x="106" y="75"/>
                    <a:pt x="98" y="128"/>
                    <a:pt x="91" y="181"/>
                  </a:cubicBezTo>
                </a:path>
              </a:pathLst>
            </a:custGeom>
            <a:noFill/>
            <a:ln w="28575" cmpd="sng">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36026" name="Object 186"/>
            <p:cNvGraphicFramePr>
              <a:graphicFrameLocks noChangeAspect="1"/>
            </p:cNvGraphicFramePr>
            <p:nvPr/>
          </p:nvGraphicFramePr>
          <p:xfrm>
            <a:off x="2236" y="2560"/>
            <a:ext cx="365" cy="271"/>
          </p:xfrm>
          <a:graphic>
            <a:graphicData uri="http://schemas.openxmlformats.org/presentationml/2006/ole">
              <mc:AlternateContent xmlns:mc="http://schemas.openxmlformats.org/markup-compatibility/2006">
                <mc:Choice xmlns:v="urn:schemas-microsoft-com:vml" Requires="v">
                  <p:oleObj spid="_x0000_s138539" name="公式" r:id="rId27" imgW="266400" imgH="215640" progId="Equation.3">
                    <p:embed/>
                  </p:oleObj>
                </mc:Choice>
                <mc:Fallback>
                  <p:oleObj name="公式" r:id="rId27" imgW="266400" imgH="215640" progId="Equation.3">
                    <p:embed/>
                    <p:pic>
                      <p:nvPicPr>
                        <p:cNvPr id="36026" name="Object 18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236" y="2560"/>
                          <a:ext cx="365" cy="2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027" name="Object 187"/>
            <p:cNvGraphicFramePr>
              <a:graphicFrameLocks noChangeAspect="1"/>
            </p:cNvGraphicFramePr>
            <p:nvPr/>
          </p:nvGraphicFramePr>
          <p:xfrm>
            <a:off x="2234" y="2007"/>
            <a:ext cx="331" cy="365"/>
          </p:xfrm>
          <a:graphic>
            <a:graphicData uri="http://schemas.openxmlformats.org/presentationml/2006/ole">
              <mc:AlternateContent xmlns:mc="http://schemas.openxmlformats.org/markup-compatibility/2006">
                <mc:Choice xmlns:v="urn:schemas-microsoft-com:vml" Requires="v">
                  <p:oleObj spid="_x0000_s138540" name="公式" r:id="rId29" imgW="241200" imgH="266400" progId="Equation.3">
                    <p:embed/>
                  </p:oleObj>
                </mc:Choice>
                <mc:Fallback>
                  <p:oleObj name="公式" r:id="rId29" imgW="241200" imgH="266400" progId="Equation.3">
                    <p:embed/>
                    <p:pic>
                      <p:nvPicPr>
                        <p:cNvPr id="36027" name="Object 187"/>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234" y="2007"/>
                          <a:ext cx="33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6028" name="Group 188"/>
          <p:cNvGrpSpPr>
            <a:grpSpLocks/>
          </p:cNvGrpSpPr>
          <p:nvPr/>
        </p:nvGrpSpPr>
        <p:grpSpPr bwMode="auto">
          <a:xfrm>
            <a:off x="8027988" y="1844675"/>
            <a:ext cx="550862" cy="1439863"/>
            <a:chOff x="5148" y="890"/>
            <a:chExt cx="347" cy="907"/>
          </a:xfrm>
        </p:grpSpPr>
        <p:sp>
          <p:nvSpPr>
            <p:cNvPr id="36029" name="Line 189"/>
            <p:cNvSpPr>
              <a:spLocks noChangeShapeType="1"/>
            </p:cNvSpPr>
            <p:nvPr/>
          </p:nvSpPr>
          <p:spPr bwMode="auto">
            <a:xfrm flipV="1">
              <a:off x="5148" y="890"/>
              <a:ext cx="0" cy="907"/>
            </a:xfrm>
            <a:prstGeom prst="line">
              <a:avLst/>
            </a:prstGeom>
            <a:noFill/>
            <a:ln w="28575">
              <a:solidFill>
                <a:srgbClr val="66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36030" name="Object 190"/>
            <p:cNvGraphicFramePr>
              <a:graphicFrameLocks noChangeAspect="1"/>
            </p:cNvGraphicFramePr>
            <p:nvPr/>
          </p:nvGraphicFramePr>
          <p:xfrm>
            <a:off x="5183" y="1227"/>
            <a:ext cx="312" cy="366"/>
          </p:xfrm>
          <a:graphic>
            <a:graphicData uri="http://schemas.openxmlformats.org/presentationml/2006/ole">
              <mc:AlternateContent xmlns:mc="http://schemas.openxmlformats.org/markup-compatibility/2006">
                <mc:Choice xmlns:v="urn:schemas-microsoft-com:vml" Requires="v">
                  <p:oleObj spid="_x0000_s138541" name="公式" r:id="rId31" imgW="228600" imgH="266400" progId="Equation.3">
                    <p:embed/>
                  </p:oleObj>
                </mc:Choice>
                <mc:Fallback>
                  <p:oleObj name="公式" r:id="rId31" imgW="228600" imgH="266400" progId="Equation.3">
                    <p:embed/>
                    <p:pic>
                      <p:nvPicPr>
                        <p:cNvPr id="36030" name="Object 190"/>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5183" y="1227"/>
                          <a:ext cx="312" cy="3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6031" name="Group 191"/>
          <p:cNvGrpSpPr>
            <a:grpSpLocks/>
          </p:cNvGrpSpPr>
          <p:nvPr/>
        </p:nvGrpSpPr>
        <p:grpSpPr bwMode="auto">
          <a:xfrm>
            <a:off x="5076825" y="1730375"/>
            <a:ext cx="1071563" cy="1552575"/>
            <a:chOff x="3288" y="819"/>
            <a:chExt cx="675" cy="978"/>
          </a:xfrm>
        </p:grpSpPr>
        <p:sp>
          <p:nvSpPr>
            <p:cNvPr id="36032" name="Line 192"/>
            <p:cNvSpPr>
              <a:spLocks noChangeShapeType="1"/>
            </p:cNvSpPr>
            <p:nvPr/>
          </p:nvSpPr>
          <p:spPr bwMode="auto">
            <a:xfrm flipH="1" flipV="1">
              <a:off x="3288" y="1026"/>
              <a:ext cx="408" cy="771"/>
            </a:xfrm>
            <a:prstGeom prst="line">
              <a:avLst/>
            </a:prstGeom>
            <a:noFill/>
            <a:ln w="28575">
              <a:solidFill>
                <a:srgbClr val="66FF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pSp>
          <p:nvGrpSpPr>
            <p:cNvPr id="36033" name="Group 193"/>
            <p:cNvGrpSpPr>
              <a:grpSpLocks/>
            </p:cNvGrpSpPr>
            <p:nvPr/>
          </p:nvGrpSpPr>
          <p:grpSpPr bwMode="auto">
            <a:xfrm>
              <a:off x="3651" y="1570"/>
              <a:ext cx="227" cy="91"/>
              <a:chOff x="3651" y="1570"/>
              <a:chExt cx="227" cy="91"/>
            </a:xfrm>
          </p:grpSpPr>
          <p:sp>
            <p:nvSpPr>
              <p:cNvPr id="36034" name="Line 194"/>
              <p:cNvSpPr>
                <a:spLocks noChangeShapeType="1"/>
              </p:cNvSpPr>
              <p:nvPr/>
            </p:nvSpPr>
            <p:spPr bwMode="auto">
              <a:xfrm flipV="1">
                <a:off x="3651" y="1570"/>
                <a:ext cx="182" cy="91"/>
              </a:xfrm>
              <a:prstGeom prst="line">
                <a:avLst/>
              </a:prstGeom>
              <a:noFill/>
              <a:ln w="28575">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36035" name="Line 195"/>
              <p:cNvSpPr>
                <a:spLocks noChangeShapeType="1"/>
              </p:cNvSpPr>
              <p:nvPr/>
            </p:nvSpPr>
            <p:spPr bwMode="auto">
              <a:xfrm>
                <a:off x="3833" y="1570"/>
                <a:ext cx="45" cy="91"/>
              </a:xfrm>
              <a:prstGeom prst="line">
                <a:avLst/>
              </a:prstGeom>
              <a:noFill/>
              <a:ln w="28575">
                <a:solidFill>
                  <a:srgbClr val="66FF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pSp>
        <p:graphicFrame>
          <p:nvGraphicFramePr>
            <p:cNvPr id="36036" name="Object 196"/>
            <p:cNvGraphicFramePr>
              <a:graphicFrameLocks noChangeAspect="1"/>
            </p:cNvGraphicFramePr>
            <p:nvPr/>
          </p:nvGraphicFramePr>
          <p:xfrm>
            <a:off x="3598" y="1290"/>
            <a:ext cx="365" cy="295"/>
          </p:xfrm>
          <a:graphic>
            <a:graphicData uri="http://schemas.openxmlformats.org/presentationml/2006/ole">
              <mc:AlternateContent xmlns:mc="http://schemas.openxmlformats.org/markup-compatibility/2006">
                <mc:Choice xmlns:v="urn:schemas-microsoft-com:vml" Requires="v">
                  <p:oleObj spid="_x0000_s138542" name="公式" r:id="rId33" imgW="266400" imgH="215640" progId="Equation.3">
                    <p:embed/>
                  </p:oleObj>
                </mc:Choice>
                <mc:Fallback>
                  <p:oleObj name="公式" r:id="rId33" imgW="266400" imgH="215640" progId="Equation.3">
                    <p:embed/>
                    <p:pic>
                      <p:nvPicPr>
                        <p:cNvPr id="36036" name="Object 196"/>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3598" y="1290"/>
                          <a:ext cx="365" cy="2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037" name="Object 197"/>
            <p:cNvGraphicFramePr>
              <a:graphicFrameLocks noChangeAspect="1"/>
            </p:cNvGraphicFramePr>
            <p:nvPr/>
          </p:nvGraphicFramePr>
          <p:xfrm>
            <a:off x="3387" y="819"/>
            <a:ext cx="226" cy="365"/>
          </p:xfrm>
          <a:graphic>
            <a:graphicData uri="http://schemas.openxmlformats.org/presentationml/2006/ole">
              <mc:AlternateContent xmlns:mc="http://schemas.openxmlformats.org/markup-compatibility/2006">
                <mc:Choice xmlns:v="urn:schemas-microsoft-com:vml" Requires="v">
                  <p:oleObj spid="_x0000_s138543" name="公式" r:id="rId35" imgW="164880" imgH="266400" progId="Equation.3">
                    <p:embed/>
                  </p:oleObj>
                </mc:Choice>
                <mc:Fallback>
                  <p:oleObj name="公式" r:id="rId35" imgW="164880" imgH="266400" progId="Equation.3">
                    <p:embed/>
                    <p:pic>
                      <p:nvPicPr>
                        <p:cNvPr id="36037" name="Object 197"/>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3387" y="819"/>
                          <a:ext cx="226"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6038" name="Group 198"/>
          <p:cNvGrpSpPr>
            <a:grpSpLocks/>
          </p:cNvGrpSpPr>
          <p:nvPr/>
        </p:nvGrpSpPr>
        <p:grpSpPr bwMode="auto">
          <a:xfrm>
            <a:off x="5724525" y="1196975"/>
            <a:ext cx="2520950" cy="2097088"/>
            <a:chOff x="3424" y="210"/>
            <a:chExt cx="1588" cy="1321"/>
          </a:xfrm>
        </p:grpSpPr>
        <p:sp>
          <p:nvSpPr>
            <p:cNvPr id="36039" name="Line 199"/>
            <p:cNvSpPr>
              <a:spLocks noChangeShapeType="1"/>
            </p:cNvSpPr>
            <p:nvPr/>
          </p:nvSpPr>
          <p:spPr bwMode="auto">
            <a:xfrm flipV="1">
              <a:off x="3424" y="533"/>
              <a:ext cx="1588" cy="998"/>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aphicFrame>
          <p:nvGraphicFramePr>
            <p:cNvPr id="36040" name="Object 200"/>
            <p:cNvGraphicFramePr>
              <a:graphicFrameLocks noChangeAspect="1"/>
            </p:cNvGraphicFramePr>
            <p:nvPr/>
          </p:nvGraphicFramePr>
          <p:xfrm>
            <a:off x="4740" y="210"/>
            <a:ext cx="208" cy="365"/>
          </p:xfrm>
          <a:graphic>
            <a:graphicData uri="http://schemas.openxmlformats.org/presentationml/2006/ole">
              <mc:AlternateContent xmlns:mc="http://schemas.openxmlformats.org/markup-compatibility/2006">
                <mc:Choice xmlns:v="urn:schemas-microsoft-com:vml" Requires="v">
                  <p:oleObj spid="_x0000_s138544" name="公式" r:id="rId37" imgW="152280" imgH="266400" progId="Equation.3">
                    <p:embed/>
                  </p:oleObj>
                </mc:Choice>
                <mc:Fallback>
                  <p:oleObj name="公式" r:id="rId37" imgW="152280" imgH="266400" progId="Equation.3">
                    <p:embed/>
                    <p:pic>
                      <p:nvPicPr>
                        <p:cNvPr id="36040" name="Object 200"/>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4740" y="210"/>
                          <a:ext cx="208"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6041" name="Object 201"/>
          <p:cNvGraphicFramePr>
            <a:graphicFrameLocks noChangeAspect="1"/>
          </p:cNvGraphicFramePr>
          <p:nvPr>
            <p:extLst>
              <p:ext uri="{D42A27DB-BD31-4B8C-83A1-F6EECF244321}">
                <p14:modId xmlns:p14="http://schemas.microsoft.com/office/powerpoint/2010/main" val="468154539"/>
              </p:ext>
            </p:extLst>
          </p:nvPr>
        </p:nvGraphicFramePr>
        <p:xfrm>
          <a:off x="6804025" y="1700213"/>
          <a:ext cx="579438" cy="577850"/>
        </p:xfrm>
        <a:graphic>
          <a:graphicData uri="http://schemas.openxmlformats.org/presentationml/2006/ole">
            <mc:AlternateContent xmlns:mc="http://schemas.openxmlformats.org/markup-compatibility/2006">
              <mc:Choice xmlns:v="urn:schemas-microsoft-com:vml" Requires="v">
                <p:oleObj spid="_x0000_s138545" name="公式" r:id="rId39" imgW="266400" imgH="266400" progId="Equation.3">
                  <p:embed/>
                </p:oleObj>
              </mc:Choice>
              <mc:Fallback>
                <p:oleObj name="公式" r:id="rId39" imgW="266400" imgH="266400" progId="Equation.3">
                  <p:embed/>
                  <p:pic>
                    <p:nvPicPr>
                      <p:cNvPr id="36041" name="Object 201"/>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6804025" y="1700213"/>
                        <a:ext cx="579438" cy="577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6661451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withEffect">
                                  <p:stCondLst>
                                    <p:cond delay="0"/>
                                  </p:stCondLst>
                                  <p:childTnLst>
                                    <p:set>
                                      <p:cBhvr>
                                        <p:cTn id="6" dur="1" fill="hold">
                                          <p:stCondLst>
                                            <p:cond delay="0"/>
                                          </p:stCondLst>
                                        </p:cTn>
                                        <p:tgtEl>
                                          <p:spTgt spid="35842"/>
                                        </p:tgtEl>
                                        <p:attrNameLst>
                                          <p:attrName>style.visibility</p:attrName>
                                        </p:attrNameLst>
                                      </p:cBhvr>
                                      <p:to>
                                        <p:strVal val="visible"/>
                                      </p:to>
                                    </p:set>
                                    <p:anim calcmode="lin" valueType="num">
                                      <p:cBhvr>
                                        <p:cTn id="7" dur="1000" fill="hold"/>
                                        <p:tgtEl>
                                          <p:spTgt spid="35842"/>
                                        </p:tgtEl>
                                        <p:attrNameLst>
                                          <p:attrName>ppt_w</p:attrName>
                                        </p:attrNameLst>
                                      </p:cBhvr>
                                      <p:tavLst>
                                        <p:tav tm="0">
                                          <p:val>
                                            <p:fltVal val="0"/>
                                          </p:val>
                                        </p:tav>
                                        <p:tav tm="100000">
                                          <p:val>
                                            <p:strVal val="#ppt_w"/>
                                          </p:val>
                                        </p:tav>
                                      </p:tavLst>
                                    </p:anim>
                                    <p:anim calcmode="lin" valueType="num">
                                      <p:cBhvr>
                                        <p:cTn id="8" dur="1000" fill="hold"/>
                                        <p:tgtEl>
                                          <p:spTgt spid="35842"/>
                                        </p:tgtEl>
                                        <p:attrNameLst>
                                          <p:attrName>ppt_h</p:attrName>
                                        </p:attrNameLst>
                                      </p:cBhvr>
                                      <p:tavLst>
                                        <p:tav tm="0">
                                          <p:val>
                                            <p:fltVal val="0"/>
                                          </p:val>
                                        </p:tav>
                                        <p:tav tm="100000">
                                          <p:val>
                                            <p:strVal val="#ppt_h"/>
                                          </p:val>
                                        </p:tav>
                                      </p:tavLst>
                                    </p:anim>
                                    <p:anim calcmode="lin" valueType="num">
                                      <p:cBhvr>
                                        <p:cTn id="9" dur="1000" fill="hold"/>
                                        <p:tgtEl>
                                          <p:spTgt spid="3584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5842"/>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3" presetClass="entr" presetSubtype="10" fill="hold" nodeType="afterEffect">
                                  <p:stCondLst>
                                    <p:cond delay="0"/>
                                  </p:stCondLst>
                                  <p:childTnLst>
                                    <p:set>
                                      <p:cBhvr>
                                        <p:cTn id="13" dur="1" fill="hold">
                                          <p:stCondLst>
                                            <p:cond delay="0"/>
                                          </p:stCondLst>
                                        </p:cTn>
                                        <p:tgtEl>
                                          <p:spTgt spid="35976"/>
                                        </p:tgtEl>
                                        <p:attrNameLst>
                                          <p:attrName>style.visibility</p:attrName>
                                        </p:attrNameLst>
                                      </p:cBhvr>
                                      <p:to>
                                        <p:strVal val="visible"/>
                                      </p:to>
                                    </p:set>
                                    <p:animEffect transition="in" filter="blinds(horizontal)">
                                      <p:cBhvr>
                                        <p:cTn id="14" dur="500"/>
                                        <p:tgtEl>
                                          <p:spTgt spid="35976"/>
                                        </p:tgtEl>
                                      </p:cBhvr>
                                    </p:animEffect>
                                  </p:childTnLst>
                                </p:cTn>
                              </p:par>
                            </p:childTnLst>
                          </p:cTn>
                        </p:par>
                        <p:par>
                          <p:cTn id="15" fill="hold" nodeType="afterGroup">
                            <p:stCondLst>
                              <p:cond delay="1500"/>
                            </p:stCondLst>
                            <p:childTnLst>
                              <p:par>
                                <p:cTn id="16" presetID="3" presetClass="entr" presetSubtype="10" fill="hold" grpId="0" nodeType="afterEffect">
                                  <p:stCondLst>
                                    <p:cond delay="0"/>
                                  </p:stCondLst>
                                  <p:childTnLst>
                                    <p:set>
                                      <p:cBhvr>
                                        <p:cTn id="17" dur="1" fill="hold">
                                          <p:stCondLst>
                                            <p:cond delay="0"/>
                                          </p:stCondLst>
                                        </p:cTn>
                                        <p:tgtEl>
                                          <p:spTgt spid="35843"/>
                                        </p:tgtEl>
                                        <p:attrNameLst>
                                          <p:attrName>style.visibility</p:attrName>
                                        </p:attrNameLst>
                                      </p:cBhvr>
                                      <p:to>
                                        <p:strVal val="visible"/>
                                      </p:to>
                                    </p:set>
                                    <p:animEffect transition="in" filter="blinds(horizontal)">
                                      <p:cBhvr>
                                        <p:cTn id="18" dur="500"/>
                                        <p:tgtEl>
                                          <p:spTgt spid="35843"/>
                                        </p:tgtEl>
                                      </p:cBhvr>
                                    </p:animEffect>
                                  </p:childTnLst>
                                </p:cTn>
                              </p:par>
                            </p:childTnLst>
                          </p:cTn>
                        </p:par>
                        <p:par>
                          <p:cTn id="19" fill="hold" nodeType="afterGroup">
                            <p:stCondLst>
                              <p:cond delay="2000"/>
                            </p:stCondLst>
                            <p:childTnLst>
                              <p:par>
                                <p:cTn id="20" presetID="2" presetClass="entr" presetSubtype="2" fill="hold" nodeType="afterEffect">
                                  <p:stCondLst>
                                    <p:cond delay="0"/>
                                  </p:stCondLst>
                                  <p:childTnLst>
                                    <p:set>
                                      <p:cBhvr>
                                        <p:cTn id="21" dur="1" fill="hold">
                                          <p:stCondLst>
                                            <p:cond delay="0"/>
                                          </p:stCondLst>
                                        </p:cTn>
                                        <p:tgtEl>
                                          <p:spTgt spid="35844"/>
                                        </p:tgtEl>
                                        <p:attrNameLst>
                                          <p:attrName>style.visibility</p:attrName>
                                        </p:attrNameLst>
                                      </p:cBhvr>
                                      <p:to>
                                        <p:strVal val="visible"/>
                                      </p:to>
                                    </p:set>
                                    <p:anim calcmode="lin" valueType="num">
                                      <p:cBhvr additive="base">
                                        <p:cTn id="22" dur="500" fill="hold"/>
                                        <p:tgtEl>
                                          <p:spTgt spid="35844"/>
                                        </p:tgtEl>
                                        <p:attrNameLst>
                                          <p:attrName>ppt_x</p:attrName>
                                        </p:attrNameLst>
                                      </p:cBhvr>
                                      <p:tavLst>
                                        <p:tav tm="0">
                                          <p:val>
                                            <p:strVal val="1+#ppt_w/2"/>
                                          </p:val>
                                        </p:tav>
                                        <p:tav tm="100000">
                                          <p:val>
                                            <p:strVal val="#ppt_x"/>
                                          </p:val>
                                        </p:tav>
                                      </p:tavLst>
                                    </p:anim>
                                    <p:anim calcmode="lin" valueType="num">
                                      <p:cBhvr additive="base">
                                        <p:cTn id="23" dur="500" fill="hold"/>
                                        <p:tgtEl>
                                          <p:spTgt spid="35844"/>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5" presetClass="entr" presetSubtype="0" fill="hold" grpId="0" nodeType="clickEffect">
                                  <p:stCondLst>
                                    <p:cond delay="0"/>
                                  </p:stCondLst>
                                  <p:childTnLst>
                                    <p:set>
                                      <p:cBhvr>
                                        <p:cTn id="27" dur="1" fill="hold">
                                          <p:stCondLst>
                                            <p:cond delay="0"/>
                                          </p:stCondLst>
                                        </p:cTn>
                                        <p:tgtEl>
                                          <p:spTgt spid="35891"/>
                                        </p:tgtEl>
                                        <p:attrNameLst>
                                          <p:attrName>style.visibility</p:attrName>
                                        </p:attrNameLst>
                                      </p:cBhvr>
                                      <p:to>
                                        <p:strVal val="visible"/>
                                      </p:to>
                                    </p:set>
                                    <p:anim calcmode="lin" valueType="num">
                                      <p:cBhvr>
                                        <p:cTn id="28" dur="1000" fill="hold"/>
                                        <p:tgtEl>
                                          <p:spTgt spid="35891"/>
                                        </p:tgtEl>
                                        <p:attrNameLst>
                                          <p:attrName>ppt_w</p:attrName>
                                        </p:attrNameLst>
                                      </p:cBhvr>
                                      <p:tavLst>
                                        <p:tav tm="0">
                                          <p:val>
                                            <p:fltVal val="0"/>
                                          </p:val>
                                        </p:tav>
                                        <p:tav tm="100000">
                                          <p:val>
                                            <p:strVal val="#ppt_w"/>
                                          </p:val>
                                        </p:tav>
                                      </p:tavLst>
                                    </p:anim>
                                    <p:anim calcmode="lin" valueType="num">
                                      <p:cBhvr>
                                        <p:cTn id="29" dur="1000" fill="hold"/>
                                        <p:tgtEl>
                                          <p:spTgt spid="35891"/>
                                        </p:tgtEl>
                                        <p:attrNameLst>
                                          <p:attrName>ppt_h</p:attrName>
                                        </p:attrNameLst>
                                      </p:cBhvr>
                                      <p:tavLst>
                                        <p:tav tm="0">
                                          <p:val>
                                            <p:fltVal val="0"/>
                                          </p:val>
                                        </p:tav>
                                        <p:tav tm="100000">
                                          <p:val>
                                            <p:strVal val="#ppt_h"/>
                                          </p:val>
                                        </p:tav>
                                      </p:tavLst>
                                    </p:anim>
                                    <p:anim calcmode="lin" valueType="num">
                                      <p:cBhvr>
                                        <p:cTn id="30" dur="1000" fill="hold"/>
                                        <p:tgtEl>
                                          <p:spTgt spid="35891"/>
                                        </p:tgtEl>
                                        <p:attrNameLst>
                                          <p:attrName>ppt_x</p:attrName>
                                        </p:attrNameLst>
                                      </p:cBhvr>
                                      <p:tavLst>
                                        <p:tav tm="0" fmla="#ppt_x+(cos(-2*pi*(1-$))*-#ppt_x-sin(-2*pi*(1-$))*(1-#ppt_y))*(1-$)">
                                          <p:val>
                                            <p:fltVal val="0"/>
                                          </p:val>
                                        </p:tav>
                                        <p:tav tm="100000">
                                          <p:val>
                                            <p:fltVal val="1"/>
                                          </p:val>
                                        </p:tav>
                                      </p:tavLst>
                                    </p:anim>
                                    <p:anim calcmode="lin" valueType="num">
                                      <p:cBhvr>
                                        <p:cTn id="31" dur="1000" fill="hold"/>
                                        <p:tgtEl>
                                          <p:spTgt spid="35891"/>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80"/>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36017"/>
                                        </p:tgtEl>
                                        <p:attrNameLst>
                                          <p:attrName>style.visibility</p:attrName>
                                        </p:attrNameLst>
                                      </p:cBhvr>
                                      <p:to>
                                        <p:strVal val="visible"/>
                                      </p:to>
                                    </p:set>
                                    <p:animEffect transition="in" filter="wipe(left)">
                                      <p:cBhvr>
                                        <p:cTn id="40" dur="2000"/>
                                        <p:tgtEl>
                                          <p:spTgt spid="3601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36020"/>
                                        </p:tgtEl>
                                        <p:attrNameLst>
                                          <p:attrName>style.visibility</p:attrName>
                                        </p:attrNameLst>
                                      </p:cBhvr>
                                      <p:to>
                                        <p:strVal val="visible"/>
                                      </p:to>
                                    </p:set>
                                    <p:animEffect transition="in" filter="wipe(left)">
                                      <p:cBhvr>
                                        <p:cTn id="45" dur="2000"/>
                                        <p:tgtEl>
                                          <p:spTgt spid="36020"/>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4" fill="hold" nodeType="clickEffect">
                                  <p:stCondLst>
                                    <p:cond delay="0"/>
                                  </p:stCondLst>
                                  <p:childTnLst>
                                    <p:set>
                                      <p:cBhvr>
                                        <p:cTn id="49" dur="1" fill="hold">
                                          <p:stCondLst>
                                            <p:cond delay="0"/>
                                          </p:stCondLst>
                                        </p:cTn>
                                        <p:tgtEl>
                                          <p:spTgt spid="36028"/>
                                        </p:tgtEl>
                                        <p:attrNameLst>
                                          <p:attrName>style.visibility</p:attrName>
                                        </p:attrNameLst>
                                      </p:cBhvr>
                                      <p:to>
                                        <p:strVal val="visible"/>
                                      </p:to>
                                    </p:set>
                                    <p:animEffect transition="in" filter="wipe(down)">
                                      <p:cBhvr>
                                        <p:cTn id="50" dur="2000"/>
                                        <p:tgtEl>
                                          <p:spTgt spid="3602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4" fill="hold" nodeType="clickEffect">
                                  <p:stCondLst>
                                    <p:cond delay="0"/>
                                  </p:stCondLst>
                                  <p:childTnLst>
                                    <p:set>
                                      <p:cBhvr>
                                        <p:cTn id="54" dur="1" fill="hold">
                                          <p:stCondLst>
                                            <p:cond delay="0"/>
                                          </p:stCondLst>
                                        </p:cTn>
                                        <p:tgtEl>
                                          <p:spTgt spid="36023"/>
                                        </p:tgtEl>
                                        <p:attrNameLst>
                                          <p:attrName>style.visibility</p:attrName>
                                        </p:attrNameLst>
                                      </p:cBhvr>
                                      <p:to>
                                        <p:strVal val="visible"/>
                                      </p:to>
                                    </p:set>
                                    <p:animEffect transition="in" filter="wipe(down)">
                                      <p:cBhvr>
                                        <p:cTn id="55" dur="2000"/>
                                        <p:tgtEl>
                                          <p:spTgt spid="36023"/>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4" fill="hold" nodeType="clickEffect">
                                  <p:stCondLst>
                                    <p:cond delay="0"/>
                                  </p:stCondLst>
                                  <p:childTnLst>
                                    <p:set>
                                      <p:cBhvr>
                                        <p:cTn id="59" dur="1" fill="hold">
                                          <p:stCondLst>
                                            <p:cond delay="0"/>
                                          </p:stCondLst>
                                        </p:cTn>
                                        <p:tgtEl>
                                          <p:spTgt spid="36031"/>
                                        </p:tgtEl>
                                        <p:attrNameLst>
                                          <p:attrName>style.visibility</p:attrName>
                                        </p:attrNameLst>
                                      </p:cBhvr>
                                      <p:to>
                                        <p:strVal val="visible"/>
                                      </p:to>
                                    </p:set>
                                    <p:animEffect transition="in" filter="wipe(down)">
                                      <p:cBhvr>
                                        <p:cTn id="60" dur="2000"/>
                                        <p:tgtEl>
                                          <p:spTgt spid="36031"/>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1" fill="hold" nodeType="clickEffect">
                                  <p:stCondLst>
                                    <p:cond delay="0"/>
                                  </p:stCondLst>
                                  <p:childTnLst>
                                    <p:set>
                                      <p:cBhvr>
                                        <p:cTn id="64" dur="1" fill="hold">
                                          <p:stCondLst>
                                            <p:cond delay="0"/>
                                          </p:stCondLst>
                                        </p:cTn>
                                        <p:tgtEl>
                                          <p:spTgt spid="36012"/>
                                        </p:tgtEl>
                                        <p:attrNameLst>
                                          <p:attrName>style.visibility</p:attrName>
                                        </p:attrNameLst>
                                      </p:cBhvr>
                                      <p:to>
                                        <p:strVal val="visible"/>
                                      </p:to>
                                    </p:set>
                                    <p:animEffect transition="in" filter="wipe(up)">
                                      <p:cBhvr>
                                        <p:cTn id="65" dur="2000"/>
                                        <p:tgtEl>
                                          <p:spTgt spid="36012"/>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4" fill="hold" nodeType="clickEffect">
                                  <p:stCondLst>
                                    <p:cond delay="0"/>
                                  </p:stCondLst>
                                  <p:childTnLst>
                                    <p:set>
                                      <p:cBhvr>
                                        <p:cTn id="69" dur="1" fill="hold">
                                          <p:stCondLst>
                                            <p:cond delay="0"/>
                                          </p:stCondLst>
                                        </p:cTn>
                                        <p:tgtEl>
                                          <p:spTgt spid="36038"/>
                                        </p:tgtEl>
                                        <p:attrNameLst>
                                          <p:attrName>style.visibility</p:attrName>
                                        </p:attrNameLst>
                                      </p:cBhvr>
                                      <p:to>
                                        <p:strVal val="visible"/>
                                      </p:to>
                                    </p:set>
                                    <p:animEffect transition="in" filter="wipe(down)">
                                      <p:cBhvr>
                                        <p:cTn id="70" dur="500"/>
                                        <p:tgtEl>
                                          <p:spTgt spid="36038"/>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 presetClass="entr" presetSubtype="2" fill="hold" nodeType="clickEffect">
                                  <p:stCondLst>
                                    <p:cond delay="0"/>
                                  </p:stCondLst>
                                  <p:childTnLst>
                                    <p:set>
                                      <p:cBhvr>
                                        <p:cTn id="74" dur="1" fill="hold">
                                          <p:stCondLst>
                                            <p:cond delay="0"/>
                                          </p:stCondLst>
                                        </p:cTn>
                                        <p:tgtEl>
                                          <p:spTgt spid="36041"/>
                                        </p:tgtEl>
                                        <p:attrNameLst>
                                          <p:attrName>style.visibility</p:attrName>
                                        </p:attrNameLst>
                                      </p:cBhvr>
                                      <p:to>
                                        <p:strVal val="visible"/>
                                      </p:to>
                                    </p:set>
                                    <p:anim calcmode="lin" valueType="num">
                                      <p:cBhvr additive="base">
                                        <p:cTn id="75" dur="500" fill="hold"/>
                                        <p:tgtEl>
                                          <p:spTgt spid="36041"/>
                                        </p:tgtEl>
                                        <p:attrNameLst>
                                          <p:attrName>ppt_x</p:attrName>
                                        </p:attrNameLst>
                                      </p:cBhvr>
                                      <p:tavLst>
                                        <p:tav tm="0">
                                          <p:val>
                                            <p:strVal val="1+#ppt_w/2"/>
                                          </p:val>
                                        </p:tav>
                                        <p:tav tm="100000">
                                          <p:val>
                                            <p:strVal val="#ppt_x"/>
                                          </p:val>
                                        </p:tav>
                                      </p:tavLst>
                                    </p:anim>
                                    <p:anim calcmode="lin" valueType="num">
                                      <p:cBhvr additive="base">
                                        <p:cTn id="76" dur="500" fill="hold"/>
                                        <p:tgtEl>
                                          <p:spTgt spid="36041"/>
                                        </p:tgtEl>
                                        <p:attrNameLst>
                                          <p:attrName>ppt_y</p:attrName>
                                        </p:attrNameLst>
                                      </p:cBhvr>
                                      <p:tavLst>
                                        <p:tav tm="0">
                                          <p:val>
                                            <p:strVal val="#ppt_y"/>
                                          </p:val>
                                        </p:tav>
                                        <p:tav tm="100000">
                                          <p:val>
                                            <p:strVal val="#ppt_y"/>
                                          </p:val>
                                        </p:tav>
                                      </p:tavLst>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1" fill="hold" nodeType="clickEffect">
                                  <p:stCondLst>
                                    <p:cond delay="0"/>
                                  </p:stCondLst>
                                  <p:childTnLst>
                                    <p:set>
                                      <p:cBhvr>
                                        <p:cTn id="80" dur="1" fill="hold">
                                          <p:stCondLst>
                                            <p:cond delay="0"/>
                                          </p:stCondLst>
                                        </p:cTn>
                                        <p:tgtEl>
                                          <p:spTgt spid="36013"/>
                                        </p:tgtEl>
                                        <p:attrNameLst>
                                          <p:attrName>style.visibility</p:attrName>
                                        </p:attrNameLst>
                                      </p:cBhvr>
                                      <p:to>
                                        <p:strVal val="visible"/>
                                      </p:to>
                                    </p:set>
                                    <p:animEffect transition="in" filter="wipe(up)">
                                      <p:cBhvr>
                                        <p:cTn id="81" dur="2000"/>
                                        <p:tgtEl>
                                          <p:spTgt spid="36013"/>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1" fill="hold" nodeType="clickEffect">
                                  <p:stCondLst>
                                    <p:cond delay="0"/>
                                  </p:stCondLst>
                                  <p:childTnLst>
                                    <p:set>
                                      <p:cBhvr>
                                        <p:cTn id="85" dur="1" fill="hold">
                                          <p:stCondLst>
                                            <p:cond delay="0"/>
                                          </p:stCondLst>
                                        </p:cTn>
                                        <p:tgtEl>
                                          <p:spTgt spid="36014"/>
                                        </p:tgtEl>
                                        <p:attrNameLst>
                                          <p:attrName>style.visibility</p:attrName>
                                        </p:attrNameLst>
                                      </p:cBhvr>
                                      <p:to>
                                        <p:strVal val="visible"/>
                                      </p:to>
                                    </p:set>
                                    <p:animEffect transition="in" filter="wipe(up)">
                                      <p:cBhvr>
                                        <p:cTn id="86" dur="2000"/>
                                        <p:tgtEl>
                                          <p:spTgt spid="36014"/>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1" fill="hold" nodeType="clickEffect">
                                  <p:stCondLst>
                                    <p:cond delay="0"/>
                                  </p:stCondLst>
                                  <p:childTnLst>
                                    <p:set>
                                      <p:cBhvr>
                                        <p:cTn id="90" dur="1" fill="hold">
                                          <p:stCondLst>
                                            <p:cond delay="0"/>
                                          </p:stCondLst>
                                        </p:cTn>
                                        <p:tgtEl>
                                          <p:spTgt spid="36015"/>
                                        </p:tgtEl>
                                        <p:attrNameLst>
                                          <p:attrName>style.visibility</p:attrName>
                                        </p:attrNameLst>
                                      </p:cBhvr>
                                      <p:to>
                                        <p:strVal val="visible"/>
                                      </p:to>
                                    </p:set>
                                    <p:animEffect transition="in" filter="wipe(up)">
                                      <p:cBhvr>
                                        <p:cTn id="91" dur="2000"/>
                                        <p:tgtEl>
                                          <p:spTgt spid="360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5842" grpId="0"/>
      <p:bldP spid="35843" grpId="0"/>
      <p:bldP spid="35891" grpId="0" animBg="1"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p:txBody>
          <a:bodyPr/>
          <a:lstStyle/>
          <a:p>
            <a:r>
              <a:rPr lang="zh-CN" altLang="en-US" dirty="0"/>
              <a:t>作业</a:t>
            </a:r>
          </a:p>
        </p:txBody>
      </p:sp>
      <p:sp>
        <p:nvSpPr>
          <p:cNvPr id="44035" name="内容占位符 2"/>
          <p:cNvSpPr>
            <a:spLocks noGrp="1"/>
          </p:cNvSpPr>
          <p:nvPr>
            <p:ph idx="1"/>
          </p:nvPr>
        </p:nvSpPr>
        <p:spPr>
          <a:xfrm>
            <a:off x="381000" y="914400"/>
            <a:ext cx="8294688" cy="5181600"/>
          </a:xfrm>
        </p:spPr>
        <p:txBody>
          <a:bodyPr/>
          <a:lstStyle/>
          <a:p>
            <a:r>
              <a:rPr lang="en-US" altLang="zh-CN" dirty="0"/>
              <a:t>10.3</a:t>
            </a:r>
            <a:r>
              <a:rPr lang="zh-CN" altLang="en-US" dirty="0"/>
              <a:t>节：</a:t>
            </a:r>
            <a:r>
              <a:rPr lang="en-US" altLang="zh-CN" dirty="0"/>
              <a:t>10-13</a:t>
            </a:r>
          </a:p>
          <a:p>
            <a:r>
              <a:rPr lang="en-US" altLang="zh-CN" dirty="0"/>
              <a:t>10.4</a:t>
            </a:r>
            <a:r>
              <a:rPr lang="zh-CN" altLang="en-US" dirty="0"/>
              <a:t>节：</a:t>
            </a:r>
            <a:r>
              <a:rPr lang="en-US" altLang="zh-CN" dirty="0"/>
              <a:t>10-34</a:t>
            </a:r>
          </a:p>
          <a:p>
            <a:r>
              <a:rPr lang="en-US" altLang="zh-CN" dirty="0"/>
              <a:t>10.5</a:t>
            </a:r>
            <a:r>
              <a:rPr lang="zh-CN" altLang="en-US" dirty="0"/>
              <a:t>节：</a:t>
            </a:r>
            <a:r>
              <a:rPr lang="en-US" altLang="zh-CN" dirty="0"/>
              <a:t>10-41</a:t>
            </a:r>
            <a:r>
              <a:rPr lang="zh-CN" altLang="en-US" dirty="0"/>
              <a:t>（只要求用戴维南定理）</a:t>
            </a:r>
            <a:endParaRPr lang="en-US" altLang="zh-CN" dirty="0"/>
          </a:p>
          <a:p>
            <a:r>
              <a:rPr lang="en-US" altLang="zh-CN" dirty="0"/>
              <a:t>10.6</a:t>
            </a:r>
            <a:r>
              <a:rPr lang="zh-CN" altLang="en-US" dirty="0"/>
              <a:t>节：</a:t>
            </a:r>
            <a:r>
              <a:rPr lang="en-US" altLang="zh-CN" dirty="0"/>
              <a:t>10-51</a:t>
            </a:r>
          </a:p>
          <a:p>
            <a:r>
              <a:rPr lang="zh-CN" altLang="en-US" dirty="0"/>
              <a:t>综合：</a:t>
            </a:r>
            <a:r>
              <a:rPr lang="en-US" altLang="zh-CN" dirty="0"/>
              <a:t>10-53</a:t>
            </a:r>
          </a:p>
          <a:p>
            <a:endParaRPr lang="en-US" altLang="zh-CN" dirty="0"/>
          </a:p>
        </p:txBody>
      </p:sp>
      <p:sp>
        <p:nvSpPr>
          <p:cNvPr id="4" name="日期占位符 3"/>
          <p:cNvSpPr>
            <a:spLocks noGrp="1"/>
          </p:cNvSpPr>
          <p:nvPr>
            <p:ph type="dt" sz="quarter" idx="10"/>
          </p:nvPr>
        </p:nvSpPr>
        <p:spPr/>
        <p:txBody>
          <a:bodyPr/>
          <a:lstStyle/>
          <a:p>
            <a:pPr>
              <a:defRPr/>
            </a:pPr>
            <a:fld id="{D04BC380-5849-4E82-9448-222F2C781241}" type="datetime1">
              <a:rPr lang="zh-CN" altLang="en-US" smtClean="0"/>
              <a:pPr>
                <a:defRPr/>
              </a:pPr>
              <a:t>2019/4/28</a:t>
            </a:fld>
            <a:endParaRPr lang="en-US" altLang="zh-CN"/>
          </a:p>
        </p:txBody>
      </p:sp>
      <p:sp>
        <p:nvSpPr>
          <p:cNvPr id="5" name="页脚占位符 4"/>
          <p:cNvSpPr>
            <a:spLocks noGrp="1"/>
          </p:cNvSpPr>
          <p:nvPr>
            <p:ph type="ftr" sz="quarter" idx="11"/>
          </p:nvPr>
        </p:nvSpPr>
        <p:spPr/>
        <p:txBody>
          <a:bodyPr/>
          <a:lstStyle/>
          <a:p>
            <a:pPr>
              <a:defRPr/>
            </a:pPr>
            <a:r>
              <a:rPr lang="zh-CN" altLang="en-US"/>
              <a:t>电路理论</a:t>
            </a:r>
            <a:endParaRPr lang="en-US" altLang="zh-CN"/>
          </a:p>
        </p:txBody>
      </p:sp>
      <p:sp>
        <p:nvSpPr>
          <p:cNvPr id="6" name="灯片编号占位符 5"/>
          <p:cNvSpPr>
            <a:spLocks noGrp="1"/>
          </p:cNvSpPr>
          <p:nvPr>
            <p:ph type="sldNum" sz="quarter" idx="12"/>
          </p:nvPr>
        </p:nvSpPr>
        <p:spPr/>
        <p:txBody>
          <a:bodyPr/>
          <a:lstStyle/>
          <a:p>
            <a:pPr>
              <a:defRPr/>
            </a:pPr>
            <a:fld id="{DABECC24-E164-4786-A8C5-2CB7D75106FC}" type="slidenum">
              <a:rPr lang="en-US" altLang="zh-CN" smtClean="0"/>
              <a:pPr>
                <a:defRPr/>
              </a:pPr>
              <a:t>83</a:t>
            </a:fld>
            <a:endParaRPr lang="en-US" altLang="zh-CN"/>
          </a:p>
        </p:txBody>
      </p:sp>
    </p:spTree>
    <p:extLst>
      <p:ext uri="{BB962C8B-B14F-4D97-AF65-F5344CB8AC3E}">
        <p14:creationId xmlns:p14="http://schemas.microsoft.com/office/powerpoint/2010/main" val="769491028"/>
      </p:ext>
    </p:extLst>
  </p:cSld>
  <p:clrMapOvr>
    <a:masterClrMapping/>
  </p:clrMapOvr>
</p:sld>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FF3300"/>
      </a:hlink>
      <a:folHlink>
        <a:srgbClr val="FF3300"/>
      </a:folHlink>
    </a:clrScheme>
    <a:fontScheme name="默认设计模板">
      <a:majorFont>
        <a:latin typeface="Times New Roman"/>
        <a:ea typeface="华文隶书"/>
        <a:cs typeface=""/>
      </a:majorFont>
      <a:minorFont>
        <a:latin typeface="Times New Roman"/>
        <a:ea typeface="华文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50000"/>
          </a:spcBef>
          <a:spcAft>
            <a:spcPct val="0"/>
          </a:spcAft>
          <a:buClrTx/>
          <a:buSzTx/>
          <a:buFontTx/>
          <a:buNone/>
          <a:tabLst/>
          <a:defRPr kumimoji="1" lang="zh-CN" altLang="en-US" sz="1800" b="1" i="0" u="none" strike="noStrike" cap="none" normalizeH="0" baseline="0" smtClean="0">
            <a:ln>
              <a:noFill/>
            </a:ln>
            <a:solidFill>
              <a:schemeClr val="tx1"/>
            </a:solidFill>
            <a:effectLst/>
            <a:latin typeface="Times New Roman" panose="02020603050405020304" pitchFamily="18" charset="0"/>
            <a:ea typeface="隶书" panose="02010509060101010101" pitchFamily="49" charset="-122"/>
          </a:defRPr>
        </a:defPPr>
      </a:lstStyle>
    </a:spDef>
    <a:ln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50000"/>
          </a:spcBef>
          <a:spcAft>
            <a:spcPct val="0"/>
          </a:spcAft>
          <a:buClrTx/>
          <a:buSzTx/>
          <a:buFontTx/>
          <a:buNone/>
          <a:tabLst/>
          <a:defRPr kumimoji="1" lang="zh-CN" altLang="en-US" sz="1800" b="1" i="0" u="none" strike="noStrike" cap="none" normalizeH="0" baseline="0" smtClean="0">
            <a:ln>
              <a:noFill/>
            </a:ln>
            <a:solidFill>
              <a:schemeClr val="tx1"/>
            </a:solidFill>
            <a:effectLst/>
            <a:latin typeface="Times New Roman" panose="02020603050405020304" pitchFamily="18" charset="0"/>
            <a:ea typeface="隶书" panose="02010509060101010101"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14513</TotalTime>
  <Words>3085</Words>
  <Application>Microsoft Office PowerPoint</Application>
  <PresentationFormat>全屏显示(4:3)</PresentationFormat>
  <Paragraphs>946</Paragraphs>
  <Slides>83</Slides>
  <Notes>30</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3</vt:i4>
      </vt:variant>
      <vt:variant>
        <vt:lpstr>幻灯片标题</vt:lpstr>
      </vt:variant>
      <vt:variant>
        <vt:i4>83</vt:i4>
      </vt:variant>
    </vt:vector>
  </HeadingPairs>
  <TitlesOfParts>
    <vt:vector size="103" baseType="lpstr">
      <vt:lpstr>Arial Unicode MS</vt:lpstr>
      <vt:lpstr>仿宋_GB2312</vt:lpstr>
      <vt:lpstr>黑体</vt:lpstr>
      <vt:lpstr>华文行楷</vt:lpstr>
      <vt:lpstr>华文楷体</vt:lpstr>
      <vt:lpstr>华文隶书</vt:lpstr>
      <vt:lpstr>华文宋体</vt:lpstr>
      <vt:lpstr>楷体_GB2312</vt:lpstr>
      <vt:lpstr>隶书</vt:lpstr>
      <vt:lpstr>宋体</vt:lpstr>
      <vt:lpstr>Arial</vt:lpstr>
      <vt:lpstr>Symbol</vt:lpstr>
      <vt:lpstr>Tahoma</vt:lpstr>
      <vt:lpstr>Times New Roman</vt:lpstr>
      <vt:lpstr>Wingdings</vt:lpstr>
      <vt:lpstr>Wingdings 2</vt:lpstr>
      <vt:lpstr>默认设计模板</vt:lpstr>
      <vt:lpstr>Equation</vt:lpstr>
      <vt:lpstr>公式</vt:lpstr>
      <vt:lpstr>MathType 6.0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10.3.3  电路的相量模型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作业</vt:lpstr>
    </vt:vector>
  </TitlesOfParts>
  <Company>ibm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 analysis</dc:title>
  <dc:creator>qryan</dc:creator>
  <cp:lastModifiedBy>Yang Yong</cp:lastModifiedBy>
  <cp:revision>884</cp:revision>
  <cp:lastPrinted>2004-03-17T08:18:10Z</cp:lastPrinted>
  <dcterms:created xsi:type="dcterms:W3CDTF">2001-01-13T02:14:45Z</dcterms:created>
  <dcterms:modified xsi:type="dcterms:W3CDTF">2019-04-28T09:41:53Z</dcterms:modified>
</cp:coreProperties>
</file>