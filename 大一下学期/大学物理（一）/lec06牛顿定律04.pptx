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ctiveX/activeX1.xml" ContentType="application/vnd.ms-office.activeX+xml"/>
  <Override PartName="/ppt/activeX/activeX1.bin" ContentType="application/vnd.ms-office.activeX"/>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6" r:id="rId3"/>
  </p:sldMasterIdLst>
  <p:notesMasterIdLst>
    <p:notesMasterId r:id="rId32"/>
  </p:notesMasterIdLst>
  <p:handoutMasterIdLst>
    <p:handoutMasterId r:id="rId33"/>
  </p:handoutMasterIdLst>
  <p:sldIdLst>
    <p:sldId id="379" r:id="rId4"/>
    <p:sldId id="380" r:id="rId5"/>
    <p:sldId id="465" r:id="rId6"/>
    <p:sldId id="397" r:id="rId7"/>
    <p:sldId id="398" r:id="rId8"/>
    <p:sldId id="399" r:id="rId9"/>
    <p:sldId id="400" r:id="rId10"/>
    <p:sldId id="401" r:id="rId11"/>
    <p:sldId id="402" r:id="rId12"/>
    <p:sldId id="403" r:id="rId13"/>
    <p:sldId id="404" r:id="rId14"/>
    <p:sldId id="405" r:id="rId15"/>
    <p:sldId id="406" r:id="rId16"/>
    <p:sldId id="448" r:id="rId17"/>
    <p:sldId id="449" r:id="rId18"/>
    <p:sldId id="450" r:id="rId19"/>
    <p:sldId id="451" r:id="rId20"/>
    <p:sldId id="452" r:id="rId21"/>
    <p:sldId id="453" r:id="rId22"/>
    <p:sldId id="468" r:id="rId23"/>
    <p:sldId id="469" r:id="rId24"/>
    <p:sldId id="470" r:id="rId25"/>
    <p:sldId id="421" r:id="rId26"/>
    <p:sldId id="257" r:id="rId27"/>
    <p:sldId id="258" r:id="rId28"/>
    <p:sldId id="333" r:id="rId29"/>
    <p:sldId id="279" r:id="rId30"/>
    <p:sldId id="280" r:id="rId31"/>
  </p:sldIdLst>
  <p:sldSz cx="9144000" cy="6858000" type="screen4x3"/>
  <p:notesSz cx="7099300" cy="10234613"/>
  <p:custDataLst>
    <p:tags r:id="rId3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FF33"/>
    <a:srgbClr val="FF7376"/>
    <a:srgbClr val="FF7C80"/>
    <a:srgbClr val="FF3399"/>
    <a:srgbClr val="FF9933"/>
    <a:srgbClr val="9933FF"/>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66"/>
    <p:restoredTop sz="91755"/>
  </p:normalViewPr>
  <p:slideViewPr>
    <p:cSldViewPr snapToGrid="0" showGuides="1">
      <p:cViewPr varScale="1">
        <p:scale>
          <a:sx n="91" d="100"/>
          <a:sy n="91" d="100"/>
        </p:scale>
        <p:origin x="1600" y="48"/>
      </p:cViewPr>
      <p:guideLst>
        <p:guide orient="horz" pos="2160"/>
        <p:guide pos="290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16.emf"/><Relationship Id="rId3" Type="http://schemas.openxmlformats.org/officeDocument/2006/relationships/image" Target="../media/image6.emf"/><Relationship Id="rId7" Type="http://schemas.openxmlformats.org/officeDocument/2006/relationships/image" Target="../media/image10.emf"/><Relationship Id="rId12" Type="http://schemas.openxmlformats.org/officeDocument/2006/relationships/image" Target="../media/image15.emf"/><Relationship Id="rId2" Type="http://schemas.openxmlformats.org/officeDocument/2006/relationships/image" Target="../media/image5.emf"/><Relationship Id="rId1" Type="http://schemas.openxmlformats.org/officeDocument/2006/relationships/image" Target="../media/image4.emf"/><Relationship Id="rId6" Type="http://schemas.openxmlformats.org/officeDocument/2006/relationships/image" Target="../media/image9.emf"/><Relationship Id="rId11" Type="http://schemas.openxmlformats.org/officeDocument/2006/relationships/image" Target="../media/image14.emf"/><Relationship Id="rId5" Type="http://schemas.openxmlformats.org/officeDocument/2006/relationships/image" Target="../media/image8.emf"/><Relationship Id="rId10" Type="http://schemas.openxmlformats.org/officeDocument/2006/relationships/image" Target="../media/image13.emf"/><Relationship Id="rId4" Type="http://schemas.openxmlformats.org/officeDocument/2006/relationships/image" Target="../media/image7.emf"/><Relationship Id="rId9"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 Id="rId5" Type="http://schemas.openxmlformats.org/officeDocument/2006/relationships/image" Target="../media/image21.emf"/><Relationship Id="rId4"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image" Target="../media/image34.emf"/><Relationship Id="rId3" Type="http://schemas.openxmlformats.org/officeDocument/2006/relationships/image" Target="../media/image24.emf"/><Relationship Id="rId7" Type="http://schemas.openxmlformats.org/officeDocument/2006/relationships/image" Target="../media/image28.emf"/><Relationship Id="rId12" Type="http://schemas.openxmlformats.org/officeDocument/2006/relationships/image" Target="../media/image33.emf"/><Relationship Id="rId2" Type="http://schemas.openxmlformats.org/officeDocument/2006/relationships/image" Target="../media/image23.emf"/><Relationship Id="rId1" Type="http://schemas.openxmlformats.org/officeDocument/2006/relationships/image" Target="../media/image22.emf"/><Relationship Id="rId6" Type="http://schemas.openxmlformats.org/officeDocument/2006/relationships/image" Target="../media/image27.emf"/><Relationship Id="rId11" Type="http://schemas.openxmlformats.org/officeDocument/2006/relationships/image" Target="../media/image32.emf"/><Relationship Id="rId5" Type="http://schemas.openxmlformats.org/officeDocument/2006/relationships/image" Target="../media/image26.emf"/><Relationship Id="rId10" Type="http://schemas.openxmlformats.org/officeDocument/2006/relationships/image" Target="../media/image31.emf"/><Relationship Id="rId4" Type="http://schemas.openxmlformats.org/officeDocument/2006/relationships/image" Target="../media/image25.emf"/><Relationship Id="rId9" Type="http://schemas.openxmlformats.org/officeDocument/2006/relationships/image" Target="../media/image30.emf"/><Relationship Id="rId14" Type="http://schemas.openxmlformats.org/officeDocument/2006/relationships/image" Target="../media/image35.e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image" Target="../media/image38.emf"/><Relationship Id="rId7" Type="http://schemas.openxmlformats.org/officeDocument/2006/relationships/image" Target="../media/image42.emf"/><Relationship Id="rId2" Type="http://schemas.openxmlformats.org/officeDocument/2006/relationships/image" Target="../media/image37.emf"/><Relationship Id="rId1" Type="http://schemas.openxmlformats.org/officeDocument/2006/relationships/image" Target="../media/image36.emf"/><Relationship Id="rId6" Type="http://schemas.openxmlformats.org/officeDocument/2006/relationships/image" Target="../media/image41.emf"/><Relationship Id="rId5" Type="http://schemas.openxmlformats.org/officeDocument/2006/relationships/image" Target="../media/image40.emf"/><Relationship Id="rId10" Type="http://schemas.openxmlformats.org/officeDocument/2006/relationships/image" Target="../media/image45.emf"/><Relationship Id="rId4" Type="http://schemas.openxmlformats.org/officeDocument/2006/relationships/image" Target="../media/image39.emf"/><Relationship Id="rId9" Type="http://schemas.openxmlformats.org/officeDocument/2006/relationships/image" Target="../media/image44.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emf"/><Relationship Id="rId11" Type="http://schemas.openxmlformats.org/officeDocument/2006/relationships/image" Target="../media/image56.emf"/><Relationship Id="rId5" Type="http://schemas.openxmlformats.org/officeDocument/2006/relationships/image" Target="../media/image50.emf"/><Relationship Id="rId10" Type="http://schemas.openxmlformats.org/officeDocument/2006/relationships/image" Target="../media/image55.wmf"/><Relationship Id="rId4" Type="http://schemas.openxmlformats.org/officeDocument/2006/relationships/image" Target="../media/image49.emf"/><Relationship Id="rId9" Type="http://schemas.openxmlformats.org/officeDocument/2006/relationships/image" Target="../media/image54.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image" Target="../media/image57.emf"/><Relationship Id="rId4" Type="http://schemas.openxmlformats.org/officeDocument/2006/relationships/image" Target="../media/image60.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image" Target="../media/image63.emf"/><Relationship Id="rId7" Type="http://schemas.openxmlformats.org/officeDocument/2006/relationships/image" Target="../media/image67.emf"/><Relationship Id="rId2" Type="http://schemas.openxmlformats.org/officeDocument/2006/relationships/image" Target="../media/image62.emf"/><Relationship Id="rId1" Type="http://schemas.openxmlformats.org/officeDocument/2006/relationships/image" Target="../media/image61.emf"/><Relationship Id="rId6" Type="http://schemas.openxmlformats.org/officeDocument/2006/relationships/image" Target="../media/image66.emf"/><Relationship Id="rId5" Type="http://schemas.openxmlformats.org/officeDocument/2006/relationships/image" Target="../media/image65.emf"/><Relationship Id="rId10" Type="http://schemas.openxmlformats.org/officeDocument/2006/relationships/image" Target="../media/image70.wmf"/><Relationship Id="rId4" Type="http://schemas.openxmlformats.org/officeDocument/2006/relationships/image" Target="../media/image64.emf"/><Relationship Id="rId9" Type="http://schemas.openxmlformats.org/officeDocument/2006/relationships/image" Target="../media/image6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emf"/><Relationship Id="rId5" Type="http://schemas.openxmlformats.org/officeDocument/2006/relationships/image" Target="../media/image75.wmf"/><Relationship Id="rId4" Type="http://schemas.openxmlformats.org/officeDocument/2006/relationships/image" Target="../media/image74.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emf"/><Relationship Id="rId1" Type="http://schemas.openxmlformats.org/officeDocument/2006/relationships/image" Target="../media/image76.emf"/><Relationship Id="rId4" Type="http://schemas.openxmlformats.org/officeDocument/2006/relationships/image" Target="../media/image7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image" Target="../media/image81.e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4.emf"/><Relationship Id="rId3" Type="http://schemas.openxmlformats.org/officeDocument/2006/relationships/image" Target="../media/image89.emf"/><Relationship Id="rId7" Type="http://schemas.openxmlformats.org/officeDocument/2006/relationships/image" Target="../media/image93.emf"/><Relationship Id="rId12" Type="http://schemas.openxmlformats.org/officeDocument/2006/relationships/image" Target="../media/image98.wmf"/><Relationship Id="rId2" Type="http://schemas.openxmlformats.org/officeDocument/2006/relationships/image" Target="../media/image88.emf"/><Relationship Id="rId1" Type="http://schemas.openxmlformats.org/officeDocument/2006/relationships/image" Target="../media/image87.emf"/><Relationship Id="rId6" Type="http://schemas.openxmlformats.org/officeDocument/2006/relationships/image" Target="../media/image92.emf"/><Relationship Id="rId11" Type="http://schemas.openxmlformats.org/officeDocument/2006/relationships/image" Target="../media/image97.wmf"/><Relationship Id="rId5" Type="http://schemas.openxmlformats.org/officeDocument/2006/relationships/image" Target="../media/image91.emf"/><Relationship Id="rId10" Type="http://schemas.openxmlformats.org/officeDocument/2006/relationships/image" Target="../media/image96.wmf"/><Relationship Id="rId4" Type="http://schemas.openxmlformats.org/officeDocument/2006/relationships/image" Target="../media/image90.emf"/><Relationship Id="rId9" Type="http://schemas.openxmlformats.org/officeDocument/2006/relationships/image" Target="../media/image95.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06.emf"/><Relationship Id="rId3" Type="http://schemas.openxmlformats.org/officeDocument/2006/relationships/image" Target="../media/image101.emf"/><Relationship Id="rId7" Type="http://schemas.openxmlformats.org/officeDocument/2006/relationships/image" Target="../media/image105.emf"/><Relationship Id="rId2" Type="http://schemas.openxmlformats.org/officeDocument/2006/relationships/image" Target="../media/image100.emf"/><Relationship Id="rId1" Type="http://schemas.openxmlformats.org/officeDocument/2006/relationships/image" Target="../media/image99.emf"/><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2.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image" Target="../media/image122.emf"/><Relationship Id="rId3" Type="http://schemas.openxmlformats.org/officeDocument/2006/relationships/image" Target="../media/image112.emf"/><Relationship Id="rId7" Type="http://schemas.openxmlformats.org/officeDocument/2006/relationships/image" Target="../media/image116.emf"/><Relationship Id="rId12" Type="http://schemas.openxmlformats.org/officeDocument/2006/relationships/image" Target="../media/image121.emf"/><Relationship Id="rId2" Type="http://schemas.openxmlformats.org/officeDocument/2006/relationships/image" Target="../media/image111.emf"/><Relationship Id="rId1" Type="http://schemas.openxmlformats.org/officeDocument/2006/relationships/image" Target="../media/image110.emf"/><Relationship Id="rId6" Type="http://schemas.openxmlformats.org/officeDocument/2006/relationships/image" Target="../media/image115.emf"/><Relationship Id="rId11" Type="http://schemas.openxmlformats.org/officeDocument/2006/relationships/image" Target="../media/image120.emf"/><Relationship Id="rId5" Type="http://schemas.openxmlformats.org/officeDocument/2006/relationships/image" Target="../media/image114.emf"/><Relationship Id="rId15" Type="http://schemas.openxmlformats.org/officeDocument/2006/relationships/image" Target="../media/image124.emf"/><Relationship Id="rId10" Type="http://schemas.openxmlformats.org/officeDocument/2006/relationships/image" Target="../media/image119.emf"/><Relationship Id="rId4" Type="http://schemas.openxmlformats.org/officeDocument/2006/relationships/image" Target="../media/image113.emf"/><Relationship Id="rId9" Type="http://schemas.openxmlformats.org/officeDocument/2006/relationships/image" Target="../media/image118.emf"/><Relationship Id="rId14" Type="http://schemas.openxmlformats.org/officeDocument/2006/relationships/image" Target="../media/image123.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emf"/><Relationship Id="rId1" Type="http://schemas.openxmlformats.org/officeDocument/2006/relationships/image" Target="../media/image125.emf"/><Relationship Id="rId4" Type="http://schemas.openxmlformats.org/officeDocument/2006/relationships/image" Target="../media/image128.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32.emf"/><Relationship Id="rId2" Type="http://schemas.openxmlformats.org/officeDocument/2006/relationships/image" Target="../media/image131.emf"/><Relationship Id="rId1" Type="http://schemas.openxmlformats.org/officeDocument/2006/relationships/image" Target="../media/image130.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35.emf"/><Relationship Id="rId2" Type="http://schemas.openxmlformats.org/officeDocument/2006/relationships/image" Target="../media/image134.emf"/><Relationship Id="rId1" Type="http://schemas.openxmlformats.org/officeDocument/2006/relationships/image" Target="../media/image133.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43.emf"/><Relationship Id="rId13" Type="http://schemas.openxmlformats.org/officeDocument/2006/relationships/image" Target="../media/image148.emf"/><Relationship Id="rId18" Type="http://schemas.openxmlformats.org/officeDocument/2006/relationships/image" Target="../media/image153.emf"/><Relationship Id="rId3" Type="http://schemas.openxmlformats.org/officeDocument/2006/relationships/image" Target="../media/image138.emf"/><Relationship Id="rId7" Type="http://schemas.openxmlformats.org/officeDocument/2006/relationships/image" Target="../media/image142.emf"/><Relationship Id="rId12" Type="http://schemas.openxmlformats.org/officeDocument/2006/relationships/image" Target="../media/image147.emf"/><Relationship Id="rId17" Type="http://schemas.openxmlformats.org/officeDocument/2006/relationships/image" Target="../media/image152.emf"/><Relationship Id="rId2" Type="http://schemas.openxmlformats.org/officeDocument/2006/relationships/image" Target="../media/image137.emf"/><Relationship Id="rId16" Type="http://schemas.openxmlformats.org/officeDocument/2006/relationships/image" Target="../media/image151.emf"/><Relationship Id="rId1" Type="http://schemas.openxmlformats.org/officeDocument/2006/relationships/image" Target="../media/image136.emf"/><Relationship Id="rId6" Type="http://schemas.openxmlformats.org/officeDocument/2006/relationships/image" Target="../media/image141.emf"/><Relationship Id="rId11" Type="http://schemas.openxmlformats.org/officeDocument/2006/relationships/image" Target="../media/image146.emf"/><Relationship Id="rId5" Type="http://schemas.openxmlformats.org/officeDocument/2006/relationships/image" Target="../media/image140.emf"/><Relationship Id="rId15" Type="http://schemas.openxmlformats.org/officeDocument/2006/relationships/image" Target="../media/image150.emf"/><Relationship Id="rId10" Type="http://schemas.openxmlformats.org/officeDocument/2006/relationships/image" Target="../media/image145.emf"/><Relationship Id="rId4" Type="http://schemas.openxmlformats.org/officeDocument/2006/relationships/image" Target="../media/image139.emf"/><Relationship Id="rId9" Type="http://schemas.openxmlformats.org/officeDocument/2006/relationships/image" Target="../media/image144.emf"/><Relationship Id="rId14" Type="http://schemas.openxmlformats.org/officeDocument/2006/relationships/image" Target="../media/image149.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emf"/><Relationship Id="rId5" Type="http://schemas.openxmlformats.org/officeDocument/2006/relationships/image" Target="../media/image158.wmf"/><Relationship Id="rId4" Type="http://schemas.openxmlformats.org/officeDocument/2006/relationships/image" Target="../media/image157.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image" Target="../media/image160.emf"/><Relationship Id="rId1" Type="http://schemas.openxmlformats.org/officeDocument/2006/relationships/image" Target="../media/image159.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64.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67.wmf"/><Relationship Id="rId5" Type="http://schemas.openxmlformats.org/officeDocument/2006/relationships/image" Target="../media/image166.wmf"/><Relationship Id="rId4" Type="http://schemas.openxmlformats.org/officeDocument/2006/relationships/image" Target="../media/image16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70.emf"/><Relationship Id="rId2" Type="http://schemas.openxmlformats.org/officeDocument/2006/relationships/image" Target="../media/image169.emf"/><Relationship Id="rId1" Type="http://schemas.openxmlformats.org/officeDocument/2006/relationships/image" Target="../media/image168.emf"/><Relationship Id="rId4" Type="http://schemas.openxmlformats.org/officeDocument/2006/relationships/image" Target="../media/image171.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79.emf"/><Relationship Id="rId13" Type="http://schemas.openxmlformats.org/officeDocument/2006/relationships/image" Target="../media/image184.emf"/><Relationship Id="rId3" Type="http://schemas.openxmlformats.org/officeDocument/2006/relationships/image" Target="../media/image174.emf"/><Relationship Id="rId7" Type="http://schemas.openxmlformats.org/officeDocument/2006/relationships/image" Target="../media/image178.emf"/><Relationship Id="rId12" Type="http://schemas.openxmlformats.org/officeDocument/2006/relationships/image" Target="../media/image183.emf"/><Relationship Id="rId2" Type="http://schemas.openxmlformats.org/officeDocument/2006/relationships/image" Target="../media/image173.emf"/><Relationship Id="rId1" Type="http://schemas.openxmlformats.org/officeDocument/2006/relationships/image" Target="../media/image172.emf"/><Relationship Id="rId6" Type="http://schemas.openxmlformats.org/officeDocument/2006/relationships/image" Target="../media/image177.emf"/><Relationship Id="rId11" Type="http://schemas.openxmlformats.org/officeDocument/2006/relationships/image" Target="../media/image182.emf"/><Relationship Id="rId5" Type="http://schemas.openxmlformats.org/officeDocument/2006/relationships/image" Target="../media/image176.emf"/><Relationship Id="rId10" Type="http://schemas.openxmlformats.org/officeDocument/2006/relationships/image" Target="../media/image181.emf"/><Relationship Id="rId4" Type="http://schemas.openxmlformats.org/officeDocument/2006/relationships/image" Target="../media/image175.emf"/><Relationship Id="rId9" Type="http://schemas.openxmlformats.org/officeDocument/2006/relationships/image" Target="../media/image180.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85.png"/></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image" Target="../media/image188.wmf"/><Relationship Id="rId7" Type="http://schemas.openxmlformats.org/officeDocument/2006/relationships/image" Target="../media/image192.wmf"/><Relationship Id="rId2" Type="http://schemas.openxmlformats.org/officeDocument/2006/relationships/image" Target="../media/image187.wmf"/><Relationship Id="rId1" Type="http://schemas.openxmlformats.org/officeDocument/2006/relationships/image" Target="../media/image186.wmf"/><Relationship Id="rId6" Type="http://schemas.openxmlformats.org/officeDocument/2006/relationships/image" Target="../media/image191.wmf"/><Relationship Id="rId5" Type="http://schemas.openxmlformats.org/officeDocument/2006/relationships/image" Target="../media/image190.wmf"/><Relationship Id="rId4" Type="http://schemas.openxmlformats.org/officeDocument/2006/relationships/image" Target="../media/image189.wmf"/><Relationship Id="rId9" Type="http://schemas.openxmlformats.org/officeDocument/2006/relationships/image" Target="../media/image19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02.wmf"/><Relationship Id="rId3" Type="http://schemas.openxmlformats.org/officeDocument/2006/relationships/image" Target="../media/image197.emf"/><Relationship Id="rId7" Type="http://schemas.openxmlformats.org/officeDocument/2006/relationships/image" Target="../media/image201.emf"/><Relationship Id="rId2" Type="http://schemas.openxmlformats.org/officeDocument/2006/relationships/image" Target="../media/image196.emf"/><Relationship Id="rId1" Type="http://schemas.openxmlformats.org/officeDocument/2006/relationships/image" Target="../media/image195.emf"/><Relationship Id="rId6" Type="http://schemas.openxmlformats.org/officeDocument/2006/relationships/image" Target="../media/image200.emf"/><Relationship Id="rId11" Type="http://schemas.openxmlformats.org/officeDocument/2006/relationships/image" Target="../media/image205.emf"/><Relationship Id="rId5" Type="http://schemas.openxmlformats.org/officeDocument/2006/relationships/image" Target="../media/image199.emf"/><Relationship Id="rId10" Type="http://schemas.openxmlformats.org/officeDocument/2006/relationships/image" Target="../media/image204.wmf"/><Relationship Id="rId4" Type="http://schemas.openxmlformats.org/officeDocument/2006/relationships/image" Target="../media/image198.emf"/><Relationship Id="rId9" Type="http://schemas.openxmlformats.org/officeDocument/2006/relationships/image" Target="../media/image203.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13.emf"/><Relationship Id="rId13" Type="http://schemas.openxmlformats.org/officeDocument/2006/relationships/image" Target="../media/image215.emf"/><Relationship Id="rId3" Type="http://schemas.openxmlformats.org/officeDocument/2006/relationships/image" Target="../media/image208.emf"/><Relationship Id="rId7" Type="http://schemas.openxmlformats.org/officeDocument/2006/relationships/image" Target="../media/image212.emf"/><Relationship Id="rId12" Type="http://schemas.openxmlformats.org/officeDocument/2006/relationships/image" Target="../media/image204.wmf"/><Relationship Id="rId2" Type="http://schemas.openxmlformats.org/officeDocument/2006/relationships/image" Target="../media/image207.emf"/><Relationship Id="rId1" Type="http://schemas.openxmlformats.org/officeDocument/2006/relationships/image" Target="../media/image206.emf"/><Relationship Id="rId6" Type="http://schemas.openxmlformats.org/officeDocument/2006/relationships/image" Target="../media/image211.emf"/><Relationship Id="rId11" Type="http://schemas.openxmlformats.org/officeDocument/2006/relationships/image" Target="../media/image203.wmf"/><Relationship Id="rId5" Type="http://schemas.openxmlformats.org/officeDocument/2006/relationships/image" Target="../media/image210.emf"/><Relationship Id="rId10" Type="http://schemas.openxmlformats.org/officeDocument/2006/relationships/image" Target="../media/image202.wmf"/><Relationship Id="rId4" Type="http://schemas.openxmlformats.org/officeDocument/2006/relationships/image" Target="../media/image209.emf"/><Relationship Id="rId9" Type="http://schemas.openxmlformats.org/officeDocument/2006/relationships/image" Target="../media/image214.emf"/><Relationship Id="rId14" Type="http://schemas.openxmlformats.org/officeDocument/2006/relationships/image" Target="../media/image2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4988" cy="511175"/>
          </a:xfrm>
          <a:prstGeom prst="rect">
            <a:avLst/>
          </a:prstGeom>
        </p:spPr>
        <p:txBody>
          <a:bodyPr vert="horz" lIns="94265" tIns="47133" rIns="94265" bIns="47133" rtlCol="0"/>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Date Placeholder 2"/>
          <p:cNvSpPr>
            <a:spLocks noGrp="1"/>
          </p:cNvSpPr>
          <p:nvPr>
            <p:ph type="dt" sz="quarter" idx="1"/>
          </p:nvPr>
        </p:nvSpPr>
        <p:spPr>
          <a:xfrm>
            <a:off x="4022725" y="0"/>
            <a:ext cx="3074988" cy="511175"/>
          </a:xfrm>
          <a:prstGeom prst="rect">
            <a:avLst/>
          </a:prstGeom>
        </p:spPr>
        <p:txBody>
          <a:bodyPr vert="horz" lIns="94265" tIns="47133" rIns="94265" bIns="47133" rtlCol="0"/>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FF3E7B1-7CB7-4898-826F-EB072901122F}"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2024/3/13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Footer Placeholder 3"/>
          <p:cNvSpPr>
            <a:spLocks noGrp="1"/>
          </p:cNvSpPr>
          <p:nvPr>
            <p:ph type="ftr" sz="quarter" idx="2"/>
          </p:nvPr>
        </p:nvSpPr>
        <p:spPr>
          <a:xfrm>
            <a:off x="0" y="9721850"/>
            <a:ext cx="3074988" cy="511175"/>
          </a:xfrm>
          <a:prstGeom prst="rect">
            <a:avLst/>
          </a:prstGeom>
        </p:spPr>
        <p:txBody>
          <a:bodyPr vert="horz" lIns="94265" tIns="47133" rIns="94265" bIns="47133" rtlCol="0" anchor="b"/>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3"/>
          </p:nvPr>
        </p:nvSpPr>
        <p:spPr>
          <a:xfrm>
            <a:off x="4022725" y="9721850"/>
            <a:ext cx="3074988" cy="511175"/>
          </a:xfrm>
          <a:prstGeom prst="rect">
            <a:avLst/>
          </a:prstGeom>
        </p:spPr>
        <p:txBody>
          <a:bodyPr vert="horz" wrap="square" lIns="94265" tIns="47133" rIns="94265" bIns="47133" numCol="1" anchor="b" anchorCtr="0" compatLnSpc="1"/>
          <a:lstStyle/>
          <a:p>
            <a:pPr lvl="0" algn="r" eaLnBrk="1" hangingPunct="1">
              <a:buNone/>
            </a:pPr>
            <a:fld id="{9A0DB2DC-4C9A-4742-B13C-FB6460FD3503}" type="slidenum">
              <a:rPr lang="zh-CN" altLang="en-US" sz="1200" b="1" dirty="0">
                <a:solidFill>
                  <a:srgbClr val="002060"/>
                </a:solidFill>
                <a:latin typeface="Times New Roman" panose="02020603050405020304" pitchFamily="18" charset="0"/>
                <a:ea typeface="微软雅黑" panose="020B0503020204020204" pitchFamily="34" charset="-122"/>
              </a:rPr>
              <a:t>‹#›</a:t>
            </a:fld>
            <a:endParaRPr lang="zh-CN" altLang="en-US" sz="1200" b="1" dirty="0">
              <a:solidFill>
                <a:srgbClr val="002060"/>
              </a:solidFill>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4988" cy="511175"/>
          </a:xfrm>
          <a:prstGeom prst="rect">
            <a:avLst/>
          </a:prstGeom>
          <a:noFill/>
          <a:ln w="9525">
            <a:noFill/>
            <a:miter lim="800000"/>
          </a:ln>
          <a:effectLst/>
        </p:spPr>
        <p:txBody>
          <a:bodyPr vert="horz" wrap="square" lIns="94265" tIns="47133" rIns="94265" bIns="47133" numCol="1" anchor="t"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4024313" y="0"/>
            <a:ext cx="3074988" cy="511175"/>
          </a:xfrm>
          <a:prstGeom prst="rect">
            <a:avLst/>
          </a:prstGeom>
          <a:noFill/>
          <a:ln w="9525">
            <a:noFill/>
            <a:miter lim="800000"/>
          </a:ln>
          <a:effectLst/>
        </p:spPr>
        <p:txBody>
          <a:bodyPr vert="horz" wrap="square" lIns="94265" tIns="47133" rIns="94265" bIns="47133" numCol="1" anchor="t" anchorCtr="0" compatLnSpc="1"/>
          <a:lstStyle>
            <a:lvl1pPr algn="r" eaLnBrk="1" hangingPunct="1">
              <a:defRPr kumimoji="1" sz="120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96" name="Rectangle 4"/>
          <p:cNvSpPr>
            <a:spLocks noGrp="1" noRot="1" noChangeAspect="1" noTextEdit="1"/>
          </p:cNvSpPr>
          <p:nvPr>
            <p:ph type="sldImg"/>
          </p:nvPr>
        </p:nvSpPr>
        <p:spPr>
          <a:xfrm>
            <a:off x="992188" y="766763"/>
            <a:ext cx="5118100" cy="3838575"/>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946150" y="4860925"/>
            <a:ext cx="5207000" cy="4606925"/>
          </a:xfrm>
          <a:prstGeom prst="rect">
            <a:avLst/>
          </a:prstGeom>
          <a:noFill/>
          <a:ln w="9525">
            <a:noFill/>
            <a:miter lim="800000"/>
          </a:ln>
          <a:effectLst/>
        </p:spPr>
        <p:txBody>
          <a:bodyPr vert="horz" wrap="square" lIns="94265" tIns="47133" rIns="94265" bIns="47133"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6150" name="Rectangle 6"/>
          <p:cNvSpPr>
            <a:spLocks noGrp="1" noChangeArrowheads="1"/>
          </p:cNvSpPr>
          <p:nvPr>
            <p:ph type="ftr" sz="quarter" idx="4"/>
          </p:nvPr>
        </p:nvSpPr>
        <p:spPr bwMode="auto">
          <a:xfrm>
            <a:off x="0" y="9723438"/>
            <a:ext cx="3074988" cy="511175"/>
          </a:xfrm>
          <a:prstGeom prst="rect">
            <a:avLst/>
          </a:prstGeom>
          <a:noFill/>
          <a:ln w="9525">
            <a:noFill/>
            <a:miter lim="800000"/>
          </a:ln>
          <a:effectLst/>
        </p:spPr>
        <p:txBody>
          <a:bodyPr vert="horz" wrap="square" lIns="94265" tIns="47133" rIns="94265" bIns="47133" numCol="1" anchor="b" anchorCtr="0" compatLnSpc="1"/>
          <a:lstStyle>
            <a:lvl1pPr eaLnBrk="1" hangingPunct="1">
              <a:defRPr kumimoji="1" sz="120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4024313" y="9723438"/>
            <a:ext cx="3074988" cy="511175"/>
          </a:xfrm>
          <a:prstGeom prst="rect">
            <a:avLst/>
          </a:prstGeom>
          <a:noFill/>
          <a:ln w="9525">
            <a:noFill/>
            <a:miter lim="800000"/>
          </a:ln>
          <a:effectLst/>
        </p:spPr>
        <p:txBody>
          <a:bodyPr vert="horz" wrap="square" lIns="94265" tIns="47133" rIns="94265" bIns="47133" numCol="1" anchor="b" anchorCtr="0" compatLnSpc="1"/>
          <a:lstStyle/>
          <a:p>
            <a:pPr lvl="0" algn="r" eaLnBrk="1" hangingPunct="1">
              <a:buNone/>
            </a:pPr>
            <a:fld id="{9A0DB2DC-4C9A-4742-B13C-FB6460FD3503}" type="slidenum">
              <a:rPr lang="en-US" altLang="zh-CN" sz="1200" dirty="0">
                <a:latin typeface="Times New Roman" panose="02020603050405020304" pitchFamily="18" charset="0"/>
              </a:rPr>
              <a:t>‹#›</a:t>
            </a:fld>
            <a:endParaRPr lang="en-US" altLang="zh-CN"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5</a:t>
            </a:fld>
            <a:endParaRPr lang="en-US" altLang="zh-CN" dirty="0"/>
          </a:p>
        </p:txBody>
      </p:sp>
      <p:sp>
        <p:nvSpPr>
          <p:cNvPr id="19459" name="Rectangle 2"/>
          <p:cNvSpPr>
            <a:spLocks noGrp="1" noRot="1" noChangeAspect="1" noTextEdit="1"/>
          </p:cNvSpPr>
          <p:nvPr>
            <p:ph type="sldImg"/>
          </p:nvPr>
        </p:nvSpPr>
        <p:spPr>
          <a:ln/>
        </p:spPr>
      </p:sp>
      <p:sp>
        <p:nvSpPr>
          <p:cNvPr id="19460" name="Rectangle 3"/>
          <p:cNvSpPr>
            <a:spLocks noGrp="1"/>
          </p:cNvSpPr>
          <p:nvPr>
            <p:ph type="body"/>
          </p:nvPr>
        </p:nvSpPr>
        <p:spPr>
          <a:ln/>
        </p:spPr>
        <p:txBody>
          <a:bodyPr wrap="square" lIns="94265" tIns="47133" rIns="94265" bIns="47133" anchor="t" anchorCtr="0"/>
          <a:lstStyle/>
          <a:p>
            <a:pPr lvl="0">
              <a:lnSpc>
                <a:spcPct val="120000"/>
              </a:lnSpc>
              <a:spcBef>
                <a:spcPct val="20000"/>
              </a:spcBef>
              <a:buClr>
                <a:schemeClr val="accent2"/>
              </a:buClr>
              <a:buSzPct val="80000"/>
              <a:buFont typeface="Wingdings" panose="05000000000000000000" pitchFamily="2" charset="2"/>
              <a:buChar char="•"/>
            </a:pPr>
            <a:r>
              <a:rPr lang="zh-CN" altLang="en-US" sz="2900" b="1" dirty="0"/>
              <a:t>设质点在恒力的作用下沿直线运动，则力在长 </a:t>
            </a:r>
            <a:r>
              <a:rPr lang="en-US" altLang="zh-CN" sz="2900" b="1" dirty="0"/>
              <a:t>S </a:t>
            </a:r>
            <a:r>
              <a:rPr lang="zh-CN" altLang="en-US" sz="2900" b="1" dirty="0"/>
              <a:t>的一段直线路径上对质点做的功为：</a:t>
            </a:r>
          </a:p>
          <a:p>
            <a:pPr lvl="0">
              <a:buChar char="•"/>
            </a:pP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6</a:t>
            </a:fld>
            <a:endParaRPr lang="en-US" altLang="zh-CN" dirty="0"/>
          </a:p>
        </p:txBody>
      </p:sp>
      <p:sp>
        <p:nvSpPr>
          <p:cNvPr id="21507" name="Rectangle 2"/>
          <p:cNvSpPr>
            <a:spLocks noGrp="1" noRot="1" noChangeAspect="1" noTextEdit="1"/>
          </p:cNvSpPr>
          <p:nvPr>
            <p:ph type="sldImg"/>
          </p:nvPr>
        </p:nvSpPr>
        <p:spPr>
          <a:ln/>
        </p:spPr>
      </p:sp>
      <p:sp>
        <p:nvSpPr>
          <p:cNvPr id="21508" name="Rectangle 3"/>
          <p:cNvSpPr>
            <a:spLocks noGrp="1"/>
          </p:cNvSpPr>
          <p:nvPr>
            <p:ph type="body"/>
          </p:nvPr>
        </p:nvSpPr>
        <p:spPr>
          <a:ln/>
        </p:spPr>
        <p:txBody>
          <a:bodyPr wrap="square" lIns="94265" tIns="47133" rIns="94265" bIns="47133" anchor="t" anchorCtr="0"/>
          <a:lstStyle/>
          <a:p>
            <a:pPr lvl="0"/>
            <a:r>
              <a:rPr lang="zh-CN" altLang="en-US" sz="2900" b="1" dirty="0"/>
              <a:t>若质点同时受到几个力的作用，则合力的功等于各分力沿同一路径所做的功的代数和。</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7</a:t>
            </a:fld>
            <a:endParaRPr lang="en-US" altLang="zh-CN" dirty="0"/>
          </a:p>
        </p:txBody>
      </p:sp>
      <p:sp>
        <p:nvSpPr>
          <p:cNvPr id="23555" name="Rectangle 2"/>
          <p:cNvSpPr>
            <a:spLocks noGrp="1" noRot="1" noChangeAspect="1" noTextEdit="1"/>
          </p:cNvSpPr>
          <p:nvPr>
            <p:ph type="sldImg"/>
          </p:nvPr>
        </p:nvSpPr>
        <p:spPr>
          <a:ln/>
        </p:spPr>
      </p:sp>
      <p:sp>
        <p:nvSpPr>
          <p:cNvPr id="23556" name="Rectangle 3"/>
          <p:cNvSpPr>
            <a:spLocks noGrp="1"/>
          </p:cNvSpPr>
          <p:nvPr>
            <p:ph type="body"/>
          </p:nvPr>
        </p:nvSpPr>
        <p:spPr>
          <a:ln/>
        </p:spPr>
        <p:txBody>
          <a:bodyPr wrap="square" lIns="94265" tIns="47133" rIns="94265" bIns="47133" anchor="t" anchorCtr="0"/>
          <a:lstStyle/>
          <a:p>
            <a:pPr lvl="0"/>
            <a:r>
              <a:rPr lang="zh-CN" altLang="en-US" sz="2900" b="1" dirty="0"/>
              <a:t>现考察力的空间累积的效果，或做功对物体的运动所产生的作用。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11</a:t>
            </a:fld>
            <a:endParaRPr lang="en-US" altLang="zh-CN" dirty="0"/>
          </a:p>
        </p:txBody>
      </p:sp>
      <p:sp>
        <p:nvSpPr>
          <p:cNvPr id="28675" name="Rectangle 2"/>
          <p:cNvSpPr>
            <a:spLocks noGrp="1" noRot="1" noChangeAspect="1" noTextEdit="1"/>
          </p:cNvSpPr>
          <p:nvPr>
            <p:ph type="sldImg"/>
          </p:nvPr>
        </p:nvSpPr>
        <p:spPr>
          <a:ln/>
        </p:spPr>
      </p:sp>
      <p:sp>
        <p:nvSpPr>
          <p:cNvPr id="28676" name="Rectangle 3"/>
          <p:cNvSpPr>
            <a:spLocks noGrp="1"/>
          </p:cNvSpPr>
          <p:nvPr>
            <p:ph type="body"/>
          </p:nvPr>
        </p:nvSpPr>
        <p:spPr>
          <a:ln/>
        </p:spPr>
        <p:txBody>
          <a:bodyPr wrap="square" lIns="94265" tIns="47133" rIns="94265" bIns="47133" anchor="t" anchorCtr="0"/>
          <a:lstStyle/>
          <a:p>
            <a:pPr lvl="0">
              <a:lnSpc>
                <a:spcPct val="110000"/>
              </a:lnSpc>
              <a:spcBef>
                <a:spcPct val="20000"/>
              </a:spcBef>
              <a:buClr>
                <a:schemeClr val="accent2"/>
              </a:buClr>
              <a:buSzPct val="80000"/>
              <a:buFont typeface="Wingdings" panose="05000000000000000000" pitchFamily="2" charset="2"/>
              <a:buChar char="•"/>
            </a:pPr>
            <a:r>
              <a:rPr lang="zh-CN" altLang="en-US" sz="2900" b="1" dirty="0"/>
              <a:t>一般情况下，力对物体所做的功与物体所经过的路径有关，这种力称为</a:t>
            </a:r>
            <a:r>
              <a:rPr lang="zh-CN" altLang="en-US" sz="2900" b="1" dirty="0">
                <a:solidFill>
                  <a:schemeClr val="folHlink"/>
                </a:solidFill>
              </a:rPr>
              <a:t>非保守力</a:t>
            </a:r>
            <a:r>
              <a:rPr lang="zh-CN" altLang="en-US" sz="2900" b="1" dirty="0"/>
              <a:t>；</a:t>
            </a:r>
          </a:p>
          <a:p>
            <a:pPr lvl="0">
              <a:lnSpc>
                <a:spcPct val="120000"/>
              </a:lnSpc>
              <a:spcBef>
                <a:spcPct val="20000"/>
              </a:spcBef>
              <a:buClr>
                <a:schemeClr val="accent2"/>
              </a:buClr>
              <a:buSzPct val="80000"/>
              <a:buFont typeface="Wingdings" panose="05000000000000000000" pitchFamily="2" charset="2"/>
              <a:buChar char="•"/>
            </a:pPr>
            <a:r>
              <a:rPr lang="zh-CN" altLang="en-US" sz="2900" b="1" dirty="0"/>
              <a:t>在许多情况下，力对物体所做的功与物体所经过的路径无关，而只取决于物体的始、末位置，这样的力称为</a:t>
            </a:r>
            <a:r>
              <a:rPr lang="zh-CN" altLang="en-US" sz="2900" b="1" dirty="0">
                <a:solidFill>
                  <a:schemeClr val="folHlink"/>
                </a:solidFill>
              </a:rPr>
              <a:t>保守力</a:t>
            </a:r>
            <a:r>
              <a:rPr lang="zh-CN" altLang="en-US" sz="2900" b="1" dirty="0"/>
              <a:t>。下面计算几种常见的保守力的功。</a:t>
            </a:r>
          </a:p>
          <a:p>
            <a:pPr lvl="0">
              <a:lnSpc>
                <a:spcPct val="120000"/>
              </a:lnSpc>
              <a:spcBef>
                <a:spcPct val="20000"/>
              </a:spcBef>
              <a:buClr>
                <a:schemeClr val="accent2"/>
              </a:buClr>
              <a:buSzPct val="80000"/>
              <a:buFont typeface="Wingdings" panose="05000000000000000000" pitchFamily="2" charset="2"/>
              <a:buChar char="•"/>
            </a:pPr>
            <a:r>
              <a:rPr lang="zh-CN" altLang="en-US" sz="2900" b="1" dirty="0"/>
              <a:t>设质点在重力的作用下沿曲线</a:t>
            </a:r>
            <a:r>
              <a:rPr lang="en-US" altLang="zh-CN" sz="3300" b="1" i="1" dirty="0"/>
              <a:t>ab</a:t>
            </a:r>
            <a:r>
              <a:rPr lang="zh-CN" altLang="en-US" sz="2900" b="1" dirty="0"/>
              <a:t>由</a:t>
            </a:r>
            <a:r>
              <a:rPr lang="en-US" altLang="zh-CN" sz="3300" b="1" i="1" dirty="0"/>
              <a:t>a </a:t>
            </a:r>
            <a:r>
              <a:rPr lang="zh-CN" altLang="en-US" sz="2900" b="1" dirty="0"/>
              <a:t>运动到</a:t>
            </a:r>
            <a:r>
              <a:rPr lang="en-US" altLang="zh-CN" sz="3300" b="1" i="1" dirty="0"/>
              <a:t>b </a:t>
            </a:r>
            <a:r>
              <a:rPr lang="zh-CN" altLang="en-US" sz="2900" b="1" dirty="0"/>
              <a:t>，重力所做的功为</a:t>
            </a:r>
          </a:p>
          <a:p>
            <a:pPr lvl="0">
              <a:lnSpc>
                <a:spcPct val="110000"/>
              </a:lnSpc>
              <a:spcBef>
                <a:spcPct val="20000"/>
              </a:spcBef>
              <a:buClr>
                <a:schemeClr val="accent2"/>
              </a:buClr>
              <a:buSzPct val="80000"/>
              <a:buFont typeface="Wingdings" panose="05000000000000000000" pitchFamily="2" charset="2"/>
              <a:buChar char="•"/>
            </a:pPr>
            <a:endParaRPr lang="zh-CN" altLang="en-US" sz="2900" b="1" dirty="0"/>
          </a:p>
          <a:p>
            <a:pPr lvl="0">
              <a:buChar char="•"/>
            </a:pPr>
            <a:endParaRPr lang="zh-CN" altLang="en-US" dirty="0"/>
          </a:p>
          <a:p>
            <a:pPr lvl="0">
              <a:buChar char="•"/>
            </a:pPr>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12</a:t>
            </a:fld>
            <a:endParaRPr lang="en-US" altLang="zh-CN" dirty="0"/>
          </a:p>
        </p:txBody>
      </p:sp>
      <p:sp>
        <p:nvSpPr>
          <p:cNvPr id="30723" name="Rectangle 2"/>
          <p:cNvSpPr>
            <a:spLocks noGrp="1" noRot="1" noChangeAspect="1" noTextEdit="1"/>
          </p:cNvSpPr>
          <p:nvPr>
            <p:ph type="sldImg"/>
          </p:nvPr>
        </p:nvSpPr>
        <p:spPr>
          <a:ln/>
        </p:spPr>
      </p:sp>
      <p:sp>
        <p:nvSpPr>
          <p:cNvPr id="30724" name="Rectangle 3"/>
          <p:cNvSpPr>
            <a:spLocks noGrp="1"/>
          </p:cNvSpPr>
          <p:nvPr>
            <p:ph type="body"/>
          </p:nvPr>
        </p:nvSpPr>
        <p:spPr>
          <a:ln/>
        </p:spPr>
        <p:txBody>
          <a:bodyPr wrap="square" lIns="94265" tIns="47133" rIns="94265" bIns="47133" anchor="t" anchorCtr="0"/>
          <a:lstStyle/>
          <a:p>
            <a:pPr lvl="0"/>
            <a:r>
              <a:rPr lang="zh-CN" altLang="en-US" sz="2900" b="1" dirty="0"/>
              <a:t>设质点在弹力的作用下由</a:t>
            </a:r>
            <a:r>
              <a:rPr lang="en-US" altLang="zh-CN" sz="3300" b="1" i="1" dirty="0"/>
              <a:t>a </a:t>
            </a:r>
            <a:r>
              <a:rPr lang="zh-CN" altLang="en-US" sz="2900" b="1" dirty="0"/>
              <a:t>运动到</a:t>
            </a:r>
            <a:r>
              <a:rPr lang="en-US" altLang="zh-CN" sz="3300" b="1" i="1" dirty="0"/>
              <a:t>b </a:t>
            </a:r>
            <a:r>
              <a:rPr lang="zh-CN" altLang="en-US" sz="2900" b="1" dirty="0"/>
              <a:t>，弹力所做的功为：</a:t>
            </a:r>
          </a:p>
          <a:p>
            <a:pPr lvl="0"/>
            <a:r>
              <a:rPr lang="zh-CN" altLang="en-US" sz="2900" b="1" dirty="0"/>
              <a:t>例如由位置</a:t>
            </a:r>
            <a:r>
              <a:rPr lang="en-US" altLang="zh-CN" sz="2900" b="1" dirty="0"/>
              <a:t>a</a:t>
            </a:r>
            <a:r>
              <a:rPr lang="zh-CN" altLang="en-US" sz="2900" b="1" dirty="0"/>
              <a:t>开始经过位置</a:t>
            </a:r>
            <a:r>
              <a:rPr lang="en-US" altLang="zh-CN" sz="2900" b="1" dirty="0"/>
              <a:t>b</a:t>
            </a:r>
            <a:r>
              <a:rPr lang="zh-CN" altLang="en-US" sz="2900" b="1" dirty="0"/>
              <a:t>后继续运动到某点，再返回位置</a:t>
            </a:r>
            <a:r>
              <a:rPr lang="en-US" altLang="zh-CN" sz="2900" b="1" dirty="0"/>
              <a:t>b</a:t>
            </a:r>
            <a:r>
              <a:rPr lang="zh-CN" altLang="en-US" sz="2900" b="1" dirty="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13</a:t>
            </a:fld>
            <a:endParaRPr lang="en-US" altLang="zh-CN" dirty="0"/>
          </a:p>
        </p:txBody>
      </p:sp>
      <p:sp>
        <p:nvSpPr>
          <p:cNvPr id="32771" name="Rectangle 2"/>
          <p:cNvSpPr>
            <a:spLocks noGrp="1" noRot="1" noChangeAspect="1" noTextEdit="1"/>
          </p:cNvSpPr>
          <p:nvPr>
            <p:ph type="sldImg"/>
          </p:nvPr>
        </p:nvSpPr>
        <p:spPr>
          <a:ln/>
        </p:spPr>
      </p:sp>
      <p:sp>
        <p:nvSpPr>
          <p:cNvPr id="32772" name="Rectangle 3"/>
          <p:cNvSpPr>
            <a:spLocks noGrp="1"/>
          </p:cNvSpPr>
          <p:nvPr>
            <p:ph type="body"/>
          </p:nvPr>
        </p:nvSpPr>
        <p:spPr>
          <a:ln/>
        </p:spPr>
        <p:txBody>
          <a:bodyPr wrap="square" lIns="94265" tIns="47133" rIns="94265" bIns="47133" anchor="t" anchorCtr="0"/>
          <a:lstStyle/>
          <a:p>
            <a:pPr lvl="0"/>
            <a:r>
              <a:rPr lang="zh-CN" altLang="en-US" b="1" dirty="0"/>
              <a:t>质点</a:t>
            </a:r>
            <a:r>
              <a:rPr lang="en-US" altLang="zh-CN" b="1" i="1" dirty="0"/>
              <a:t>m </a:t>
            </a:r>
            <a:r>
              <a:rPr lang="zh-CN" altLang="en-US" b="1" dirty="0"/>
              <a:t>所受</a:t>
            </a:r>
            <a:r>
              <a:rPr lang="en-US" altLang="zh-CN" b="1" dirty="0"/>
              <a:t>M</a:t>
            </a:r>
            <a:r>
              <a:rPr lang="zh-CN" altLang="en-US" b="1" dirty="0"/>
              <a:t>的万有引力为：</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14</a:t>
            </a:fld>
            <a:endParaRPr lang="en-US" altLang="zh-CN" dirty="0"/>
          </a:p>
        </p:txBody>
      </p:sp>
      <p:sp>
        <p:nvSpPr>
          <p:cNvPr id="34819" name="Rectangle 2"/>
          <p:cNvSpPr>
            <a:spLocks noGrp="1" noRot="1" noChangeAspect="1" noTextEdit="1"/>
          </p:cNvSpPr>
          <p:nvPr>
            <p:ph type="sldImg"/>
          </p:nvPr>
        </p:nvSpPr>
        <p:spPr>
          <a:ln/>
        </p:spPr>
      </p:sp>
      <p:sp>
        <p:nvSpPr>
          <p:cNvPr id="34820" name="Rectangle 3"/>
          <p:cNvSpPr>
            <a:spLocks noGrp="1"/>
          </p:cNvSpPr>
          <p:nvPr>
            <p:ph type="body"/>
          </p:nvPr>
        </p:nvSpPr>
        <p:spPr>
          <a:ln/>
        </p:spPr>
        <p:txBody>
          <a:bodyPr wrap="square" lIns="94265" tIns="47133" rIns="94265" bIns="47133" anchor="t" anchorCtr="0"/>
          <a:lstStyle/>
          <a:p>
            <a:pPr lvl="0"/>
            <a:r>
              <a:rPr lang="zh-CN" altLang="en-US" sz="2900" b="1" dirty="0"/>
              <a:t>综上所述，重力、弹力、万有引力做功的共同特点是与路径无关，只与始、末位置有关。</a:t>
            </a:r>
            <a:endParaRPr lang="en-US" altLang="zh-CN" sz="2900" b="1" dirty="0"/>
          </a:p>
          <a:p>
            <a:pPr lvl="0"/>
            <a:endParaRPr lang="zh-CN" altLang="en-US" sz="2900"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15</a:t>
            </a:fld>
            <a:endParaRPr lang="en-US" altLang="zh-CN" dirty="0"/>
          </a:p>
        </p:txBody>
      </p:sp>
      <p:sp>
        <p:nvSpPr>
          <p:cNvPr id="36867" name="Rectangle 2"/>
          <p:cNvSpPr>
            <a:spLocks noGrp="1" noRot="1" noChangeAspect="1" noTextEdit="1"/>
          </p:cNvSpPr>
          <p:nvPr>
            <p:ph type="sldImg"/>
          </p:nvPr>
        </p:nvSpPr>
        <p:spPr>
          <a:ln/>
        </p:spPr>
      </p:sp>
      <p:sp>
        <p:nvSpPr>
          <p:cNvPr id="36868" name="Rectangle 3"/>
          <p:cNvSpPr>
            <a:spLocks noGrp="1"/>
          </p:cNvSpPr>
          <p:nvPr>
            <p:ph type="body"/>
          </p:nvPr>
        </p:nvSpPr>
        <p:spPr>
          <a:ln/>
        </p:spPr>
        <p:txBody>
          <a:bodyPr wrap="square" lIns="94265" tIns="47133" rIns="94265" bIns="47133" anchor="t" anchorCtr="0"/>
          <a:lstStyle/>
          <a:p>
            <a:pPr lvl="0"/>
            <a:r>
              <a:rPr lang="zh-CN" altLang="en-US" sz="2900" b="1" dirty="0"/>
              <a:t>由于保守力做功与路径无关，只取决于质点的始末位置。</a:t>
            </a:r>
          </a:p>
          <a:p>
            <a:pPr lvl="0"/>
            <a:r>
              <a:rPr lang="zh-CN" altLang="en-US" sz="2900" b="1" dirty="0"/>
              <a:t>这一函数的差值给出在质点的位置变化过程中保守力所做的功，由位置决定的函数称为</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16</a:t>
            </a:fld>
            <a:endParaRPr lang="en-US" altLang="zh-CN" dirty="0"/>
          </a:p>
        </p:txBody>
      </p:sp>
      <p:sp>
        <p:nvSpPr>
          <p:cNvPr id="38915" name="Rectangle 2"/>
          <p:cNvSpPr>
            <a:spLocks noGrp="1" noRot="1" noChangeAspect="1" noTextEdit="1"/>
          </p:cNvSpPr>
          <p:nvPr>
            <p:ph type="sldImg"/>
          </p:nvPr>
        </p:nvSpPr>
        <p:spPr>
          <a:ln/>
        </p:spPr>
      </p:sp>
      <p:sp>
        <p:nvSpPr>
          <p:cNvPr id="38916" name="Rectangle 3"/>
          <p:cNvSpPr>
            <a:spLocks noGrp="1"/>
          </p:cNvSpPr>
          <p:nvPr>
            <p:ph type="body"/>
          </p:nvPr>
        </p:nvSpPr>
        <p:spPr>
          <a:ln/>
        </p:spPr>
        <p:txBody>
          <a:bodyPr wrap="square" lIns="94265" tIns="47133" rIns="94265" bIns="47133" anchor="t" anchorCtr="0"/>
          <a:lstStyle/>
          <a:p>
            <a:pPr lvl="0"/>
            <a:r>
              <a:rPr lang="zh-CN" altLang="en-US" sz="2900" b="1" dirty="0"/>
              <a:t>质点在任一位置的势能等于把质点由该位置移到势能零点的过程中保守力做的功。</a:t>
            </a:r>
            <a:r>
              <a:rPr lang="zh-CN" altLang="en-US" sz="2900" b="1" dirty="0">
                <a:latin typeface="宋体" panose="02010600030101010101" pitchFamily="2" charset="-122"/>
              </a:rPr>
              <a:t> ，即势能是质点间相对位置的单值函数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p:nvPr>
        </p:nvSpPr>
        <p:spPr>
          <a:ln/>
        </p:spPr>
        <p:txBody>
          <a:bodyPr wrap="square" lIns="94265" tIns="47133" rIns="94265" bIns="47133" anchor="t" anchorCtr="0"/>
          <a:lstStyle/>
          <a:p>
            <a:pPr lvl="0"/>
            <a:r>
              <a:rPr lang="zh-CN" altLang="en-US" b="1" dirty="0"/>
              <a:t>在许多实际问题中，往往能先通过实验得出系统的势能曲线，可根据势能曲线来分析受力情况。</a:t>
            </a:r>
          </a:p>
          <a:p>
            <a:pPr lvl="0"/>
            <a:endParaRPr lang="zh-CN" altLang="en-US" dirty="0"/>
          </a:p>
        </p:txBody>
      </p:sp>
      <p:sp>
        <p:nvSpPr>
          <p:cNvPr id="43012" name="Slide Number Placeholder 3"/>
          <p:cNvSpPr txBox="1">
            <a:spLocks noGrp="1"/>
          </p:cNvSpPr>
          <p:nvPr>
            <p:ph type="sldNum" sz="quarter"/>
          </p:nvPr>
        </p:nvSpPr>
        <p:spPr>
          <a:xfrm>
            <a:off x="4024313" y="9723438"/>
            <a:ext cx="3074987" cy="511175"/>
          </a:xfrm>
          <a:prstGeom prst="rect">
            <a:avLst/>
          </a:prstGeom>
          <a:noFill/>
          <a:ln w="9525">
            <a:noFill/>
          </a:ln>
        </p:spPr>
        <p:txBody>
          <a:bodyPr lIns="94265" tIns="47133" rIns="94265" bIns="47133" anchor="b" anchorCtr="0"/>
          <a:lstStyle/>
          <a:p>
            <a:pPr lvl="0" algn="r" eaLnBrk="1" hangingPunct="1"/>
            <a:fld id="{9A0DB2DC-4C9A-4742-B13C-FB6460FD3503}" type="slidenum">
              <a:rPr lang="en-US" altLang="zh-CN" dirty="0"/>
              <a:t>19</a:t>
            </a:fld>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943BD2E9-067A-4A97-872B-1E4EF365C4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C3533A-0A27-49F0-A91C-5C813807F081}" type="slidenum">
              <a:rPr kumimoji="0" lang="en-US" altLang="zh-CN" sz="1800" smtClean="0">
                <a:solidFill>
                  <a:srgbClr val="000000"/>
                </a:solidFill>
              </a:rPr>
              <a:pPr/>
              <a:t>20</a:t>
            </a:fld>
            <a:endParaRPr kumimoji="0" lang="en-US" altLang="zh-CN" sz="1800">
              <a:solidFill>
                <a:srgbClr val="000000"/>
              </a:solidFill>
            </a:endParaRPr>
          </a:p>
        </p:txBody>
      </p:sp>
      <p:sp>
        <p:nvSpPr>
          <p:cNvPr id="19459" name="Rectangle 2">
            <a:extLst>
              <a:ext uri="{FF2B5EF4-FFF2-40B4-BE49-F238E27FC236}">
                <a16:creationId xmlns:a16="http://schemas.microsoft.com/office/drawing/2014/main" id="{98CA9B1D-F7E6-4500-A442-FAA345648D09}"/>
              </a:ext>
            </a:extLst>
          </p:cNvPr>
          <p:cNvSpPr>
            <a:spLocks noGrp="1" noRot="1" noChangeAspect="1" noChangeArrowheads="1" noTextEdit="1"/>
          </p:cNvSpPr>
          <p:nvPr>
            <p:ph type="sldImg" idx="4294967295"/>
          </p:nvPr>
        </p:nvSpPr>
        <p:spPr>
          <a:ln/>
        </p:spPr>
      </p:sp>
      <p:sp>
        <p:nvSpPr>
          <p:cNvPr id="37892" name="Rectangle 3">
            <a:extLst>
              <a:ext uri="{FF2B5EF4-FFF2-40B4-BE49-F238E27FC236}">
                <a16:creationId xmlns:a16="http://schemas.microsoft.com/office/drawing/2014/main" id="{B888F3FB-A5DF-49A1-879D-6815DB5512C8}"/>
              </a:ext>
            </a:extLst>
          </p:cNvPr>
          <p:cNvSpPr>
            <a:spLocks noGrp="1" noChangeArrowheads="1"/>
          </p:cNvSpPr>
          <p:nvPr>
            <p:ph type="body" idx="1"/>
          </p:nvPr>
        </p:nvSpPr>
        <p:spPr>
          <a:ln/>
        </p:spPr>
        <p:txBody>
          <a:bodyPr/>
          <a:lstStyle/>
          <a:p>
            <a:pPr>
              <a:spcBef>
                <a:spcPct val="20000"/>
              </a:spcBef>
              <a:buClr>
                <a:schemeClr val="accent2"/>
              </a:buClr>
              <a:buSzPct val="80000"/>
              <a:buFont typeface="Wingdings" panose="05000000000000000000" pitchFamily="2" charset="2"/>
              <a:buNone/>
              <a:defRPr/>
            </a:pPr>
            <a:r>
              <a:rPr lang="zh-CN" altLang="en-US" sz="2900" b="1" dirty="0"/>
              <a:t>写出每个质点这样的方程，将这些方程相加，得：</a:t>
            </a:r>
            <a:endParaRPr lang="en-US" altLang="zh-CN" sz="2900" b="1" dirty="0"/>
          </a:p>
          <a:p>
            <a:pPr>
              <a:spcBef>
                <a:spcPct val="20000"/>
              </a:spcBef>
              <a:buClr>
                <a:schemeClr val="accent2"/>
              </a:buClr>
              <a:buSzPct val="80000"/>
              <a:buFont typeface="Wingdings" panose="05000000000000000000" pitchFamily="2" charset="2"/>
              <a:buNone/>
              <a:defRPr/>
            </a:pPr>
            <a:r>
              <a:rPr lang="zh-CN" altLang="en-US" sz="3300" b="1" dirty="0"/>
              <a:t>摩擦力是一对力，一对力所做的功与参考系的选择无关。 </a:t>
            </a:r>
            <a:endParaRPr lang="en-US" altLang="zh-CN" sz="3300" b="1" dirty="0"/>
          </a:p>
          <a:p>
            <a:pPr>
              <a:spcBef>
                <a:spcPct val="20000"/>
              </a:spcBef>
              <a:buClr>
                <a:schemeClr val="accent2"/>
              </a:buClr>
              <a:buSzPct val="80000"/>
              <a:buFont typeface="Wingdings" panose="05000000000000000000" pitchFamily="2" charset="2"/>
              <a:buNone/>
              <a:defRPr/>
            </a:pPr>
            <a:r>
              <a:rPr lang="zh-CN" altLang="en-US" sz="3600" b="1" dirty="0">
                <a:effectLst>
                  <a:outerShdw blurRad="38100" dist="38100" dir="2700000" algn="tl">
                    <a:srgbClr val="C0C0C0"/>
                  </a:outerShdw>
                </a:effectLst>
                <a:ea typeface="楷体_GB2312" pitchFamily="49" charset="-122"/>
              </a:rPr>
              <a:t>所有力做功的代数和，不是合力的功。因为对质点系，各力作用点的位移不一定相同。</a:t>
            </a:r>
          </a:p>
          <a:p>
            <a:pPr>
              <a:spcBef>
                <a:spcPct val="20000"/>
              </a:spcBef>
              <a:buClr>
                <a:schemeClr val="accent2"/>
              </a:buClr>
              <a:buSzPct val="80000"/>
              <a:buFont typeface="Wingdings" panose="05000000000000000000" pitchFamily="2" charset="2"/>
              <a:buNone/>
              <a:defRPr/>
            </a:pPr>
            <a:endParaRPr lang="zh-CN" altLang="en-US" sz="3300" b="1" dirty="0"/>
          </a:p>
          <a:p>
            <a:pPr>
              <a:spcBef>
                <a:spcPct val="20000"/>
              </a:spcBef>
              <a:buClr>
                <a:schemeClr val="accent2"/>
              </a:buClr>
              <a:buSzPct val="80000"/>
              <a:buFont typeface="Wingdings" panose="05000000000000000000" pitchFamily="2" charset="2"/>
              <a:buNone/>
              <a:defRPr/>
            </a:pPr>
            <a:endParaRPr lang="zh-CN" altLang="en-US" sz="3300" b="1" dirty="0"/>
          </a:p>
          <a:p>
            <a:pPr>
              <a:defRPr/>
            </a:pPr>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0A55DFF-784D-4794-AF38-039D0FCAC55C}"/>
              </a:ext>
            </a:extLst>
          </p:cNvPr>
          <p:cNvSpPr>
            <a:spLocks noGrp="1" noRot="1" noChangeAspect="1" noChangeArrowheads="1" noTextEdit="1"/>
          </p:cNvSpPr>
          <p:nvPr>
            <p:ph type="sldImg" idx="4294967295"/>
          </p:nvPr>
        </p:nvSpPr>
        <p:spPr>
          <a:ln/>
        </p:spPr>
      </p:sp>
      <p:sp>
        <p:nvSpPr>
          <p:cNvPr id="21507" name="Notes Placeholder 2">
            <a:extLst>
              <a:ext uri="{FF2B5EF4-FFF2-40B4-BE49-F238E27FC236}">
                <a16:creationId xmlns:a16="http://schemas.microsoft.com/office/drawing/2014/main" id="{E9A342B9-E730-47CE-89D1-9FEC4C4E1B3A}"/>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讲迈尔和焦耳在能量守恒上的贡献。</a:t>
            </a:r>
          </a:p>
        </p:txBody>
      </p:sp>
      <p:sp>
        <p:nvSpPr>
          <p:cNvPr id="21508" name="Slide Number Placeholder 3">
            <a:extLst>
              <a:ext uri="{FF2B5EF4-FFF2-40B4-BE49-F238E27FC236}">
                <a16:creationId xmlns:a16="http://schemas.microsoft.com/office/drawing/2014/main" id="{91288E13-FF49-4189-B6D2-F0140A86E9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F7D9FE-F2E9-4C67-9EC2-AA6424EF2386}" type="slidenum">
              <a:rPr kumimoji="0" lang="en-US" altLang="zh-CN" sz="1800" smtClean="0">
                <a:solidFill>
                  <a:srgbClr val="000000"/>
                </a:solidFill>
              </a:rPr>
              <a:pPr/>
              <a:t>21</a:t>
            </a:fld>
            <a:endParaRPr kumimoji="0" lang="en-US" altLang="zh-CN" sz="1800">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DF684D6E-989F-42F7-A626-4691075DAA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D6D5FBF-9D01-4600-A6FD-68ABE9256406}" type="slidenum">
              <a:rPr kumimoji="0" lang="en-US" altLang="zh-CN" sz="1800" smtClean="0">
                <a:solidFill>
                  <a:srgbClr val="000000"/>
                </a:solidFill>
              </a:rPr>
              <a:pPr/>
              <a:t>22</a:t>
            </a:fld>
            <a:endParaRPr kumimoji="0" lang="en-US" altLang="zh-CN" sz="1800">
              <a:solidFill>
                <a:srgbClr val="000000"/>
              </a:solidFill>
            </a:endParaRPr>
          </a:p>
        </p:txBody>
      </p:sp>
      <p:sp>
        <p:nvSpPr>
          <p:cNvPr id="23555" name="Rectangle 2">
            <a:extLst>
              <a:ext uri="{FF2B5EF4-FFF2-40B4-BE49-F238E27FC236}">
                <a16:creationId xmlns:a16="http://schemas.microsoft.com/office/drawing/2014/main" id="{320A986E-15ED-4B88-A9B3-992DE76F2896}"/>
              </a:ext>
            </a:extLst>
          </p:cNvPr>
          <p:cNvSpPr>
            <a:spLocks noGrp="1" noRot="1" noChangeAspect="1" noChangeArrowheads="1" noTextEdit="1"/>
          </p:cNvSpPr>
          <p:nvPr>
            <p:ph type="sldImg" idx="4294967295"/>
          </p:nvPr>
        </p:nvSpPr>
        <p:spPr>
          <a:ln/>
        </p:spPr>
      </p:sp>
      <p:sp>
        <p:nvSpPr>
          <p:cNvPr id="23556" name="Rectangle 3">
            <a:extLst>
              <a:ext uri="{FF2B5EF4-FFF2-40B4-BE49-F238E27FC236}">
                <a16:creationId xmlns:a16="http://schemas.microsoft.com/office/drawing/2014/main" id="{73C66154-B48E-4D25-9763-3AA8F3F6AD4B}"/>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是普遍的能量转化和守恒定律在机械运动中的体现，本质上是实验定律，适用范围更广（微观）。</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E0BC7190-FC46-4913-9A0D-DEC44B0BE2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14375" indent="-274638">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00138" indent="-2190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541463" indent="-2190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1981200" indent="-2190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4384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8956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3528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100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CE0D4A3-19C3-4066-BDB0-D44AF583EFEB}" type="slidenum">
              <a:rPr kumimoji="1" lang="en-US" altLang="zh-CN" sz="13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627" name="Rectangle 2">
            <a:extLst>
              <a:ext uri="{FF2B5EF4-FFF2-40B4-BE49-F238E27FC236}">
                <a16:creationId xmlns:a16="http://schemas.microsoft.com/office/drawing/2014/main" id="{6AF19BBB-E12E-46CB-9D9D-AD6F91976034}"/>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AC743054-85C5-48FE-8360-2201524826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900" b="1"/>
              <a:t>为</a:t>
            </a:r>
            <a:r>
              <a:rPr lang="zh-CN" altLang="en-US" sz="2900" b="1">
                <a:solidFill>
                  <a:schemeClr val="accent1"/>
                </a:solidFill>
              </a:rPr>
              <a:t>理想模型</a:t>
            </a:r>
            <a:r>
              <a:rPr lang="zh-CN" altLang="en-US" sz="2900" b="1"/>
              <a:t>。与</a:t>
            </a:r>
            <a:r>
              <a:rPr lang="zh-CN" altLang="en-US" sz="2900" b="1">
                <a:solidFill>
                  <a:schemeClr val="folHlink"/>
                </a:solidFill>
              </a:rPr>
              <a:t>质点</a:t>
            </a:r>
            <a:r>
              <a:rPr lang="zh-CN" altLang="en-US" sz="2900" b="1"/>
              <a:t>的区别在于：质点忽略了物体的形状和大小；刚体虽考虑到物体的形状和大小，但忽略了其形状和大小的改变。</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A5201111-AB03-450C-AAE4-2A172B19E2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14375" indent="-274638">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00138" indent="-219075">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541463" indent="-219075">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1981200" indent="-219075">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4384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8956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3528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10000" indent="-219075"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2C8D589-A94A-407B-813F-5ED1856C5569}" type="slidenum">
              <a:rPr lang="en-US" altLang="zh-CN" sz="1300" smtClean="0"/>
              <a:pPr>
                <a:spcBef>
                  <a:spcPct val="0"/>
                </a:spcBef>
              </a:pPr>
              <a:t>28</a:t>
            </a:fld>
            <a:endParaRPr lang="en-US" altLang="zh-CN" sz="1300"/>
          </a:p>
        </p:txBody>
      </p:sp>
      <p:sp>
        <p:nvSpPr>
          <p:cNvPr id="31747" name="Rectangle 2">
            <a:extLst>
              <a:ext uri="{FF2B5EF4-FFF2-40B4-BE49-F238E27FC236}">
                <a16:creationId xmlns:a16="http://schemas.microsoft.com/office/drawing/2014/main" id="{E4B5E28C-9B14-4949-9654-EFB62E353E78}"/>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E3429F66-67E1-423F-BD7D-3415D8065A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2900" b="1">
                <a:solidFill>
                  <a:schemeClr val="accent1"/>
                </a:solidFill>
                <a:ea typeface="创艺简粗黑" pitchFamily="2" charset="-122"/>
              </a:rPr>
              <a:t>刚体（质点系）的总质量和质心加速度的乘积等于质点系所受的合外力。</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noProof="1"/>
              <a:t>Click to edit Master title style</a:t>
            </a:r>
            <a:endParaRPr lang="zh-CN" altLang="en-US" noProof="1"/>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CN" noProof="1"/>
              <a:t>Click to edit Master subtitle style</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noProof="1"/>
              <a:t>Click to edit Master title style</a:t>
            </a:r>
            <a:endParaRPr lang="zh-CN" altLang="en-US" noProof="1"/>
          </a:p>
        </p:txBody>
      </p:sp>
      <p:sp>
        <p:nvSpPr>
          <p:cNvPr id="3" name="Content Placeholder 2"/>
          <p:cNvSpPr>
            <a:spLocks noGrp="1"/>
          </p:cNvSpPr>
          <p:nvPr>
            <p:ph idx="1"/>
          </p:nvPr>
        </p:nvSpPr>
        <p:spPr/>
        <p:txBody>
          <a:body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noProof="1"/>
              <a:t>Click to edit Master title style</a:t>
            </a:r>
            <a:endParaRPr lang="zh-CN" altLang="en-US" noProof="1"/>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noProof="1"/>
              <a:t>Click to edit Master text styles</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noProof="1"/>
              <a:t>Click to edit Master title style</a:t>
            </a:r>
            <a:endParaRPr lang="zh-CN" altLang="en-US" noProof="1"/>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noProof="1"/>
              <a:t>Click to edit Master title style</a:t>
            </a:r>
            <a:endParaRPr lang="zh-CN" altLang="en-US" noProof="1"/>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noProof="1"/>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noProof="1"/>
              <a:t>Click to edit Master title style</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7" name="Rectangle 4"/>
          <p:cNvSpPr>
            <a:spLocks noGrp="1" noChangeArrowheads="1"/>
          </p:cNvSpPr>
          <p:nvPr>
            <p:ph type="dt" sz="half" idx="2"/>
          </p:nvPr>
        </p:nvSpPr>
        <p:spPr bwMode="auto">
          <a:xfrm>
            <a:off x="457200" y="6245225"/>
            <a:ext cx="2133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7010400" y="6381750"/>
            <a:ext cx="2133600" cy="47625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zh-CN" dirty="0">
                <a:solidFill>
                  <a:schemeClr val="accent2"/>
                </a:solidFill>
              </a:rPr>
              <a:t>‹#›</a:t>
            </a:fld>
            <a:endParaRPr lang="en-US" altLang="zh-CN" dirty="0">
              <a:solidFill>
                <a:schemeClr val="accent2"/>
              </a:solidFill>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noProof="1"/>
              <a:t>Click to edit Master title style</a:t>
            </a:r>
            <a:endParaRPr lang="zh-CN" altLang="en-US" noProof="1"/>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noProof="1"/>
              <a:t>Click to edit Master text styles</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noProof="1"/>
              <a:t>Click to edit Master title style</a:t>
            </a:r>
            <a:endParaRPr lang="zh-CN" altLang="en-US" noProof="1"/>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noProof="1"/>
              <a:t>Click to edit Master text styles</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noProof="1"/>
              <a:t>Click to edit Master title style</a:t>
            </a:r>
            <a:endParaRPr lang="zh-CN" altLang="en-US" noProof="1"/>
          </a:p>
        </p:txBody>
      </p:sp>
      <p:sp>
        <p:nvSpPr>
          <p:cNvPr id="3" name="Vertical Text Placeholder 2"/>
          <p:cNvSpPr>
            <a:spLocks noGrp="1"/>
          </p:cNvSpPr>
          <p:nvPr>
            <p:ph type="body" orient="vert" idx="1"/>
          </p:nvPr>
        </p:nvSpPr>
        <p:spPr/>
        <p:txBody>
          <a:bodyPr vert="eaVert"/>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noProof="1"/>
              <a:t>Click to edit Master title style</a:t>
            </a:r>
            <a:endParaRPr lang="zh-CN" altLang="en-US" noProof="1"/>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noProof="1"/>
              <a:t>Click to edit Master text styles</a:t>
            </a:r>
          </a:p>
          <a:p>
            <a:pPr lvl="1"/>
            <a:r>
              <a:rPr lang="en-US" altLang="zh-CN" noProof="1"/>
              <a:t>Second level</a:t>
            </a:r>
          </a:p>
          <a:p>
            <a:pPr lvl="2"/>
            <a:r>
              <a:rPr lang="en-US" altLang="zh-CN" noProof="1"/>
              <a:t>Third level</a:t>
            </a:r>
          </a:p>
          <a:p>
            <a:pPr lvl="3"/>
            <a:r>
              <a:rPr lang="en-US" altLang="zh-CN" noProof="1"/>
              <a:t>Fourth level</a:t>
            </a:r>
          </a:p>
          <a:p>
            <a:pPr lvl="4"/>
            <a:r>
              <a:rPr lang="en-US" altLang="zh-CN" noProof="1"/>
              <a:t>Fifth level</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FF07E4E2-0B5A-4EBC-B907-D89CC75D0F68}"/>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BADAF0EC-1B3E-4544-B4AA-C704B205A46A}"/>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F9CC2755-53CE-4BF7-920B-DFE71D91B685}"/>
              </a:ext>
            </a:extLst>
          </p:cNvPr>
          <p:cNvSpPr>
            <a:spLocks noGrp="1"/>
          </p:cNvSpPr>
          <p:nvPr>
            <p:ph type="sldNum" sz="quarter" idx="12"/>
          </p:nvPr>
        </p:nvSpPr>
        <p:spPr>
          <a:xfrm>
            <a:off x="6553200" y="6245225"/>
            <a:ext cx="2133600" cy="476250"/>
          </a:xfrm>
        </p:spPr>
        <p:txBody>
          <a:bodyPr/>
          <a:lstStyle>
            <a:lvl1pPr>
              <a:defRPr/>
            </a:lvl1pPr>
          </a:lstStyle>
          <a:p>
            <a:pPr>
              <a:defRPr/>
            </a:pPr>
            <a:fld id="{851ADB6A-4D66-43B2-A9A6-BA3253BB5DB7}" type="slidenum">
              <a:rPr lang="en-US" altLang="zh-CN"/>
              <a:pPr>
                <a:defRPr/>
              </a:pPr>
              <a:t>‹#›</a:t>
            </a:fld>
            <a:endParaRPr lang="en-US" altLang="zh-CN"/>
          </a:p>
        </p:txBody>
      </p:sp>
    </p:spTree>
    <p:extLst>
      <p:ext uri="{BB962C8B-B14F-4D97-AF65-F5344CB8AC3E}">
        <p14:creationId xmlns:p14="http://schemas.microsoft.com/office/powerpoint/2010/main" val="1806313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4100" name="Picture 10" descr="banner图"/>
          <p:cNvPicPr>
            <a:picLocks noChangeAspect="1"/>
          </p:cNvPicPr>
          <p:nvPr/>
        </p:nvPicPr>
        <p:blipFill>
          <a:blip r:embed="rId2"/>
          <a:stretch>
            <a:fillRect/>
          </a:stretch>
        </p:blipFill>
        <p:spPr>
          <a:xfrm>
            <a:off x="0" y="-26987"/>
            <a:ext cx="9144000" cy="1096962"/>
          </a:xfrm>
          <a:prstGeom prst="rect">
            <a:avLst/>
          </a:prstGeom>
          <a:noFill/>
          <a:ln w="9525">
            <a:noFill/>
          </a:ln>
        </p:spPr>
      </p:pic>
      <p:pic>
        <p:nvPicPr>
          <p:cNvPr id="4101" name="Picture 13"/>
          <p:cNvPicPr>
            <a:picLocks noChangeAspect="1"/>
          </p:cNvPicPr>
          <p:nvPr/>
        </p:nvPicPr>
        <p:blipFill>
          <a:blip r:embed="rId3"/>
          <a:stretch>
            <a:fillRect/>
          </a:stretch>
        </p:blipFill>
        <p:spPr>
          <a:xfrm>
            <a:off x="0" y="5157788"/>
            <a:ext cx="1800225" cy="1690687"/>
          </a:xfrm>
          <a:prstGeom prst="rect">
            <a:avLst/>
          </a:prstGeom>
          <a:noFill/>
          <a:ln w="9525">
            <a:noFill/>
          </a:ln>
        </p:spPr>
      </p:pic>
      <p:sp>
        <p:nvSpPr>
          <p:cNvPr id="11" name="AutoShape 12"/>
          <p:cNvSpPr>
            <a:spLocks noChangeArrowheads="1"/>
          </p:cNvSpPr>
          <p:nvPr/>
        </p:nvSpPr>
        <p:spPr bwMode="auto">
          <a:xfrm>
            <a:off x="971550" y="2239963"/>
            <a:ext cx="7200900" cy="53975"/>
          </a:xfrm>
          <a:prstGeom prst="roundRect">
            <a:avLst>
              <a:gd name="adj" fmla="val 50000"/>
            </a:avLst>
          </a:prstGeom>
          <a:gradFill rotWithShape="0">
            <a:gsLst>
              <a:gs pos="0">
                <a:srgbClr val="EFFFFF"/>
              </a:gs>
              <a:gs pos="50000">
                <a:srgbClr val="FF0000"/>
              </a:gs>
              <a:gs pos="100000">
                <a:srgbClr val="EFFFFF"/>
              </a:gs>
            </a:gsLst>
            <a:lin ang="0" scaled="1"/>
          </a:gradFill>
          <a:ln>
            <a:noFill/>
          </a:ln>
        </p:spPr>
        <p:txBody>
          <a:bodyPr wrap="none" lIns="113130" tIns="56565" rIns="113130" bIns="56565" anchor="ctr"/>
          <a:lstStyle>
            <a:lvl1pPr defTabSz="1133475">
              <a:defRPr>
                <a:solidFill>
                  <a:schemeClr val="tx1"/>
                </a:solidFill>
                <a:latin typeface="Arial" panose="020B0604020202020204" pitchFamily="34" charset="0"/>
                <a:ea typeface="宋体" panose="02010600030101010101" pitchFamily="2" charset="-122"/>
              </a:defRPr>
            </a:lvl1pPr>
            <a:lvl2pPr marL="742950" indent="-285750" defTabSz="1133475">
              <a:defRPr>
                <a:solidFill>
                  <a:schemeClr val="tx1"/>
                </a:solidFill>
                <a:latin typeface="Arial" panose="020B0604020202020204" pitchFamily="34" charset="0"/>
                <a:ea typeface="宋体" panose="02010600030101010101" pitchFamily="2" charset="-122"/>
              </a:defRPr>
            </a:lvl2pPr>
            <a:lvl3pPr marL="1143000" indent="-228600" defTabSz="1133475">
              <a:defRPr>
                <a:solidFill>
                  <a:schemeClr val="tx1"/>
                </a:solidFill>
                <a:latin typeface="Arial" panose="020B0604020202020204" pitchFamily="34" charset="0"/>
                <a:ea typeface="宋体" panose="02010600030101010101" pitchFamily="2" charset="-122"/>
              </a:defRPr>
            </a:lvl3pPr>
            <a:lvl4pPr marL="1600200" indent="-228600" defTabSz="1133475">
              <a:defRPr>
                <a:solidFill>
                  <a:schemeClr val="tx1"/>
                </a:solidFill>
                <a:latin typeface="Arial" panose="020B0604020202020204" pitchFamily="34" charset="0"/>
                <a:ea typeface="宋体" panose="02010600030101010101" pitchFamily="2" charset="-122"/>
              </a:defRPr>
            </a:lvl4pPr>
            <a:lvl5pPr marL="2057400" indent="-228600" defTabSz="1133475">
              <a:defRPr>
                <a:solidFill>
                  <a:schemeClr val="tx1"/>
                </a:solidFill>
                <a:latin typeface="Arial" panose="020B0604020202020204" pitchFamily="34" charset="0"/>
                <a:ea typeface="宋体" panose="02010600030101010101" pitchFamily="2" charset="-122"/>
              </a:defRPr>
            </a:lvl5pPr>
            <a:lvl6pPr marL="2514600" indent="-228600" defTabSz="11334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1334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1334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13347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133475"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a:ln>
                <a:noFill/>
              </a:ln>
              <a:solidFill>
                <a:srgbClr val="00246C"/>
              </a:solidFill>
              <a:effectLst/>
              <a:uLnTx/>
              <a:uFillTx/>
              <a:latin typeface="Arial" panose="020B0604020202020204" pitchFamily="34" charset="0"/>
              <a:ea typeface="黑体" panose="02010609060101010101" pitchFamily="49" charset="-122"/>
              <a:cs typeface="+mn-cs"/>
            </a:endParaRPr>
          </a:p>
        </p:txBody>
      </p:sp>
      <p:sp>
        <p:nvSpPr>
          <p:cNvPr id="2" name="标题 1"/>
          <p:cNvSpPr>
            <a:spLocks noGrp="1"/>
          </p:cNvSpPr>
          <p:nvPr>
            <p:ph type="ctrTitle"/>
          </p:nvPr>
        </p:nvSpPr>
        <p:spPr>
          <a:xfrm>
            <a:off x="0" y="1052736"/>
            <a:ext cx="9144000" cy="1470025"/>
          </a:xfrm>
        </p:spPr>
        <p:txBody>
          <a:bodyPr>
            <a:noAutofit/>
          </a:bodyPr>
          <a:lstStyle>
            <a:lvl1pPr algn="ctr">
              <a:defRPr sz="5400" b="1" baseline="0">
                <a:solidFill>
                  <a:srgbClr val="00206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defRPr>
            </a:lvl1p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1" baseline="0">
                <a:solidFill>
                  <a:schemeClr val="tx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p>
        </p:txBody>
      </p:sp>
      <p:sp>
        <p:nvSpPr>
          <p:cNvPr id="12"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AD60C75-6A04-4D4E-BE16-387FEB86827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页脚占位符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14" name="灯片编号占位符 5"/>
          <p:cNvSpPr>
            <a:spLocks noGrp="1"/>
          </p:cNvSpPr>
          <p:nvPr>
            <p:ph type="sldNum" sz="quarter" idx="4"/>
          </p:nvPr>
        </p:nvSpPr>
        <p:spPr>
          <a:xfrm>
            <a:off x="6975475" y="6448425"/>
            <a:ext cx="21336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zh-CN" altLang="en-US" dirty="0">
                <a:effectLst>
                  <a:outerShdw blurRad="38100" dist="38100" dir="2700000">
                    <a:srgbClr val="C0C0C0"/>
                  </a:outerShdw>
                </a:effectLst>
                <a:latin typeface="Times New Roman" panose="02020603050405020304" pitchFamily="18" charset="0"/>
                <a:ea typeface="微软雅黑" panose="020B0503020204020204" pitchFamily="34" charset="-122"/>
              </a:rPr>
              <a:t>‹#›</a:t>
            </a:fld>
            <a:endParaRPr lang="zh-CN" altLang="en-US" dirty="0">
              <a:effectLst>
                <a:outerShdw blurRad="38100" dist="38100" dir="2700000">
                  <a:srgbClr val="C0C0C0"/>
                </a:outerShdw>
              </a:effectLst>
              <a:latin typeface="Times New Roman" panose="02020603050405020304" pitchFamily="18" charset="0"/>
              <a:ea typeface="微软雅黑" panose="020B0503020204020204"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Times New Roman" panose="02020603050405020304" pitchFamily="18" charset="0"/>
              </a:defRPr>
            </a:lvl1p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zh-CN" altLang="en-US" sz="3200" b="1" i="0" u="none" strike="noStrike" kern="1200" cap="none" spc="0" normalizeH="0" baseline="0" noProof="0">
                <a:ln>
                  <a:noFill/>
                </a:ln>
                <a:solidFill>
                  <a:schemeClr val="tx1"/>
                </a:solidFill>
                <a:effectLst/>
                <a:uLnTx/>
                <a:uFillTx/>
                <a:latin typeface="Georgia" panose="02040502050405020303" pitchFamily="18" charset="0"/>
                <a:ea typeface="微软雅黑" panose="020B0503020204020204" pitchFamily="34" charset="-122"/>
                <a:cs typeface="微软雅黑" panose="020B0503020204020204" pitchFamily="34" charset="-122"/>
              </a:rPr>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标题幻灯片">
    <p:bg>
      <p:bgPr>
        <a:solidFill>
          <a:schemeClr val="bg1"/>
        </a:solidFill>
        <a:effectLst/>
      </p:bgPr>
    </p:bg>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61143" y="3524750"/>
            <a:ext cx="6723225" cy="1589593"/>
          </a:xfrm>
          <a:prstGeom prst="rect">
            <a:avLst/>
          </a:prstGeom>
        </p:spPr>
        <p:txBody>
          <a:bodyPr lIns="79681" tIns="39840" rIns="79681" bIns="39840"/>
          <a:lstStyle>
            <a:lvl1pPr marL="0" indent="0" algn="ctr">
              <a:buNone/>
              <a:defRPr/>
            </a:lvl1pPr>
            <a:lvl2pPr marL="398145" indent="0" algn="ctr">
              <a:buNone/>
              <a:defRPr/>
            </a:lvl2pPr>
            <a:lvl3pPr marL="796925" indent="0" algn="ctr">
              <a:buNone/>
              <a:defRPr/>
            </a:lvl3pPr>
            <a:lvl4pPr marL="1195070" indent="0" algn="ctr">
              <a:buNone/>
              <a:defRPr/>
            </a:lvl4pPr>
            <a:lvl5pPr marL="1593850" indent="0" algn="ctr">
              <a:buNone/>
              <a:defRPr/>
            </a:lvl5pPr>
            <a:lvl6pPr marL="1991995" indent="0" algn="ctr">
              <a:buNone/>
              <a:defRPr/>
            </a:lvl6pPr>
            <a:lvl7pPr marL="2390140" indent="0" algn="ctr">
              <a:buNone/>
              <a:defRPr/>
            </a:lvl7pPr>
            <a:lvl8pPr marL="2788920" indent="0" algn="ctr">
              <a:buNone/>
              <a:defRPr/>
            </a:lvl8pPr>
            <a:lvl9pPr marL="3187065" indent="0" algn="ctr">
              <a:buNone/>
              <a:defRPr/>
            </a:lvl9pPr>
          </a:lstStyle>
          <a:p>
            <a:r>
              <a:rPr lang="zh-CN" altLang="en-US" noProof="1"/>
              <a:t>单击此处编辑母版副标题样式</a:t>
            </a:r>
          </a:p>
        </p:txBody>
      </p:sp>
      <p:sp>
        <p:nvSpPr>
          <p:cNvPr id="7" name="标题 6"/>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9" name="Rectangle 8"/>
          <p:cNvSpPr>
            <a:spLocks noGrp="1" noChangeArrowheads="1"/>
          </p:cNvSpPr>
          <p:nvPr>
            <p:ph type="sldNum" sz="quarter" idx="4"/>
          </p:nvPr>
        </p:nvSpPr>
        <p:spPr>
          <a:xfrm>
            <a:off x="6975475" y="6448425"/>
            <a:ext cx="21336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zh-CN" altLang="en-US" dirty="0">
                <a:effectLst>
                  <a:outerShdw blurRad="38100" dist="38100" dir="2700000">
                    <a:srgbClr val="C0C0C0"/>
                  </a:outerShdw>
                </a:effectLst>
                <a:latin typeface="Times New Roman" panose="02020603050405020304" pitchFamily="18" charset="0"/>
                <a:ea typeface="微软雅黑" panose="020B0503020204020204" pitchFamily="34" charset="-122"/>
              </a:rPr>
              <a:t>‹#›</a:t>
            </a:fld>
            <a:endParaRPr lang="zh-CN" altLang="en-US" dirty="0">
              <a:effectLst>
                <a:outerShdw blurRad="38100" dist="38100" dir="2700000">
                  <a:srgbClr val="C0C0C0"/>
                </a:outerShdw>
              </a:effectLst>
              <a:latin typeface="Times New Roman" panose="02020603050405020304" pitchFamily="18" charset="0"/>
              <a:ea typeface="微软雅黑" panose="020B0503020204020204" pitchFamily="34" charset="-122"/>
            </a:endParaRPr>
          </a:p>
        </p:txBody>
      </p:sp>
      <p:sp>
        <p:nvSpPr>
          <p:cNvPr id="10" name="日期占位符 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98C805D-E5B6-4593-80C5-1ED510FD0D91}"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页脚占位符 3"/>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slow"/>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自定义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9" name="灯片编号占位符 2"/>
          <p:cNvSpPr>
            <a:spLocks noGrp="1"/>
          </p:cNvSpPr>
          <p:nvPr>
            <p:ph type="sldNum" sz="quarter" idx="4"/>
          </p:nvPr>
        </p:nvSpPr>
        <p:spPr>
          <a:xfrm>
            <a:off x="6975475" y="6448425"/>
            <a:ext cx="21336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zh-CN" altLang="en-US" dirty="0">
                <a:effectLst>
                  <a:outerShdw blurRad="38100" dist="38100" dir="2700000">
                    <a:srgbClr val="C0C0C0"/>
                  </a:outerShdw>
                </a:effectLst>
                <a:latin typeface="Times New Roman" panose="02020603050405020304" pitchFamily="18" charset="0"/>
                <a:ea typeface="微软雅黑" panose="020B0503020204020204" pitchFamily="34" charset="-122"/>
              </a:rPr>
              <a:t>‹#›</a:t>
            </a:fld>
            <a:endParaRPr lang="zh-CN" altLang="en-US" dirty="0">
              <a:effectLst>
                <a:outerShdw blurRad="38100" dist="38100" dir="2700000">
                  <a:srgbClr val="C0C0C0"/>
                </a:outerShdw>
              </a:effectLst>
              <a:latin typeface="Times New Roman" panose="02020603050405020304" pitchFamily="18" charset="0"/>
              <a:ea typeface="微软雅黑" panose="020B0503020204020204" pitchFamily="34" charset="-122"/>
            </a:endParaRPr>
          </a:p>
        </p:txBody>
      </p:sp>
      <p:sp>
        <p:nvSpPr>
          <p:cNvPr id="10" name="日期占位符 2"/>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665022F2-A967-4D29-A6B9-2578CF9B0110}"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页脚占位符 3"/>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456932" y="275013"/>
            <a:ext cx="8230138" cy="585154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Rectangle 3"/>
          <p:cNvSpPr>
            <a:spLocks noGrp="1" noChangeArrowheads="1"/>
          </p:cNvSpPr>
          <p:nvPr>
            <p:ph type="sldNum" sz="quarter" idx="4"/>
          </p:nvPr>
        </p:nvSpPr>
        <p:spPr>
          <a:xfrm>
            <a:off x="6975475" y="6448425"/>
            <a:ext cx="21336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en-US" altLang="zh-CN" dirty="0">
                <a:effectLst>
                  <a:outerShdw blurRad="38100" dist="38100" dir="2700000">
                    <a:srgbClr val="C0C0C0"/>
                  </a:outerShdw>
                </a:effectLst>
                <a:latin typeface="Times New Roman" panose="02020603050405020304" pitchFamily="18" charset="0"/>
                <a:ea typeface="微软雅黑" panose="020B0503020204020204" pitchFamily="34" charset="-122"/>
              </a:rPr>
              <a:t>‹#›</a:t>
            </a:fld>
            <a:endParaRPr lang="en-US" altLang="zh-CN" dirty="0">
              <a:effectLst>
                <a:outerShdw blurRad="38100" dist="38100" dir="2700000">
                  <a:srgbClr val="C0C0C0"/>
                </a:outerShdw>
              </a:effectLst>
              <a:latin typeface="Times New Roman" panose="02020603050405020304" pitchFamily="18" charset="0"/>
              <a:ea typeface="微软雅黑" panose="020B0503020204020204" pitchFamily="34" charset="-122"/>
            </a:endParaRPr>
          </a:p>
        </p:txBody>
      </p:sp>
      <p:sp>
        <p:nvSpPr>
          <p:cNvPr id="10" name="日期占位符 2"/>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4C51E7E-1923-4AE8-BBE1-EF2D3C9966DD}"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页脚占位符 3"/>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1691D935-33E5-4430-ABB5-A9BED87D681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759911E-8264-4720-B2CA-091B6915301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B9E5987-0542-42BD-A02D-83C1C64CF291}"/>
              </a:ext>
            </a:extLst>
          </p:cNvPr>
          <p:cNvSpPr>
            <a:spLocks noGrp="1"/>
          </p:cNvSpPr>
          <p:nvPr>
            <p:ph type="sldNum" sz="quarter" idx="12"/>
          </p:nvPr>
        </p:nvSpPr>
        <p:spPr/>
        <p:txBody>
          <a:bodyPr/>
          <a:lstStyle>
            <a:lvl1pPr>
              <a:defRPr/>
            </a:lvl1pPr>
          </a:lstStyle>
          <a:p>
            <a:pPr>
              <a:defRPr/>
            </a:pPr>
            <a:fld id="{520A08FC-5100-4000-BC14-AE923D98B74F}" type="slidenum">
              <a:rPr lang="en-US" altLang="zh-CN"/>
              <a:pPr>
                <a:defRPr/>
              </a:pPr>
              <a:t>‹#›</a:t>
            </a:fld>
            <a:endParaRPr lang="en-US" altLang="zh-CN"/>
          </a:p>
        </p:txBody>
      </p:sp>
    </p:spTree>
    <p:extLst>
      <p:ext uri="{BB962C8B-B14F-4D97-AF65-F5344CB8AC3E}">
        <p14:creationId xmlns:p14="http://schemas.microsoft.com/office/powerpoint/2010/main" val="2147902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0C45A57-31F3-47A8-AEE3-E9F0457E913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562211E-D6A4-445E-825A-24FD2810954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5A096A45-BE70-4130-A10F-D7039625E3CD}"/>
              </a:ext>
            </a:extLst>
          </p:cNvPr>
          <p:cNvSpPr>
            <a:spLocks noGrp="1"/>
          </p:cNvSpPr>
          <p:nvPr>
            <p:ph type="sldNum" sz="quarter" idx="12"/>
          </p:nvPr>
        </p:nvSpPr>
        <p:spPr/>
        <p:txBody>
          <a:bodyPr/>
          <a:lstStyle>
            <a:lvl1pPr>
              <a:defRPr/>
            </a:lvl1pPr>
          </a:lstStyle>
          <a:p>
            <a:pPr>
              <a:defRPr/>
            </a:pPr>
            <a:fld id="{712FCB49-E269-4BE9-8145-2B72BBF38BFA}" type="slidenum">
              <a:rPr lang="en-US" altLang="zh-CN"/>
              <a:pPr>
                <a:defRPr/>
              </a:pPr>
              <a:t>‹#›</a:t>
            </a:fld>
            <a:endParaRPr lang="en-US" altLang="zh-CN"/>
          </a:p>
        </p:txBody>
      </p:sp>
    </p:spTree>
    <p:extLst>
      <p:ext uri="{BB962C8B-B14F-4D97-AF65-F5344CB8AC3E}">
        <p14:creationId xmlns:p14="http://schemas.microsoft.com/office/powerpoint/2010/main" val="14065614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0009F4A-0573-473E-A295-68621AD91E3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A1FC702-5E74-4B39-9535-F0085DAEDB01}"/>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C8CE94E-090A-4328-BC56-0267D051A793}"/>
              </a:ext>
            </a:extLst>
          </p:cNvPr>
          <p:cNvSpPr>
            <a:spLocks noGrp="1"/>
          </p:cNvSpPr>
          <p:nvPr>
            <p:ph type="sldNum" sz="quarter" idx="12"/>
          </p:nvPr>
        </p:nvSpPr>
        <p:spPr>
          <a:xfrm>
            <a:off x="6553200" y="6245225"/>
            <a:ext cx="2133600" cy="476250"/>
          </a:xfrm>
        </p:spPr>
        <p:txBody>
          <a:bodyPr/>
          <a:lstStyle>
            <a:lvl1pPr>
              <a:defRPr/>
            </a:lvl1pPr>
          </a:lstStyle>
          <a:p>
            <a:pPr>
              <a:defRPr/>
            </a:pPr>
            <a:fld id="{D555062E-F487-4B37-9315-DD485E30A91D}" type="slidenum">
              <a:rPr lang="en-US" altLang="zh-CN"/>
              <a:pPr>
                <a:defRPr/>
              </a:pPr>
              <a:t>‹#›</a:t>
            </a:fld>
            <a:endParaRPr lang="en-US" altLang="zh-CN"/>
          </a:p>
        </p:txBody>
      </p:sp>
    </p:spTree>
    <p:extLst>
      <p:ext uri="{BB962C8B-B14F-4D97-AF65-F5344CB8AC3E}">
        <p14:creationId xmlns:p14="http://schemas.microsoft.com/office/powerpoint/2010/main" val="28932323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7FEE1FE-B9E1-4D7B-8A52-C752833371F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C8D50A7D-FEA8-4535-9417-7A2B92D43B4C}"/>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65E82E7B-CC6B-4B78-A59C-58E95B5B6118}"/>
              </a:ext>
            </a:extLst>
          </p:cNvPr>
          <p:cNvSpPr>
            <a:spLocks noGrp="1"/>
          </p:cNvSpPr>
          <p:nvPr>
            <p:ph type="sldNum" sz="quarter" idx="12"/>
          </p:nvPr>
        </p:nvSpPr>
        <p:spPr>
          <a:xfrm>
            <a:off x="6553200" y="6245225"/>
            <a:ext cx="2133600" cy="476250"/>
          </a:xfrm>
        </p:spPr>
        <p:txBody>
          <a:bodyPr/>
          <a:lstStyle>
            <a:lvl1pPr>
              <a:defRPr/>
            </a:lvl1pPr>
          </a:lstStyle>
          <a:p>
            <a:pPr>
              <a:defRPr/>
            </a:pPr>
            <a:fld id="{F5B34E99-07E3-4DEB-B196-9BE97169F3C4}" type="slidenum">
              <a:rPr lang="en-US" altLang="zh-CN"/>
              <a:pPr>
                <a:defRPr/>
              </a:pPr>
              <a:t>‹#›</a:t>
            </a:fld>
            <a:endParaRPr lang="en-US" altLang="zh-CN"/>
          </a:p>
        </p:txBody>
      </p:sp>
    </p:spTree>
    <p:extLst>
      <p:ext uri="{BB962C8B-B14F-4D97-AF65-F5344CB8AC3E}">
        <p14:creationId xmlns:p14="http://schemas.microsoft.com/office/powerpoint/2010/main" val="13494468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90458FF-56D4-4E84-AE27-C9AF5CFE2E1B}"/>
              </a:ext>
            </a:extLst>
          </p:cNvPr>
          <p:cNvSpPr>
            <a:spLocks noGrp="1"/>
          </p:cNvSpPr>
          <p:nvPr>
            <p:ph type="dt" sz="half" idx="10"/>
          </p:nvPr>
        </p:nvSpPr>
        <p:spPr/>
        <p:txBody>
          <a:bodyPr/>
          <a:lstStyle>
            <a:lvl1pPr>
              <a:defRPr/>
            </a:lvl1pPr>
          </a:lstStyle>
          <a:p>
            <a:pPr>
              <a:defRPr/>
            </a:pPr>
            <a:endParaRPr lang="en-US" altLang="zh-CN"/>
          </a:p>
        </p:txBody>
      </p:sp>
      <p:sp>
        <p:nvSpPr>
          <p:cNvPr id="8" name="页脚占位符 7">
            <a:extLst>
              <a:ext uri="{FF2B5EF4-FFF2-40B4-BE49-F238E27FC236}">
                <a16:creationId xmlns:a16="http://schemas.microsoft.com/office/drawing/2014/main" id="{258552D3-69EB-4915-9982-444F0F0B3518}"/>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8">
            <a:extLst>
              <a:ext uri="{FF2B5EF4-FFF2-40B4-BE49-F238E27FC236}">
                <a16:creationId xmlns:a16="http://schemas.microsoft.com/office/drawing/2014/main" id="{907C2D32-2B91-497F-AACA-F95088B86173}"/>
              </a:ext>
            </a:extLst>
          </p:cNvPr>
          <p:cNvSpPr>
            <a:spLocks noGrp="1"/>
          </p:cNvSpPr>
          <p:nvPr>
            <p:ph type="sldNum" sz="quarter" idx="12"/>
          </p:nvPr>
        </p:nvSpPr>
        <p:spPr>
          <a:xfrm>
            <a:off x="6553200" y="6245225"/>
            <a:ext cx="2133600" cy="476250"/>
          </a:xfrm>
        </p:spPr>
        <p:txBody>
          <a:bodyPr/>
          <a:lstStyle>
            <a:lvl1pPr>
              <a:defRPr/>
            </a:lvl1pPr>
          </a:lstStyle>
          <a:p>
            <a:pPr>
              <a:defRPr/>
            </a:pPr>
            <a:fld id="{7F768E0C-7079-486F-BDAF-B66B0181620E}" type="slidenum">
              <a:rPr lang="en-US" altLang="zh-CN"/>
              <a:pPr>
                <a:defRPr/>
              </a:pPr>
              <a:t>‹#›</a:t>
            </a:fld>
            <a:endParaRPr lang="en-US" altLang="zh-CN"/>
          </a:p>
        </p:txBody>
      </p:sp>
    </p:spTree>
    <p:extLst>
      <p:ext uri="{BB962C8B-B14F-4D97-AF65-F5344CB8AC3E}">
        <p14:creationId xmlns:p14="http://schemas.microsoft.com/office/powerpoint/2010/main" val="29440619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165FF5-5609-46A1-8425-54AAD9206BA9}"/>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D4EDBE0A-1EFF-4417-8CAC-CF04DEF57E47}"/>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FA439CB8-6627-4E82-8AC4-12A7F0C8923D}"/>
              </a:ext>
            </a:extLst>
          </p:cNvPr>
          <p:cNvSpPr>
            <a:spLocks noGrp="1"/>
          </p:cNvSpPr>
          <p:nvPr>
            <p:ph type="sldNum" sz="quarter" idx="12"/>
          </p:nvPr>
        </p:nvSpPr>
        <p:spPr>
          <a:xfrm>
            <a:off x="6553200" y="6245225"/>
            <a:ext cx="2133600" cy="476250"/>
          </a:xfrm>
        </p:spPr>
        <p:txBody>
          <a:bodyPr/>
          <a:lstStyle>
            <a:lvl1pPr>
              <a:defRPr/>
            </a:lvl1pPr>
          </a:lstStyle>
          <a:p>
            <a:pPr>
              <a:defRPr/>
            </a:pPr>
            <a:fld id="{1D3ECA16-E7E6-4099-8A2D-EE7566BB34EB}" type="slidenum">
              <a:rPr lang="en-US" altLang="zh-CN"/>
              <a:pPr>
                <a:defRPr/>
              </a:pPr>
              <a:t>‹#›</a:t>
            </a:fld>
            <a:endParaRPr lang="en-US" altLang="zh-CN"/>
          </a:p>
        </p:txBody>
      </p:sp>
    </p:spTree>
    <p:extLst>
      <p:ext uri="{BB962C8B-B14F-4D97-AF65-F5344CB8AC3E}">
        <p14:creationId xmlns:p14="http://schemas.microsoft.com/office/powerpoint/2010/main" val="17386148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0076A1E-8266-4D74-8ED4-4C2D0A58BE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BBF684B1-ED62-49BC-A8AF-F5842A77B2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32887EC5-7332-4E4E-855F-734FCF9E2B36}"/>
              </a:ext>
            </a:extLst>
          </p:cNvPr>
          <p:cNvSpPr>
            <a:spLocks noGrp="1"/>
          </p:cNvSpPr>
          <p:nvPr>
            <p:ph type="sldNum" sz="quarter" idx="12"/>
          </p:nvPr>
        </p:nvSpPr>
        <p:spPr/>
        <p:txBody>
          <a:bodyPr/>
          <a:lstStyle>
            <a:lvl1pPr>
              <a:defRPr/>
            </a:lvl1pPr>
          </a:lstStyle>
          <a:p>
            <a:pPr>
              <a:defRPr/>
            </a:pPr>
            <a:fld id="{A374227B-FE15-4B84-84CF-E3D59E44619F}" type="slidenum">
              <a:rPr lang="en-US" altLang="zh-CN"/>
              <a:pPr>
                <a:defRPr/>
              </a:pPr>
              <a:t>‹#›</a:t>
            </a:fld>
            <a:endParaRPr lang="en-US" altLang="zh-CN"/>
          </a:p>
        </p:txBody>
      </p:sp>
    </p:spTree>
    <p:extLst>
      <p:ext uri="{BB962C8B-B14F-4D97-AF65-F5344CB8AC3E}">
        <p14:creationId xmlns:p14="http://schemas.microsoft.com/office/powerpoint/2010/main" val="40139770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6AAF256-E74C-491C-853A-3C2DC03AF8B4}"/>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C6D06114-3DDB-4C42-8655-D9CD3FE2B950}"/>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D75EA923-7435-4121-BE08-E1906F36E8B1}"/>
              </a:ext>
            </a:extLst>
          </p:cNvPr>
          <p:cNvSpPr>
            <a:spLocks noGrp="1"/>
          </p:cNvSpPr>
          <p:nvPr>
            <p:ph type="sldNum" sz="quarter" idx="12"/>
          </p:nvPr>
        </p:nvSpPr>
        <p:spPr>
          <a:xfrm>
            <a:off x="6553200" y="6245225"/>
            <a:ext cx="2133600" cy="476250"/>
          </a:xfrm>
        </p:spPr>
        <p:txBody>
          <a:bodyPr/>
          <a:lstStyle>
            <a:lvl1pPr>
              <a:defRPr/>
            </a:lvl1pPr>
          </a:lstStyle>
          <a:p>
            <a:pPr>
              <a:defRPr/>
            </a:pPr>
            <a:fld id="{09CC6166-1794-4E09-A578-725D8FEB7F52}" type="slidenum">
              <a:rPr lang="en-US" altLang="zh-CN"/>
              <a:pPr>
                <a:defRPr/>
              </a:pPr>
              <a:t>‹#›</a:t>
            </a:fld>
            <a:endParaRPr lang="en-US" altLang="zh-CN"/>
          </a:p>
        </p:txBody>
      </p:sp>
    </p:spTree>
    <p:extLst>
      <p:ext uri="{BB962C8B-B14F-4D97-AF65-F5344CB8AC3E}">
        <p14:creationId xmlns:p14="http://schemas.microsoft.com/office/powerpoint/2010/main" val="4465757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FD36CE4-2FDA-466C-BF5F-16619FEFBAD7}"/>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6346F0DA-4322-4B01-AB9B-D350F007167C}"/>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DA83D863-F39F-441F-A60E-EA6F494A016E}"/>
              </a:ext>
            </a:extLst>
          </p:cNvPr>
          <p:cNvSpPr>
            <a:spLocks noGrp="1"/>
          </p:cNvSpPr>
          <p:nvPr>
            <p:ph type="sldNum" sz="quarter" idx="12"/>
          </p:nvPr>
        </p:nvSpPr>
        <p:spPr>
          <a:xfrm>
            <a:off x="6553200" y="6245225"/>
            <a:ext cx="2133600" cy="476250"/>
          </a:xfrm>
        </p:spPr>
        <p:txBody>
          <a:bodyPr/>
          <a:lstStyle>
            <a:lvl1pPr>
              <a:defRPr/>
            </a:lvl1pPr>
          </a:lstStyle>
          <a:p>
            <a:pPr>
              <a:defRPr/>
            </a:pPr>
            <a:fld id="{B7C097A6-3177-40DF-BDF2-9D93DB54D5EC}" type="slidenum">
              <a:rPr lang="en-US" altLang="zh-CN"/>
              <a:pPr>
                <a:defRPr/>
              </a:pPr>
              <a:t>‹#›</a:t>
            </a:fld>
            <a:endParaRPr lang="en-US" altLang="zh-CN"/>
          </a:p>
        </p:txBody>
      </p:sp>
    </p:spTree>
    <p:extLst>
      <p:ext uri="{BB962C8B-B14F-4D97-AF65-F5344CB8AC3E}">
        <p14:creationId xmlns:p14="http://schemas.microsoft.com/office/powerpoint/2010/main" val="25614475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3E6DBFC-DDD5-4AA5-9AF5-496A22EEA6B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6CC8954-9A27-438F-8DA3-4623B02CE81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51564442-8628-43F6-9777-B03582BE2581}"/>
              </a:ext>
            </a:extLst>
          </p:cNvPr>
          <p:cNvSpPr>
            <a:spLocks noGrp="1"/>
          </p:cNvSpPr>
          <p:nvPr>
            <p:ph type="sldNum" sz="quarter" idx="12"/>
          </p:nvPr>
        </p:nvSpPr>
        <p:spPr>
          <a:xfrm>
            <a:off x="6553200" y="6245225"/>
            <a:ext cx="2133600" cy="476250"/>
          </a:xfrm>
        </p:spPr>
        <p:txBody>
          <a:bodyPr/>
          <a:lstStyle>
            <a:lvl1pPr>
              <a:defRPr/>
            </a:lvl1pPr>
          </a:lstStyle>
          <a:p>
            <a:pPr>
              <a:defRPr/>
            </a:pPr>
            <a:fld id="{36C708D0-DA9A-423D-BFC3-8FF1ABAEBD7C}" type="slidenum">
              <a:rPr lang="en-US" altLang="zh-CN"/>
              <a:pPr>
                <a:defRPr/>
              </a:pPr>
              <a:t>‹#›</a:t>
            </a:fld>
            <a:endParaRPr lang="en-US" altLang="zh-CN"/>
          </a:p>
        </p:txBody>
      </p:sp>
    </p:spTree>
    <p:extLst>
      <p:ext uri="{BB962C8B-B14F-4D97-AF65-F5344CB8AC3E}">
        <p14:creationId xmlns:p14="http://schemas.microsoft.com/office/powerpoint/2010/main" val="31130284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FF72562-2189-4FF3-9A27-9C5BA58D82A0}"/>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38490D69-2560-4ADF-A55E-9EE1EB2EC6C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A516EBC-2D7F-4BDD-9922-28F440422377}"/>
              </a:ext>
            </a:extLst>
          </p:cNvPr>
          <p:cNvSpPr>
            <a:spLocks noGrp="1"/>
          </p:cNvSpPr>
          <p:nvPr>
            <p:ph type="sldNum" sz="quarter" idx="12"/>
          </p:nvPr>
        </p:nvSpPr>
        <p:spPr>
          <a:xfrm>
            <a:off x="6553200" y="6245225"/>
            <a:ext cx="2133600" cy="476250"/>
          </a:xfrm>
        </p:spPr>
        <p:txBody>
          <a:bodyPr/>
          <a:lstStyle>
            <a:lvl1pPr>
              <a:defRPr/>
            </a:lvl1pPr>
          </a:lstStyle>
          <a:p>
            <a:pPr>
              <a:defRPr/>
            </a:pPr>
            <a:fld id="{6056676E-01AC-48F8-A228-48D211D6D278}" type="slidenum">
              <a:rPr lang="en-US" altLang="zh-CN"/>
              <a:pPr>
                <a:defRPr/>
              </a:pPr>
              <a:t>‹#›</a:t>
            </a:fld>
            <a:endParaRPr lang="en-US" altLang="zh-CN"/>
          </a:p>
        </p:txBody>
      </p:sp>
    </p:spTree>
    <p:extLst>
      <p:ext uri="{BB962C8B-B14F-4D97-AF65-F5344CB8AC3E}">
        <p14:creationId xmlns:p14="http://schemas.microsoft.com/office/powerpoint/2010/main" val="42598664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FF07E4E2-0B5A-4EBC-B907-D89CC75D0F68}"/>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BADAF0EC-1B3E-4544-B4AA-C704B205A46A}"/>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F9CC2755-53CE-4BF7-920B-DFE71D91B685}"/>
              </a:ext>
            </a:extLst>
          </p:cNvPr>
          <p:cNvSpPr>
            <a:spLocks noGrp="1"/>
          </p:cNvSpPr>
          <p:nvPr>
            <p:ph type="sldNum" sz="quarter" idx="12"/>
          </p:nvPr>
        </p:nvSpPr>
        <p:spPr>
          <a:xfrm>
            <a:off x="6553200" y="6245225"/>
            <a:ext cx="2133600" cy="476250"/>
          </a:xfrm>
        </p:spPr>
        <p:txBody>
          <a:bodyPr/>
          <a:lstStyle>
            <a:lvl1pPr>
              <a:defRPr/>
            </a:lvl1pPr>
          </a:lstStyle>
          <a:p>
            <a:pPr>
              <a:defRPr/>
            </a:pPr>
            <a:fld id="{851ADB6A-4D66-43B2-A9A6-BA3253BB5DB7}" type="slidenum">
              <a:rPr lang="en-US" altLang="zh-CN"/>
              <a:pPr>
                <a:defRPr/>
              </a:pPr>
              <a:t>‹#›</a:t>
            </a:fld>
            <a:endParaRPr lang="en-US" altLang="zh-CN"/>
          </a:p>
        </p:txBody>
      </p:sp>
    </p:spTree>
    <p:extLst>
      <p:ext uri="{BB962C8B-B14F-4D97-AF65-F5344CB8AC3E}">
        <p14:creationId xmlns:p14="http://schemas.microsoft.com/office/powerpoint/2010/main" val="3627678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2.png"/><Relationship Id="rId2" Type="http://schemas.openxmlformats.org/officeDocument/2006/relationships/slideLayout" Target="../slideLayouts/slideLayout14.xml"/><Relationship Id="rId16"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6196"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6197"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6198"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ransition>
    <p:random/>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4"/>
          <p:cNvPicPr>
            <a:picLocks noChangeAspect="1"/>
          </p:cNvPicPr>
          <p:nvPr/>
        </p:nvPicPr>
        <p:blipFill>
          <a:blip r:embed="rId16"/>
          <a:stretch>
            <a:fillRect/>
          </a:stretch>
        </p:blipFill>
        <p:spPr>
          <a:xfrm>
            <a:off x="0" y="-26987"/>
            <a:ext cx="9144000" cy="863600"/>
          </a:xfrm>
          <a:prstGeom prst="rect">
            <a:avLst/>
          </a:prstGeom>
          <a:noFill/>
          <a:ln w="9525">
            <a:noFill/>
          </a:ln>
        </p:spPr>
      </p:pic>
      <p:sp>
        <p:nvSpPr>
          <p:cNvPr id="2" name="标题占位符 1"/>
          <p:cNvSpPr>
            <a:spLocks noGrp="1"/>
          </p:cNvSpPr>
          <p:nvPr>
            <p:ph type="title"/>
          </p:nvPr>
        </p:nvSpPr>
        <p:spPr>
          <a:xfrm>
            <a:off x="250825" y="-14287"/>
            <a:ext cx="7920038" cy="836613"/>
          </a:xfrm>
          <a:prstGeom prst="rect">
            <a:avLst/>
          </a:prstGeom>
        </p:spPr>
        <p:txBody>
          <a:bodyPr vert="horz" lIns="91440" tIns="45720" rIns="91440" bIns="45720" rtlCol="0" anchor="ctr">
            <a:normAutofit/>
          </a:bodyPr>
          <a:lstStyle/>
          <a:p>
            <a:r>
              <a:rPr lang="zh-CN" altLang="en-US" noProof="1"/>
              <a:t>单击此处编辑母版标题样式</a:t>
            </a:r>
          </a:p>
        </p:txBody>
      </p:sp>
      <p:sp>
        <p:nvSpPr>
          <p:cNvPr id="2052" name="文本占位符 2"/>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chemeClr val="tx1">
                    <a:tint val="75000"/>
                  </a:schemeClr>
                </a:solidFill>
                <a:effectLst/>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EB2F5DF-B8B2-4EDC-AC02-6920B41616F2}" type="datetime1">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2024/3/13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eaLnBrk="1" hangingPunct="1">
              <a:defRPr sz="1200" b="0">
                <a:solidFill>
                  <a:srgbClr val="898989"/>
                </a:solidFill>
                <a:effectLst/>
                <a:latin typeface="Arial" panose="020B0604020202020204" pitchFamily="34" charset="0"/>
                <a:ea typeface="黑体" panose="02010609060101010101" pitchFamily="49"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黑体" panose="02010609060101010101" pitchFamily="49" charset="-122"/>
              <a:cs typeface="+mn-cs"/>
            </a:endParaRPr>
          </a:p>
        </p:txBody>
      </p:sp>
      <p:sp>
        <p:nvSpPr>
          <p:cNvPr id="6" name="灯片编号占位符 5"/>
          <p:cNvSpPr>
            <a:spLocks noGrp="1"/>
          </p:cNvSpPr>
          <p:nvPr>
            <p:ph type="sldNum" sz="quarter" idx="4"/>
          </p:nvPr>
        </p:nvSpPr>
        <p:spPr>
          <a:xfrm>
            <a:off x="6975475" y="6448425"/>
            <a:ext cx="2133600" cy="365125"/>
          </a:xfrm>
          <a:prstGeom prst="rect">
            <a:avLst/>
          </a:prstGeom>
        </p:spPr>
        <p:txBody>
          <a:bodyPr vert="horz" wrap="square" lIns="91440" tIns="45720" rIns="91440" bIns="45720" numCol="1" anchor="ctr" anchorCtr="0" compatLnSpc="1"/>
          <a:lstStyle>
            <a:lvl1pPr algn="r">
              <a:defRPr sz="2000" b="1">
                <a:solidFill>
                  <a:srgbClr val="002060"/>
                </a:solidFill>
                <a:latin typeface="Times New Roman" panose="02020603050405020304" pitchFamily="18" charset="0"/>
                <a:ea typeface="微软雅黑" panose="020B0503020204020204" pitchFamily="34" charset="-122"/>
              </a:defRPr>
            </a:lvl1pPr>
          </a:lstStyle>
          <a:p>
            <a:pPr lvl="0" eaLnBrk="1" hangingPunct="1">
              <a:buNone/>
            </a:pPr>
            <a:fld id="{9A0DB2DC-4C9A-4742-B13C-FB6460FD3503}" type="slidenum">
              <a:rPr lang="zh-CN" altLang="en-US" dirty="0">
                <a:effectLst>
                  <a:outerShdw blurRad="38100" dist="38100" dir="2700000">
                    <a:srgbClr val="C0C0C0"/>
                  </a:outerShdw>
                </a:effectLst>
              </a:rPr>
              <a:t>‹#›</a:t>
            </a:fld>
            <a:endParaRPr lang="zh-CN" altLang="en-US" dirty="0">
              <a:effectLst>
                <a:outerShdw blurRad="38100" dist="38100" dir="2700000">
                  <a:srgbClr val="C0C0C0"/>
                </a:outerShdw>
              </a:effectLst>
            </a:endParaRPr>
          </a:p>
        </p:txBody>
      </p:sp>
      <p:pic>
        <p:nvPicPr>
          <p:cNvPr id="2056" name="Picture 25"/>
          <p:cNvPicPr>
            <a:picLocks noChangeAspect="1"/>
          </p:cNvPicPr>
          <p:nvPr/>
        </p:nvPicPr>
        <p:blipFill>
          <a:blip r:embed="rId17"/>
          <a:stretch>
            <a:fillRect/>
          </a:stretch>
        </p:blipFill>
        <p:spPr>
          <a:xfrm>
            <a:off x="8224838" y="-26987"/>
            <a:ext cx="919162" cy="8636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lvl1pPr algn="l" rtl="0" eaLnBrk="0" fontAlgn="base" hangingPunct="0">
        <a:spcBef>
          <a:spcPct val="0"/>
        </a:spcBef>
        <a:spcAft>
          <a:spcPct val="0"/>
        </a:spcAft>
        <a:defRPr sz="3600" b="1" kern="1200">
          <a:solidFill>
            <a:srgbClr val="FFFF00"/>
          </a:solidFill>
          <a:effectLst>
            <a:outerShdw blurRad="38100" dist="38100" dir="2700000" algn="tl">
              <a:srgbClr val="000000">
                <a:alpha val="43137"/>
              </a:srgbClr>
            </a:outerShdw>
          </a:effectLst>
          <a:latin typeface="Georgia" panose="02040502050405020303" pitchFamily="18" charset="0"/>
          <a:ea typeface="微软雅黑" panose="020B0503020204020204" pitchFamily="34" charset="-122"/>
          <a:cs typeface="微软雅黑" panose="020B0503020204020204" pitchFamily="34" charset="-122"/>
        </a:defRPr>
      </a:lvl1pPr>
      <a:lvl2pPr algn="l" rtl="0" eaLnBrk="0" fontAlgn="base" hangingPunct="0">
        <a:spcBef>
          <a:spcPct val="0"/>
        </a:spcBef>
        <a:spcAft>
          <a:spcPct val="0"/>
        </a:spcAft>
        <a:defRPr sz="3600" b="1">
          <a:solidFill>
            <a:srgbClr val="FFFF00"/>
          </a:solidFill>
          <a:latin typeface="Georgia" panose="02040502050405020303" pitchFamily="18" charset="0"/>
          <a:ea typeface="微软雅黑" panose="020B0503020204020204" pitchFamily="34" charset="-122"/>
          <a:cs typeface="微软雅黑" panose="020B0503020204020204" pitchFamily="34" charset="-122"/>
        </a:defRPr>
      </a:lvl2pPr>
      <a:lvl3pPr algn="l" rtl="0" eaLnBrk="0" fontAlgn="base" hangingPunct="0">
        <a:spcBef>
          <a:spcPct val="0"/>
        </a:spcBef>
        <a:spcAft>
          <a:spcPct val="0"/>
        </a:spcAft>
        <a:defRPr sz="3600" b="1">
          <a:solidFill>
            <a:srgbClr val="FFFF00"/>
          </a:solidFill>
          <a:latin typeface="Georgia" panose="02040502050405020303" pitchFamily="18" charset="0"/>
          <a:ea typeface="微软雅黑" panose="020B0503020204020204" pitchFamily="34" charset="-122"/>
          <a:cs typeface="微软雅黑" panose="020B0503020204020204" pitchFamily="34" charset="-122"/>
        </a:defRPr>
      </a:lvl3pPr>
      <a:lvl4pPr algn="l" rtl="0" eaLnBrk="0" fontAlgn="base" hangingPunct="0">
        <a:spcBef>
          <a:spcPct val="0"/>
        </a:spcBef>
        <a:spcAft>
          <a:spcPct val="0"/>
        </a:spcAft>
        <a:defRPr sz="3600" b="1">
          <a:solidFill>
            <a:srgbClr val="FFFF00"/>
          </a:solidFill>
          <a:latin typeface="Georgia" panose="02040502050405020303" pitchFamily="18" charset="0"/>
          <a:ea typeface="微软雅黑" panose="020B0503020204020204" pitchFamily="34" charset="-122"/>
          <a:cs typeface="微软雅黑" panose="020B0503020204020204" pitchFamily="34" charset="-122"/>
        </a:defRPr>
      </a:lvl4pPr>
      <a:lvl5pPr algn="l" rtl="0" eaLnBrk="0" fontAlgn="base" hangingPunct="0">
        <a:spcBef>
          <a:spcPct val="0"/>
        </a:spcBef>
        <a:spcAft>
          <a:spcPct val="0"/>
        </a:spcAft>
        <a:defRPr sz="3600" b="1">
          <a:solidFill>
            <a:srgbClr val="FFFF00"/>
          </a:solidFill>
          <a:latin typeface="Georgia" panose="02040502050405020303" pitchFamily="18" charset="0"/>
          <a:ea typeface="微软雅黑" panose="020B0503020204020204" pitchFamily="34" charset="-122"/>
          <a:cs typeface="微软雅黑" panose="020B0503020204020204" pitchFamily="34" charset="-122"/>
        </a:defRPr>
      </a:lvl5pPr>
      <a:lvl6pPr marL="457200" algn="l" rtl="0" eaLnBrk="1" fontAlgn="base" hangingPunct="1">
        <a:spcBef>
          <a:spcPct val="0"/>
        </a:spcBef>
        <a:spcAft>
          <a:spcPct val="0"/>
        </a:spcAft>
        <a:defRPr sz="3600" b="1">
          <a:solidFill>
            <a:srgbClr val="FFFF00"/>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600" b="1">
          <a:solidFill>
            <a:srgbClr val="FFFF00"/>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600" b="1">
          <a:solidFill>
            <a:srgbClr val="FFFF00"/>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600" b="1">
          <a:solidFill>
            <a:srgbClr val="FFFF00"/>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b="1" kern="1200">
          <a:solidFill>
            <a:schemeClr val="tx1"/>
          </a:solidFill>
          <a:latin typeface="Georgia" panose="02040502050405020303" pitchFamily="18" charset="0"/>
          <a:ea typeface="微软雅黑" panose="020B0503020204020204" pitchFamily="34" charset="-122"/>
          <a:cs typeface="微软雅黑" panose="020B0503020204020204" pitchFamily="34" charset="-122"/>
        </a:defRPr>
      </a:lvl1pPr>
      <a:lvl2pPr marL="742950" indent="-285750" algn="l" rtl="0" eaLnBrk="0" fontAlgn="base" hangingPunct="0">
        <a:spcBef>
          <a:spcPct val="20000"/>
        </a:spcBef>
        <a:spcAft>
          <a:spcPct val="0"/>
        </a:spcAft>
        <a:buFont typeface="Arial" panose="020B0604020202020204" pitchFamily="34" charset="0"/>
        <a:buChar char="–"/>
        <a:defRPr sz="2800" b="1" kern="1200">
          <a:solidFill>
            <a:schemeClr val="tx1"/>
          </a:solidFill>
          <a:latin typeface="Georgia" panose="02040502050405020303" pitchFamily="18" charset="0"/>
          <a:ea typeface="微软雅黑" panose="020B0503020204020204" pitchFamily="34" charset="-122"/>
          <a:cs typeface="微软雅黑" panose="020B0503020204020204" pitchFamily="34" charset="-122"/>
        </a:defRPr>
      </a:lvl2pPr>
      <a:lvl3pPr marL="1143000" indent="-228600" algn="l" rtl="0" eaLnBrk="0" fontAlgn="base" hangingPunct="0">
        <a:spcBef>
          <a:spcPct val="20000"/>
        </a:spcBef>
        <a:spcAft>
          <a:spcPct val="0"/>
        </a:spcAft>
        <a:buFont typeface="Arial" panose="020B0604020202020204" pitchFamily="34" charset="0"/>
        <a:buChar char="•"/>
        <a:defRPr sz="2400" b="1" kern="1200">
          <a:solidFill>
            <a:schemeClr val="tx1"/>
          </a:solidFill>
          <a:latin typeface="Georgia" panose="02040502050405020303" pitchFamily="18" charset="0"/>
          <a:ea typeface="微软雅黑" panose="020B0503020204020204" pitchFamily="34" charset="-122"/>
          <a:cs typeface="微软雅黑" panose="020B0503020204020204" pitchFamily="34" charset="-122"/>
        </a:defRPr>
      </a:lvl3pPr>
      <a:lvl4pPr marL="1600200" indent="-228600" algn="l" rtl="0" eaLnBrk="0" fontAlgn="base" hangingPunct="0">
        <a:spcBef>
          <a:spcPct val="20000"/>
        </a:spcBef>
        <a:spcAft>
          <a:spcPct val="0"/>
        </a:spcAft>
        <a:buFont typeface="Arial" panose="020B0604020202020204" pitchFamily="34" charset="0"/>
        <a:buChar char="–"/>
        <a:defRPr sz="2000" b="1" kern="1200">
          <a:solidFill>
            <a:schemeClr val="tx1"/>
          </a:solidFill>
          <a:latin typeface="Georgia" panose="02040502050405020303" pitchFamily="18" charset="0"/>
          <a:ea typeface="微软雅黑" panose="020B0503020204020204" pitchFamily="34" charset="-122"/>
          <a:cs typeface="微软雅黑" panose="020B0503020204020204" pitchFamily="34" charset="-122"/>
        </a:defRPr>
      </a:lvl4pPr>
      <a:lvl5pPr marL="2057400" indent="-228600" algn="l" rtl="0" eaLnBrk="0" fontAlgn="base" hangingPunct="0">
        <a:spcBef>
          <a:spcPct val="20000"/>
        </a:spcBef>
        <a:spcAft>
          <a:spcPct val="0"/>
        </a:spcAft>
        <a:buFont typeface="Arial" panose="020B0604020202020204" pitchFamily="34" charset="0"/>
        <a:buChar char="»"/>
        <a:defRPr sz="2000" b="1" kern="1200">
          <a:solidFill>
            <a:schemeClr val="tx1"/>
          </a:solidFill>
          <a:latin typeface="Georgia" panose="02040502050405020303" pitchFamily="18" charset="0"/>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CD8366A-1520-46AA-ABB1-BF38B3D36A2D}"/>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FE60A81-EA27-4BE6-B974-8239C38A692F}"/>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5300" name="Rectangle 4">
            <a:extLst>
              <a:ext uri="{FF2B5EF4-FFF2-40B4-BE49-F238E27FC236}">
                <a16:creationId xmlns:a16="http://schemas.microsoft.com/office/drawing/2014/main" id="{5DB3A2A9-EDDE-47C5-971F-616DBE8114A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pitchFamily="2" charset="-122"/>
              </a:defRPr>
            </a:lvl1pPr>
          </a:lstStyle>
          <a:p>
            <a:pPr>
              <a:defRPr/>
            </a:pPr>
            <a:endParaRPr lang="en-US" altLang="zh-CN"/>
          </a:p>
        </p:txBody>
      </p:sp>
      <p:sp>
        <p:nvSpPr>
          <p:cNvPr id="55301" name="Rectangle 5">
            <a:extLst>
              <a:ext uri="{FF2B5EF4-FFF2-40B4-BE49-F238E27FC236}">
                <a16:creationId xmlns:a16="http://schemas.microsoft.com/office/drawing/2014/main" id="{7061BCDE-82E4-4806-91F7-A06BA7629C58}"/>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pitchFamily="2" charset="-122"/>
              </a:defRPr>
            </a:lvl1pPr>
          </a:lstStyle>
          <a:p>
            <a:pPr>
              <a:defRPr/>
            </a:pPr>
            <a:endParaRPr lang="en-US" altLang="zh-CN"/>
          </a:p>
        </p:txBody>
      </p:sp>
      <p:sp>
        <p:nvSpPr>
          <p:cNvPr id="7" name="灯片编号占位符 5">
            <a:extLst>
              <a:ext uri="{FF2B5EF4-FFF2-40B4-BE49-F238E27FC236}">
                <a16:creationId xmlns:a16="http://schemas.microsoft.com/office/drawing/2014/main" id="{97FE4F4B-E223-4FC6-B44E-E6C3F9759852}"/>
              </a:ext>
            </a:extLst>
          </p:cNvPr>
          <p:cNvSpPr>
            <a:spLocks noGrp="1"/>
          </p:cNvSpPr>
          <p:nvPr>
            <p:ph type="sldNum" sz="quarter" idx="4"/>
          </p:nvPr>
        </p:nvSpPr>
        <p:spPr>
          <a:xfrm>
            <a:off x="7010400" y="6381750"/>
            <a:ext cx="2133600" cy="476250"/>
          </a:xfrm>
          <a:prstGeom prst="rect">
            <a:avLst/>
          </a:prstGeom>
        </p:spPr>
        <p:txBody>
          <a:bodyPr vert="horz" wrap="square" lIns="91440" tIns="45720" rIns="91440" bIns="45720" numCol="1" anchor="t" anchorCtr="0" compatLnSpc="1">
            <a:prstTxWarp prst="textNoShape">
              <a:avLst/>
            </a:prstTxWarp>
          </a:bodyPr>
          <a:lstStyle>
            <a:lvl1pPr algn="r" eaLnBrk="1" hangingPunct="1">
              <a:defRPr sz="2400" b="1">
                <a:solidFill>
                  <a:srgbClr val="0000FF"/>
                </a:solidFill>
                <a:latin typeface="Times New Roman" panose="02020603050405020304" pitchFamily="18" charset="0"/>
                <a:cs typeface="Times New Roman" panose="02020603050405020304" pitchFamily="18" charset="0"/>
              </a:defRPr>
            </a:lvl1pPr>
          </a:lstStyle>
          <a:p>
            <a:pPr>
              <a:defRPr/>
            </a:pPr>
            <a:fld id="{5B9E6715-BDF4-497E-980E-E0D011E46785}" type="slidenum">
              <a:rPr lang="en-US" altLang="zh-CN"/>
              <a:pPr>
                <a:defRPr/>
              </a:pPr>
              <a:t>‹#›</a:t>
            </a:fld>
            <a:endParaRPr lang="en-US" altLang="zh-CN"/>
          </a:p>
        </p:txBody>
      </p:sp>
    </p:spTree>
    <p:extLst>
      <p:ext uri="{BB962C8B-B14F-4D97-AF65-F5344CB8AC3E}">
        <p14:creationId xmlns:p14="http://schemas.microsoft.com/office/powerpoint/2010/main" val="3585951660"/>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oleObject" Target="../embeddings/oleObject6.bin"/><Relationship Id="rId18" Type="http://schemas.openxmlformats.org/officeDocument/2006/relationships/image" Target="../media/image11.emf"/><Relationship Id="rId26" Type="http://schemas.openxmlformats.org/officeDocument/2006/relationships/image" Target="../media/image15.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8.emf"/><Relationship Id="rId17" Type="http://schemas.openxmlformats.org/officeDocument/2006/relationships/oleObject" Target="../embeddings/oleObject8.bin"/><Relationship Id="rId25" Type="http://schemas.openxmlformats.org/officeDocument/2006/relationships/oleObject" Target="../embeddings/oleObject12.bin"/><Relationship Id="rId2" Type="http://schemas.openxmlformats.org/officeDocument/2006/relationships/slideLayout" Target="../slideLayouts/slideLayout7.xml"/><Relationship Id="rId16" Type="http://schemas.openxmlformats.org/officeDocument/2006/relationships/image" Target="../media/image10.emf"/><Relationship Id="rId20" Type="http://schemas.openxmlformats.org/officeDocument/2006/relationships/image" Target="../media/image12.emf"/><Relationship Id="rId1" Type="http://schemas.openxmlformats.org/officeDocument/2006/relationships/vmlDrawing" Target="../drawings/vmlDrawing1.vml"/><Relationship Id="rId6" Type="http://schemas.openxmlformats.org/officeDocument/2006/relationships/image" Target="../media/image5.emf"/><Relationship Id="rId11" Type="http://schemas.openxmlformats.org/officeDocument/2006/relationships/oleObject" Target="../embeddings/oleObject5.bin"/><Relationship Id="rId24" Type="http://schemas.openxmlformats.org/officeDocument/2006/relationships/image" Target="../media/image14.e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6.emf"/><Relationship Id="rId10" Type="http://schemas.openxmlformats.org/officeDocument/2006/relationships/image" Target="../media/image7.emf"/><Relationship Id="rId19" Type="http://schemas.openxmlformats.org/officeDocument/2006/relationships/oleObject" Target="../embeddings/oleObject9.bin"/><Relationship Id="rId4" Type="http://schemas.openxmlformats.org/officeDocument/2006/relationships/image" Target="../media/image4.emf"/><Relationship Id="rId9" Type="http://schemas.openxmlformats.org/officeDocument/2006/relationships/oleObject" Target="../embeddings/oleObject4.bin"/><Relationship Id="rId14" Type="http://schemas.openxmlformats.org/officeDocument/2006/relationships/image" Target="../media/image9.emf"/><Relationship Id="rId22" Type="http://schemas.openxmlformats.org/officeDocument/2006/relationships/image" Target="../media/image13.emf"/><Relationship Id="rId27" Type="http://schemas.openxmlformats.org/officeDocument/2006/relationships/oleObject" Target="../embeddings/oleObject13.bin"/></Relationships>
</file>

<file path=ppt/slides/_rels/slide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1.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8.e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20.emf"/><Relationship Id="rId4" Type="http://schemas.openxmlformats.org/officeDocument/2006/relationships/image" Target="../media/image17.emf"/><Relationship Id="rId9" Type="http://schemas.openxmlformats.org/officeDocument/2006/relationships/oleObject" Target="../embeddings/oleObject17.bin"/></Relationships>
</file>

<file path=ppt/slides/_rels/slide3.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oleObject" Target="../embeddings/oleObject24.bin"/><Relationship Id="rId18" Type="http://schemas.openxmlformats.org/officeDocument/2006/relationships/image" Target="../media/image29.emf"/><Relationship Id="rId26" Type="http://schemas.openxmlformats.org/officeDocument/2006/relationships/image" Target="../media/image33.e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26.emf"/><Relationship Id="rId17" Type="http://schemas.openxmlformats.org/officeDocument/2006/relationships/oleObject" Target="../embeddings/oleObject26.bin"/><Relationship Id="rId25" Type="http://schemas.openxmlformats.org/officeDocument/2006/relationships/oleObject" Target="../embeddings/oleObject30.bin"/><Relationship Id="rId2" Type="http://schemas.openxmlformats.org/officeDocument/2006/relationships/slideLayout" Target="../slideLayouts/slideLayout7.xml"/><Relationship Id="rId16" Type="http://schemas.openxmlformats.org/officeDocument/2006/relationships/image" Target="../media/image28.emf"/><Relationship Id="rId20" Type="http://schemas.openxmlformats.org/officeDocument/2006/relationships/image" Target="../media/image30.emf"/><Relationship Id="rId29" Type="http://schemas.openxmlformats.org/officeDocument/2006/relationships/oleObject" Target="../embeddings/oleObject32.bin"/><Relationship Id="rId1" Type="http://schemas.openxmlformats.org/officeDocument/2006/relationships/vmlDrawing" Target="../drawings/vmlDrawing3.vml"/><Relationship Id="rId6" Type="http://schemas.openxmlformats.org/officeDocument/2006/relationships/image" Target="../media/image23.emf"/><Relationship Id="rId11" Type="http://schemas.openxmlformats.org/officeDocument/2006/relationships/oleObject" Target="../embeddings/oleObject23.bin"/><Relationship Id="rId24" Type="http://schemas.openxmlformats.org/officeDocument/2006/relationships/image" Target="../media/image32.e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28" Type="http://schemas.openxmlformats.org/officeDocument/2006/relationships/image" Target="../media/image34.emf"/><Relationship Id="rId10" Type="http://schemas.openxmlformats.org/officeDocument/2006/relationships/image" Target="../media/image25.emf"/><Relationship Id="rId19" Type="http://schemas.openxmlformats.org/officeDocument/2006/relationships/oleObject" Target="../embeddings/oleObject27.bin"/><Relationship Id="rId4" Type="http://schemas.openxmlformats.org/officeDocument/2006/relationships/image" Target="../media/image22.emf"/><Relationship Id="rId9" Type="http://schemas.openxmlformats.org/officeDocument/2006/relationships/oleObject" Target="../embeddings/oleObject22.bin"/><Relationship Id="rId14" Type="http://schemas.openxmlformats.org/officeDocument/2006/relationships/image" Target="../media/image27.emf"/><Relationship Id="rId22" Type="http://schemas.openxmlformats.org/officeDocument/2006/relationships/image" Target="../media/image31.emf"/><Relationship Id="rId27" Type="http://schemas.openxmlformats.org/officeDocument/2006/relationships/oleObject" Target="../embeddings/oleObject31.bin"/><Relationship Id="rId30" Type="http://schemas.openxmlformats.org/officeDocument/2006/relationships/image" Target="../media/image35.emf"/></Relationships>
</file>

<file path=ppt/slides/_rels/slide4.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oleObject" Target="../embeddings/oleObject38.bin"/><Relationship Id="rId18" Type="http://schemas.openxmlformats.org/officeDocument/2006/relationships/image" Target="../media/image43.emf"/><Relationship Id="rId3" Type="http://schemas.openxmlformats.org/officeDocument/2006/relationships/oleObject" Target="../embeddings/oleObject33.bin"/><Relationship Id="rId21" Type="http://schemas.openxmlformats.org/officeDocument/2006/relationships/oleObject" Target="../embeddings/oleObject42.bin"/><Relationship Id="rId7" Type="http://schemas.openxmlformats.org/officeDocument/2006/relationships/oleObject" Target="../embeddings/oleObject35.bin"/><Relationship Id="rId12" Type="http://schemas.openxmlformats.org/officeDocument/2006/relationships/image" Target="../media/image40.emf"/><Relationship Id="rId17" Type="http://schemas.openxmlformats.org/officeDocument/2006/relationships/oleObject" Target="../embeddings/oleObject40.bin"/><Relationship Id="rId2" Type="http://schemas.openxmlformats.org/officeDocument/2006/relationships/slideLayout" Target="../slideLayouts/slideLayout6.xml"/><Relationship Id="rId16" Type="http://schemas.openxmlformats.org/officeDocument/2006/relationships/image" Target="../media/image42.emf"/><Relationship Id="rId20" Type="http://schemas.openxmlformats.org/officeDocument/2006/relationships/image" Target="../media/image44.emf"/><Relationship Id="rId1" Type="http://schemas.openxmlformats.org/officeDocument/2006/relationships/vmlDrawing" Target="../drawings/vmlDrawing4.vml"/><Relationship Id="rId6" Type="http://schemas.openxmlformats.org/officeDocument/2006/relationships/image" Target="../media/image37.e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39.bin"/><Relationship Id="rId10" Type="http://schemas.openxmlformats.org/officeDocument/2006/relationships/image" Target="../media/image39.emf"/><Relationship Id="rId19" Type="http://schemas.openxmlformats.org/officeDocument/2006/relationships/oleObject" Target="../embeddings/oleObject41.bin"/><Relationship Id="rId4" Type="http://schemas.openxmlformats.org/officeDocument/2006/relationships/image" Target="../media/image36.emf"/><Relationship Id="rId9" Type="http://schemas.openxmlformats.org/officeDocument/2006/relationships/oleObject" Target="../embeddings/oleObject36.bin"/><Relationship Id="rId14" Type="http://schemas.openxmlformats.org/officeDocument/2006/relationships/image" Target="../media/image41.emf"/><Relationship Id="rId22" Type="http://schemas.openxmlformats.org/officeDocument/2006/relationships/image" Target="../media/image45.e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0.emf"/><Relationship Id="rId18" Type="http://schemas.openxmlformats.org/officeDocument/2006/relationships/oleObject" Target="../embeddings/oleObject50.bin"/><Relationship Id="rId3" Type="http://schemas.openxmlformats.org/officeDocument/2006/relationships/notesSlide" Target="../notesSlides/notesSlide1.xml"/><Relationship Id="rId21" Type="http://schemas.openxmlformats.org/officeDocument/2006/relationships/image" Target="../media/image54.emf"/><Relationship Id="rId7" Type="http://schemas.openxmlformats.org/officeDocument/2006/relationships/image" Target="../media/image47.emf"/><Relationship Id="rId12" Type="http://schemas.openxmlformats.org/officeDocument/2006/relationships/oleObject" Target="../embeddings/oleObject47.bin"/><Relationship Id="rId17" Type="http://schemas.openxmlformats.org/officeDocument/2006/relationships/image" Target="../media/image52.emf"/><Relationship Id="rId25" Type="http://schemas.openxmlformats.org/officeDocument/2006/relationships/image" Target="../media/image56.emf"/><Relationship Id="rId2" Type="http://schemas.openxmlformats.org/officeDocument/2006/relationships/slideLayout" Target="../slideLayouts/slideLayout7.xml"/><Relationship Id="rId16" Type="http://schemas.openxmlformats.org/officeDocument/2006/relationships/oleObject" Target="../embeddings/oleObject49.bin"/><Relationship Id="rId20" Type="http://schemas.openxmlformats.org/officeDocument/2006/relationships/oleObject" Target="../embeddings/oleObject51.bin"/><Relationship Id="rId1" Type="http://schemas.openxmlformats.org/officeDocument/2006/relationships/vmlDrawing" Target="../drawings/vmlDrawing5.vml"/><Relationship Id="rId6" Type="http://schemas.openxmlformats.org/officeDocument/2006/relationships/oleObject" Target="../embeddings/oleObject44.bin"/><Relationship Id="rId11" Type="http://schemas.openxmlformats.org/officeDocument/2006/relationships/image" Target="../media/image49.emf"/><Relationship Id="rId24" Type="http://schemas.openxmlformats.org/officeDocument/2006/relationships/oleObject" Target="../embeddings/oleObject53.bin"/><Relationship Id="rId5" Type="http://schemas.openxmlformats.org/officeDocument/2006/relationships/image" Target="../media/image46.emf"/><Relationship Id="rId15" Type="http://schemas.openxmlformats.org/officeDocument/2006/relationships/image" Target="../media/image51.emf"/><Relationship Id="rId23" Type="http://schemas.openxmlformats.org/officeDocument/2006/relationships/image" Target="../media/image55.wmf"/><Relationship Id="rId10" Type="http://schemas.openxmlformats.org/officeDocument/2006/relationships/oleObject" Target="../embeddings/oleObject46.bin"/><Relationship Id="rId19" Type="http://schemas.openxmlformats.org/officeDocument/2006/relationships/image" Target="../media/image53.emf"/><Relationship Id="rId4" Type="http://schemas.openxmlformats.org/officeDocument/2006/relationships/oleObject" Target="../embeddings/oleObject43.bin"/><Relationship Id="rId9" Type="http://schemas.openxmlformats.org/officeDocument/2006/relationships/image" Target="../media/image48.emf"/><Relationship Id="rId14" Type="http://schemas.openxmlformats.org/officeDocument/2006/relationships/oleObject" Target="../embeddings/oleObject48.bin"/><Relationship Id="rId22" Type="http://schemas.openxmlformats.org/officeDocument/2006/relationships/oleObject" Target="../embeddings/oleObject52.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notesSlide" Target="../notesSlides/notesSlide2.xml"/><Relationship Id="rId7" Type="http://schemas.openxmlformats.org/officeDocument/2006/relationships/image" Target="../media/image58.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55.bin"/><Relationship Id="rId11" Type="http://schemas.openxmlformats.org/officeDocument/2006/relationships/image" Target="../media/image60.emf"/><Relationship Id="rId5" Type="http://schemas.openxmlformats.org/officeDocument/2006/relationships/image" Target="../media/image57.e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59.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5.emf"/><Relationship Id="rId18" Type="http://schemas.openxmlformats.org/officeDocument/2006/relationships/oleObject" Target="../embeddings/oleObject65.bin"/><Relationship Id="rId3" Type="http://schemas.openxmlformats.org/officeDocument/2006/relationships/notesSlide" Target="../notesSlides/notesSlide3.xml"/><Relationship Id="rId21" Type="http://schemas.openxmlformats.org/officeDocument/2006/relationships/image" Target="../media/image69.wmf"/><Relationship Id="rId7" Type="http://schemas.openxmlformats.org/officeDocument/2006/relationships/image" Target="../media/image62.emf"/><Relationship Id="rId12" Type="http://schemas.openxmlformats.org/officeDocument/2006/relationships/oleObject" Target="../embeddings/oleObject62.bin"/><Relationship Id="rId17" Type="http://schemas.openxmlformats.org/officeDocument/2006/relationships/image" Target="../media/image67.emf"/><Relationship Id="rId2" Type="http://schemas.openxmlformats.org/officeDocument/2006/relationships/slideLayout" Target="../slideLayouts/slideLayout7.xml"/><Relationship Id="rId16" Type="http://schemas.openxmlformats.org/officeDocument/2006/relationships/oleObject" Target="../embeddings/oleObject64.bin"/><Relationship Id="rId20" Type="http://schemas.openxmlformats.org/officeDocument/2006/relationships/oleObject" Target="../embeddings/oleObject66.bin"/><Relationship Id="rId1" Type="http://schemas.openxmlformats.org/officeDocument/2006/relationships/vmlDrawing" Target="../drawings/vmlDrawing7.vml"/><Relationship Id="rId6" Type="http://schemas.openxmlformats.org/officeDocument/2006/relationships/oleObject" Target="../embeddings/oleObject59.bin"/><Relationship Id="rId11" Type="http://schemas.openxmlformats.org/officeDocument/2006/relationships/image" Target="../media/image64.emf"/><Relationship Id="rId5" Type="http://schemas.openxmlformats.org/officeDocument/2006/relationships/image" Target="../media/image61.emf"/><Relationship Id="rId15" Type="http://schemas.openxmlformats.org/officeDocument/2006/relationships/image" Target="../media/image66.emf"/><Relationship Id="rId23" Type="http://schemas.openxmlformats.org/officeDocument/2006/relationships/image" Target="../media/image70.wmf"/><Relationship Id="rId10" Type="http://schemas.openxmlformats.org/officeDocument/2006/relationships/oleObject" Target="../embeddings/oleObject61.bin"/><Relationship Id="rId19" Type="http://schemas.openxmlformats.org/officeDocument/2006/relationships/image" Target="../media/image68.wmf"/><Relationship Id="rId4" Type="http://schemas.openxmlformats.org/officeDocument/2006/relationships/oleObject" Target="../embeddings/oleObject58.bin"/><Relationship Id="rId9" Type="http://schemas.openxmlformats.org/officeDocument/2006/relationships/image" Target="../media/image63.emf"/><Relationship Id="rId14" Type="http://schemas.openxmlformats.org/officeDocument/2006/relationships/oleObject" Target="../embeddings/oleObject63.bin"/><Relationship Id="rId22" Type="http://schemas.openxmlformats.org/officeDocument/2006/relationships/oleObject" Target="../embeddings/oleObject67.bin"/></Relationships>
</file>

<file path=ppt/slides/_rels/slide8.xml.rels><?xml version="1.0" encoding="UTF-8" standalone="yes"?>
<Relationships xmlns="http://schemas.openxmlformats.org/package/2006/relationships"><Relationship Id="rId8" Type="http://schemas.openxmlformats.org/officeDocument/2006/relationships/image" Target="../media/image73.emf"/><Relationship Id="rId3" Type="http://schemas.openxmlformats.org/officeDocument/2006/relationships/oleObject" Target="../embeddings/oleObject68.bin"/><Relationship Id="rId7" Type="http://schemas.openxmlformats.org/officeDocument/2006/relationships/oleObject" Target="../embeddings/oleObject70.bin"/><Relationship Id="rId12" Type="http://schemas.openxmlformats.org/officeDocument/2006/relationships/image" Target="../media/image75.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72.e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74.emf"/><Relationship Id="rId4" Type="http://schemas.openxmlformats.org/officeDocument/2006/relationships/image" Target="../media/image71.emf"/><Relationship Id="rId9" Type="http://schemas.openxmlformats.org/officeDocument/2006/relationships/oleObject" Target="../embeddings/oleObject71.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oleObject" Target="../embeddings/oleObject73.bin"/><Relationship Id="rId7" Type="http://schemas.openxmlformats.org/officeDocument/2006/relationships/image" Target="../media/image80.png"/><Relationship Id="rId12" Type="http://schemas.openxmlformats.org/officeDocument/2006/relationships/image" Target="../media/image79.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77.emf"/><Relationship Id="rId11" Type="http://schemas.openxmlformats.org/officeDocument/2006/relationships/oleObject" Target="../embeddings/oleObject77.bin"/><Relationship Id="rId5" Type="http://schemas.openxmlformats.org/officeDocument/2006/relationships/oleObject" Target="../embeddings/oleObject74.bin"/><Relationship Id="rId10" Type="http://schemas.openxmlformats.org/officeDocument/2006/relationships/oleObject" Target="../embeddings/oleObject76.bin"/><Relationship Id="rId4" Type="http://schemas.openxmlformats.org/officeDocument/2006/relationships/image" Target="../media/image76.emf"/><Relationship Id="rId9" Type="http://schemas.openxmlformats.org/officeDocument/2006/relationships/image" Target="../media/image78.wmf"/></Relationships>
</file>

<file path=ppt/slides/_rels/slide10.xml.rels><?xml version="1.0" encoding="UTF-8" standalone="yes"?>
<Relationships xmlns="http://schemas.openxmlformats.org/package/2006/relationships"><Relationship Id="rId8" Type="http://schemas.openxmlformats.org/officeDocument/2006/relationships/image" Target="../media/image83.emf"/><Relationship Id="rId13" Type="http://schemas.openxmlformats.org/officeDocument/2006/relationships/oleObject" Target="../embeddings/oleObject83.bin"/><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85.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82.emf"/><Relationship Id="rId11" Type="http://schemas.openxmlformats.org/officeDocument/2006/relationships/oleObject" Target="../embeddings/oleObject82.bin"/><Relationship Id="rId5" Type="http://schemas.openxmlformats.org/officeDocument/2006/relationships/oleObject" Target="../embeddings/oleObject79.bin"/><Relationship Id="rId10" Type="http://schemas.openxmlformats.org/officeDocument/2006/relationships/image" Target="../media/image84.emf"/><Relationship Id="rId4" Type="http://schemas.openxmlformats.org/officeDocument/2006/relationships/image" Target="../media/image81.emf"/><Relationship Id="rId9" Type="http://schemas.openxmlformats.org/officeDocument/2006/relationships/oleObject" Target="../embeddings/oleObject81.bin"/><Relationship Id="rId14" Type="http://schemas.openxmlformats.org/officeDocument/2006/relationships/image" Target="../media/image86.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6.bin"/><Relationship Id="rId13" Type="http://schemas.openxmlformats.org/officeDocument/2006/relationships/image" Target="../media/image91.emf"/><Relationship Id="rId18" Type="http://schemas.openxmlformats.org/officeDocument/2006/relationships/oleObject" Target="../embeddings/oleObject91.bin"/><Relationship Id="rId26" Type="http://schemas.openxmlformats.org/officeDocument/2006/relationships/oleObject" Target="../embeddings/oleObject95.bin"/><Relationship Id="rId3" Type="http://schemas.openxmlformats.org/officeDocument/2006/relationships/notesSlide" Target="../notesSlides/notesSlide4.xml"/><Relationship Id="rId21" Type="http://schemas.openxmlformats.org/officeDocument/2006/relationships/image" Target="../media/image95.wmf"/><Relationship Id="rId7" Type="http://schemas.openxmlformats.org/officeDocument/2006/relationships/image" Target="../media/image88.emf"/><Relationship Id="rId12" Type="http://schemas.openxmlformats.org/officeDocument/2006/relationships/oleObject" Target="../embeddings/oleObject88.bin"/><Relationship Id="rId17" Type="http://schemas.openxmlformats.org/officeDocument/2006/relationships/image" Target="../media/image93.emf"/><Relationship Id="rId25" Type="http://schemas.openxmlformats.org/officeDocument/2006/relationships/image" Target="../media/image97.wmf"/><Relationship Id="rId2" Type="http://schemas.openxmlformats.org/officeDocument/2006/relationships/slideLayout" Target="../slideLayouts/slideLayout7.xml"/><Relationship Id="rId16" Type="http://schemas.openxmlformats.org/officeDocument/2006/relationships/oleObject" Target="../embeddings/oleObject90.bin"/><Relationship Id="rId20" Type="http://schemas.openxmlformats.org/officeDocument/2006/relationships/oleObject" Target="../embeddings/oleObject92.bin"/><Relationship Id="rId1" Type="http://schemas.openxmlformats.org/officeDocument/2006/relationships/vmlDrawing" Target="../drawings/vmlDrawing11.vml"/><Relationship Id="rId6" Type="http://schemas.openxmlformats.org/officeDocument/2006/relationships/oleObject" Target="../embeddings/oleObject85.bin"/><Relationship Id="rId11" Type="http://schemas.openxmlformats.org/officeDocument/2006/relationships/image" Target="../media/image90.emf"/><Relationship Id="rId24" Type="http://schemas.openxmlformats.org/officeDocument/2006/relationships/oleObject" Target="../embeddings/oleObject94.bin"/><Relationship Id="rId5" Type="http://schemas.openxmlformats.org/officeDocument/2006/relationships/image" Target="../media/image87.emf"/><Relationship Id="rId15" Type="http://schemas.openxmlformats.org/officeDocument/2006/relationships/image" Target="../media/image92.emf"/><Relationship Id="rId23" Type="http://schemas.openxmlformats.org/officeDocument/2006/relationships/image" Target="../media/image96.wmf"/><Relationship Id="rId10" Type="http://schemas.openxmlformats.org/officeDocument/2006/relationships/oleObject" Target="../embeddings/oleObject87.bin"/><Relationship Id="rId19" Type="http://schemas.openxmlformats.org/officeDocument/2006/relationships/image" Target="../media/image94.emf"/><Relationship Id="rId4" Type="http://schemas.openxmlformats.org/officeDocument/2006/relationships/oleObject" Target="../embeddings/oleObject84.bin"/><Relationship Id="rId9" Type="http://schemas.openxmlformats.org/officeDocument/2006/relationships/image" Target="../media/image89.emf"/><Relationship Id="rId14" Type="http://schemas.openxmlformats.org/officeDocument/2006/relationships/oleObject" Target="../embeddings/oleObject89.bin"/><Relationship Id="rId22" Type="http://schemas.openxmlformats.org/officeDocument/2006/relationships/oleObject" Target="../embeddings/oleObject93.bin"/><Relationship Id="rId27" Type="http://schemas.openxmlformats.org/officeDocument/2006/relationships/image" Target="../media/image98.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03.emf"/><Relationship Id="rId18" Type="http://schemas.openxmlformats.org/officeDocument/2006/relationships/image" Target="../media/image104.emf"/><Relationship Id="rId3" Type="http://schemas.openxmlformats.org/officeDocument/2006/relationships/notesSlide" Target="../notesSlides/notesSlide5.xml"/><Relationship Id="rId21" Type="http://schemas.openxmlformats.org/officeDocument/2006/relationships/oleObject" Target="../embeddings/oleObject103.bin"/><Relationship Id="rId7" Type="http://schemas.openxmlformats.org/officeDocument/2006/relationships/image" Target="../media/image100.emf"/><Relationship Id="rId12" Type="http://schemas.openxmlformats.org/officeDocument/2006/relationships/oleObject" Target="../embeddings/oleObject100.bin"/><Relationship Id="rId17" Type="http://schemas.openxmlformats.org/officeDocument/2006/relationships/oleObject" Target="../embeddings/oleObject101.bin"/><Relationship Id="rId2" Type="http://schemas.openxmlformats.org/officeDocument/2006/relationships/slideLayout" Target="../slideLayouts/slideLayout7.xml"/><Relationship Id="rId16" Type="http://schemas.openxmlformats.org/officeDocument/2006/relationships/image" Target="../media/image109.png"/><Relationship Id="rId20" Type="http://schemas.openxmlformats.org/officeDocument/2006/relationships/image" Target="../media/image105.emf"/><Relationship Id="rId1" Type="http://schemas.openxmlformats.org/officeDocument/2006/relationships/vmlDrawing" Target="../drawings/vmlDrawing12.vml"/><Relationship Id="rId6" Type="http://schemas.openxmlformats.org/officeDocument/2006/relationships/oleObject" Target="../embeddings/oleObject97.bin"/><Relationship Id="rId11" Type="http://schemas.openxmlformats.org/officeDocument/2006/relationships/image" Target="../media/image102.emf"/><Relationship Id="rId5" Type="http://schemas.openxmlformats.org/officeDocument/2006/relationships/image" Target="../media/image99.emf"/><Relationship Id="rId15" Type="http://schemas.openxmlformats.org/officeDocument/2006/relationships/image" Target="../media/image108.png"/><Relationship Id="rId10" Type="http://schemas.openxmlformats.org/officeDocument/2006/relationships/oleObject" Target="../embeddings/oleObject99.bin"/><Relationship Id="rId19" Type="http://schemas.openxmlformats.org/officeDocument/2006/relationships/oleObject" Target="../embeddings/oleObject102.bin"/><Relationship Id="rId4" Type="http://schemas.openxmlformats.org/officeDocument/2006/relationships/oleObject" Target="../embeddings/oleObject96.bin"/><Relationship Id="rId9" Type="http://schemas.openxmlformats.org/officeDocument/2006/relationships/image" Target="../media/image101.emf"/><Relationship Id="rId14" Type="http://schemas.openxmlformats.org/officeDocument/2006/relationships/image" Target="../media/image107.png"/><Relationship Id="rId22" Type="http://schemas.openxmlformats.org/officeDocument/2006/relationships/image" Target="../media/image106.emf"/></Relationships>
</file>

<file path=ppt/slides/_rels/slide13.xml.rels><?xml version="1.0" encoding="UTF-8" standalone="yes"?>
<Relationships xmlns="http://schemas.openxmlformats.org/package/2006/relationships"><Relationship Id="rId13" Type="http://schemas.openxmlformats.org/officeDocument/2006/relationships/image" Target="../media/image114.emf"/><Relationship Id="rId18" Type="http://schemas.openxmlformats.org/officeDocument/2006/relationships/oleObject" Target="../embeddings/oleObject111.bin"/><Relationship Id="rId26" Type="http://schemas.openxmlformats.org/officeDocument/2006/relationships/oleObject" Target="../embeddings/oleObject115.bin"/><Relationship Id="rId3" Type="http://schemas.openxmlformats.org/officeDocument/2006/relationships/notesSlide" Target="../notesSlides/notesSlide6.xml"/><Relationship Id="rId21" Type="http://schemas.openxmlformats.org/officeDocument/2006/relationships/image" Target="../media/image118.emf"/><Relationship Id="rId7" Type="http://schemas.openxmlformats.org/officeDocument/2006/relationships/image" Target="../media/image111.emf"/><Relationship Id="rId12" Type="http://schemas.openxmlformats.org/officeDocument/2006/relationships/oleObject" Target="../embeddings/oleObject108.bin"/><Relationship Id="rId17" Type="http://schemas.openxmlformats.org/officeDocument/2006/relationships/image" Target="../media/image116.emf"/><Relationship Id="rId25" Type="http://schemas.openxmlformats.org/officeDocument/2006/relationships/image" Target="../media/image120.emf"/><Relationship Id="rId33" Type="http://schemas.openxmlformats.org/officeDocument/2006/relationships/image" Target="../media/image124.emf"/><Relationship Id="rId2" Type="http://schemas.openxmlformats.org/officeDocument/2006/relationships/slideLayout" Target="../slideLayouts/slideLayout7.xml"/><Relationship Id="rId16" Type="http://schemas.openxmlformats.org/officeDocument/2006/relationships/oleObject" Target="../embeddings/oleObject110.bin"/><Relationship Id="rId20" Type="http://schemas.openxmlformats.org/officeDocument/2006/relationships/oleObject" Target="../embeddings/oleObject112.bin"/><Relationship Id="rId29" Type="http://schemas.openxmlformats.org/officeDocument/2006/relationships/image" Target="../media/image122.emf"/><Relationship Id="rId1" Type="http://schemas.openxmlformats.org/officeDocument/2006/relationships/vmlDrawing" Target="../drawings/vmlDrawing13.vml"/><Relationship Id="rId6" Type="http://schemas.openxmlformats.org/officeDocument/2006/relationships/oleObject" Target="../embeddings/oleObject105.bin"/><Relationship Id="rId11" Type="http://schemas.openxmlformats.org/officeDocument/2006/relationships/image" Target="../media/image113.emf"/><Relationship Id="rId24" Type="http://schemas.openxmlformats.org/officeDocument/2006/relationships/oleObject" Target="../embeddings/oleObject114.bin"/><Relationship Id="rId32" Type="http://schemas.openxmlformats.org/officeDocument/2006/relationships/oleObject" Target="../embeddings/oleObject118.bin"/><Relationship Id="rId5" Type="http://schemas.openxmlformats.org/officeDocument/2006/relationships/image" Target="../media/image110.emf"/><Relationship Id="rId15" Type="http://schemas.openxmlformats.org/officeDocument/2006/relationships/image" Target="../media/image115.emf"/><Relationship Id="rId23" Type="http://schemas.openxmlformats.org/officeDocument/2006/relationships/image" Target="../media/image119.emf"/><Relationship Id="rId28" Type="http://schemas.openxmlformats.org/officeDocument/2006/relationships/oleObject" Target="../embeddings/oleObject116.bin"/><Relationship Id="rId10" Type="http://schemas.openxmlformats.org/officeDocument/2006/relationships/oleObject" Target="../embeddings/oleObject107.bin"/><Relationship Id="rId19" Type="http://schemas.openxmlformats.org/officeDocument/2006/relationships/image" Target="../media/image117.emf"/><Relationship Id="rId31" Type="http://schemas.openxmlformats.org/officeDocument/2006/relationships/image" Target="../media/image123.emf"/><Relationship Id="rId4" Type="http://schemas.openxmlformats.org/officeDocument/2006/relationships/oleObject" Target="../embeddings/oleObject104.bin"/><Relationship Id="rId9" Type="http://schemas.openxmlformats.org/officeDocument/2006/relationships/image" Target="../media/image112.emf"/><Relationship Id="rId14" Type="http://schemas.openxmlformats.org/officeDocument/2006/relationships/oleObject" Target="../embeddings/oleObject109.bin"/><Relationship Id="rId22" Type="http://schemas.openxmlformats.org/officeDocument/2006/relationships/oleObject" Target="../embeddings/oleObject113.bin"/><Relationship Id="rId27" Type="http://schemas.openxmlformats.org/officeDocument/2006/relationships/image" Target="../media/image121.emf"/><Relationship Id="rId30" Type="http://schemas.openxmlformats.org/officeDocument/2006/relationships/oleObject" Target="../embeddings/oleObject117.bin"/><Relationship Id="rId8" Type="http://schemas.openxmlformats.org/officeDocument/2006/relationships/oleObject" Target="../embeddings/oleObject106.bin"/></Relationships>
</file>

<file path=ppt/slides/_rels/slide14.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notesSlide" Target="../notesSlides/notesSlide7.xml"/><Relationship Id="rId7" Type="http://schemas.openxmlformats.org/officeDocument/2006/relationships/image" Target="../media/image126.emf"/><Relationship Id="rId12" Type="http://schemas.openxmlformats.org/officeDocument/2006/relationships/image" Target="../media/image128.e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20.bin"/><Relationship Id="rId11" Type="http://schemas.openxmlformats.org/officeDocument/2006/relationships/oleObject" Target="../embeddings/oleObject122.bin"/><Relationship Id="rId5" Type="http://schemas.openxmlformats.org/officeDocument/2006/relationships/image" Target="../media/image125.emf"/><Relationship Id="rId10" Type="http://schemas.openxmlformats.org/officeDocument/2006/relationships/image" Target="../media/image127.emf"/><Relationship Id="rId4" Type="http://schemas.openxmlformats.org/officeDocument/2006/relationships/oleObject" Target="../embeddings/oleObject119.bin"/><Relationship Id="rId9" Type="http://schemas.openxmlformats.org/officeDocument/2006/relationships/oleObject" Target="../embeddings/oleObject121.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25.bin"/><Relationship Id="rId3" Type="http://schemas.openxmlformats.org/officeDocument/2006/relationships/notesSlide" Target="../notesSlides/notesSlide8.xml"/><Relationship Id="rId7" Type="http://schemas.openxmlformats.org/officeDocument/2006/relationships/image" Target="../media/image131.e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124.bin"/><Relationship Id="rId5" Type="http://schemas.openxmlformats.org/officeDocument/2006/relationships/image" Target="../media/image130.emf"/><Relationship Id="rId4" Type="http://schemas.openxmlformats.org/officeDocument/2006/relationships/oleObject" Target="../embeddings/oleObject123.bin"/><Relationship Id="rId9" Type="http://schemas.openxmlformats.org/officeDocument/2006/relationships/image" Target="../media/image132.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35.emf"/><Relationship Id="rId3" Type="http://schemas.openxmlformats.org/officeDocument/2006/relationships/oleObject" Target="../embeddings/oleObject126.bin"/><Relationship Id="rId7" Type="http://schemas.openxmlformats.org/officeDocument/2006/relationships/oleObject" Target="../embeddings/oleObject128.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134.emf"/><Relationship Id="rId5" Type="http://schemas.openxmlformats.org/officeDocument/2006/relationships/oleObject" Target="../embeddings/oleObject127.bin"/><Relationship Id="rId4" Type="http://schemas.openxmlformats.org/officeDocument/2006/relationships/image" Target="../media/image133.emf"/></Relationships>
</file>

<file path=ppt/slides/_rels/slide18.xml.rels><?xml version="1.0" encoding="UTF-8" standalone="yes"?>
<Relationships xmlns="http://schemas.openxmlformats.org/package/2006/relationships"><Relationship Id="rId13" Type="http://schemas.openxmlformats.org/officeDocument/2006/relationships/oleObject" Target="../embeddings/oleObject134.bin"/><Relationship Id="rId18" Type="http://schemas.openxmlformats.org/officeDocument/2006/relationships/image" Target="../media/image143.emf"/><Relationship Id="rId26" Type="http://schemas.openxmlformats.org/officeDocument/2006/relationships/image" Target="../media/image147.emf"/><Relationship Id="rId21" Type="http://schemas.openxmlformats.org/officeDocument/2006/relationships/oleObject" Target="../embeddings/oleObject138.bin"/><Relationship Id="rId34" Type="http://schemas.openxmlformats.org/officeDocument/2006/relationships/image" Target="../media/image151.emf"/><Relationship Id="rId7" Type="http://schemas.openxmlformats.org/officeDocument/2006/relationships/oleObject" Target="../embeddings/oleObject131.bin"/><Relationship Id="rId12" Type="http://schemas.openxmlformats.org/officeDocument/2006/relationships/image" Target="../media/image140.emf"/><Relationship Id="rId17" Type="http://schemas.openxmlformats.org/officeDocument/2006/relationships/oleObject" Target="../embeddings/oleObject136.bin"/><Relationship Id="rId25" Type="http://schemas.openxmlformats.org/officeDocument/2006/relationships/oleObject" Target="../embeddings/oleObject140.bin"/><Relationship Id="rId33" Type="http://schemas.openxmlformats.org/officeDocument/2006/relationships/oleObject" Target="../embeddings/oleObject144.bin"/><Relationship Id="rId38" Type="http://schemas.openxmlformats.org/officeDocument/2006/relationships/image" Target="../media/image153.emf"/><Relationship Id="rId2" Type="http://schemas.openxmlformats.org/officeDocument/2006/relationships/slideLayout" Target="../slideLayouts/slideLayout7.xml"/><Relationship Id="rId16" Type="http://schemas.openxmlformats.org/officeDocument/2006/relationships/image" Target="../media/image142.emf"/><Relationship Id="rId20" Type="http://schemas.openxmlformats.org/officeDocument/2006/relationships/image" Target="../media/image144.emf"/><Relationship Id="rId29" Type="http://schemas.openxmlformats.org/officeDocument/2006/relationships/oleObject" Target="../embeddings/oleObject142.bin"/><Relationship Id="rId1" Type="http://schemas.openxmlformats.org/officeDocument/2006/relationships/vmlDrawing" Target="../drawings/vmlDrawing17.vml"/><Relationship Id="rId6" Type="http://schemas.openxmlformats.org/officeDocument/2006/relationships/image" Target="../media/image137.emf"/><Relationship Id="rId11" Type="http://schemas.openxmlformats.org/officeDocument/2006/relationships/oleObject" Target="../embeddings/oleObject133.bin"/><Relationship Id="rId24" Type="http://schemas.openxmlformats.org/officeDocument/2006/relationships/image" Target="../media/image146.emf"/><Relationship Id="rId32" Type="http://schemas.openxmlformats.org/officeDocument/2006/relationships/image" Target="../media/image150.emf"/><Relationship Id="rId37" Type="http://schemas.openxmlformats.org/officeDocument/2006/relationships/oleObject" Target="../embeddings/oleObject146.bin"/><Relationship Id="rId5" Type="http://schemas.openxmlformats.org/officeDocument/2006/relationships/oleObject" Target="../embeddings/oleObject130.bin"/><Relationship Id="rId15" Type="http://schemas.openxmlformats.org/officeDocument/2006/relationships/oleObject" Target="../embeddings/oleObject135.bin"/><Relationship Id="rId23" Type="http://schemas.openxmlformats.org/officeDocument/2006/relationships/oleObject" Target="../embeddings/oleObject139.bin"/><Relationship Id="rId28" Type="http://schemas.openxmlformats.org/officeDocument/2006/relationships/image" Target="../media/image148.emf"/><Relationship Id="rId36" Type="http://schemas.openxmlformats.org/officeDocument/2006/relationships/image" Target="../media/image152.emf"/><Relationship Id="rId10" Type="http://schemas.openxmlformats.org/officeDocument/2006/relationships/image" Target="../media/image139.emf"/><Relationship Id="rId19" Type="http://schemas.openxmlformats.org/officeDocument/2006/relationships/oleObject" Target="../embeddings/oleObject137.bin"/><Relationship Id="rId31" Type="http://schemas.openxmlformats.org/officeDocument/2006/relationships/oleObject" Target="../embeddings/oleObject143.bin"/><Relationship Id="rId4" Type="http://schemas.openxmlformats.org/officeDocument/2006/relationships/image" Target="../media/image136.emf"/><Relationship Id="rId9" Type="http://schemas.openxmlformats.org/officeDocument/2006/relationships/oleObject" Target="../embeddings/oleObject132.bin"/><Relationship Id="rId14" Type="http://schemas.openxmlformats.org/officeDocument/2006/relationships/image" Target="../media/image141.emf"/><Relationship Id="rId22" Type="http://schemas.openxmlformats.org/officeDocument/2006/relationships/image" Target="../media/image145.emf"/><Relationship Id="rId27" Type="http://schemas.openxmlformats.org/officeDocument/2006/relationships/oleObject" Target="../embeddings/oleObject141.bin"/><Relationship Id="rId30" Type="http://schemas.openxmlformats.org/officeDocument/2006/relationships/image" Target="../media/image149.emf"/><Relationship Id="rId35" Type="http://schemas.openxmlformats.org/officeDocument/2006/relationships/oleObject" Target="../embeddings/oleObject145.bin"/><Relationship Id="rId8" Type="http://schemas.openxmlformats.org/officeDocument/2006/relationships/image" Target="../media/image138.emf"/><Relationship Id="rId3" Type="http://schemas.openxmlformats.org/officeDocument/2006/relationships/oleObject" Target="../embeddings/oleObject12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49.bin"/><Relationship Id="rId13" Type="http://schemas.openxmlformats.org/officeDocument/2006/relationships/image" Target="../media/image158.wmf"/><Relationship Id="rId3" Type="http://schemas.openxmlformats.org/officeDocument/2006/relationships/notesSlide" Target="../notesSlides/notesSlide10.xml"/><Relationship Id="rId7" Type="http://schemas.openxmlformats.org/officeDocument/2006/relationships/image" Target="../media/image155.wmf"/><Relationship Id="rId12" Type="http://schemas.openxmlformats.org/officeDocument/2006/relationships/oleObject" Target="../embeddings/oleObject15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148.bin"/><Relationship Id="rId11" Type="http://schemas.openxmlformats.org/officeDocument/2006/relationships/image" Target="../media/image157.emf"/><Relationship Id="rId5" Type="http://schemas.openxmlformats.org/officeDocument/2006/relationships/image" Target="../media/image154.emf"/><Relationship Id="rId10" Type="http://schemas.openxmlformats.org/officeDocument/2006/relationships/oleObject" Target="../embeddings/oleObject150.bin"/><Relationship Id="rId4" Type="http://schemas.openxmlformats.org/officeDocument/2006/relationships/oleObject" Target="../embeddings/oleObject147.bin"/><Relationship Id="rId9" Type="http://schemas.openxmlformats.org/officeDocument/2006/relationships/image" Target="../media/image156.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54.bin"/><Relationship Id="rId3" Type="http://schemas.openxmlformats.org/officeDocument/2006/relationships/notesSlide" Target="../notesSlides/notesSlide11.xml"/><Relationship Id="rId7" Type="http://schemas.openxmlformats.org/officeDocument/2006/relationships/image" Target="../media/image160.e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53.bin"/><Relationship Id="rId5" Type="http://schemas.openxmlformats.org/officeDocument/2006/relationships/image" Target="../media/image159.emf"/><Relationship Id="rId4" Type="http://schemas.openxmlformats.org/officeDocument/2006/relationships/oleObject" Target="../embeddings/oleObject152.bin"/><Relationship Id="rId9" Type="http://schemas.openxmlformats.org/officeDocument/2006/relationships/image" Target="../media/image161.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166.wmf"/><Relationship Id="rId3" Type="http://schemas.openxmlformats.org/officeDocument/2006/relationships/notesSlide" Target="../notesSlides/notesSlide12.xml"/><Relationship Id="rId7" Type="http://schemas.openxmlformats.org/officeDocument/2006/relationships/image" Target="../media/image163.emf"/><Relationship Id="rId12" Type="http://schemas.openxmlformats.org/officeDocument/2006/relationships/oleObject" Target="../embeddings/oleObject159.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56.bin"/><Relationship Id="rId11" Type="http://schemas.openxmlformats.org/officeDocument/2006/relationships/image" Target="../media/image165.wmf"/><Relationship Id="rId5" Type="http://schemas.openxmlformats.org/officeDocument/2006/relationships/image" Target="../media/image162.emf"/><Relationship Id="rId15" Type="http://schemas.openxmlformats.org/officeDocument/2006/relationships/image" Target="../media/image167.wmf"/><Relationship Id="rId10" Type="http://schemas.openxmlformats.org/officeDocument/2006/relationships/oleObject" Target="../embeddings/oleObject158.bin"/><Relationship Id="rId4" Type="http://schemas.openxmlformats.org/officeDocument/2006/relationships/oleObject" Target="../embeddings/oleObject155.bin"/><Relationship Id="rId9" Type="http://schemas.openxmlformats.org/officeDocument/2006/relationships/image" Target="../media/image164.emf"/><Relationship Id="rId14" Type="http://schemas.openxmlformats.org/officeDocument/2006/relationships/oleObject" Target="../embeddings/oleObject16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3.bin"/><Relationship Id="rId3" Type="http://schemas.openxmlformats.org/officeDocument/2006/relationships/notesSlide" Target="../notesSlides/notesSlide13.xml"/><Relationship Id="rId7" Type="http://schemas.openxmlformats.org/officeDocument/2006/relationships/image" Target="../media/image169.e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62.bin"/><Relationship Id="rId11" Type="http://schemas.openxmlformats.org/officeDocument/2006/relationships/image" Target="../media/image171.wmf"/><Relationship Id="rId5" Type="http://schemas.openxmlformats.org/officeDocument/2006/relationships/image" Target="../media/image168.emf"/><Relationship Id="rId10" Type="http://schemas.openxmlformats.org/officeDocument/2006/relationships/oleObject" Target="../embeddings/oleObject164.bin"/><Relationship Id="rId4" Type="http://schemas.openxmlformats.org/officeDocument/2006/relationships/oleObject" Target="../embeddings/oleObject161.bin"/><Relationship Id="rId9" Type="http://schemas.openxmlformats.org/officeDocument/2006/relationships/image" Target="../media/image170.emf"/></Relationships>
</file>

<file path=ppt/slides/_rels/slide23.xml.rels><?xml version="1.0" encoding="UTF-8" standalone="yes"?>
<Relationships xmlns="http://schemas.openxmlformats.org/package/2006/relationships"><Relationship Id="rId8" Type="http://schemas.openxmlformats.org/officeDocument/2006/relationships/image" Target="../media/image174.emf"/><Relationship Id="rId13" Type="http://schemas.openxmlformats.org/officeDocument/2006/relationships/oleObject" Target="../embeddings/oleObject170.bin"/><Relationship Id="rId18" Type="http://schemas.openxmlformats.org/officeDocument/2006/relationships/image" Target="../media/image179.emf"/><Relationship Id="rId26" Type="http://schemas.openxmlformats.org/officeDocument/2006/relationships/image" Target="../media/image183.emf"/><Relationship Id="rId3" Type="http://schemas.openxmlformats.org/officeDocument/2006/relationships/oleObject" Target="../embeddings/oleObject165.bin"/><Relationship Id="rId21" Type="http://schemas.openxmlformats.org/officeDocument/2006/relationships/oleObject" Target="../embeddings/oleObject174.bin"/><Relationship Id="rId7" Type="http://schemas.openxmlformats.org/officeDocument/2006/relationships/oleObject" Target="../embeddings/oleObject167.bin"/><Relationship Id="rId12" Type="http://schemas.openxmlformats.org/officeDocument/2006/relationships/image" Target="../media/image176.emf"/><Relationship Id="rId17" Type="http://schemas.openxmlformats.org/officeDocument/2006/relationships/oleObject" Target="../embeddings/oleObject172.bin"/><Relationship Id="rId25" Type="http://schemas.openxmlformats.org/officeDocument/2006/relationships/oleObject" Target="../embeddings/oleObject176.bin"/><Relationship Id="rId2" Type="http://schemas.openxmlformats.org/officeDocument/2006/relationships/slideLayout" Target="../slideLayouts/slideLayout7.xml"/><Relationship Id="rId16" Type="http://schemas.openxmlformats.org/officeDocument/2006/relationships/image" Target="../media/image178.emf"/><Relationship Id="rId20" Type="http://schemas.openxmlformats.org/officeDocument/2006/relationships/image" Target="../media/image180.emf"/><Relationship Id="rId1" Type="http://schemas.openxmlformats.org/officeDocument/2006/relationships/vmlDrawing" Target="../drawings/vmlDrawing22.vml"/><Relationship Id="rId6" Type="http://schemas.openxmlformats.org/officeDocument/2006/relationships/image" Target="../media/image173.emf"/><Relationship Id="rId11" Type="http://schemas.openxmlformats.org/officeDocument/2006/relationships/oleObject" Target="../embeddings/oleObject169.bin"/><Relationship Id="rId24" Type="http://schemas.openxmlformats.org/officeDocument/2006/relationships/image" Target="../media/image182.emf"/><Relationship Id="rId5" Type="http://schemas.openxmlformats.org/officeDocument/2006/relationships/oleObject" Target="../embeddings/oleObject166.bin"/><Relationship Id="rId15" Type="http://schemas.openxmlformats.org/officeDocument/2006/relationships/oleObject" Target="../embeddings/oleObject171.bin"/><Relationship Id="rId23" Type="http://schemas.openxmlformats.org/officeDocument/2006/relationships/oleObject" Target="../embeddings/oleObject175.bin"/><Relationship Id="rId28" Type="http://schemas.openxmlformats.org/officeDocument/2006/relationships/image" Target="../media/image184.emf"/><Relationship Id="rId10" Type="http://schemas.openxmlformats.org/officeDocument/2006/relationships/image" Target="../media/image175.emf"/><Relationship Id="rId19" Type="http://schemas.openxmlformats.org/officeDocument/2006/relationships/oleObject" Target="../embeddings/oleObject173.bin"/><Relationship Id="rId4" Type="http://schemas.openxmlformats.org/officeDocument/2006/relationships/image" Target="../media/image172.emf"/><Relationship Id="rId9" Type="http://schemas.openxmlformats.org/officeDocument/2006/relationships/oleObject" Target="../embeddings/oleObject168.bin"/><Relationship Id="rId14" Type="http://schemas.openxmlformats.org/officeDocument/2006/relationships/image" Target="../media/image177.emf"/><Relationship Id="rId22" Type="http://schemas.openxmlformats.org/officeDocument/2006/relationships/image" Target="../media/image181.emf"/><Relationship Id="rId27" Type="http://schemas.openxmlformats.org/officeDocument/2006/relationships/oleObject" Target="../embeddings/oleObject177.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control" Target="../activeX/activeX1.xml"/><Relationship Id="rId1" Type="http://schemas.openxmlformats.org/officeDocument/2006/relationships/vmlDrawing" Target="../drawings/vmlDrawing23.vml"/><Relationship Id="rId4" Type="http://schemas.openxmlformats.org/officeDocument/2006/relationships/image" Target="../media/image185.png"/></Relationships>
</file>

<file path=ppt/slides/_rels/slide26.xml.rels><?xml version="1.0" encoding="UTF-8" standalone="yes"?>
<Relationships xmlns="http://schemas.openxmlformats.org/package/2006/relationships"><Relationship Id="rId8" Type="http://schemas.openxmlformats.org/officeDocument/2006/relationships/image" Target="../media/image188.wmf"/><Relationship Id="rId13" Type="http://schemas.openxmlformats.org/officeDocument/2006/relationships/oleObject" Target="../embeddings/oleObject183.bin"/><Relationship Id="rId18" Type="http://schemas.openxmlformats.org/officeDocument/2006/relationships/image" Target="../media/image193.wmf"/><Relationship Id="rId3" Type="http://schemas.openxmlformats.org/officeDocument/2006/relationships/oleObject" Target="../embeddings/oleObject178.bin"/><Relationship Id="rId7" Type="http://schemas.openxmlformats.org/officeDocument/2006/relationships/oleObject" Target="../embeddings/oleObject180.bin"/><Relationship Id="rId12" Type="http://schemas.openxmlformats.org/officeDocument/2006/relationships/image" Target="../media/image190.wmf"/><Relationship Id="rId17" Type="http://schemas.openxmlformats.org/officeDocument/2006/relationships/oleObject" Target="../embeddings/oleObject185.bin"/><Relationship Id="rId2" Type="http://schemas.openxmlformats.org/officeDocument/2006/relationships/slideLayout" Target="../slideLayouts/slideLayout7.xml"/><Relationship Id="rId16" Type="http://schemas.openxmlformats.org/officeDocument/2006/relationships/image" Target="../media/image192.wmf"/><Relationship Id="rId20" Type="http://schemas.openxmlformats.org/officeDocument/2006/relationships/image" Target="../media/image194.wmf"/><Relationship Id="rId1" Type="http://schemas.openxmlformats.org/officeDocument/2006/relationships/vmlDrawing" Target="../drawings/vmlDrawing24.vml"/><Relationship Id="rId6" Type="http://schemas.openxmlformats.org/officeDocument/2006/relationships/image" Target="../media/image187.wmf"/><Relationship Id="rId11" Type="http://schemas.openxmlformats.org/officeDocument/2006/relationships/oleObject" Target="../embeddings/oleObject182.bin"/><Relationship Id="rId5" Type="http://schemas.openxmlformats.org/officeDocument/2006/relationships/oleObject" Target="../embeddings/oleObject179.bin"/><Relationship Id="rId15" Type="http://schemas.openxmlformats.org/officeDocument/2006/relationships/oleObject" Target="../embeddings/oleObject184.bin"/><Relationship Id="rId10" Type="http://schemas.openxmlformats.org/officeDocument/2006/relationships/image" Target="../media/image189.wmf"/><Relationship Id="rId19" Type="http://schemas.openxmlformats.org/officeDocument/2006/relationships/oleObject" Target="../embeddings/oleObject186.bin"/><Relationship Id="rId4" Type="http://schemas.openxmlformats.org/officeDocument/2006/relationships/image" Target="../media/image186.wmf"/><Relationship Id="rId9" Type="http://schemas.openxmlformats.org/officeDocument/2006/relationships/oleObject" Target="../embeddings/oleObject181.bin"/><Relationship Id="rId14" Type="http://schemas.openxmlformats.org/officeDocument/2006/relationships/image" Target="../media/image191.wmf"/></Relationships>
</file>

<file path=ppt/slides/_rels/slide27.xml.rels><?xml version="1.0" encoding="UTF-8" standalone="yes"?>
<Relationships xmlns="http://schemas.openxmlformats.org/package/2006/relationships"><Relationship Id="rId8" Type="http://schemas.openxmlformats.org/officeDocument/2006/relationships/image" Target="../media/image197.emf"/><Relationship Id="rId13" Type="http://schemas.openxmlformats.org/officeDocument/2006/relationships/oleObject" Target="../embeddings/oleObject192.bin"/><Relationship Id="rId18" Type="http://schemas.openxmlformats.org/officeDocument/2006/relationships/image" Target="../media/image202.wmf"/><Relationship Id="rId3" Type="http://schemas.openxmlformats.org/officeDocument/2006/relationships/oleObject" Target="../embeddings/oleObject187.bin"/><Relationship Id="rId21" Type="http://schemas.openxmlformats.org/officeDocument/2006/relationships/oleObject" Target="../embeddings/oleObject196.bin"/><Relationship Id="rId7" Type="http://schemas.openxmlformats.org/officeDocument/2006/relationships/oleObject" Target="../embeddings/oleObject189.bin"/><Relationship Id="rId12" Type="http://schemas.openxmlformats.org/officeDocument/2006/relationships/image" Target="../media/image199.emf"/><Relationship Id="rId17" Type="http://schemas.openxmlformats.org/officeDocument/2006/relationships/oleObject" Target="../embeddings/oleObject194.bin"/><Relationship Id="rId2" Type="http://schemas.openxmlformats.org/officeDocument/2006/relationships/slideLayout" Target="../slideLayouts/slideLayout7.xml"/><Relationship Id="rId16" Type="http://schemas.openxmlformats.org/officeDocument/2006/relationships/image" Target="../media/image201.emf"/><Relationship Id="rId20" Type="http://schemas.openxmlformats.org/officeDocument/2006/relationships/image" Target="../media/image203.wmf"/><Relationship Id="rId1" Type="http://schemas.openxmlformats.org/officeDocument/2006/relationships/vmlDrawing" Target="../drawings/vmlDrawing25.vml"/><Relationship Id="rId6" Type="http://schemas.openxmlformats.org/officeDocument/2006/relationships/image" Target="../media/image196.emf"/><Relationship Id="rId11" Type="http://schemas.openxmlformats.org/officeDocument/2006/relationships/oleObject" Target="../embeddings/oleObject191.bin"/><Relationship Id="rId24" Type="http://schemas.openxmlformats.org/officeDocument/2006/relationships/image" Target="../media/image205.emf"/><Relationship Id="rId5" Type="http://schemas.openxmlformats.org/officeDocument/2006/relationships/oleObject" Target="../embeddings/oleObject188.bin"/><Relationship Id="rId15" Type="http://schemas.openxmlformats.org/officeDocument/2006/relationships/oleObject" Target="../embeddings/oleObject193.bin"/><Relationship Id="rId23" Type="http://schemas.openxmlformats.org/officeDocument/2006/relationships/oleObject" Target="../embeddings/oleObject197.bin"/><Relationship Id="rId10" Type="http://schemas.openxmlformats.org/officeDocument/2006/relationships/image" Target="../media/image198.emf"/><Relationship Id="rId19" Type="http://schemas.openxmlformats.org/officeDocument/2006/relationships/oleObject" Target="../embeddings/oleObject195.bin"/><Relationship Id="rId4" Type="http://schemas.openxmlformats.org/officeDocument/2006/relationships/image" Target="../media/image195.emf"/><Relationship Id="rId9" Type="http://schemas.openxmlformats.org/officeDocument/2006/relationships/oleObject" Target="../embeddings/oleObject190.bin"/><Relationship Id="rId14" Type="http://schemas.openxmlformats.org/officeDocument/2006/relationships/image" Target="../media/image200.emf"/><Relationship Id="rId22" Type="http://schemas.openxmlformats.org/officeDocument/2006/relationships/image" Target="../media/image204.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image" Target="../media/image210.emf"/><Relationship Id="rId18" Type="http://schemas.openxmlformats.org/officeDocument/2006/relationships/oleObject" Target="../embeddings/oleObject205.bin"/><Relationship Id="rId26" Type="http://schemas.openxmlformats.org/officeDocument/2006/relationships/oleObject" Target="../embeddings/oleObject209.bin"/><Relationship Id="rId3" Type="http://schemas.openxmlformats.org/officeDocument/2006/relationships/notesSlide" Target="../notesSlides/notesSlide15.xml"/><Relationship Id="rId21" Type="http://schemas.openxmlformats.org/officeDocument/2006/relationships/image" Target="../media/image214.emf"/><Relationship Id="rId7" Type="http://schemas.openxmlformats.org/officeDocument/2006/relationships/image" Target="../media/image207.emf"/><Relationship Id="rId12" Type="http://schemas.openxmlformats.org/officeDocument/2006/relationships/oleObject" Target="../embeddings/oleObject202.bin"/><Relationship Id="rId17" Type="http://schemas.openxmlformats.org/officeDocument/2006/relationships/image" Target="../media/image212.emf"/><Relationship Id="rId25" Type="http://schemas.openxmlformats.org/officeDocument/2006/relationships/image" Target="../media/image203.wmf"/><Relationship Id="rId2" Type="http://schemas.openxmlformats.org/officeDocument/2006/relationships/slideLayout" Target="../slideLayouts/slideLayout7.xml"/><Relationship Id="rId16" Type="http://schemas.openxmlformats.org/officeDocument/2006/relationships/oleObject" Target="../embeddings/oleObject204.bin"/><Relationship Id="rId20" Type="http://schemas.openxmlformats.org/officeDocument/2006/relationships/oleObject" Target="../embeddings/oleObject206.bin"/><Relationship Id="rId29" Type="http://schemas.openxmlformats.org/officeDocument/2006/relationships/image" Target="../media/image215.emf"/><Relationship Id="rId1" Type="http://schemas.openxmlformats.org/officeDocument/2006/relationships/vmlDrawing" Target="../drawings/vmlDrawing26.vml"/><Relationship Id="rId6" Type="http://schemas.openxmlformats.org/officeDocument/2006/relationships/oleObject" Target="../embeddings/oleObject199.bin"/><Relationship Id="rId11" Type="http://schemas.openxmlformats.org/officeDocument/2006/relationships/image" Target="../media/image209.emf"/><Relationship Id="rId24" Type="http://schemas.openxmlformats.org/officeDocument/2006/relationships/oleObject" Target="../embeddings/oleObject208.bin"/><Relationship Id="rId5" Type="http://schemas.openxmlformats.org/officeDocument/2006/relationships/image" Target="../media/image206.emf"/><Relationship Id="rId15" Type="http://schemas.openxmlformats.org/officeDocument/2006/relationships/image" Target="../media/image211.emf"/><Relationship Id="rId23" Type="http://schemas.openxmlformats.org/officeDocument/2006/relationships/image" Target="../media/image202.wmf"/><Relationship Id="rId28" Type="http://schemas.openxmlformats.org/officeDocument/2006/relationships/oleObject" Target="../embeddings/oleObject210.bin"/><Relationship Id="rId10" Type="http://schemas.openxmlformats.org/officeDocument/2006/relationships/oleObject" Target="../embeddings/oleObject201.bin"/><Relationship Id="rId19" Type="http://schemas.openxmlformats.org/officeDocument/2006/relationships/image" Target="../media/image213.emf"/><Relationship Id="rId31" Type="http://schemas.openxmlformats.org/officeDocument/2006/relationships/image" Target="../media/image216.emf"/><Relationship Id="rId4" Type="http://schemas.openxmlformats.org/officeDocument/2006/relationships/oleObject" Target="../embeddings/oleObject198.bin"/><Relationship Id="rId9" Type="http://schemas.openxmlformats.org/officeDocument/2006/relationships/image" Target="../media/image208.emf"/><Relationship Id="rId14" Type="http://schemas.openxmlformats.org/officeDocument/2006/relationships/oleObject" Target="../embeddings/oleObject203.bin"/><Relationship Id="rId22" Type="http://schemas.openxmlformats.org/officeDocument/2006/relationships/oleObject" Target="../embeddings/oleObject207.bin"/><Relationship Id="rId27" Type="http://schemas.openxmlformats.org/officeDocument/2006/relationships/image" Target="../media/image204.wmf"/><Relationship Id="rId30" Type="http://schemas.openxmlformats.org/officeDocument/2006/relationships/oleObject" Target="../embeddings/oleObject21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a:t>
            </a:fld>
            <a:endParaRPr lang="en-US" altLang="zh-CN" sz="1800" dirty="0">
              <a:solidFill>
                <a:schemeClr val="accent2"/>
              </a:solidFill>
            </a:endParaRPr>
          </a:p>
        </p:txBody>
      </p:sp>
      <p:sp>
        <p:nvSpPr>
          <p:cNvPr id="157698" name="Text Box 2"/>
          <p:cNvSpPr txBox="1"/>
          <p:nvPr/>
        </p:nvSpPr>
        <p:spPr>
          <a:xfrm>
            <a:off x="228600" y="133350"/>
            <a:ext cx="8458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solidFill>
                  <a:schemeClr val="folHlink"/>
                </a:solidFill>
                <a:latin typeface="Times New Roman" panose="02020603050405020304" pitchFamily="18" charset="0"/>
                <a:ea typeface="黑体" panose="02010609060101010101" pitchFamily="49" charset="-122"/>
              </a:rPr>
              <a:t>三、质点系的角动量定理和角动量守恒定律</a:t>
            </a:r>
          </a:p>
        </p:txBody>
      </p:sp>
      <p:graphicFrame>
        <p:nvGraphicFramePr>
          <p:cNvPr id="157699" name="Object 2"/>
          <p:cNvGraphicFramePr>
            <a:graphicFrameLocks noChangeAspect="1"/>
          </p:cNvGraphicFramePr>
          <p:nvPr/>
        </p:nvGraphicFramePr>
        <p:xfrm>
          <a:off x="4373563" y="776288"/>
          <a:ext cx="3346450" cy="904875"/>
        </p:xfrm>
        <a:graphic>
          <a:graphicData uri="http://schemas.openxmlformats.org/presentationml/2006/ole">
            <mc:AlternateContent xmlns:mc="http://schemas.openxmlformats.org/markup-compatibility/2006">
              <mc:Choice xmlns:v="urn:schemas-microsoft-com:vml" Requires="v">
                <p:oleObj spid="_x0000_s3134" r:id="rId3" imgW="1954530" imgH="545465" progId="Equation.3">
                  <p:embed/>
                </p:oleObj>
              </mc:Choice>
              <mc:Fallback>
                <p:oleObj r:id="rId3" imgW="1954530" imgH="545465" progId="Equation.3">
                  <p:embed/>
                  <p:pic>
                    <p:nvPicPr>
                      <p:cNvPr id="0" name="图片 3075"/>
                      <p:cNvPicPr/>
                      <p:nvPr/>
                    </p:nvPicPr>
                    <p:blipFill>
                      <a:blip r:embed="rId4">
                        <a:clrChange>
                          <a:clrFrom>
                            <a:srgbClr val="000000"/>
                          </a:clrFrom>
                          <a:clrTo>
                            <a:srgbClr val="000000"/>
                          </a:clrTo>
                        </a:clrChange>
                      </a:blip>
                      <a:stretch>
                        <a:fillRect/>
                      </a:stretch>
                    </p:blipFill>
                    <p:spPr>
                      <a:xfrm>
                        <a:off x="4373563" y="776288"/>
                        <a:ext cx="3346450" cy="904875"/>
                      </a:xfrm>
                      <a:prstGeom prst="rect">
                        <a:avLst/>
                      </a:prstGeom>
                      <a:noFill/>
                      <a:ln w="38100">
                        <a:noFill/>
                        <a:miter/>
                      </a:ln>
                    </p:spPr>
                  </p:pic>
                </p:oleObj>
              </mc:Fallback>
            </mc:AlternateContent>
          </a:graphicData>
        </a:graphic>
      </p:graphicFrame>
      <p:sp>
        <p:nvSpPr>
          <p:cNvPr id="157700" name="Text Box 4"/>
          <p:cNvSpPr txBox="1"/>
          <p:nvPr/>
        </p:nvSpPr>
        <p:spPr>
          <a:xfrm>
            <a:off x="144463" y="803275"/>
            <a:ext cx="4495800" cy="561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质点系对定点的角动量：</a:t>
            </a:r>
          </a:p>
        </p:txBody>
      </p:sp>
      <p:sp>
        <p:nvSpPr>
          <p:cNvPr id="157701" name="Text Box 5"/>
          <p:cNvSpPr txBox="1"/>
          <p:nvPr/>
        </p:nvSpPr>
        <p:spPr>
          <a:xfrm>
            <a:off x="144463" y="1587500"/>
            <a:ext cx="2438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对时间求导：</a:t>
            </a:r>
            <a:endParaRPr lang="zh-CN" altLang="en-US" sz="2400" dirty="0">
              <a:latin typeface="Times New Roman" panose="02020603050405020304" pitchFamily="18" charset="0"/>
            </a:endParaRPr>
          </a:p>
        </p:txBody>
      </p:sp>
      <p:graphicFrame>
        <p:nvGraphicFramePr>
          <p:cNvPr id="157702" name="Object 3"/>
          <p:cNvGraphicFramePr>
            <a:graphicFrameLocks noChangeAspect="1"/>
          </p:cNvGraphicFramePr>
          <p:nvPr/>
        </p:nvGraphicFramePr>
        <p:xfrm>
          <a:off x="2528888" y="1352550"/>
          <a:ext cx="2005012" cy="968375"/>
        </p:xfrm>
        <a:graphic>
          <a:graphicData uri="http://schemas.openxmlformats.org/presentationml/2006/ole">
            <mc:AlternateContent xmlns:mc="http://schemas.openxmlformats.org/markup-compatibility/2006">
              <mc:Choice xmlns:v="urn:schemas-microsoft-com:vml" Requires="v">
                <p:oleObj spid="_x0000_s3135" r:id="rId5" imgW="1275080" imgH="671195" progId="Equation.3">
                  <p:embed/>
                </p:oleObj>
              </mc:Choice>
              <mc:Fallback>
                <p:oleObj r:id="rId5" imgW="1275080" imgH="671195" progId="Equation.3">
                  <p:embed/>
                  <p:pic>
                    <p:nvPicPr>
                      <p:cNvPr id="0" name="图片 3083"/>
                      <p:cNvPicPr/>
                      <p:nvPr/>
                    </p:nvPicPr>
                    <p:blipFill>
                      <a:blip r:embed="rId6">
                        <a:clrChange>
                          <a:clrFrom>
                            <a:srgbClr val="000000"/>
                          </a:clrFrom>
                          <a:clrTo>
                            <a:srgbClr val="000000"/>
                          </a:clrTo>
                        </a:clrChange>
                      </a:blip>
                      <a:stretch>
                        <a:fillRect/>
                      </a:stretch>
                    </p:blipFill>
                    <p:spPr>
                      <a:xfrm>
                        <a:off x="2528888" y="1352550"/>
                        <a:ext cx="2005012" cy="968375"/>
                      </a:xfrm>
                      <a:prstGeom prst="rect">
                        <a:avLst/>
                      </a:prstGeom>
                      <a:noFill/>
                      <a:ln w="38100">
                        <a:noFill/>
                        <a:miter/>
                      </a:ln>
                    </p:spPr>
                  </p:pic>
                </p:oleObj>
              </mc:Fallback>
            </mc:AlternateContent>
          </a:graphicData>
        </a:graphic>
      </p:graphicFrame>
      <p:graphicFrame>
        <p:nvGraphicFramePr>
          <p:cNvPr id="157703" name="Object 4"/>
          <p:cNvGraphicFramePr>
            <a:graphicFrameLocks noChangeAspect="1"/>
          </p:cNvGraphicFramePr>
          <p:nvPr/>
        </p:nvGraphicFramePr>
        <p:xfrm>
          <a:off x="3676650" y="2284413"/>
          <a:ext cx="1844675" cy="1041400"/>
        </p:xfrm>
        <a:graphic>
          <a:graphicData uri="http://schemas.openxmlformats.org/presentationml/2006/ole">
            <mc:AlternateContent xmlns:mc="http://schemas.openxmlformats.org/markup-compatibility/2006">
              <mc:Choice xmlns:v="urn:schemas-microsoft-com:vml" Requires="v">
                <p:oleObj spid="_x0000_s3136" r:id="rId7" imgW="1073785" imgH="654050" progId="Equation.3">
                  <p:embed/>
                </p:oleObj>
              </mc:Choice>
              <mc:Fallback>
                <p:oleObj r:id="rId7" imgW="1073785" imgH="654050" progId="Equation.3">
                  <p:embed/>
                  <p:pic>
                    <p:nvPicPr>
                      <p:cNvPr id="0" name="图片 3082"/>
                      <p:cNvPicPr/>
                      <p:nvPr/>
                    </p:nvPicPr>
                    <p:blipFill>
                      <a:blip r:embed="rId8">
                        <a:clrChange>
                          <a:clrFrom>
                            <a:srgbClr val="000000"/>
                          </a:clrFrom>
                          <a:clrTo>
                            <a:srgbClr val="000000"/>
                          </a:clrTo>
                        </a:clrChange>
                      </a:blip>
                      <a:stretch>
                        <a:fillRect/>
                      </a:stretch>
                    </p:blipFill>
                    <p:spPr>
                      <a:xfrm>
                        <a:off x="3676650" y="2284413"/>
                        <a:ext cx="1844675" cy="1041400"/>
                      </a:xfrm>
                      <a:prstGeom prst="rect">
                        <a:avLst/>
                      </a:prstGeom>
                      <a:solidFill>
                        <a:srgbClr val="FF9900">
                          <a:alpha val="38823"/>
                        </a:srgbClr>
                      </a:solidFill>
                      <a:ln w="31750" cap="flat" cmpd="sng">
                        <a:solidFill>
                          <a:srgbClr val="FF0000"/>
                        </a:solidFill>
                        <a:prstDash val="solid"/>
                        <a:miter/>
                        <a:headEnd type="none" w="med" len="med"/>
                        <a:tailEnd type="none" w="med" len="med"/>
                      </a:ln>
                    </p:spPr>
                  </p:pic>
                </p:oleObj>
              </mc:Fallback>
            </mc:AlternateContent>
          </a:graphicData>
        </a:graphic>
      </p:graphicFrame>
      <p:sp>
        <p:nvSpPr>
          <p:cNvPr id="157704" name="Text Box 8"/>
          <p:cNvSpPr txBox="1"/>
          <p:nvPr/>
        </p:nvSpPr>
        <p:spPr>
          <a:xfrm>
            <a:off x="144463" y="2522538"/>
            <a:ext cx="4284662"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由质点的角动量定理：</a:t>
            </a:r>
          </a:p>
        </p:txBody>
      </p:sp>
      <p:graphicFrame>
        <p:nvGraphicFramePr>
          <p:cNvPr id="157705" name="Object 5"/>
          <p:cNvGraphicFramePr>
            <a:graphicFrameLocks noChangeAspect="1"/>
          </p:cNvGraphicFramePr>
          <p:nvPr/>
        </p:nvGraphicFramePr>
        <p:xfrm>
          <a:off x="611188" y="3500438"/>
          <a:ext cx="3963987" cy="1050925"/>
        </p:xfrm>
        <a:graphic>
          <a:graphicData uri="http://schemas.openxmlformats.org/presentationml/2006/ole">
            <mc:AlternateContent xmlns:mc="http://schemas.openxmlformats.org/markup-compatibility/2006">
              <mc:Choice xmlns:v="urn:schemas-microsoft-com:vml" Requires="v">
                <p:oleObj spid="_x0000_s3137" r:id="rId9" imgW="2281555" imgH="654050" progId="Equation.3">
                  <p:embed/>
                </p:oleObj>
              </mc:Choice>
              <mc:Fallback>
                <p:oleObj r:id="rId9" imgW="2281555" imgH="654050" progId="Equation.3">
                  <p:embed/>
                  <p:pic>
                    <p:nvPicPr>
                      <p:cNvPr id="0" name="图片 3086"/>
                      <p:cNvPicPr/>
                      <p:nvPr/>
                    </p:nvPicPr>
                    <p:blipFill>
                      <a:blip r:embed="rId10">
                        <a:clrChange>
                          <a:clrFrom>
                            <a:srgbClr val="000000"/>
                          </a:clrFrom>
                          <a:clrTo>
                            <a:srgbClr val="000000"/>
                          </a:clrTo>
                        </a:clrChange>
                      </a:blip>
                      <a:stretch>
                        <a:fillRect/>
                      </a:stretch>
                    </p:blipFill>
                    <p:spPr>
                      <a:xfrm>
                        <a:off x="611188" y="3500438"/>
                        <a:ext cx="3963987" cy="1050925"/>
                      </a:xfrm>
                      <a:prstGeom prst="rect">
                        <a:avLst/>
                      </a:prstGeom>
                      <a:noFill/>
                      <a:ln w="38100">
                        <a:noFill/>
                        <a:miter/>
                      </a:ln>
                    </p:spPr>
                  </p:pic>
                </p:oleObj>
              </mc:Fallback>
            </mc:AlternateContent>
          </a:graphicData>
        </a:graphic>
      </p:graphicFrame>
      <p:graphicFrame>
        <p:nvGraphicFramePr>
          <p:cNvPr id="157706" name="Object 6"/>
          <p:cNvGraphicFramePr>
            <a:graphicFrameLocks noChangeAspect="1"/>
          </p:cNvGraphicFramePr>
          <p:nvPr/>
        </p:nvGraphicFramePr>
        <p:xfrm>
          <a:off x="623888" y="4740275"/>
          <a:ext cx="4375150" cy="919163"/>
        </p:xfrm>
        <a:graphic>
          <a:graphicData uri="http://schemas.openxmlformats.org/presentationml/2006/ole">
            <mc:AlternateContent xmlns:mc="http://schemas.openxmlformats.org/markup-compatibility/2006">
              <mc:Choice xmlns:v="urn:schemas-microsoft-com:vml" Requires="v">
                <p:oleObj spid="_x0000_s3138" r:id="rId11" imgW="2525395" imgH="553720" progId="Equation.3">
                  <p:embed/>
                </p:oleObj>
              </mc:Choice>
              <mc:Fallback>
                <p:oleObj r:id="rId11" imgW="2525395" imgH="553720" progId="Equation.3">
                  <p:embed/>
                  <p:pic>
                    <p:nvPicPr>
                      <p:cNvPr id="0" name="图片 3084"/>
                      <p:cNvPicPr/>
                      <p:nvPr/>
                    </p:nvPicPr>
                    <p:blipFill>
                      <a:blip r:embed="rId12">
                        <a:clrChange>
                          <a:clrFrom>
                            <a:srgbClr val="000000"/>
                          </a:clrFrom>
                          <a:clrTo>
                            <a:srgbClr val="000000"/>
                          </a:clrTo>
                        </a:clrChange>
                      </a:blip>
                      <a:stretch>
                        <a:fillRect/>
                      </a:stretch>
                    </p:blipFill>
                    <p:spPr>
                      <a:xfrm>
                        <a:off x="623888" y="4740275"/>
                        <a:ext cx="4375150" cy="919163"/>
                      </a:xfrm>
                      <a:prstGeom prst="rect">
                        <a:avLst/>
                      </a:prstGeom>
                      <a:noFill/>
                      <a:ln w="38100">
                        <a:noFill/>
                        <a:miter/>
                      </a:ln>
                    </p:spPr>
                  </p:pic>
                </p:oleObj>
              </mc:Fallback>
            </mc:AlternateContent>
          </a:graphicData>
        </a:graphic>
      </p:graphicFrame>
      <p:sp>
        <p:nvSpPr>
          <p:cNvPr id="157707" name="Line 11"/>
          <p:cNvSpPr/>
          <p:nvPr/>
        </p:nvSpPr>
        <p:spPr>
          <a:xfrm>
            <a:off x="762000" y="5638800"/>
            <a:ext cx="1447800" cy="0"/>
          </a:xfrm>
          <a:prstGeom prst="line">
            <a:avLst/>
          </a:prstGeom>
          <a:ln w="31750" cap="flat" cmpd="sng">
            <a:solidFill>
              <a:srgbClr val="0000FF"/>
            </a:solidFill>
            <a:prstDash val="solid"/>
            <a:headEnd type="none" w="med" len="med"/>
            <a:tailEnd type="none" w="med" len="med"/>
          </a:ln>
        </p:spPr>
      </p:sp>
      <p:grpSp>
        <p:nvGrpSpPr>
          <p:cNvPr id="2" name="Group 37"/>
          <p:cNvGrpSpPr/>
          <p:nvPr/>
        </p:nvGrpSpPr>
        <p:grpSpPr>
          <a:xfrm>
            <a:off x="0" y="5791200"/>
            <a:ext cx="2286000" cy="519113"/>
            <a:chOff x="0" y="3648"/>
            <a:chExt cx="1440" cy="327"/>
          </a:xfrm>
        </p:grpSpPr>
        <p:sp>
          <p:nvSpPr>
            <p:cNvPr id="12321" name="Text Box 13"/>
            <p:cNvSpPr txBox="1"/>
            <p:nvPr/>
          </p:nvSpPr>
          <p:spPr>
            <a:xfrm>
              <a:off x="0" y="3648"/>
              <a:ext cx="1440"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solidFill>
                    <a:schemeClr val="folHlink"/>
                  </a:solidFill>
                  <a:latin typeface="Times New Roman" panose="02020603050405020304" pitchFamily="18" charset="0"/>
                </a:rPr>
                <a:t> </a:t>
              </a:r>
              <a:r>
                <a:rPr lang="zh-CN" altLang="en-US" sz="2800" b="1" dirty="0">
                  <a:solidFill>
                    <a:srgbClr val="0000FF"/>
                  </a:solidFill>
                  <a:latin typeface="Times New Roman" panose="02020603050405020304" pitchFamily="18" charset="0"/>
                  <a:ea typeface="黑体" panose="02010609060101010101" pitchFamily="49" charset="-122"/>
                </a:rPr>
                <a:t>合外力矩</a:t>
              </a:r>
            </a:p>
          </p:txBody>
        </p:sp>
        <p:graphicFrame>
          <p:nvGraphicFramePr>
            <p:cNvPr id="12322" name="Object 13"/>
            <p:cNvGraphicFramePr>
              <a:graphicFrameLocks noChangeAspect="1"/>
            </p:cNvGraphicFramePr>
            <p:nvPr/>
          </p:nvGraphicFramePr>
          <p:xfrm>
            <a:off x="1008" y="3648"/>
            <a:ext cx="336" cy="303"/>
          </p:xfrm>
          <a:graphic>
            <a:graphicData uri="http://schemas.openxmlformats.org/presentationml/2006/ole">
              <mc:AlternateContent xmlns:mc="http://schemas.openxmlformats.org/markup-compatibility/2006">
                <mc:Choice xmlns:v="urn:schemas-microsoft-com:vml" Requires="v">
                  <p:oleObj spid="_x0000_s3139" r:id="rId13" imgW="285115" imgH="293370" progId="Equation.3">
                    <p:embed/>
                  </p:oleObj>
                </mc:Choice>
                <mc:Fallback>
                  <p:oleObj r:id="rId13" imgW="285115" imgH="293370" progId="Equation.3">
                    <p:embed/>
                    <p:pic>
                      <p:nvPicPr>
                        <p:cNvPr id="0" name="图片 3085"/>
                        <p:cNvPicPr/>
                        <p:nvPr/>
                      </p:nvPicPr>
                      <p:blipFill>
                        <a:blip r:embed="rId14">
                          <a:clrChange>
                            <a:clrFrom>
                              <a:srgbClr val="000000"/>
                            </a:clrFrom>
                            <a:clrTo>
                              <a:srgbClr val="0000FF"/>
                            </a:clrTo>
                          </a:clrChange>
                        </a:blip>
                        <a:stretch>
                          <a:fillRect/>
                        </a:stretch>
                      </p:blipFill>
                      <p:spPr>
                        <a:xfrm>
                          <a:off x="1008" y="3648"/>
                          <a:ext cx="336" cy="303"/>
                        </a:xfrm>
                        <a:prstGeom prst="rect">
                          <a:avLst/>
                        </a:prstGeom>
                        <a:noFill/>
                        <a:ln w="38100">
                          <a:noFill/>
                          <a:miter/>
                        </a:ln>
                      </p:spPr>
                    </p:pic>
                  </p:oleObj>
                </mc:Fallback>
              </mc:AlternateContent>
            </a:graphicData>
          </a:graphic>
        </p:graphicFrame>
      </p:grpSp>
      <p:sp>
        <p:nvSpPr>
          <p:cNvPr id="157711" name="Line 15"/>
          <p:cNvSpPr/>
          <p:nvPr/>
        </p:nvSpPr>
        <p:spPr>
          <a:xfrm>
            <a:off x="2743200" y="5638800"/>
            <a:ext cx="2362200" cy="0"/>
          </a:xfrm>
          <a:prstGeom prst="line">
            <a:avLst/>
          </a:prstGeom>
          <a:ln w="44450" cap="flat" cmpd="sng">
            <a:solidFill>
              <a:srgbClr val="9933FF"/>
            </a:solidFill>
            <a:prstDash val="solid"/>
            <a:headEnd type="none" w="med" len="med"/>
            <a:tailEnd type="none" w="med" len="med"/>
          </a:ln>
        </p:spPr>
      </p:sp>
      <p:sp>
        <p:nvSpPr>
          <p:cNvPr id="157712" name="Text Box 16"/>
          <p:cNvSpPr txBox="1"/>
          <p:nvPr/>
        </p:nvSpPr>
        <p:spPr>
          <a:xfrm>
            <a:off x="2438400" y="5791200"/>
            <a:ext cx="3048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solidFill>
                  <a:schemeClr val="folHlink"/>
                </a:solidFill>
                <a:latin typeface="Times New Roman" panose="02020603050405020304" pitchFamily="18" charset="0"/>
              </a:rPr>
              <a:t> </a:t>
            </a:r>
            <a:r>
              <a:rPr lang="zh-CN" altLang="en-US" sz="2800" b="1" dirty="0">
                <a:solidFill>
                  <a:srgbClr val="9933FF"/>
                </a:solidFill>
                <a:latin typeface="Times New Roman" panose="02020603050405020304" pitchFamily="18" charset="0"/>
                <a:ea typeface="黑体" panose="02010609060101010101" pitchFamily="49" charset="-122"/>
              </a:rPr>
              <a:t>内力矩的矢量和</a:t>
            </a:r>
          </a:p>
        </p:txBody>
      </p:sp>
      <p:sp>
        <p:nvSpPr>
          <p:cNvPr id="157713" name="Text Box 17"/>
          <p:cNvSpPr txBox="1"/>
          <p:nvPr/>
        </p:nvSpPr>
        <p:spPr>
          <a:xfrm>
            <a:off x="5684838" y="2981325"/>
            <a:ext cx="3459162"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9933FF"/>
                </a:solidFill>
                <a:latin typeface="Times New Roman" panose="02020603050405020304" pitchFamily="18" charset="0"/>
                <a:ea typeface="黑体" panose="02010609060101010101" pitchFamily="49" charset="-122"/>
              </a:rPr>
              <a:t>一对内力矩矢量和：</a:t>
            </a:r>
          </a:p>
        </p:txBody>
      </p:sp>
      <p:graphicFrame>
        <p:nvGraphicFramePr>
          <p:cNvPr id="157724" name="Object 7"/>
          <p:cNvGraphicFramePr>
            <a:graphicFrameLocks noChangeAspect="1"/>
          </p:cNvGraphicFramePr>
          <p:nvPr/>
        </p:nvGraphicFramePr>
        <p:xfrm>
          <a:off x="5564188" y="3505200"/>
          <a:ext cx="2601912" cy="777875"/>
        </p:xfrm>
        <a:graphic>
          <a:graphicData uri="http://schemas.openxmlformats.org/presentationml/2006/ole">
            <mc:AlternateContent xmlns:mc="http://schemas.openxmlformats.org/markup-compatibility/2006">
              <mc:Choice xmlns:v="urn:schemas-microsoft-com:vml" Requires="v">
                <p:oleObj spid="_x0000_s3140" r:id="rId15" imgW="1417955" imgH="419735" progId="Equation.3">
                  <p:embed/>
                </p:oleObj>
              </mc:Choice>
              <mc:Fallback>
                <p:oleObj r:id="rId15" imgW="1417955" imgH="419735" progId="Equation.3">
                  <p:embed/>
                  <p:pic>
                    <p:nvPicPr>
                      <p:cNvPr id="0" name="图片 3087"/>
                      <p:cNvPicPr/>
                      <p:nvPr/>
                    </p:nvPicPr>
                    <p:blipFill>
                      <a:blip r:embed="rId16">
                        <a:clrChange>
                          <a:clrFrom>
                            <a:srgbClr val="000000"/>
                          </a:clrFrom>
                          <a:clrTo>
                            <a:srgbClr val="9933FF"/>
                          </a:clrTo>
                        </a:clrChange>
                      </a:blip>
                      <a:stretch>
                        <a:fillRect/>
                      </a:stretch>
                    </p:blipFill>
                    <p:spPr>
                      <a:xfrm>
                        <a:off x="5564188" y="3505200"/>
                        <a:ext cx="2601912" cy="777875"/>
                      </a:xfrm>
                      <a:prstGeom prst="rect">
                        <a:avLst/>
                      </a:prstGeom>
                      <a:noFill/>
                      <a:ln w="38100">
                        <a:noFill/>
                        <a:miter/>
                      </a:ln>
                    </p:spPr>
                  </p:pic>
                </p:oleObj>
              </mc:Fallback>
            </mc:AlternateContent>
          </a:graphicData>
        </a:graphic>
      </p:graphicFrame>
      <p:graphicFrame>
        <p:nvGraphicFramePr>
          <p:cNvPr id="157725" name="Object 8"/>
          <p:cNvGraphicFramePr>
            <a:graphicFrameLocks noChangeAspect="1"/>
          </p:cNvGraphicFramePr>
          <p:nvPr/>
        </p:nvGraphicFramePr>
        <p:xfrm>
          <a:off x="5676900" y="4114800"/>
          <a:ext cx="2332038" cy="777875"/>
        </p:xfrm>
        <a:graphic>
          <a:graphicData uri="http://schemas.openxmlformats.org/presentationml/2006/ole">
            <mc:AlternateContent xmlns:mc="http://schemas.openxmlformats.org/markup-compatibility/2006">
              <mc:Choice xmlns:v="urn:schemas-microsoft-com:vml" Requires="v">
                <p:oleObj spid="_x0000_s3141" r:id="rId17" imgW="1275080" imgH="419735" progId="Equation.3">
                  <p:embed/>
                </p:oleObj>
              </mc:Choice>
              <mc:Fallback>
                <p:oleObj r:id="rId17" imgW="1275080" imgH="419735" progId="Equation.3">
                  <p:embed/>
                  <p:pic>
                    <p:nvPicPr>
                      <p:cNvPr id="0" name="图片 3088"/>
                      <p:cNvPicPr/>
                      <p:nvPr/>
                    </p:nvPicPr>
                    <p:blipFill>
                      <a:blip r:embed="rId18">
                        <a:clrChange>
                          <a:clrFrom>
                            <a:srgbClr val="000000"/>
                          </a:clrFrom>
                          <a:clrTo>
                            <a:srgbClr val="9933FF"/>
                          </a:clrTo>
                        </a:clrChange>
                      </a:blip>
                      <a:stretch>
                        <a:fillRect/>
                      </a:stretch>
                    </p:blipFill>
                    <p:spPr>
                      <a:xfrm>
                        <a:off x="5676900" y="4114800"/>
                        <a:ext cx="2332038" cy="777875"/>
                      </a:xfrm>
                      <a:prstGeom prst="rect">
                        <a:avLst/>
                      </a:prstGeom>
                      <a:noFill/>
                      <a:ln w="38100">
                        <a:noFill/>
                        <a:miter/>
                      </a:ln>
                    </p:spPr>
                  </p:pic>
                </p:oleObj>
              </mc:Fallback>
            </mc:AlternateContent>
          </a:graphicData>
        </a:graphic>
      </p:graphicFrame>
      <p:graphicFrame>
        <p:nvGraphicFramePr>
          <p:cNvPr id="157726" name="Object 9"/>
          <p:cNvGraphicFramePr>
            <a:graphicFrameLocks noChangeAspect="1"/>
          </p:cNvGraphicFramePr>
          <p:nvPr/>
        </p:nvGraphicFramePr>
        <p:xfrm>
          <a:off x="5730875" y="4797425"/>
          <a:ext cx="582613" cy="433388"/>
        </p:xfrm>
        <a:graphic>
          <a:graphicData uri="http://schemas.openxmlformats.org/presentationml/2006/ole">
            <mc:AlternateContent xmlns:mc="http://schemas.openxmlformats.org/markup-compatibility/2006">
              <mc:Choice xmlns:v="urn:schemas-microsoft-com:vml" Requires="v">
                <p:oleObj spid="_x0000_s3142" r:id="rId19" imgW="327025" imgH="251460" progId="Equation.3">
                  <p:embed/>
                </p:oleObj>
              </mc:Choice>
              <mc:Fallback>
                <p:oleObj r:id="rId19" imgW="327025" imgH="251460" progId="Equation.3">
                  <p:embed/>
                  <p:pic>
                    <p:nvPicPr>
                      <p:cNvPr id="0" name="图片 3080"/>
                      <p:cNvPicPr/>
                      <p:nvPr/>
                    </p:nvPicPr>
                    <p:blipFill>
                      <a:blip r:embed="rId20">
                        <a:clrChange>
                          <a:clrFrom>
                            <a:srgbClr val="000000"/>
                          </a:clrFrom>
                          <a:clrTo>
                            <a:srgbClr val="9933FF"/>
                          </a:clrTo>
                        </a:clrChange>
                      </a:blip>
                      <a:stretch>
                        <a:fillRect/>
                      </a:stretch>
                    </p:blipFill>
                    <p:spPr>
                      <a:xfrm>
                        <a:off x="5730875" y="4797425"/>
                        <a:ext cx="582613" cy="433388"/>
                      </a:xfrm>
                      <a:prstGeom prst="rect">
                        <a:avLst/>
                      </a:prstGeom>
                      <a:noFill/>
                      <a:ln w="38100">
                        <a:noFill/>
                        <a:miter/>
                      </a:ln>
                    </p:spPr>
                  </p:pic>
                </p:oleObj>
              </mc:Fallback>
            </mc:AlternateContent>
          </a:graphicData>
        </a:graphic>
      </p:graphicFrame>
      <p:sp>
        <p:nvSpPr>
          <p:cNvPr id="157727" name="AutoShape 31"/>
          <p:cNvSpPr/>
          <p:nvPr/>
        </p:nvSpPr>
        <p:spPr>
          <a:xfrm>
            <a:off x="5541963" y="4724400"/>
            <a:ext cx="838200" cy="685800"/>
          </a:xfrm>
          <a:prstGeom prst="wedgeEllipseCallout">
            <a:avLst>
              <a:gd name="adj1" fmla="val -91361"/>
              <a:gd name="adj2" fmla="val 117185"/>
            </a:avLst>
          </a:prstGeom>
          <a:noFill/>
          <a:ln w="31750" cap="flat" cmpd="sng">
            <a:solidFill>
              <a:srgbClr val="8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800" b="1" dirty="0">
              <a:latin typeface="Times New Roman" panose="02020603050405020304" pitchFamily="18" charset="0"/>
            </a:endParaRPr>
          </a:p>
        </p:txBody>
      </p:sp>
      <p:grpSp>
        <p:nvGrpSpPr>
          <p:cNvPr id="3" name="Group 38"/>
          <p:cNvGrpSpPr/>
          <p:nvPr/>
        </p:nvGrpSpPr>
        <p:grpSpPr>
          <a:xfrm>
            <a:off x="7521575" y="4897438"/>
            <a:ext cx="1058863" cy="742950"/>
            <a:chOff x="4584" y="3079"/>
            <a:chExt cx="667" cy="468"/>
          </a:xfrm>
        </p:grpSpPr>
        <p:sp>
          <p:nvSpPr>
            <p:cNvPr id="12319" name="Line 21"/>
            <p:cNvSpPr/>
            <p:nvPr/>
          </p:nvSpPr>
          <p:spPr>
            <a:xfrm>
              <a:off x="4584" y="3355"/>
              <a:ext cx="576" cy="192"/>
            </a:xfrm>
            <a:prstGeom prst="line">
              <a:avLst/>
            </a:prstGeom>
            <a:ln w="31750" cap="flat" cmpd="sng">
              <a:solidFill>
                <a:srgbClr val="0000FF"/>
              </a:solidFill>
              <a:prstDash val="solid"/>
              <a:headEnd type="none" w="med" len="med"/>
              <a:tailEnd type="triangle" w="med" len="lg"/>
            </a:ln>
          </p:spPr>
        </p:sp>
        <p:graphicFrame>
          <p:nvGraphicFramePr>
            <p:cNvPr id="12320" name="Object 12"/>
            <p:cNvGraphicFramePr>
              <a:graphicFrameLocks noChangeAspect="1"/>
            </p:cNvGraphicFramePr>
            <p:nvPr/>
          </p:nvGraphicFramePr>
          <p:xfrm>
            <a:off x="4711" y="3079"/>
            <a:ext cx="540" cy="394"/>
          </p:xfrm>
          <a:graphic>
            <a:graphicData uri="http://schemas.openxmlformats.org/presentationml/2006/ole">
              <mc:AlternateContent xmlns:mc="http://schemas.openxmlformats.org/markup-compatibility/2006">
                <mc:Choice xmlns:v="urn:schemas-microsoft-com:vml" Requires="v">
                  <p:oleObj spid="_x0000_s3143" r:id="rId21" imgW="520065" imgH="352425" progId="Equation.3">
                    <p:embed/>
                  </p:oleObj>
                </mc:Choice>
                <mc:Fallback>
                  <p:oleObj r:id="rId21" imgW="520065" imgH="352425" progId="Equation.3">
                    <p:embed/>
                    <p:pic>
                      <p:nvPicPr>
                        <p:cNvPr id="0" name="图片 3089"/>
                        <p:cNvPicPr/>
                        <p:nvPr/>
                      </p:nvPicPr>
                      <p:blipFill>
                        <a:blip r:embed="rId22">
                          <a:clrChange>
                            <a:clrFrom>
                              <a:srgbClr val="000000"/>
                            </a:clrFrom>
                            <a:clrTo>
                              <a:srgbClr val="0000FF"/>
                            </a:clrTo>
                          </a:clrChange>
                        </a:blip>
                        <a:stretch>
                          <a:fillRect/>
                        </a:stretch>
                      </p:blipFill>
                      <p:spPr>
                        <a:xfrm>
                          <a:off x="4711" y="3079"/>
                          <a:ext cx="540" cy="394"/>
                        </a:xfrm>
                        <a:prstGeom prst="rect">
                          <a:avLst/>
                        </a:prstGeom>
                        <a:noFill/>
                        <a:ln w="38100">
                          <a:noFill/>
                          <a:miter/>
                        </a:ln>
                      </p:spPr>
                    </p:pic>
                  </p:oleObj>
                </mc:Fallback>
              </mc:AlternateContent>
            </a:graphicData>
          </a:graphic>
        </p:graphicFrame>
      </p:grpSp>
      <p:grpSp>
        <p:nvGrpSpPr>
          <p:cNvPr id="4" name="Group 39"/>
          <p:cNvGrpSpPr/>
          <p:nvPr/>
        </p:nvGrpSpPr>
        <p:grpSpPr>
          <a:xfrm>
            <a:off x="6683375" y="4941888"/>
            <a:ext cx="2174875" cy="1916112"/>
            <a:chOff x="4050" y="3113"/>
            <a:chExt cx="1370" cy="1207"/>
          </a:xfrm>
        </p:grpSpPr>
        <p:sp>
          <p:nvSpPr>
            <p:cNvPr id="12312" name="Line 19"/>
            <p:cNvSpPr/>
            <p:nvPr/>
          </p:nvSpPr>
          <p:spPr>
            <a:xfrm flipV="1">
              <a:off x="4296" y="3535"/>
              <a:ext cx="864" cy="576"/>
            </a:xfrm>
            <a:prstGeom prst="line">
              <a:avLst/>
            </a:prstGeom>
            <a:ln w="31750" cap="flat" cmpd="sng">
              <a:solidFill>
                <a:schemeClr val="folHlink"/>
              </a:solidFill>
              <a:prstDash val="solid"/>
              <a:headEnd type="none" w="med" len="med"/>
              <a:tailEnd type="triangle" w="med" len="lg"/>
            </a:ln>
          </p:spPr>
        </p:sp>
        <p:sp>
          <p:nvSpPr>
            <p:cNvPr id="12313" name="Line 20"/>
            <p:cNvSpPr/>
            <p:nvPr/>
          </p:nvSpPr>
          <p:spPr>
            <a:xfrm flipV="1">
              <a:off x="4296" y="3343"/>
              <a:ext cx="288" cy="768"/>
            </a:xfrm>
            <a:prstGeom prst="line">
              <a:avLst/>
            </a:prstGeom>
            <a:ln w="31750" cap="flat" cmpd="sng">
              <a:solidFill>
                <a:schemeClr val="folHlink"/>
              </a:solidFill>
              <a:prstDash val="solid"/>
              <a:headEnd type="none" w="med" len="med"/>
              <a:tailEnd type="triangle" w="med" len="lg"/>
            </a:ln>
          </p:spPr>
        </p:sp>
        <p:graphicFrame>
          <p:nvGraphicFramePr>
            <p:cNvPr id="12314" name="Object 10"/>
            <p:cNvGraphicFramePr>
              <a:graphicFrameLocks noChangeAspect="1"/>
            </p:cNvGraphicFramePr>
            <p:nvPr/>
          </p:nvGraphicFramePr>
          <p:xfrm>
            <a:off x="4680" y="3775"/>
            <a:ext cx="208" cy="373"/>
          </p:xfrm>
          <a:graphic>
            <a:graphicData uri="http://schemas.openxmlformats.org/presentationml/2006/ole">
              <mc:AlternateContent xmlns:mc="http://schemas.openxmlformats.org/markup-compatibility/2006">
                <mc:Choice xmlns:v="urn:schemas-microsoft-com:vml" Requires="v">
                  <p:oleObj spid="_x0000_s3144" r:id="rId23" imgW="151130" imgH="344170" progId="Equation.3">
                    <p:embed/>
                  </p:oleObj>
                </mc:Choice>
                <mc:Fallback>
                  <p:oleObj r:id="rId23" imgW="151130" imgH="344170" progId="Equation.3">
                    <p:embed/>
                    <p:pic>
                      <p:nvPicPr>
                        <p:cNvPr id="0" name="图片 3081"/>
                        <p:cNvPicPr/>
                        <p:nvPr/>
                      </p:nvPicPr>
                      <p:blipFill>
                        <a:blip r:embed="rId24">
                          <a:clrChange>
                            <a:clrFrom>
                              <a:srgbClr val="000000"/>
                            </a:clrFrom>
                            <a:clrTo>
                              <a:srgbClr val="FF3300"/>
                            </a:clrTo>
                          </a:clrChange>
                        </a:blip>
                        <a:stretch>
                          <a:fillRect/>
                        </a:stretch>
                      </p:blipFill>
                      <p:spPr>
                        <a:xfrm>
                          <a:off x="4680" y="3775"/>
                          <a:ext cx="208" cy="373"/>
                        </a:xfrm>
                        <a:prstGeom prst="rect">
                          <a:avLst/>
                        </a:prstGeom>
                        <a:noFill/>
                        <a:ln w="38100">
                          <a:noFill/>
                          <a:miter/>
                        </a:ln>
                      </p:spPr>
                    </p:pic>
                  </p:oleObj>
                </mc:Fallback>
              </mc:AlternateContent>
            </a:graphicData>
          </a:graphic>
        </p:graphicFrame>
        <p:graphicFrame>
          <p:nvGraphicFramePr>
            <p:cNvPr id="12315" name="Object 11"/>
            <p:cNvGraphicFramePr>
              <a:graphicFrameLocks noChangeAspect="1"/>
            </p:cNvGraphicFramePr>
            <p:nvPr/>
          </p:nvGraphicFramePr>
          <p:xfrm>
            <a:off x="4200" y="3487"/>
            <a:ext cx="229" cy="394"/>
          </p:xfrm>
          <a:graphic>
            <a:graphicData uri="http://schemas.openxmlformats.org/presentationml/2006/ole">
              <mc:AlternateContent xmlns:mc="http://schemas.openxmlformats.org/markup-compatibility/2006">
                <mc:Choice xmlns:v="urn:schemas-microsoft-com:vml" Requires="v">
                  <p:oleObj spid="_x0000_s3145" r:id="rId25" imgW="193040" imgH="352425" progId="Equation.3">
                    <p:embed/>
                  </p:oleObj>
                </mc:Choice>
                <mc:Fallback>
                  <p:oleObj r:id="rId25" imgW="193040" imgH="352425" progId="Equation.3">
                    <p:embed/>
                    <p:pic>
                      <p:nvPicPr>
                        <p:cNvPr id="0" name="图片 3090"/>
                        <p:cNvPicPr/>
                        <p:nvPr/>
                      </p:nvPicPr>
                      <p:blipFill>
                        <a:blip r:embed="rId26">
                          <a:clrChange>
                            <a:clrFrom>
                              <a:srgbClr val="000000"/>
                            </a:clrFrom>
                            <a:clrTo>
                              <a:srgbClr val="FF3300"/>
                            </a:clrTo>
                          </a:clrChange>
                        </a:blip>
                        <a:stretch>
                          <a:fillRect/>
                        </a:stretch>
                      </p:blipFill>
                      <p:spPr>
                        <a:xfrm>
                          <a:off x="4200" y="3487"/>
                          <a:ext cx="229" cy="394"/>
                        </a:xfrm>
                        <a:prstGeom prst="rect">
                          <a:avLst/>
                        </a:prstGeom>
                        <a:noFill/>
                        <a:ln w="38100">
                          <a:noFill/>
                          <a:miter/>
                        </a:ln>
                      </p:spPr>
                    </p:pic>
                  </p:oleObj>
                </mc:Fallback>
              </mc:AlternateContent>
            </a:graphicData>
          </a:graphic>
        </p:graphicFrame>
        <p:sp>
          <p:nvSpPr>
            <p:cNvPr id="12316" name="Text Box 33"/>
            <p:cNvSpPr txBox="1"/>
            <p:nvPr/>
          </p:nvSpPr>
          <p:spPr>
            <a:xfrm>
              <a:off x="4050" y="3966"/>
              <a:ext cx="454" cy="35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en-US" altLang="zh-CN" sz="2800" b="1" i="1" dirty="0">
                  <a:latin typeface="Times New Roman" panose="02020603050405020304" pitchFamily="18" charset="0"/>
                </a:rPr>
                <a:t>O</a:t>
              </a:r>
            </a:p>
          </p:txBody>
        </p:sp>
        <p:sp>
          <p:nvSpPr>
            <p:cNvPr id="12317" name="Text Box 34"/>
            <p:cNvSpPr txBox="1"/>
            <p:nvPr/>
          </p:nvSpPr>
          <p:spPr>
            <a:xfrm>
              <a:off x="5103" y="3339"/>
              <a:ext cx="317" cy="35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en-US" altLang="zh-CN" sz="2800" b="1" i="1" dirty="0">
                  <a:latin typeface="Times New Roman" panose="02020603050405020304" pitchFamily="18" charset="0"/>
                </a:rPr>
                <a:t>i</a:t>
              </a:r>
            </a:p>
          </p:txBody>
        </p:sp>
        <p:sp>
          <p:nvSpPr>
            <p:cNvPr id="12318" name="Text Box 35"/>
            <p:cNvSpPr txBox="1"/>
            <p:nvPr/>
          </p:nvSpPr>
          <p:spPr>
            <a:xfrm>
              <a:off x="4332" y="3113"/>
              <a:ext cx="317" cy="35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en-US" altLang="zh-CN" sz="2800" b="1" i="1" dirty="0">
                  <a:latin typeface="Times New Roman" panose="02020603050405020304" pitchFamily="18" charset="0"/>
                </a:rPr>
                <a:t>j</a:t>
              </a:r>
            </a:p>
          </p:txBody>
        </p:sp>
      </p:grpSp>
      <p:graphicFrame>
        <p:nvGraphicFramePr>
          <p:cNvPr id="106537" name="Object 35"/>
          <p:cNvGraphicFramePr>
            <a:graphicFrameLocks noChangeAspect="1"/>
          </p:cNvGraphicFramePr>
          <p:nvPr/>
        </p:nvGraphicFramePr>
        <p:xfrm>
          <a:off x="6632575" y="1887538"/>
          <a:ext cx="2060575" cy="611187"/>
        </p:xfrm>
        <a:graphic>
          <a:graphicData uri="http://schemas.openxmlformats.org/presentationml/2006/ole">
            <mc:AlternateContent xmlns:mc="http://schemas.openxmlformats.org/markup-compatibility/2006">
              <mc:Choice xmlns:v="urn:schemas-microsoft-com:vml" Requires="v">
                <p:oleObj spid="_x0000_s3146" r:id="rId27" imgW="1015365" imgH="293370" progId="Equation.3">
                  <p:embed/>
                </p:oleObj>
              </mc:Choice>
              <mc:Fallback>
                <p:oleObj r:id="rId27" imgW="1015365" imgH="293370" progId="Equation.3">
                  <p:embed/>
                  <p:pic>
                    <p:nvPicPr>
                      <p:cNvPr id="0" name="图片 3091"/>
                      <p:cNvPicPr/>
                      <p:nvPr/>
                    </p:nvPicPr>
                    <p:blipFill>
                      <a:blip r:embed="rId28">
                        <a:clrChange>
                          <a:clrFrom>
                            <a:srgbClr val="000000"/>
                          </a:clrFrom>
                          <a:clrTo>
                            <a:srgbClr val="000000"/>
                          </a:clrTo>
                        </a:clrChange>
                      </a:blip>
                      <a:stretch>
                        <a:fillRect/>
                      </a:stretch>
                    </p:blipFill>
                    <p:spPr>
                      <a:xfrm>
                        <a:off x="6632575" y="1887538"/>
                        <a:ext cx="2060575" cy="611187"/>
                      </a:xfrm>
                      <a:prstGeom prst="rect">
                        <a:avLst/>
                      </a:prstGeom>
                      <a:solidFill>
                        <a:srgbClr val="FFFF00">
                          <a:alpha val="30196"/>
                        </a:srgbClr>
                      </a:solidFill>
                      <a:ln w="15875"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57698"/>
                                        </p:tgtEl>
                                        <p:attrNameLst>
                                          <p:attrName>style.visibility</p:attrName>
                                        </p:attrNameLst>
                                      </p:cBhvr>
                                      <p:to>
                                        <p:strVal val="visible"/>
                                      </p:to>
                                    </p:set>
                                    <p:animEffect transition="in" filter="blinds(horizontal)">
                                      <p:cBhvr>
                                        <p:cTn id="7" dur="500"/>
                                        <p:tgtEl>
                                          <p:spTgt spid="15769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57700"/>
                                        </p:tgtEl>
                                        <p:attrNameLst>
                                          <p:attrName>style.visibility</p:attrName>
                                        </p:attrNameLst>
                                      </p:cBhvr>
                                      <p:to>
                                        <p:strVal val="visible"/>
                                      </p:to>
                                    </p:set>
                                    <p:animEffect transition="in" filter="checkerboard(across)">
                                      <p:cBhvr>
                                        <p:cTn id="12" dur="500"/>
                                        <p:tgtEl>
                                          <p:spTgt spid="1577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7699"/>
                                        </p:tgtEl>
                                        <p:attrNameLst>
                                          <p:attrName>style.visibility</p:attrName>
                                        </p:attrNameLst>
                                      </p:cBhvr>
                                      <p:to>
                                        <p:strVal val="visible"/>
                                      </p:to>
                                    </p:set>
                                    <p:animEffect transition="in" filter="dissolve">
                                      <p:cBhvr>
                                        <p:cTn id="17" dur="500"/>
                                        <p:tgtEl>
                                          <p:spTgt spid="15769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7701"/>
                                        </p:tgtEl>
                                        <p:attrNameLst>
                                          <p:attrName>style.visibility</p:attrName>
                                        </p:attrNameLst>
                                      </p:cBhvr>
                                      <p:to>
                                        <p:strVal val="visible"/>
                                      </p:to>
                                    </p:set>
                                    <p:animEffect transition="in" filter="blinds(horizontal)">
                                      <p:cBhvr>
                                        <p:cTn id="22" dur="500"/>
                                        <p:tgtEl>
                                          <p:spTgt spid="157701"/>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157702"/>
                                        </p:tgtEl>
                                        <p:attrNameLst>
                                          <p:attrName>style.visibility</p:attrName>
                                        </p:attrNameLst>
                                      </p:cBhvr>
                                      <p:to>
                                        <p:strVal val="visible"/>
                                      </p:to>
                                    </p:set>
                                    <p:animEffect transition="in" filter="blinds(horizontal)">
                                      <p:cBhvr>
                                        <p:cTn id="26" dur="500"/>
                                        <p:tgtEl>
                                          <p:spTgt spid="157702"/>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57704"/>
                                        </p:tgtEl>
                                        <p:attrNameLst>
                                          <p:attrName>style.visibility</p:attrName>
                                        </p:attrNameLst>
                                      </p:cBhvr>
                                      <p:to>
                                        <p:strVal val="visible"/>
                                      </p:to>
                                    </p:set>
                                    <p:anim calcmode="lin" valueType="num">
                                      <p:cBhvr>
                                        <p:cTn id="31" dur="500" fill="hold"/>
                                        <p:tgtEl>
                                          <p:spTgt spid="157704"/>
                                        </p:tgtEl>
                                        <p:attrNameLst>
                                          <p:attrName>ppt_w</p:attrName>
                                        </p:attrNameLst>
                                      </p:cBhvr>
                                      <p:tavLst>
                                        <p:tav tm="0">
                                          <p:val>
                                            <p:fltVal val="0"/>
                                          </p:val>
                                        </p:tav>
                                        <p:tav tm="100000">
                                          <p:val>
                                            <p:strVal val="#ppt_w"/>
                                          </p:val>
                                        </p:tav>
                                      </p:tavLst>
                                    </p:anim>
                                    <p:anim calcmode="lin" valueType="num">
                                      <p:cBhvr>
                                        <p:cTn id="32" dur="500" fill="hold"/>
                                        <p:tgtEl>
                                          <p:spTgt spid="157704"/>
                                        </p:tgtEl>
                                        <p:attrNameLst>
                                          <p:attrName>ppt_h</p:attrName>
                                        </p:attrNameLst>
                                      </p:cBhvr>
                                      <p:tavLst>
                                        <p:tav tm="0">
                                          <p:val>
                                            <p:fltVal val="0"/>
                                          </p:val>
                                        </p:tav>
                                        <p:tav tm="100000">
                                          <p:val>
                                            <p:strVal val="#ppt_h"/>
                                          </p:val>
                                        </p:tav>
                                      </p:tavLst>
                                    </p:anim>
                                  </p:childTnLst>
                                </p:cTn>
                              </p:par>
                            </p:childTnLst>
                          </p:cTn>
                        </p:par>
                        <p:par>
                          <p:cTn id="33" fill="hold">
                            <p:stCondLst>
                              <p:cond delay="500"/>
                            </p:stCondLst>
                            <p:childTnLst>
                              <p:par>
                                <p:cTn id="34" presetID="23" presetClass="entr" presetSubtype="16" fill="hold" nodeType="afterEffect">
                                  <p:stCondLst>
                                    <p:cond delay="0"/>
                                  </p:stCondLst>
                                  <p:childTnLst>
                                    <p:set>
                                      <p:cBhvr>
                                        <p:cTn id="35" dur="1" fill="hold">
                                          <p:stCondLst>
                                            <p:cond delay="0"/>
                                          </p:stCondLst>
                                        </p:cTn>
                                        <p:tgtEl>
                                          <p:spTgt spid="157703"/>
                                        </p:tgtEl>
                                        <p:attrNameLst>
                                          <p:attrName>style.visibility</p:attrName>
                                        </p:attrNameLst>
                                      </p:cBhvr>
                                      <p:to>
                                        <p:strVal val="visible"/>
                                      </p:to>
                                    </p:set>
                                    <p:anim calcmode="lin" valueType="num">
                                      <p:cBhvr>
                                        <p:cTn id="36" dur="500" fill="hold"/>
                                        <p:tgtEl>
                                          <p:spTgt spid="157703"/>
                                        </p:tgtEl>
                                        <p:attrNameLst>
                                          <p:attrName>ppt_w</p:attrName>
                                        </p:attrNameLst>
                                      </p:cBhvr>
                                      <p:tavLst>
                                        <p:tav tm="0">
                                          <p:val>
                                            <p:fltVal val="0"/>
                                          </p:val>
                                        </p:tav>
                                        <p:tav tm="100000">
                                          <p:val>
                                            <p:strVal val="#ppt_w"/>
                                          </p:val>
                                        </p:tav>
                                      </p:tavLst>
                                    </p:anim>
                                    <p:anim calcmode="lin" valueType="num">
                                      <p:cBhvr>
                                        <p:cTn id="37" dur="500" fill="hold"/>
                                        <p:tgtEl>
                                          <p:spTgt spid="157703"/>
                                        </p:tgtEl>
                                        <p:attrNameLst>
                                          <p:attrName>ppt_h</p:attrName>
                                        </p:attrNameLst>
                                      </p:cBhvr>
                                      <p:tavLst>
                                        <p:tav tm="0">
                                          <p:val>
                                            <p:fltVal val="0"/>
                                          </p:val>
                                        </p:tav>
                                        <p:tav tm="100000">
                                          <p:val>
                                            <p:strVal val="#ppt_h"/>
                                          </p:val>
                                        </p:tav>
                                      </p:tavLst>
                                    </p:anim>
                                  </p:childTnLst>
                                </p:cTn>
                              </p:par>
                            </p:childTnLst>
                          </p:cTn>
                        </p:par>
                        <p:par>
                          <p:cTn id="38" fill="hold">
                            <p:stCondLst>
                              <p:cond delay="1000"/>
                            </p:stCondLst>
                            <p:childTnLst>
                              <p:par>
                                <p:cTn id="39" presetID="5" presetClass="entr" presetSubtype="10" fill="hold" nodeType="afterEffect">
                                  <p:stCondLst>
                                    <p:cond delay="0"/>
                                  </p:stCondLst>
                                  <p:childTnLst>
                                    <p:set>
                                      <p:cBhvr>
                                        <p:cTn id="40" dur="1" fill="hold">
                                          <p:stCondLst>
                                            <p:cond delay="0"/>
                                          </p:stCondLst>
                                        </p:cTn>
                                        <p:tgtEl>
                                          <p:spTgt spid="106537"/>
                                        </p:tgtEl>
                                        <p:attrNameLst>
                                          <p:attrName>style.visibility</p:attrName>
                                        </p:attrNameLst>
                                      </p:cBhvr>
                                      <p:to>
                                        <p:strVal val="visible"/>
                                      </p:to>
                                    </p:set>
                                    <p:animEffect transition="in" filter="checkerboard(across)">
                                      <p:cBhvr>
                                        <p:cTn id="41" dur="500"/>
                                        <p:tgtEl>
                                          <p:spTgt spid="10653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57705"/>
                                        </p:tgtEl>
                                        <p:attrNameLst>
                                          <p:attrName>style.visibility</p:attrName>
                                        </p:attrNameLst>
                                      </p:cBhvr>
                                      <p:to>
                                        <p:strVal val="visible"/>
                                      </p:to>
                                    </p:set>
                                    <p:animEffect transition="in" filter="blinds(horizontal)">
                                      <p:cBhvr>
                                        <p:cTn id="46" dur="500"/>
                                        <p:tgtEl>
                                          <p:spTgt spid="157705"/>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57706"/>
                                        </p:tgtEl>
                                        <p:attrNameLst>
                                          <p:attrName>style.visibility</p:attrName>
                                        </p:attrNameLst>
                                      </p:cBhvr>
                                      <p:to>
                                        <p:strVal val="visible"/>
                                      </p:to>
                                    </p:set>
                                    <p:animEffect transition="in" filter="blinds(horizontal)">
                                      <p:cBhvr>
                                        <p:cTn id="51" dur="500"/>
                                        <p:tgtEl>
                                          <p:spTgt spid="157706"/>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nodeType="clickEffect">
                                  <p:stCondLst>
                                    <p:cond delay="0"/>
                                  </p:stCondLst>
                                  <p:childTnLst>
                                    <p:set>
                                      <p:cBhvr>
                                        <p:cTn id="55" dur="1" fill="hold">
                                          <p:stCondLst>
                                            <p:cond delay="0"/>
                                          </p:stCondLst>
                                        </p:cTn>
                                        <p:tgtEl>
                                          <p:spTgt spid="157707"/>
                                        </p:tgtEl>
                                        <p:attrNameLst>
                                          <p:attrName>style.visibility</p:attrName>
                                        </p:attrNameLst>
                                      </p:cBhvr>
                                      <p:to>
                                        <p:strVal val="visible"/>
                                      </p:to>
                                    </p:set>
                                    <p:anim calcmode="lin" valueType="num">
                                      <p:cBhvr additive="base">
                                        <p:cTn id="56" dur="500" fill="hold"/>
                                        <p:tgtEl>
                                          <p:spTgt spid="157707"/>
                                        </p:tgtEl>
                                        <p:attrNameLst>
                                          <p:attrName>ppt_x</p:attrName>
                                        </p:attrNameLst>
                                      </p:cBhvr>
                                      <p:tavLst>
                                        <p:tav tm="0">
                                          <p:val>
                                            <p:strVal val="0-#ppt_w/2"/>
                                          </p:val>
                                        </p:tav>
                                        <p:tav tm="100000">
                                          <p:val>
                                            <p:strVal val="#ppt_x"/>
                                          </p:val>
                                        </p:tav>
                                      </p:tavLst>
                                    </p:anim>
                                    <p:anim calcmode="lin" valueType="num">
                                      <p:cBhvr additive="base">
                                        <p:cTn id="57" dur="500" fill="hold"/>
                                        <p:tgtEl>
                                          <p:spTgt spid="157707"/>
                                        </p:tgtEl>
                                        <p:attrNameLst>
                                          <p:attrName>ppt_y</p:attrName>
                                        </p:attrNameLst>
                                      </p:cBhvr>
                                      <p:tavLst>
                                        <p:tav tm="0">
                                          <p:val>
                                            <p:strVal val="#ppt_y"/>
                                          </p:val>
                                        </p:tav>
                                        <p:tav tm="100000">
                                          <p:val>
                                            <p:strVal val="#ppt_y"/>
                                          </p:val>
                                        </p:tav>
                                      </p:tavLst>
                                    </p:anim>
                                  </p:childTnLst>
                                </p:cTn>
                              </p:par>
                            </p:childTnLst>
                          </p:cTn>
                        </p:par>
                        <p:par>
                          <p:cTn id="58" fill="hold">
                            <p:stCondLst>
                              <p:cond delay="500"/>
                            </p:stCondLst>
                            <p:childTnLst>
                              <p:par>
                                <p:cTn id="59" presetID="3" presetClass="entr" presetSubtype="10" fill="hold" nodeType="after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blinds(horizontal)">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16" presetClass="entr" presetSubtype="26" fill="hold" nodeType="clickEffect">
                                  <p:stCondLst>
                                    <p:cond delay="0"/>
                                  </p:stCondLst>
                                  <p:childTnLst>
                                    <p:set>
                                      <p:cBhvr>
                                        <p:cTn id="65" dur="1" fill="hold">
                                          <p:stCondLst>
                                            <p:cond delay="0"/>
                                          </p:stCondLst>
                                        </p:cTn>
                                        <p:tgtEl>
                                          <p:spTgt spid="157711"/>
                                        </p:tgtEl>
                                        <p:attrNameLst>
                                          <p:attrName>style.visibility</p:attrName>
                                        </p:attrNameLst>
                                      </p:cBhvr>
                                      <p:to>
                                        <p:strVal val="visible"/>
                                      </p:to>
                                    </p:set>
                                    <p:animEffect transition="in" filter="barn(inHorizontal)">
                                      <p:cBhvr>
                                        <p:cTn id="66" dur="500"/>
                                        <p:tgtEl>
                                          <p:spTgt spid="157711"/>
                                        </p:tgtEl>
                                      </p:cBhvr>
                                    </p:animEffect>
                                  </p:childTnLst>
                                </p:cTn>
                              </p:par>
                            </p:childTnLst>
                          </p:cTn>
                        </p:par>
                        <p:par>
                          <p:cTn id="67" fill="hold">
                            <p:stCondLst>
                              <p:cond delay="500"/>
                            </p:stCondLst>
                            <p:childTnLst>
                              <p:par>
                                <p:cTn id="68" presetID="23" presetClass="entr" presetSubtype="16" fill="hold" nodeType="afterEffect">
                                  <p:stCondLst>
                                    <p:cond delay="0"/>
                                  </p:stCondLst>
                                  <p:childTnLst>
                                    <p:set>
                                      <p:cBhvr>
                                        <p:cTn id="69" dur="1" fill="hold">
                                          <p:stCondLst>
                                            <p:cond delay="0"/>
                                          </p:stCondLst>
                                        </p:cTn>
                                        <p:tgtEl>
                                          <p:spTgt spid="157712"/>
                                        </p:tgtEl>
                                        <p:attrNameLst>
                                          <p:attrName>style.visibility</p:attrName>
                                        </p:attrNameLst>
                                      </p:cBhvr>
                                      <p:to>
                                        <p:strVal val="visible"/>
                                      </p:to>
                                    </p:set>
                                    <p:anim calcmode="lin" valueType="num">
                                      <p:cBhvr>
                                        <p:cTn id="70" dur="500" fill="hold"/>
                                        <p:tgtEl>
                                          <p:spTgt spid="157712"/>
                                        </p:tgtEl>
                                        <p:attrNameLst>
                                          <p:attrName>ppt_w</p:attrName>
                                        </p:attrNameLst>
                                      </p:cBhvr>
                                      <p:tavLst>
                                        <p:tav tm="0">
                                          <p:val>
                                            <p:fltVal val="0"/>
                                          </p:val>
                                        </p:tav>
                                        <p:tav tm="100000">
                                          <p:val>
                                            <p:strVal val="#ppt_w"/>
                                          </p:val>
                                        </p:tav>
                                      </p:tavLst>
                                    </p:anim>
                                    <p:anim calcmode="lin" valueType="num">
                                      <p:cBhvr>
                                        <p:cTn id="71" dur="500" fill="hold"/>
                                        <p:tgtEl>
                                          <p:spTgt spid="157712"/>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6" presetClass="entr" presetSubtype="26" fill="hold" nodeType="clickEffect">
                                  <p:stCondLst>
                                    <p:cond delay="0"/>
                                  </p:stCondLst>
                                  <p:childTnLst>
                                    <p:set>
                                      <p:cBhvr>
                                        <p:cTn id="75" dur="1" fill="hold">
                                          <p:stCondLst>
                                            <p:cond delay="0"/>
                                          </p:stCondLst>
                                        </p:cTn>
                                        <p:tgtEl>
                                          <p:spTgt spid="157713"/>
                                        </p:tgtEl>
                                        <p:attrNameLst>
                                          <p:attrName>style.visibility</p:attrName>
                                        </p:attrNameLst>
                                      </p:cBhvr>
                                      <p:to>
                                        <p:strVal val="visible"/>
                                      </p:to>
                                    </p:set>
                                    <p:animEffect transition="in" filter="barn(inHorizontal)">
                                      <p:cBhvr>
                                        <p:cTn id="76" dur="500"/>
                                        <p:tgtEl>
                                          <p:spTgt spid="157713"/>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blinds(horizontal)">
                                      <p:cBhvr>
                                        <p:cTn id="81" dur="500"/>
                                        <p:tgtEl>
                                          <p:spTgt spid="4"/>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32" fill="hold" nodeType="clickEffect">
                                  <p:stCondLst>
                                    <p:cond delay="0"/>
                                  </p:stCondLst>
                                  <p:childTnLst>
                                    <p:set>
                                      <p:cBhvr>
                                        <p:cTn id="85" dur="1" fill="hold">
                                          <p:stCondLst>
                                            <p:cond delay="0"/>
                                          </p:stCondLst>
                                        </p:cTn>
                                        <p:tgtEl>
                                          <p:spTgt spid="157724"/>
                                        </p:tgtEl>
                                        <p:attrNameLst>
                                          <p:attrName>style.visibility</p:attrName>
                                        </p:attrNameLst>
                                      </p:cBhvr>
                                      <p:to>
                                        <p:strVal val="visible"/>
                                      </p:to>
                                    </p:set>
                                    <p:animEffect transition="in" filter="box(out)">
                                      <p:cBhvr>
                                        <p:cTn id="86" dur="500"/>
                                        <p:tgtEl>
                                          <p:spTgt spid="157724"/>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32" fill="hold" nodeType="clickEffect">
                                  <p:stCondLst>
                                    <p:cond delay="0"/>
                                  </p:stCondLst>
                                  <p:childTnLst>
                                    <p:set>
                                      <p:cBhvr>
                                        <p:cTn id="90" dur="1" fill="hold">
                                          <p:stCondLst>
                                            <p:cond delay="0"/>
                                          </p:stCondLst>
                                        </p:cTn>
                                        <p:tgtEl>
                                          <p:spTgt spid="157725"/>
                                        </p:tgtEl>
                                        <p:attrNameLst>
                                          <p:attrName>style.visibility</p:attrName>
                                        </p:attrNameLst>
                                      </p:cBhvr>
                                      <p:to>
                                        <p:strVal val="visible"/>
                                      </p:to>
                                    </p:set>
                                    <p:animEffect transition="in" filter="box(out)">
                                      <p:cBhvr>
                                        <p:cTn id="91" dur="500"/>
                                        <p:tgtEl>
                                          <p:spTgt spid="15772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3"/>
                                        </p:tgtEl>
                                        <p:attrNameLst>
                                          <p:attrName>style.visibility</p:attrName>
                                        </p:attrNameLst>
                                      </p:cBhvr>
                                      <p:to>
                                        <p:strVal val="visible"/>
                                      </p:to>
                                    </p:set>
                                    <p:animEffect transition="in" filter="wipe(left)">
                                      <p:cBhvr>
                                        <p:cTn id="96" dur="500"/>
                                        <p:tgtEl>
                                          <p:spTgt spid="3"/>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32" fill="hold" nodeType="clickEffect">
                                  <p:stCondLst>
                                    <p:cond delay="0"/>
                                  </p:stCondLst>
                                  <p:childTnLst>
                                    <p:set>
                                      <p:cBhvr>
                                        <p:cTn id="100" dur="1" fill="hold">
                                          <p:stCondLst>
                                            <p:cond delay="0"/>
                                          </p:stCondLst>
                                        </p:cTn>
                                        <p:tgtEl>
                                          <p:spTgt spid="157726"/>
                                        </p:tgtEl>
                                        <p:attrNameLst>
                                          <p:attrName>style.visibility</p:attrName>
                                        </p:attrNameLst>
                                      </p:cBhvr>
                                      <p:to>
                                        <p:strVal val="visible"/>
                                      </p:to>
                                    </p:set>
                                    <p:animEffect transition="in" filter="box(out)">
                                      <p:cBhvr>
                                        <p:cTn id="101" dur="500"/>
                                        <p:tgtEl>
                                          <p:spTgt spid="157726"/>
                                        </p:tgtEl>
                                      </p:cBhvr>
                                    </p:animEffect>
                                  </p:childTnLst>
                                </p:cTn>
                              </p:par>
                            </p:childTnLst>
                          </p:cTn>
                        </p:par>
                      </p:childTnLst>
                    </p:cTn>
                  </p:par>
                  <p:par>
                    <p:cTn id="102" fill="hold">
                      <p:stCondLst>
                        <p:cond delay="indefinite"/>
                      </p:stCondLst>
                      <p:childTnLst>
                        <p:par>
                          <p:cTn id="103" fill="hold">
                            <p:stCondLst>
                              <p:cond delay="0"/>
                            </p:stCondLst>
                            <p:childTnLst>
                              <p:par>
                                <p:cTn id="104" presetID="23" presetClass="entr" presetSubtype="16" fill="hold" nodeType="clickEffect">
                                  <p:stCondLst>
                                    <p:cond delay="0"/>
                                  </p:stCondLst>
                                  <p:childTnLst>
                                    <p:set>
                                      <p:cBhvr>
                                        <p:cTn id="105" dur="1" fill="hold">
                                          <p:stCondLst>
                                            <p:cond delay="0"/>
                                          </p:stCondLst>
                                        </p:cTn>
                                        <p:tgtEl>
                                          <p:spTgt spid="157727"/>
                                        </p:tgtEl>
                                        <p:attrNameLst>
                                          <p:attrName>style.visibility</p:attrName>
                                        </p:attrNameLst>
                                      </p:cBhvr>
                                      <p:to>
                                        <p:strVal val="visible"/>
                                      </p:to>
                                    </p:set>
                                    <p:anim calcmode="lin" valueType="num">
                                      <p:cBhvr>
                                        <p:cTn id="106" dur="500" fill="hold"/>
                                        <p:tgtEl>
                                          <p:spTgt spid="157727"/>
                                        </p:tgtEl>
                                        <p:attrNameLst>
                                          <p:attrName>ppt_w</p:attrName>
                                        </p:attrNameLst>
                                      </p:cBhvr>
                                      <p:tavLst>
                                        <p:tav tm="0">
                                          <p:val>
                                            <p:fltVal val="0"/>
                                          </p:val>
                                        </p:tav>
                                        <p:tav tm="100000">
                                          <p:val>
                                            <p:strVal val="#ppt_w"/>
                                          </p:val>
                                        </p:tav>
                                      </p:tavLst>
                                    </p:anim>
                                    <p:anim calcmode="lin" valueType="num">
                                      <p:cBhvr>
                                        <p:cTn id="107" dur="500" fill="hold"/>
                                        <p:tgtEl>
                                          <p:spTgt spid="1577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p:bldP spid="157700" grpId="0"/>
      <p:bldP spid="157701" grpId="0"/>
      <p:bldP spid="157704" grpId="0"/>
      <p:bldP spid="157712" grpId="0"/>
      <p:bldP spid="157713" grpId="0"/>
      <p:bldP spid="15772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2</a:t>
            </a:fld>
            <a:endParaRPr lang="en-US" altLang="zh-CN" sz="1800" dirty="0">
              <a:solidFill>
                <a:schemeClr val="accent2"/>
              </a:solidFill>
            </a:endParaRPr>
          </a:p>
        </p:txBody>
      </p:sp>
      <p:graphicFrame>
        <p:nvGraphicFramePr>
          <p:cNvPr id="139266" name="Object 2"/>
          <p:cNvGraphicFramePr>
            <a:graphicFrameLocks noChangeAspect="1"/>
          </p:cNvGraphicFramePr>
          <p:nvPr/>
        </p:nvGraphicFramePr>
        <p:xfrm>
          <a:off x="1476375" y="115888"/>
          <a:ext cx="1638300" cy="982662"/>
        </p:xfrm>
        <a:graphic>
          <a:graphicData uri="http://schemas.openxmlformats.org/presentationml/2006/ole">
            <mc:AlternateContent xmlns:mc="http://schemas.openxmlformats.org/markup-compatibility/2006">
              <mc:Choice xmlns:v="urn:schemas-microsoft-com:vml" Requires="v">
                <p:oleObj spid="_x0000_s4117" r:id="rId3" imgW="872490" imgH="553720" progId="Equation.3">
                  <p:embed/>
                </p:oleObj>
              </mc:Choice>
              <mc:Fallback>
                <p:oleObj r:id="rId3" imgW="872490" imgH="553720" progId="Equation.3">
                  <p:embed/>
                  <p:pic>
                    <p:nvPicPr>
                      <p:cNvPr id="0" name="图片 3093"/>
                      <p:cNvPicPr/>
                      <p:nvPr/>
                    </p:nvPicPr>
                    <p:blipFill>
                      <a:blip r:embed="rId4">
                        <a:clrChange>
                          <a:clrFrom>
                            <a:srgbClr val="000000"/>
                          </a:clrFrom>
                          <a:clrTo>
                            <a:srgbClr val="000000"/>
                          </a:clrTo>
                        </a:clrChange>
                      </a:blip>
                      <a:stretch>
                        <a:fillRect/>
                      </a:stretch>
                    </p:blipFill>
                    <p:spPr>
                      <a:xfrm>
                        <a:off x="1476375" y="115888"/>
                        <a:ext cx="1638300" cy="982662"/>
                      </a:xfrm>
                      <a:prstGeom prst="rect">
                        <a:avLst/>
                      </a:prstGeom>
                      <a:noFill/>
                      <a:ln w="38100">
                        <a:noFill/>
                        <a:miter/>
                      </a:ln>
                    </p:spPr>
                  </p:pic>
                </p:oleObj>
              </mc:Fallback>
            </mc:AlternateContent>
          </a:graphicData>
        </a:graphic>
      </p:graphicFrame>
      <p:sp>
        <p:nvSpPr>
          <p:cNvPr id="139267" name="Text Box 3"/>
          <p:cNvSpPr txBox="1"/>
          <p:nvPr/>
        </p:nvSpPr>
        <p:spPr>
          <a:xfrm>
            <a:off x="3344863" y="288925"/>
            <a:ext cx="4343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en-US" altLang="zh-CN" sz="2800" b="1" dirty="0">
                <a:latin typeface="Times New Roman" panose="02020603050405020304" pitchFamily="18" charset="0"/>
                <a:ea typeface="楷体_GB2312"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质点系的角动量定理</a:t>
            </a:r>
          </a:p>
        </p:txBody>
      </p:sp>
      <p:grpSp>
        <p:nvGrpSpPr>
          <p:cNvPr id="2" name="Group 48"/>
          <p:cNvGrpSpPr/>
          <p:nvPr/>
        </p:nvGrpSpPr>
        <p:grpSpPr>
          <a:xfrm>
            <a:off x="1600200" y="1063625"/>
            <a:ext cx="5410200" cy="677863"/>
            <a:chOff x="192" y="648"/>
            <a:chExt cx="3408" cy="427"/>
          </a:xfrm>
        </p:grpSpPr>
        <p:sp>
          <p:nvSpPr>
            <p:cNvPr id="13327" name="Text Box 6"/>
            <p:cNvSpPr txBox="1"/>
            <p:nvPr/>
          </p:nvSpPr>
          <p:spPr>
            <a:xfrm>
              <a:off x="192" y="720"/>
              <a:ext cx="3408"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若            ，则                      。</a:t>
              </a:r>
              <a:endParaRPr lang="zh-CN" altLang="en-US" sz="2800" b="1" dirty="0">
                <a:solidFill>
                  <a:srgbClr val="0000FF"/>
                </a:solidFill>
                <a:latin typeface="Times New Roman" panose="02020603050405020304" pitchFamily="18" charset="0"/>
                <a:ea typeface="黑体" panose="02010609060101010101" pitchFamily="49" charset="-122"/>
              </a:endParaRPr>
            </a:p>
          </p:txBody>
        </p:sp>
        <p:graphicFrame>
          <p:nvGraphicFramePr>
            <p:cNvPr id="13328" name="Object 19"/>
            <p:cNvGraphicFramePr>
              <a:graphicFrameLocks noChangeAspect="1"/>
            </p:cNvGraphicFramePr>
            <p:nvPr/>
          </p:nvGraphicFramePr>
          <p:xfrm>
            <a:off x="477" y="696"/>
            <a:ext cx="670" cy="345"/>
          </p:xfrm>
          <a:graphic>
            <a:graphicData uri="http://schemas.openxmlformats.org/presentationml/2006/ole">
              <mc:AlternateContent xmlns:mc="http://schemas.openxmlformats.org/markup-compatibility/2006">
                <mc:Choice xmlns:v="urn:schemas-microsoft-com:vml" Requires="v">
                  <p:oleObj spid="_x0000_s4118" r:id="rId5" imgW="721360" imgH="318770" progId="Equation.DSMT4">
                    <p:embed/>
                  </p:oleObj>
                </mc:Choice>
                <mc:Fallback>
                  <p:oleObj r:id="rId5" imgW="721360" imgH="318770" progId="Equation.DSMT4">
                    <p:embed/>
                    <p:pic>
                      <p:nvPicPr>
                        <p:cNvPr id="0" name="图片 3092"/>
                        <p:cNvPicPr/>
                        <p:nvPr/>
                      </p:nvPicPr>
                      <p:blipFill>
                        <a:blip r:embed="rId6">
                          <a:clrChange>
                            <a:clrFrom>
                              <a:srgbClr val="000000"/>
                            </a:clrFrom>
                            <a:clrTo>
                              <a:srgbClr val="000000"/>
                            </a:clrTo>
                          </a:clrChange>
                        </a:blip>
                        <a:stretch>
                          <a:fillRect/>
                        </a:stretch>
                      </p:blipFill>
                      <p:spPr>
                        <a:xfrm>
                          <a:off x="477" y="696"/>
                          <a:ext cx="670" cy="345"/>
                        </a:xfrm>
                        <a:prstGeom prst="rect">
                          <a:avLst/>
                        </a:prstGeom>
                        <a:noFill/>
                        <a:ln w="38100">
                          <a:noFill/>
                          <a:miter/>
                        </a:ln>
                      </p:spPr>
                    </p:pic>
                  </p:oleObj>
                </mc:Fallback>
              </mc:AlternateContent>
            </a:graphicData>
          </a:graphic>
        </p:graphicFrame>
        <p:grpSp>
          <p:nvGrpSpPr>
            <p:cNvPr id="13329" name="Group 8"/>
            <p:cNvGrpSpPr/>
            <p:nvPr/>
          </p:nvGrpSpPr>
          <p:grpSpPr>
            <a:xfrm>
              <a:off x="1596" y="648"/>
              <a:ext cx="1344" cy="427"/>
              <a:chOff x="4128" y="1404"/>
              <a:chExt cx="1344" cy="427"/>
            </a:xfrm>
          </p:grpSpPr>
          <p:sp>
            <p:nvSpPr>
              <p:cNvPr id="13330" name="Text Box 9"/>
              <p:cNvSpPr txBox="1"/>
              <p:nvPr/>
            </p:nvSpPr>
            <p:spPr>
              <a:xfrm>
                <a:off x="4560" y="1464"/>
                <a:ext cx="912" cy="36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5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常矢量</a:t>
                </a:r>
              </a:p>
            </p:txBody>
          </p:sp>
          <p:graphicFrame>
            <p:nvGraphicFramePr>
              <p:cNvPr id="13331" name="Object 20"/>
              <p:cNvGraphicFramePr>
                <a:graphicFrameLocks noChangeAspect="1"/>
              </p:cNvGraphicFramePr>
              <p:nvPr/>
            </p:nvGraphicFramePr>
            <p:xfrm>
              <a:off x="4128" y="1404"/>
              <a:ext cx="495" cy="342"/>
            </p:xfrm>
            <a:graphic>
              <a:graphicData uri="http://schemas.openxmlformats.org/presentationml/2006/ole">
                <mc:AlternateContent xmlns:mc="http://schemas.openxmlformats.org/markup-compatibility/2006">
                  <mc:Choice xmlns:v="urn:schemas-microsoft-com:vml" Requires="v">
                    <p:oleObj spid="_x0000_s4119" r:id="rId7" imgW="394335" imgH="293370" progId="Equation.3">
                      <p:embed/>
                    </p:oleObj>
                  </mc:Choice>
                  <mc:Fallback>
                    <p:oleObj r:id="rId7" imgW="394335" imgH="293370" progId="Equation.3">
                      <p:embed/>
                      <p:pic>
                        <p:nvPicPr>
                          <p:cNvPr id="0" name="图片 3078"/>
                          <p:cNvPicPr/>
                          <p:nvPr/>
                        </p:nvPicPr>
                        <p:blipFill>
                          <a:blip r:embed="rId8">
                            <a:clrChange>
                              <a:clrFrom>
                                <a:srgbClr val="000000"/>
                              </a:clrFrom>
                              <a:clrTo>
                                <a:srgbClr val="000000"/>
                              </a:clrTo>
                            </a:clrChange>
                          </a:blip>
                          <a:stretch>
                            <a:fillRect/>
                          </a:stretch>
                        </p:blipFill>
                        <p:spPr>
                          <a:xfrm>
                            <a:off x="4128" y="1404"/>
                            <a:ext cx="495" cy="342"/>
                          </a:xfrm>
                          <a:prstGeom prst="rect">
                            <a:avLst/>
                          </a:prstGeom>
                          <a:noFill/>
                          <a:ln w="38100">
                            <a:noFill/>
                            <a:miter/>
                          </a:ln>
                        </p:spPr>
                      </p:pic>
                    </p:oleObj>
                  </mc:Fallback>
                </mc:AlternateContent>
              </a:graphicData>
            </a:graphic>
          </p:graphicFrame>
        </p:grpSp>
      </p:grpSp>
      <p:sp>
        <p:nvSpPr>
          <p:cNvPr id="139275" name="Text Box 11"/>
          <p:cNvSpPr txBox="1"/>
          <p:nvPr/>
        </p:nvSpPr>
        <p:spPr>
          <a:xfrm>
            <a:off x="233363" y="3867150"/>
            <a:ext cx="3962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solidFill>
                  <a:srgbClr val="0000FF"/>
                </a:solidFill>
                <a:latin typeface="Times New Roman" panose="02020603050405020304" pitchFamily="18" charset="0"/>
                <a:ea typeface="黑体" panose="02010609060101010101" pitchFamily="49" charset="-122"/>
              </a:rPr>
              <a:t>仍有分量式成立：</a:t>
            </a:r>
          </a:p>
        </p:txBody>
      </p:sp>
      <p:grpSp>
        <p:nvGrpSpPr>
          <p:cNvPr id="4" name="Group 50"/>
          <p:cNvGrpSpPr/>
          <p:nvPr/>
        </p:nvGrpSpPr>
        <p:grpSpPr>
          <a:xfrm>
            <a:off x="2990850" y="3840163"/>
            <a:ext cx="4837113" cy="639762"/>
            <a:chOff x="1920" y="1706"/>
            <a:chExt cx="3047" cy="403"/>
          </a:xfrm>
        </p:grpSpPr>
        <p:sp>
          <p:nvSpPr>
            <p:cNvPr id="13324" name="Text Box 51"/>
            <p:cNvSpPr txBox="1"/>
            <p:nvPr/>
          </p:nvSpPr>
          <p:spPr>
            <a:xfrm>
              <a:off x="1920" y="1728"/>
              <a:ext cx="3047"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若             ，则         常量</a:t>
              </a:r>
            </a:p>
          </p:txBody>
        </p:sp>
        <p:graphicFrame>
          <p:nvGraphicFramePr>
            <p:cNvPr id="13325" name="Object 17"/>
            <p:cNvGraphicFramePr>
              <a:graphicFrameLocks noChangeAspect="1"/>
            </p:cNvGraphicFramePr>
            <p:nvPr/>
          </p:nvGraphicFramePr>
          <p:xfrm>
            <a:off x="2190" y="1724"/>
            <a:ext cx="726" cy="385"/>
          </p:xfrm>
          <a:graphic>
            <a:graphicData uri="http://schemas.openxmlformats.org/presentationml/2006/ole">
              <mc:AlternateContent xmlns:mc="http://schemas.openxmlformats.org/markup-compatibility/2006">
                <mc:Choice xmlns:v="urn:schemas-microsoft-com:vml" Requires="v">
                  <p:oleObj spid="_x0000_s4120" r:id="rId9" imgW="687705" imgH="344170" progId="Equation.3">
                    <p:embed/>
                  </p:oleObj>
                </mc:Choice>
                <mc:Fallback>
                  <p:oleObj r:id="rId9" imgW="687705" imgH="344170" progId="Equation.3">
                    <p:embed/>
                    <p:pic>
                      <p:nvPicPr>
                        <p:cNvPr id="0" name="图片 3076"/>
                        <p:cNvPicPr/>
                        <p:nvPr/>
                      </p:nvPicPr>
                      <p:blipFill>
                        <a:blip r:embed="rId10">
                          <a:clrChange>
                            <a:clrFrom>
                              <a:srgbClr val="000000"/>
                            </a:clrFrom>
                            <a:clrTo>
                              <a:srgbClr val="000000"/>
                            </a:clrTo>
                          </a:clrChange>
                        </a:blip>
                        <a:stretch>
                          <a:fillRect/>
                        </a:stretch>
                      </p:blipFill>
                      <p:spPr>
                        <a:xfrm>
                          <a:off x="2190" y="1724"/>
                          <a:ext cx="726" cy="385"/>
                        </a:xfrm>
                        <a:prstGeom prst="rect">
                          <a:avLst/>
                        </a:prstGeom>
                        <a:noFill/>
                        <a:ln w="38100">
                          <a:noFill/>
                          <a:miter/>
                        </a:ln>
                      </p:spPr>
                    </p:pic>
                  </p:oleObj>
                </mc:Fallback>
              </mc:AlternateContent>
            </a:graphicData>
          </a:graphic>
        </p:graphicFrame>
        <p:graphicFrame>
          <p:nvGraphicFramePr>
            <p:cNvPr id="13326" name="Object 18"/>
            <p:cNvGraphicFramePr>
              <a:graphicFrameLocks noChangeAspect="1"/>
            </p:cNvGraphicFramePr>
            <p:nvPr/>
          </p:nvGraphicFramePr>
          <p:xfrm>
            <a:off x="3424" y="1706"/>
            <a:ext cx="469" cy="385"/>
          </p:xfrm>
          <a:graphic>
            <a:graphicData uri="http://schemas.openxmlformats.org/presentationml/2006/ole">
              <mc:AlternateContent xmlns:mc="http://schemas.openxmlformats.org/markup-compatibility/2006">
                <mc:Choice xmlns:v="urn:schemas-microsoft-com:vml" Requires="v">
                  <p:oleObj spid="_x0000_s4121" r:id="rId11" imgW="419735" imgH="344170" progId="Equation.3">
                    <p:embed/>
                  </p:oleObj>
                </mc:Choice>
                <mc:Fallback>
                  <p:oleObj r:id="rId11" imgW="419735" imgH="344170" progId="Equation.3">
                    <p:embed/>
                    <p:pic>
                      <p:nvPicPr>
                        <p:cNvPr id="0" name="图片 3077"/>
                        <p:cNvPicPr/>
                        <p:nvPr/>
                      </p:nvPicPr>
                      <p:blipFill>
                        <a:blip r:embed="rId12">
                          <a:clrChange>
                            <a:clrFrom>
                              <a:srgbClr val="000000"/>
                            </a:clrFrom>
                            <a:clrTo>
                              <a:srgbClr val="000000"/>
                            </a:clrTo>
                          </a:clrChange>
                        </a:blip>
                        <a:stretch>
                          <a:fillRect/>
                        </a:stretch>
                      </p:blipFill>
                      <p:spPr>
                        <a:xfrm>
                          <a:off x="3424" y="1706"/>
                          <a:ext cx="469" cy="385"/>
                        </a:xfrm>
                        <a:prstGeom prst="rect">
                          <a:avLst/>
                        </a:prstGeom>
                        <a:noFill/>
                        <a:ln w="38100">
                          <a:noFill/>
                          <a:miter/>
                        </a:ln>
                      </p:spPr>
                    </p:pic>
                  </p:oleObj>
                </mc:Fallback>
              </mc:AlternateContent>
            </a:graphicData>
          </a:graphic>
        </p:graphicFrame>
      </p:grpSp>
      <p:sp>
        <p:nvSpPr>
          <p:cNvPr id="44" name="Text Box 9"/>
          <p:cNvSpPr txBox="1"/>
          <p:nvPr/>
        </p:nvSpPr>
        <p:spPr>
          <a:xfrm>
            <a:off x="171450" y="1819275"/>
            <a:ext cx="8739188" cy="1114425"/>
          </a:xfrm>
          <a:prstGeom prst="rect">
            <a:avLst/>
          </a:prstGeom>
          <a:noFill/>
          <a:ln w="38100">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lnSpc>
                <a:spcPct val="125000"/>
              </a:lnSpc>
              <a:spcBef>
                <a:spcPct val="0"/>
              </a:spcBef>
              <a:buNone/>
            </a:pPr>
            <a:r>
              <a:rPr lang="zh-CN" altLang="en-US" sz="2800" b="1" dirty="0">
                <a:solidFill>
                  <a:srgbClr val="FF0000"/>
                </a:solidFill>
                <a:ea typeface="华文新魏" panose="02010800040101010101" pitchFamily="2" charset="-122"/>
              </a:rPr>
              <a:t>当质点系相对于惯性系中某定点所受的合外力矩为零时，该质点系相对于该定点的角动量将不随时间改变。</a:t>
            </a:r>
            <a:endParaRPr lang="zh-CN" altLang="en-US" sz="2800" b="1" dirty="0">
              <a:solidFill>
                <a:srgbClr val="FF0000"/>
              </a:solidFill>
              <a:latin typeface="Times New Roman" panose="02020603050405020304" pitchFamily="18" charset="0"/>
              <a:ea typeface="华文新魏" panose="02010800040101010101" pitchFamily="2" charset="-122"/>
            </a:endParaRPr>
          </a:p>
        </p:txBody>
      </p:sp>
      <p:sp>
        <p:nvSpPr>
          <p:cNvPr id="45" name="Text Box 19"/>
          <p:cNvSpPr txBox="1"/>
          <p:nvPr/>
        </p:nvSpPr>
        <p:spPr>
          <a:xfrm>
            <a:off x="198438" y="4686300"/>
            <a:ext cx="8132762" cy="5762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lnSpc>
                <a:spcPct val="125000"/>
              </a:lnSpc>
              <a:spcBef>
                <a:spcPct val="50000"/>
              </a:spcBef>
              <a:buNone/>
            </a:pPr>
            <a:r>
              <a:rPr lang="zh-CN" altLang="en-US" sz="2800" b="1" dirty="0">
                <a:latin typeface="Times New Roman" panose="02020603050405020304" pitchFamily="18" charset="0"/>
              </a:rPr>
              <a:t>孤立或在有心力作用下的系统角动量守恒。</a:t>
            </a:r>
          </a:p>
        </p:txBody>
      </p:sp>
      <p:sp>
        <p:nvSpPr>
          <p:cNvPr id="46" name="Rectangle 20"/>
          <p:cNvSpPr/>
          <p:nvPr/>
        </p:nvSpPr>
        <p:spPr>
          <a:xfrm>
            <a:off x="152400" y="5300663"/>
            <a:ext cx="8689975" cy="1114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just" eaLnBrk="1" hangingPunct="1">
              <a:lnSpc>
                <a:spcPct val="125000"/>
              </a:lnSpc>
              <a:spcBef>
                <a:spcPct val="0"/>
              </a:spcBef>
              <a:buNone/>
            </a:pPr>
            <a:r>
              <a:rPr lang="zh-CN" altLang="en-US" sz="2800" b="1" dirty="0">
                <a:latin typeface="Times New Roman" panose="02020603050405020304" pitchFamily="18" charset="0"/>
              </a:rPr>
              <a:t>宇宙中的天体可以认为是孤立体系。它们具有旋转盘状结构，成因是角动量守恒。</a:t>
            </a:r>
          </a:p>
        </p:txBody>
      </p:sp>
      <p:sp>
        <p:nvSpPr>
          <p:cNvPr id="47" name="Rectangle 24"/>
          <p:cNvSpPr/>
          <p:nvPr/>
        </p:nvSpPr>
        <p:spPr>
          <a:xfrm>
            <a:off x="3768725" y="3008313"/>
            <a:ext cx="5192713" cy="5222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None/>
            </a:pPr>
            <a:r>
              <a:rPr lang="en-US" altLang="zh-CN" sz="2800" b="1" dirty="0">
                <a:latin typeface="Times New Roman" panose="02020603050405020304" pitchFamily="18" charset="0"/>
              </a:rPr>
              <a:t>—</a:t>
            </a:r>
            <a:r>
              <a:rPr lang="zh-CN" altLang="en-US" sz="2800" b="1" dirty="0">
                <a:solidFill>
                  <a:srgbClr val="0000FF"/>
                </a:solidFill>
                <a:latin typeface="Times New Roman" panose="02020603050405020304" pitchFamily="18" charset="0"/>
                <a:ea typeface="黑体" panose="02010609060101010101" pitchFamily="49" charset="-122"/>
              </a:rPr>
              <a:t>质点系的角动量守恒定律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9266"/>
                                        </p:tgtEl>
                                        <p:attrNameLst>
                                          <p:attrName>style.visibility</p:attrName>
                                        </p:attrNameLst>
                                      </p:cBhvr>
                                      <p:to>
                                        <p:strVal val="visible"/>
                                      </p:to>
                                    </p:set>
                                    <p:anim calcmode="lin" valueType="num">
                                      <p:cBhvr>
                                        <p:cTn id="7" dur="500" fill="hold"/>
                                        <p:tgtEl>
                                          <p:spTgt spid="139266"/>
                                        </p:tgtEl>
                                        <p:attrNameLst>
                                          <p:attrName>ppt_w</p:attrName>
                                        </p:attrNameLst>
                                      </p:cBhvr>
                                      <p:tavLst>
                                        <p:tav tm="0">
                                          <p:val>
                                            <p:fltVal val="0"/>
                                          </p:val>
                                        </p:tav>
                                        <p:tav tm="100000">
                                          <p:val>
                                            <p:strVal val="#ppt_w"/>
                                          </p:val>
                                        </p:tav>
                                      </p:tavLst>
                                    </p:anim>
                                    <p:anim calcmode="lin" valueType="num">
                                      <p:cBhvr>
                                        <p:cTn id="8" dur="500" fill="hold"/>
                                        <p:tgtEl>
                                          <p:spTgt spid="13926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139267"/>
                                        </p:tgtEl>
                                        <p:attrNameLst>
                                          <p:attrName>style.visibility</p:attrName>
                                        </p:attrNameLst>
                                      </p:cBhvr>
                                      <p:to>
                                        <p:strVal val="visible"/>
                                      </p:to>
                                    </p:set>
                                    <p:animEffect transition="in" filter="blinds(horizontal)">
                                      <p:cBhvr>
                                        <p:cTn id="12" dur="500"/>
                                        <p:tgtEl>
                                          <p:spTgt spid="13926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blinds(horizontal)">
                                      <p:cBhvr>
                                        <p:cTn id="22" dur="500"/>
                                        <p:tgtEl>
                                          <p:spTgt spid="44"/>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left)">
                                      <p:cBhvr>
                                        <p:cTn id="26" dur="500"/>
                                        <p:tgtEl>
                                          <p:spTgt spid="47"/>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39275"/>
                                        </p:tgtEl>
                                        <p:attrNameLst>
                                          <p:attrName>style.visibility</p:attrName>
                                        </p:attrNameLst>
                                      </p:cBhvr>
                                      <p:to>
                                        <p:strVal val="visible"/>
                                      </p:to>
                                    </p:set>
                                    <p:anim calcmode="lin" valueType="num">
                                      <p:cBhvr>
                                        <p:cTn id="31" dur="500" fill="hold"/>
                                        <p:tgtEl>
                                          <p:spTgt spid="139275"/>
                                        </p:tgtEl>
                                        <p:attrNameLst>
                                          <p:attrName>ppt_w</p:attrName>
                                        </p:attrNameLst>
                                      </p:cBhvr>
                                      <p:tavLst>
                                        <p:tav tm="0">
                                          <p:val>
                                            <p:fltVal val="0"/>
                                          </p:val>
                                        </p:tav>
                                        <p:tav tm="100000">
                                          <p:val>
                                            <p:strVal val="#ppt_w"/>
                                          </p:val>
                                        </p:tav>
                                      </p:tavLst>
                                    </p:anim>
                                    <p:anim calcmode="lin" valueType="num">
                                      <p:cBhvr>
                                        <p:cTn id="32" dur="500" fill="hold"/>
                                        <p:tgtEl>
                                          <p:spTgt spid="139275"/>
                                        </p:tgtEl>
                                        <p:attrNameLst>
                                          <p:attrName>ppt_h</p:attrName>
                                        </p:attrNameLst>
                                      </p:cBhvr>
                                      <p:tavLst>
                                        <p:tav tm="0">
                                          <p:val>
                                            <p:fltVal val="0"/>
                                          </p:val>
                                        </p:tav>
                                        <p:tav tm="100000">
                                          <p:val>
                                            <p:strVal val="#ppt_h"/>
                                          </p:val>
                                        </p:tav>
                                      </p:tavLst>
                                    </p:anim>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blinds(horizontal)">
                                      <p:cBhvr>
                                        <p:cTn id="41" dur="500"/>
                                        <p:tgtEl>
                                          <p:spTgt spid="45"/>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blinds(horizontal)">
                                      <p:cBhvr>
                                        <p:cTn id="4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p:bldP spid="139275" grpId="0"/>
      <p:bldP spid="44" grpId="0"/>
      <p:bldP spid="45" grpId="0"/>
      <p:bldP spid="46"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3</a:t>
            </a:fld>
            <a:endParaRPr lang="en-US" altLang="zh-CN" sz="1800" dirty="0">
              <a:solidFill>
                <a:schemeClr val="accent2"/>
              </a:solidFill>
            </a:endParaRPr>
          </a:p>
        </p:txBody>
      </p:sp>
      <p:graphicFrame>
        <p:nvGraphicFramePr>
          <p:cNvPr id="3" name="Object 3"/>
          <p:cNvGraphicFramePr>
            <a:graphicFrameLocks noChangeAspect="1"/>
          </p:cNvGraphicFramePr>
          <p:nvPr/>
        </p:nvGraphicFramePr>
        <p:xfrm>
          <a:off x="776288" y="4214813"/>
          <a:ext cx="1366837" cy="649287"/>
        </p:xfrm>
        <a:graphic>
          <a:graphicData uri="http://schemas.openxmlformats.org/presentationml/2006/ole">
            <mc:AlternateContent xmlns:mc="http://schemas.openxmlformats.org/markup-compatibility/2006">
              <mc:Choice xmlns:v="urn:schemas-microsoft-com:vml" Requires="v">
                <p:oleObj spid="_x0000_s5177" r:id="rId3" imgW="654050" imgH="318770" progId="Equation.3">
                  <p:embed/>
                </p:oleObj>
              </mc:Choice>
              <mc:Fallback>
                <p:oleObj r:id="rId3" imgW="654050" imgH="318770" progId="Equation.3">
                  <p:embed/>
                  <p:pic>
                    <p:nvPicPr>
                      <p:cNvPr id="0" name="图片 3079"/>
                      <p:cNvPicPr/>
                      <p:nvPr/>
                    </p:nvPicPr>
                    <p:blipFill>
                      <a:blip r:embed="rId4">
                        <a:clrChange>
                          <a:clrFrom>
                            <a:srgbClr val="000000"/>
                          </a:clrFrom>
                          <a:clrTo>
                            <a:srgbClr val="000000"/>
                          </a:clrTo>
                        </a:clrChange>
                      </a:blip>
                      <a:stretch>
                        <a:fillRect/>
                      </a:stretch>
                    </p:blipFill>
                    <p:spPr>
                      <a:xfrm>
                        <a:off x="776288" y="4214813"/>
                        <a:ext cx="1366837" cy="649287"/>
                      </a:xfrm>
                      <a:prstGeom prst="rect">
                        <a:avLst/>
                      </a:prstGeom>
                      <a:noFill/>
                      <a:ln w="38100">
                        <a:noFill/>
                        <a:miter/>
                      </a:ln>
                    </p:spPr>
                  </p:pic>
                </p:oleObj>
              </mc:Fallback>
            </mc:AlternateContent>
          </a:graphicData>
        </a:graphic>
      </p:graphicFrame>
      <p:graphicFrame>
        <p:nvGraphicFramePr>
          <p:cNvPr id="4" name="Object 4"/>
          <p:cNvGraphicFramePr>
            <a:graphicFrameLocks noChangeAspect="1"/>
          </p:cNvGraphicFramePr>
          <p:nvPr/>
        </p:nvGraphicFramePr>
        <p:xfrm>
          <a:off x="2159000" y="4227513"/>
          <a:ext cx="4248150" cy="622300"/>
        </p:xfrm>
        <a:graphic>
          <a:graphicData uri="http://schemas.openxmlformats.org/presentationml/2006/ole">
            <mc:AlternateContent xmlns:mc="http://schemas.openxmlformats.org/markup-compatibility/2006">
              <mc:Choice xmlns:v="urn:schemas-microsoft-com:vml" Requires="v">
                <p:oleObj spid="_x0000_s5178" r:id="rId5" imgW="2256790" imgH="318770" progId="Equation.3">
                  <p:embed/>
                </p:oleObj>
              </mc:Choice>
              <mc:Fallback>
                <p:oleObj r:id="rId5" imgW="2256790" imgH="318770" progId="Equation.3">
                  <p:embed/>
                  <p:pic>
                    <p:nvPicPr>
                      <p:cNvPr id="0" name="图片 3110"/>
                      <p:cNvPicPr/>
                      <p:nvPr/>
                    </p:nvPicPr>
                    <p:blipFill>
                      <a:blip r:embed="rId6">
                        <a:clrChange>
                          <a:clrFrom>
                            <a:srgbClr val="000000"/>
                          </a:clrFrom>
                          <a:clrTo>
                            <a:srgbClr val="000000"/>
                          </a:clrTo>
                        </a:clrChange>
                      </a:blip>
                      <a:stretch>
                        <a:fillRect/>
                      </a:stretch>
                    </p:blipFill>
                    <p:spPr>
                      <a:xfrm>
                        <a:off x="2159000" y="4227513"/>
                        <a:ext cx="4248150" cy="622300"/>
                      </a:xfrm>
                      <a:prstGeom prst="rect">
                        <a:avLst/>
                      </a:prstGeom>
                      <a:noFill/>
                      <a:ln w="38100">
                        <a:noFill/>
                        <a:miter/>
                      </a:ln>
                    </p:spPr>
                  </p:pic>
                </p:oleObj>
              </mc:Fallback>
            </mc:AlternateContent>
          </a:graphicData>
        </a:graphic>
      </p:graphicFrame>
      <p:grpSp>
        <p:nvGrpSpPr>
          <p:cNvPr id="2" name="Group 77"/>
          <p:cNvGrpSpPr/>
          <p:nvPr/>
        </p:nvGrpSpPr>
        <p:grpSpPr>
          <a:xfrm>
            <a:off x="173038" y="142875"/>
            <a:ext cx="6629400" cy="3240088"/>
            <a:chOff x="144" y="1536"/>
            <a:chExt cx="4176" cy="2041"/>
          </a:xfrm>
        </p:grpSpPr>
        <p:sp>
          <p:nvSpPr>
            <p:cNvPr id="6" name="Text Box 21"/>
            <p:cNvSpPr txBox="1">
              <a:spLocks noChangeArrowheads="1"/>
            </p:cNvSpPr>
            <p:nvPr/>
          </p:nvSpPr>
          <p:spPr bwMode="auto">
            <a:xfrm>
              <a:off x="144" y="1536"/>
              <a:ext cx="4176" cy="2041"/>
            </a:xfrm>
            <a:prstGeom prst="rect">
              <a:avLst/>
            </a:prstGeom>
            <a:noFill/>
            <a:ln w="9525">
              <a:noFill/>
              <a:miter lim="800000"/>
            </a:ln>
            <a:effectLst/>
          </p:spPr>
          <p:txBody>
            <a:bodyPr>
              <a:spAutoFit/>
            </a:bodyPr>
            <a:lstStyle/>
            <a:p>
              <a:pPr marR="0" defTabSz="914400" eaLnBrk="1" hangingPunct="1">
                <a:lnSpc>
                  <a:spcPct val="120000"/>
                </a:lnSpc>
                <a:spcBef>
                  <a:spcPct val="50000"/>
                </a:spcBef>
                <a:buClrTx/>
                <a:buSzTx/>
                <a:buFontTx/>
                <a:buNone/>
                <a:defRPr/>
              </a:pPr>
              <a:r>
                <a:rPr kumimoji="1" lang="zh-CN" altLang="en-US"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例</a:t>
              </a:r>
              <a:r>
                <a:rPr kumimoji="1" lang="en-US" altLang="zh-CN"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4</a:t>
              </a:r>
              <a:r>
                <a:rPr kumimoji="1" lang="zh-CN" altLang="en-US"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两小钢球固定在位于水平面内的长为</a:t>
              </a:r>
              <a:r>
                <a:rPr kumimoji="1" lang="en-US" altLang="zh-CN" sz="3200" b="1" i="1" kern="1200" cap="none" spc="0" normalizeH="0" baseline="0" noProof="0" dirty="0">
                  <a:latin typeface="Times New Roman" panose="02020603050405020304" pitchFamily="18" charset="0"/>
                  <a:ea typeface="宋体" panose="02010600030101010101" pitchFamily="2" charset="-122"/>
                  <a:cs typeface="+mn-cs"/>
                </a:rPr>
                <a:t>a </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的轻质硬杆的两端，杆可绕其中心轴自由转动。杆原来静止。另一泥球以水平速度     垂直于杆的方向与      发生碰撞，碰后两者粘在一起。设                            ，求碰撞后杆转动的角速度。</a:t>
              </a:r>
            </a:p>
          </p:txBody>
        </p:sp>
        <p:graphicFrame>
          <p:nvGraphicFramePr>
            <p:cNvPr id="16412" name="Object 14"/>
            <p:cNvGraphicFramePr>
              <a:graphicFrameLocks noChangeAspect="1"/>
            </p:cNvGraphicFramePr>
            <p:nvPr/>
          </p:nvGraphicFramePr>
          <p:xfrm>
            <a:off x="2728" y="2536"/>
            <a:ext cx="371" cy="372"/>
          </p:xfrm>
          <a:graphic>
            <a:graphicData uri="http://schemas.openxmlformats.org/presentationml/2006/ole">
              <mc:AlternateContent xmlns:mc="http://schemas.openxmlformats.org/markup-compatibility/2006">
                <mc:Choice xmlns:v="urn:schemas-microsoft-com:vml" Requires="v">
                  <p:oleObj spid="_x0000_s5179" r:id="rId7" imgW="318770" imgH="318770" progId="Equation.3">
                    <p:embed/>
                  </p:oleObj>
                </mc:Choice>
                <mc:Fallback>
                  <p:oleObj r:id="rId7" imgW="318770" imgH="318770" progId="Equation.3">
                    <p:embed/>
                    <p:pic>
                      <p:nvPicPr>
                        <p:cNvPr id="0" name="图片 3109"/>
                        <p:cNvPicPr/>
                        <p:nvPr/>
                      </p:nvPicPr>
                      <p:blipFill>
                        <a:blip r:embed="rId8">
                          <a:clrChange>
                            <a:clrFrom>
                              <a:srgbClr val="000000"/>
                            </a:clrFrom>
                            <a:clrTo>
                              <a:srgbClr val="000000"/>
                            </a:clrTo>
                          </a:clrChange>
                        </a:blip>
                        <a:stretch>
                          <a:fillRect/>
                        </a:stretch>
                      </p:blipFill>
                      <p:spPr>
                        <a:xfrm>
                          <a:off x="2728" y="2536"/>
                          <a:ext cx="371" cy="372"/>
                        </a:xfrm>
                        <a:prstGeom prst="rect">
                          <a:avLst/>
                        </a:prstGeom>
                        <a:noFill/>
                        <a:ln w="38100">
                          <a:noFill/>
                          <a:miter/>
                        </a:ln>
                      </p:spPr>
                    </p:pic>
                  </p:oleObj>
                </mc:Fallback>
              </mc:AlternateContent>
            </a:graphicData>
          </a:graphic>
        </p:graphicFrame>
        <p:graphicFrame>
          <p:nvGraphicFramePr>
            <p:cNvPr id="16413" name="Object 15"/>
            <p:cNvGraphicFramePr>
              <a:graphicFrameLocks noChangeAspect="1"/>
            </p:cNvGraphicFramePr>
            <p:nvPr/>
          </p:nvGraphicFramePr>
          <p:xfrm>
            <a:off x="652" y="2554"/>
            <a:ext cx="306" cy="393"/>
          </p:xfrm>
          <a:graphic>
            <a:graphicData uri="http://schemas.openxmlformats.org/presentationml/2006/ole">
              <mc:AlternateContent xmlns:mc="http://schemas.openxmlformats.org/markup-compatibility/2006">
                <mc:Choice xmlns:v="urn:schemas-microsoft-com:vml" Requires="v">
                  <p:oleObj spid="_x0000_s5180" r:id="rId9" imgW="251460" imgH="344170" progId="Equation.3">
                    <p:embed/>
                  </p:oleObj>
                </mc:Choice>
                <mc:Fallback>
                  <p:oleObj r:id="rId9" imgW="251460" imgH="344170" progId="Equation.3">
                    <p:embed/>
                    <p:pic>
                      <p:nvPicPr>
                        <p:cNvPr id="0" name="图片 3116"/>
                        <p:cNvPicPr/>
                        <p:nvPr/>
                      </p:nvPicPr>
                      <p:blipFill>
                        <a:blip r:embed="rId10">
                          <a:clrChange>
                            <a:clrFrom>
                              <a:srgbClr val="000000"/>
                            </a:clrFrom>
                            <a:clrTo>
                              <a:srgbClr val="000000"/>
                            </a:clrTo>
                          </a:clrChange>
                        </a:blip>
                        <a:stretch>
                          <a:fillRect/>
                        </a:stretch>
                      </p:blipFill>
                      <p:spPr>
                        <a:xfrm>
                          <a:off x="652" y="2554"/>
                          <a:ext cx="306" cy="393"/>
                        </a:xfrm>
                        <a:prstGeom prst="rect">
                          <a:avLst/>
                        </a:prstGeom>
                        <a:noFill/>
                        <a:ln w="38100">
                          <a:noFill/>
                          <a:miter/>
                        </a:ln>
                      </p:spPr>
                    </p:pic>
                  </p:oleObj>
                </mc:Fallback>
              </mc:AlternateContent>
            </a:graphicData>
          </a:graphic>
        </p:graphicFrame>
        <p:graphicFrame>
          <p:nvGraphicFramePr>
            <p:cNvPr id="16414" name="Object 16"/>
            <p:cNvGraphicFramePr>
              <a:graphicFrameLocks noChangeAspect="1"/>
            </p:cNvGraphicFramePr>
            <p:nvPr/>
          </p:nvGraphicFramePr>
          <p:xfrm>
            <a:off x="2501" y="2856"/>
            <a:ext cx="1550" cy="394"/>
          </p:xfrm>
          <a:graphic>
            <a:graphicData uri="http://schemas.openxmlformats.org/presentationml/2006/ole">
              <mc:AlternateContent xmlns:mc="http://schemas.openxmlformats.org/markup-compatibility/2006">
                <mc:Choice xmlns:v="urn:schemas-microsoft-com:vml" Requires="v">
                  <p:oleObj spid="_x0000_s5181" r:id="rId11" imgW="1526540" imgH="344170" progId="Equation.3">
                    <p:embed/>
                  </p:oleObj>
                </mc:Choice>
                <mc:Fallback>
                  <p:oleObj r:id="rId11" imgW="1526540" imgH="344170" progId="Equation.3">
                    <p:embed/>
                    <p:pic>
                      <p:nvPicPr>
                        <p:cNvPr id="0" name="图片 3108"/>
                        <p:cNvPicPr/>
                        <p:nvPr/>
                      </p:nvPicPr>
                      <p:blipFill>
                        <a:blip r:embed="rId12">
                          <a:clrChange>
                            <a:clrFrom>
                              <a:srgbClr val="000000"/>
                            </a:clrFrom>
                            <a:clrTo>
                              <a:srgbClr val="000000"/>
                            </a:clrTo>
                          </a:clrChange>
                        </a:blip>
                        <a:stretch>
                          <a:fillRect/>
                        </a:stretch>
                      </p:blipFill>
                      <p:spPr>
                        <a:xfrm>
                          <a:off x="2501" y="2856"/>
                          <a:ext cx="1550" cy="394"/>
                        </a:xfrm>
                        <a:prstGeom prst="rect">
                          <a:avLst/>
                        </a:prstGeom>
                        <a:noFill/>
                        <a:ln w="38100">
                          <a:noFill/>
                          <a:miter/>
                        </a:ln>
                      </p:spPr>
                    </p:pic>
                  </p:oleObj>
                </mc:Fallback>
              </mc:AlternateContent>
            </a:graphicData>
          </a:graphic>
        </p:graphicFrame>
      </p:grpSp>
      <p:grpSp>
        <p:nvGrpSpPr>
          <p:cNvPr id="5" name="Group 57"/>
          <p:cNvGrpSpPr/>
          <p:nvPr/>
        </p:nvGrpSpPr>
        <p:grpSpPr>
          <a:xfrm>
            <a:off x="6726238" y="396875"/>
            <a:ext cx="2298700" cy="4235450"/>
            <a:chOff x="4286" y="1344"/>
            <a:chExt cx="1448" cy="2668"/>
          </a:xfrm>
        </p:grpSpPr>
        <p:sp>
          <p:nvSpPr>
            <p:cNvPr id="16392" name="Line 58"/>
            <p:cNvSpPr/>
            <p:nvPr/>
          </p:nvSpPr>
          <p:spPr>
            <a:xfrm flipV="1">
              <a:off x="5136" y="1872"/>
              <a:ext cx="0" cy="816"/>
            </a:xfrm>
            <a:prstGeom prst="line">
              <a:avLst/>
            </a:prstGeom>
            <a:ln w="44450" cap="flat" cmpd="sng">
              <a:solidFill>
                <a:srgbClr val="9933FF"/>
              </a:solidFill>
              <a:prstDash val="solid"/>
              <a:headEnd type="none" w="med" len="med"/>
              <a:tailEnd type="triangle" w="med" len="med"/>
            </a:ln>
          </p:spPr>
        </p:sp>
        <p:sp>
          <p:nvSpPr>
            <p:cNvPr id="16393" name="Line 59"/>
            <p:cNvSpPr/>
            <p:nvPr/>
          </p:nvSpPr>
          <p:spPr>
            <a:xfrm>
              <a:off x="5136" y="2688"/>
              <a:ext cx="0" cy="864"/>
            </a:xfrm>
            <a:prstGeom prst="line">
              <a:avLst/>
            </a:prstGeom>
            <a:ln w="44450" cap="flat" cmpd="sng">
              <a:solidFill>
                <a:srgbClr val="9933FF"/>
              </a:solidFill>
              <a:prstDash val="solid"/>
              <a:headEnd type="none" w="med" len="med"/>
              <a:tailEnd type="triangle" w="med" len="med"/>
            </a:ln>
          </p:spPr>
        </p:sp>
        <p:sp>
          <p:nvSpPr>
            <p:cNvPr id="16394" name="Line 60"/>
            <p:cNvSpPr/>
            <p:nvPr/>
          </p:nvSpPr>
          <p:spPr>
            <a:xfrm>
              <a:off x="4582" y="3626"/>
              <a:ext cx="384" cy="0"/>
            </a:xfrm>
            <a:prstGeom prst="line">
              <a:avLst/>
            </a:prstGeom>
            <a:ln w="31750" cap="flat" cmpd="sng">
              <a:solidFill>
                <a:srgbClr val="FF0000"/>
              </a:solidFill>
              <a:prstDash val="solid"/>
              <a:headEnd type="none" w="sm" len="sm"/>
              <a:tailEnd type="triangle" w="med" len="lg"/>
            </a:ln>
          </p:spPr>
        </p:sp>
        <p:graphicFrame>
          <p:nvGraphicFramePr>
            <p:cNvPr id="16395" name="Object 5"/>
            <p:cNvGraphicFramePr>
              <a:graphicFrameLocks noChangeAspect="1"/>
            </p:cNvGraphicFramePr>
            <p:nvPr/>
          </p:nvGraphicFramePr>
          <p:xfrm>
            <a:off x="5297" y="2406"/>
            <a:ext cx="328" cy="257"/>
          </p:xfrm>
          <a:graphic>
            <a:graphicData uri="http://schemas.openxmlformats.org/presentationml/2006/ole">
              <mc:AlternateContent xmlns:mc="http://schemas.openxmlformats.org/markup-compatibility/2006">
                <mc:Choice xmlns:v="urn:schemas-microsoft-com:vml" Requires="v">
                  <p:oleObj spid="_x0000_s5182" r:id="rId13" imgW="209550" imgH="193040" progId="Equation.3">
                    <p:embed/>
                  </p:oleObj>
                </mc:Choice>
                <mc:Fallback>
                  <p:oleObj r:id="rId13" imgW="209550" imgH="193040" progId="Equation.3">
                    <p:embed/>
                    <p:pic>
                      <p:nvPicPr>
                        <p:cNvPr id="0" name="图片 3112"/>
                        <p:cNvPicPr/>
                        <p:nvPr/>
                      </p:nvPicPr>
                      <p:blipFill>
                        <a:blip r:embed="rId14">
                          <a:clrChange>
                            <a:clrFrom>
                              <a:srgbClr val="000000"/>
                            </a:clrFrom>
                            <a:clrTo>
                              <a:srgbClr val="990033"/>
                            </a:clrTo>
                          </a:clrChange>
                        </a:blip>
                        <a:stretch>
                          <a:fillRect/>
                        </a:stretch>
                      </p:blipFill>
                      <p:spPr>
                        <a:xfrm>
                          <a:off x="5297" y="2406"/>
                          <a:ext cx="328" cy="257"/>
                        </a:xfrm>
                        <a:prstGeom prst="rect">
                          <a:avLst/>
                        </a:prstGeom>
                        <a:noFill/>
                        <a:ln w="38100">
                          <a:noFill/>
                          <a:miter/>
                        </a:ln>
                      </p:spPr>
                    </p:pic>
                  </p:oleObj>
                </mc:Fallback>
              </mc:AlternateContent>
            </a:graphicData>
          </a:graphic>
        </p:graphicFrame>
        <p:sp>
          <p:nvSpPr>
            <p:cNvPr id="16396" name="Oval 62"/>
            <p:cNvSpPr/>
            <p:nvPr/>
          </p:nvSpPr>
          <p:spPr>
            <a:xfrm>
              <a:off x="5052" y="1710"/>
              <a:ext cx="172" cy="172"/>
            </a:xfrm>
            <a:prstGeom prst="ellipse">
              <a:avLst/>
            </a:prstGeom>
            <a:gradFill rotWithShape="1">
              <a:gsLst>
                <a:gs pos="0">
                  <a:srgbClr val="FF0000">
                    <a:alpha val="75000"/>
                  </a:srgbClr>
                </a:gs>
                <a:gs pos="100000">
                  <a:srgbClr val="760000"/>
                </a:gs>
              </a:gsLst>
              <a:path path="shape">
                <a:fillToRect l="50000" t="50000" r="50000" b="50000"/>
              </a:path>
              <a:tileRect/>
            </a:gra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6397" name="Oval 63"/>
            <p:cNvSpPr/>
            <p:nvPr/>
          </p:nvSpPr>
          <p:spPr>
            <a:xfrm>
              <a:off x="5046" y="3540"/>
              <a:ext cx="172" cy="172"/>
            </a:xfrm>
            <a:prstGeom prst="ellipse">
              <a:avLst/>
            </a:prstGeom>
            <a:gradFill rotWithShape="1">
              <a:gsLst>
                <a:gs pos="0">
                  <a:srgbClr val="FF0000">
                    <a:alpha val="75000"/>
                  </a:srgbClr>
                </a:gs>
                <a:gs pos="100000">
                  <a:srgbClr val="760000"/>
                </a:gs>
              </a:gsLst>
              <a:path path="shape">
                <a:fillToRect l="50000" t="50000" r="50000" b="50000"/>
              </a:path>
              <a:tileRect/>
            </a:gra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6398" name="Oval 64"/>
            <p:cNvSpPr/>
            <p:nvPr/>
          </p:nvSpPr>
          <p:spPr>
            <a:xfrm>
              <a:off x="4416" y="3536"/>
              <a:ext cx="172" cy="172"/>
            </a:xfrm>
            <a:prstGeom prst="ellipse">
              <a:avLst/>
            </a:prstGeom>
            <a:gradFill rotWithShape="1">
              <a:gsLst>
                <a:gs pos="0">
                  <a:srgbClr val="339966">
                    <a:alpha val="75000"/>
                  </a:srgbClr>
                </a:gs>
                <a:gs pos="100000">
                  <a:srgbClr val="18472F"/>
                </a:gs>
              </a:gsLst>
              <a:path path="shape">
                <a:fillToRect l="50000" t="50000" r="50000" b="50000"/>
              </a:path>
              <a:tileRect/>
            </a:gra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6399" name="Line 65"/>
            <p:cNvSpPr/>
            <p:nvPr/>
          </p:nvSpPr>
          <p:spPr>
            <a:xfrm flipH="1">
              <a:off x="4614" y="1800"/>
              <a:ext cx="432" cy="0"/>
            </a:xfrm>
            <a:prstGeom prst="line">
              <a:avLst/>
            </a:prstGeom>
            <a:ln w="31750" cap="flat" cmpd="sng">
              <a:solidFill>
                <a:srgbClr val="0000FF"/>
              </a:solidFill>
              <a:prstDash val="solid"/>
              <a:headEnd type="none" w="sm" len="sm"/>
              <a:tailEnd type="arrow" w="med" len="lg"/>
            </a:ln>
          </p:spPr>
        </p:sp>
        <p:sp>
          <p:nvSpPr>
            <p:cNvPr id="16400" name="Line 66"/>
            <p:cNvSpPr/>
            <p:nvPr/>
          </p:nvSpPr>
          <p:spPr>
            <a:xfrm>
              <a:off x="5220" y="3626"/>
              <a:ext cx="384" cy="0"/>
            </a:xfrm>
            <a:prstGeom prst="line">
              <a:avLst/>
            </a:prstGeom>
            <a:ln w="31750" cap="flat" cmpd="sng">
              <a:solidFill>
                <a:srgbClr val="0000FF"/>
              </a:solidFill>
              <a:prstDash val="solid"/>
              <a:headEnd type="none" w="sm" len="sm"/>
              <a:tailEnd type="arrow" w="med" len="lg"/>
            </a:ln>
          </p:spPr>
        </p:sp>
        <p:graphicFrame>
          <p:nvGraphicFramePr>
            <p:cNvPr id="16401" name="Object 6"/>
            <p:cNvGraphicFramePr>
              <a:graphicFrameLocks noChangeAspect="1"/>
            </p:cNvGraphicFramePr>
            <p:nvPr/>
          </p:nvGraphicFramePr>
          <p:xfrm>
            <a:off x="4876" y="1979"/>
            <a:ext cx="247" cy="382"/>
          </p:xfrm>
          <a:graphic>
            <a:graphicData uri="http://schemas.openxmlformats.org/presentationml/2006/ole">
              <mc:AlternateContent xmlns:mc="http://schemas.openxmlformats.org/markup-compatibility/2006">
                <mc:Choice xmlns:v="urn:schemas-microsoft-com:vml" Requires="v">
                  <p:oleObj spid="_x0000_s5183" r:id="rId15" imgW="193040" imgH="318770" progId="Equation.3">
                    <p:embed/>
                  </p:oleObj>
                </mc:Choice>
                <mc:Fallback>
                  <p:oleObj r:id="rId15" imgW="193040" imgH="318770" progId="Equation.3">
                    <p:embed/>
                    <p:pic>
                      <p:nvPicPr>
                        <p:cNvPr id="0" name="图片 3113"/>
                        <p:cNvPicPr/>
                        <p:nvPr/>
                      </p:nvPicPr>
                      <p:blipFill>
                        <a:blip r:embed="rId16">
                          <a:clrChange>
                            <a:clrFrom>
                              <a:srgbClr val="000000"/>
                            </a:clrFrom>
                            <a:clrTo>
                              <a:srgbClr val="9933FF"/>
                            </a:clrTo>
                          </a:clrChange>
                        </a:blip>
                        <a:stretch>
                          <a:fillRect/>
                        </a:stretch>
                      </p:blipFill>
                      <p:spPr>
                        <a:xfrm>
                          <a:off x="4876" y="1979"/>
                          <a:ext cx="247" cy="382"/>
                        </a:xfrm>
                        <a:prstGeom prst="rect">
                          <a:avLst/>
                        </a:prstGeom>
                        <a:noFill/>
                        <a:ln w="38100">
                          <a:noFill/>
                          <a:miter/>
                        </a:ln>
                      </p:spPr>
                    </p:pic>
                  </p:oleObj>
                </mc:Fallback>
              </mc:AlternateContent>
            </a:graphicData>
          </a:graphic>
        </p:graphicFrame>
        <p:sp>
          <p:nvSpPr>
            <p:cNvPr id="16402" name="Oval 68"/>
            <p:cNvSpPr/>
            <p:nvPr/>
          </p:nvSpPr>
          <p:spPr>
            <a:xfrm>
              <a:off x="5102" y="2704"/>
              <a:ext cx="68" cy="68"/>
            </a:xfrm>
            <a:prstGeom prst="ellipse">
              <a:avLst/>
            </a:prstGeom>
            <a:gradFill rotWithShape="1">
              <a:gsLst>
                <a:gs pos="0">
                  <a:srgbClr val="FF0000">
                    <a:alpha val="75000"/>
                  </a:srgbClr>
                </a:gs>
                <a:gs pos="100000">
                  <a:srgbClr val="760000"/>
                </a:gs>
              </a:gsLst>
              <a:path path="shape">
                <a:fillToRect l="50000" t="50000" r="50000" b="50000"/>
              </a:path>
              <a:tileRect/>
            </a:gradFill>
            <a:ln w="1905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16403" name="Object 7"/>
            <p:cNvGraphicFramePr>
              <a:graphicFrameLocks noChangeAspect="1"/>
            </p:cNvGraphicFramePr>
            <p:nvPr/>
          </p:nvGraphicFramePr>
          <p:xfrm>
            <a:off x="4286" y="1570"/>
            <a:ext cx="326" cy="428"/>
          </p:xfrm>
          <a:graphic>
            <a:graphicData uri="http://schemas.openxmlformats.org/presentationml/2006/ole">
              <mc:AlternateContent xmlns:mc="http://schemas.openxmlformats.org/markup-compatibility/2006">
                <mc:Choice xmlns:v="urn:schemas-microsoft-com:vml" Requires="v">
                  <p:oleObj spid="_x0000_s5184" r:id="rId17" imgW="217805" imgH="318770" progId="Equation.3">
                    <p:embed/>
                  </p:oleObj>
                </mc:Choice>
                <mc:Fallback>
                  <p:oleObj r:id="rId17" imgW="217805" imgH="318770" progId="Equation.3">
                    <p:embed/>
                    <p:pic>
                      <p:nvPicPr>
                        <p:cNvPr id="0" name="图片 3106"/>
                        <p:cNvPicPr/>
                        <p:nvPr/>
                      </p:nvPicPr>
                      <p:blipFill>
                        <a:blip r:embed="rId18">
                          <a:clrChange>
                            <a:clrFrom>
                              <a:srgbClr val="000000"/>
                            </a:clrFrom>
                            <a:clrTo>
                              <a:srgbClr val="0000FF"/>
                            </a:clrTo>
                          </a:clrChange>
                        </a:blip>
                        <a:stretch>
                          <a:fillRect/>
                        </a:stretch>
                      </p:blipFill>
                      <p:spPr>
                        <a:xfrm>
                          <a:off x="4286" y="1570"/>
                          <a:ext cx="326" cy="428"/>
                        </a:xfrm>
                        <a:prstGeom prst="rect">
                          <a:avLst/>
                        </a:prstGeom>
                        <a:noFill/>
                        <a:ln w="38100">
                          <a:noFill/>
                          <a:miter/>
                        </a:ln>
                      </p:spPr>
                    </p:pic>
                  </p:oleObj>
                </mc:Fallback>
              </mc:AlternateContent>
            </a:graphicData>
          </a:graphic>
        </p:graphicFrame>
        <p:graphicFrame>
          <p:nvGraphicFramePr>
            <p:cNvPr id="16404" name="Object 8"/>
            <p:cNvGraphicFramePr>
              <a:graphicFrameLocks noChangeAspect="1"/>
            </p:cNvGraphicFramePr>
            <p:nvPr/>
          </p:nvGraphicFramePr>
          <p:xfrm>
            <a:off x="4993" y="3592"/>
            <a:ext cx="371" cy="372"/>
          </p:xfrm>
          <a:graphic>
            <a:graphicData uri="http://schemas.openxmlformats.org/presentationml/2006/ole">
              <mc:AlternateContent xmlns:mc="http://schemas.openxmlformats.org/markup-compatibility/2006">
                <mc:Choice xmlns:v="urn:schemas-microsoft-com:vml" Requires="v">
                  <p:oleObj spid="_x0000_s5185" r:id="rId19" imgW="318770" imgH="318770" progId="Equation.3">
                    <p:embed/>
                  </p:oleObj>
                </mc:Choice>
                <mc:Fallback>
                  <p:oleObj r:id="rId19" imgW="318770" imgH="318770" progId="Equation.3">
                    <p:embed/>
                    <p:pic>
                      <p:nvPicPr>
                        <p:cNvPr id="0" name="图片 3115"/>
                        <p:cNvPicPr/>
                        <p:nvPr/>
                      </p:nvPicPr>
                      <p:blipFill>
                        <a:blip r:embed="rId20">
                          <a:clrChange>
                            <a:clrFrom>
                              <a:srgbClr val="000000"/>
                            </a:clrFrom>
                            <a:clrTo>
                              <a:srgbClr val="000000"/>
                            </a:clrTo>
                          </a:clrChange>
                        </a:blip>
                        <a:stretch>
                          <a:fillRect/>
                        </a:stretch>
                      </p:blipFill>
                      <p:spPr>
                        <a:xfrm>
                          <a:off x="4993" y="3592"/>
                          <a:ext cx="371" cy="372"/>
                        </a:xfrm>
                        <a:prstGeom prst="rect">
                          <a:avLst/>
                        </a:prstGeom>
                        <a:noFill/>
                        <a:ln w="38100">
                          <a:noFill/>
                          <a:miter/>
                        </a:ln>
                      </p:spPr>
                    </p:pic>
                  </p:oleObj>
                </mc:Fallback>
              </mc:AlternateContent>
            </a:graphicData>
          </a:graphic>
        </p:graphicFrame>
        <p:graphicFrame>
          <p:nvGraphicFramePr>
            <p:cNvPr id="16405" name="Object 9"/>
            <p:cNvGraphicFramePr>
              <a:graphicFrameLocks noChangeAspect="1"/>
            </p:cNvGraphicFramePr>
            <p:nvPr/>
          </p:nvGraphicFramePr>
          <p:xfrm>
            <a:off x="4610" y="3268"/>
            <a:ext cx="306" cy="393"/>
          </p:xfrm>
          <a:graphic>
            <a:graphicData uri="http://schemas.openxmlformats.org/presentationml/2006/ole">
              <mc:AlternateContent xmlns:mc="http://schemas.openxmlformats.org/markup-compatibility/2006">
                <mc:Choice xmlns:v="urn:schemas-microsoft-com:vml" Requires="v">
                  <p:oleObj spid="_x0000_s5186" r:id="rId21" imgW="251460" imgH="344170" progId="Equation.3">
                    <p:embed/>
                  </p:oleObj>
                </mc:Choice>
                <mc:Fallback>
                  <p:oleObj r:id="rId21" imgW="251460" imgH="344170" progId="Equation.3">
                    <p:embed/>
                    <p:pic>
                      <p:nvPicPr>
                        <p:cNvPr id="0" name="图片 3111"/>
                        <p:cNvPicPr/>
                        <p:nvPr/>
                      </p:nvPicPr>
                      <p:blipFill>
                        <a:blip r:embed="rId22">
                          <a:clrChange>
                            <a:clrFrom>
                              <a:srgbClr val="000000"/>
                            </a:clrFrom>
                            <a:clrTo>
                              <a:srgbClr val="000000"/>
                            </a:clrTo>
                          </a:clrChange>
                        </a:blip>
                        <a:stretch>
                          <a:fillRect/>
                        </a:stretch>
                      </p:blipFill>
                      <p:spPr>
                        <a:xfrm>
                          <a:off x="4610" y="3268"/>
                          <a:ext cx="306" cy="393"/>
                        </a:xfrm>
                        <a:prstGeom prst="rect">
                          <a:avLst/>
                        </a:prstGeom>
                        <a:noFill/>
                        <a:ln w="38100">
                          <a:noFill/>
                          <a:miter/>
                        </a:ln>
                      </p:spPr>
                    </p:pic>
                  </p:oleObj>
                </mc:Fallback>
              </mc:AlternateContent>
            </a:graphicData>
          </a:graphic>
        </p:graphicFrame>
        <p:graphicFrame>
          <p:nvGraphicFramePr>
            <p:cNvPr id="16406" name="Object 10"/>
            <p:cNvGraphicFramePr>
              <a:graphicFrameLocks noChangeAspect="1"/>
            </p:cNvGraphicFramePr>
            <p:nvPr/>
          </p:nvGraphicFramePr>
          <p:xfrm>
            <a:off x="4351" y="3618"/>
            <a:ext cx="371" cy="394"/>
          </p:xfrm>
          <a:graphic>
            <a:graphicData uri="http://schemas.openxmlformats.org/presentationml/2006/ole">
              <mc:AlternateContent xmlns:mc="http://schemas.openxmlformats.org/markup-compatibility/2006">
                <mc:Choice xmlns:v="urn:schemas-microsoft-com:vml" Requires="v">
                  <p:oleObj spid="_x0000_s5187" r:id="rId23" imgW="318770" imgH="344170" progId="Equation.3">
                    <p:embed/>
                  </p:oleObj>
                </mc:Choice>
                <mc:Fallback>
                  <p:oleObj r:id="rId23" imgW="318770" imgH="344170" progId="Equation.3">
                    <p:embed/>
                    <p:pic>
                      <p:nvPicPr>
                        <p:cNvPr id="0" name="图片 3105"/>
                        <p:cNvPicPr/>
                        <p:nvPr/>
                      </p:nvPicPr>
                      <p:blipFill>
                        <a:blip r:embed="rId24">
                          <a:clrChange>
                            <a:clrFrom>
                              <a:srgbClr val="000000"/>
                            </a:clrFrom>
                            <a:clrTo>
                              <a:srgbClr val="000000"/>
                            </a:clrTo>
                          </a:clrChange>
                        </a:blip>
                        <a:stretch>
                          <a:fillRect/>
                        </a:stretch>
                      </p:blipFill>
                      <p:spPr>
                        <a:xfrm>
                          <a:off x="4351" y="3618"/>
                          <a:ext cx="371" cy="394"/>
                        </a:xfrm>
                        <a:prstGeom prst="rect">
                          <a:avLst/>
                        </a:prstGeom>
                        <a:noFill/>
                        <a:ln w="38100">
                          <a:noFill/>
                          <a:miter/>
                        </a:ln>
                      </p:spPr>
                    </p:pic>
                  </p:oleObj>
                </mc:Fallback>
              </mc:AlternateContent>
            </a:graphicData>
          </a:graphic>
        </p:graphicFrame>
        <p:sp>
          <p:nvSpPr>
            <p:cNvPr id="16407" name="Arc 73"/>
            <p:cNvSpPr/>
            <p:nvPr/>
          </p:nvSpPr>
          <p:spPr>
            <a:xfrm flipV="1">
              <a:off x="5180" y="2594"/>
              <a:ext cx="211" cy="288"/>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0" b="0"/>
              <a:pathLst>
                <a:path w="27834" h="43200" fill="none">
                  <a:moveTo>
                    <a:pt x="5491" y="12"/>
                  </a:moveTo>
                  <a:cubicBezTo>
                    <a:pt x="5739" y="4"/>
                    <a:pt x="5986" y="-1"/>
                    <a:pt x="6234" y="0"/>
                  </a:cubicBezTo>
                  <a:cubicBezTo>
                    <a:pt x="18163" y="0"/>
                    <a:pt x="27834" y="9670"/>
                    <a:pt x="27834" y="21600"/>
                  </a:cubicBezTo>
                  <a:cubicBezTo>
                    <a:pt x="27834" y="33529"/>
                    <a:pt x="18163" y="43200"/>
                    <a:pt x="6234" y="43200"/>
                  </a:cubicBezTo>
                  <a:cubicBezTo>
                    <a:pt x="4122" y="43200"/>
                    <a:pt x="2021" y="42890"/>
                    <a:pt x="0" y="42280"/>
                  </a:cubicBezTo>
                </a:path>
                <a:path w="27834" h="43200" stroke="0">
                  <a:moveTo>
                    <a:pt x="5491" y="12"/>
                  </a:moveTo>
                  <a:cubicBezTo>
                    <a:pt x="5739" y="4"/>
                    <a:pt x="5986" y="-1"/>
                    <a:pt x="6234" y="0"/>
                  </a:cubicBezTo>
                  <a:cubicBezTo>
                    <a:pt x="18163" y="0"/>
                    <a:pt x="27834" y="9670"/>
                    <a:pt x="27834" y="21600"/>
                  </a:cubicBezTo>
                  <a:cubicBezTo>
                    <a:pt x="27834" y="33529"/>
                    <a:pt x="18163" y="43200"/>
                    <a:pt x="6234" y="43200"/>
                  </a:cubicBezTo>
                  <a:cubicBezTo>
                    <a:pt x="4122" y="43200"/>
                    <a:pt x="2021" y="42890"/>
                    <a:pt x="0" y="42280"/>
                  </a:cubicBezTo>
                  <a:lnTo>
                    <a:pt x="6234" y="21600"/>
                  </a:lnTo>
                  <a:lnTo>
                    <a:pt x="5491" y="12"/>
                  </a:lnTo>
                  <a:close/>
                </a:path>
              </a:pathLst>
            </a:custGeom>
            <a:noFill/>
            <a:ln w="31750" cap="flat" cmpd="sng">
              <a:solidFill>
                <a:srgbClr val="800000">
                  <a:alpha val="100000"/>
                </a:srgbClr>
              </a:solidFill>
              <a:prstDash val="solid"/>
              <a:round/>
              <a:headEnd type="none" w="med" len="med"/>
              <a:tailEnd type="arrow" w="lg" len="med"/>
            </a:ln>
          </p:spPr>
          <p:txBody>
            <a:bodyPr/>
            <a:lstStyle/>
            <a:p>
              <a:endParaRPr lang="zh-CN" altLang="en-US"/>
            </a:p>
          </p:txBody>
        </p:sp>
        <p:graphicFrame>
          <p:nvGraphicFramePr>
            <p:cNvPr id="16408" name="Object 11"/>
            <p:cNvGraphicFramePr>
              <a:graphicFrameLocks noChangeAspect="1"/>
            </p:cNvGraphicFramePr>
            <p:nvPr/>
          </p:nvGraphicFramePr>
          <p:xfrm>
            <a:off x="4967" y="1344"/>
            <a:ext cx="371" cy="372"/>
          </p:xfrm>
          <a:graphic>
            <a:graphicData uri="http://schemas.openxmlformats.org/presentationml/2006/ole">
              <mc:AlternateContent xmlns:mc="http://schemas.openxmlformats.org/markup-compatibility/2006">
                <mc:Choice xmlns:v="urn:schemas-microsoft-com:vml" Requires="v">
                  <p:oleObj spid="_x0000_s5188" r:id="rId25" imgW="318770" imgH="318770" progId="Equation.3">
                    <p:embed/>
                  </p:oleObj>
                </mc:Choice>
                <mc:Fallback>
                  <p:oleObj r:id="rId25" imgW="318770" imgH="318770" progId="Equation.3">
                    <p:embed/>
                    <p:pic>
                      <p:nvPicPr>
                        <p:cNvPr id="0" name="图片 3114"/>
                        <p:cNvPicPr/>
                        <p:nvPr/>
                      </p:nvPicPr>
                      <p:blipFill>
                        <a:blip r:embed="rId26">
                          <a:clrChange>
                            <a:clrFrom>
                              <a:srgbClr val="000000"/>
                            </a:clrFrom>
                            <a:clrTo>
                              <a:srgbClr val="000000"/>
                            </a:clrTo>
                          </a:clrChange>
                        </a:blip>
                        <a:stretch>
                          <a:fillRect/>
                        </a:stretch>
                      </p:blipFill>
                      <p:spPr>
                        <a:xfrm>
                          <a:off x="4967" y="1344"/>
                          <a:ext cx="371" cy="372"/>
                        </a:xfrm>
                        <a:prstGeom prst="rect">
                          <a:avLst/>
                        </a:prstGeom>
                        <a:noFill/>
                        <a:ln w="38100">
                          <a:noFill/>
                          <a:miter/>
                        </a:ln>
                      </p:spPr>
                    </p:pic>
                  </p:oleObj>
                </mc:Fallback>
              </mc:AlternateContent>
            </a:graphicData>
          </a:graphic>
        </p:graphicFrame>
        <p:graphicFrame>
          <p:nvGraphicFramePr>
            <p:cNvPr id="16409" name="Object 12"/>
            <p:cNvGraphicFramePr>
              <a:graphicFrameLocks noChangeAspect="1"/>
            </p:cNvGraphicFramePr>
            <p:nvPr/>
          </p:nvGraphicFramePr>
          <p:xfrm>
            <a:off x="4876" y="2931"/>
            <a:ext cx="247" cy="382"/>
          </p:xfrm>
          <a:graphic>
            <a:graphicData uri="http://schemas.openxmlformats.org/presentationml/2006/ole">
              <mc:AlternateContent xmlns:mc="http://schemas.openxmlformats.org/markup-compatibility/2006">
                <mc:Choice xmlns:v="urn:schemas-microsoft-com:vml" Requires="v">
                  <p:oleObj spid="_x0000_s5189" r:id="rId27" imgW="193040" imgH="318770" progId="Equation.3">
                    <p:embed/>
                  </p:oleObj>
                </mc:Choice>
                <mc:Fallback>
                  <p:oleObj r:id="rId27" imgW="193040" imgH="318770" progId="Equation.3">
                    <p:embed/>
                    <p:pic>
                      <p:nvPicPr>
                        <p:cNvPr id="0" name="图片 3117"/>
                        <p:cNvPicPr/>
                        <p:nvPr/>
                      </p:nvPicPr>
                      <p:blipFill>
                        <a:blip r:embed="rId28">
                          <a:clrChange>
                            <a:clrFrom>
                              <a:srgbClr val="000000"/>
                            </a:clrFrom>
                            <a:clrTo>
                              <a:srgbClr val="9933FF"/>
                            </a:clrTo>
                          </a:clrChange>
                        </a:blip>
                        <a:stretch>
                          <a:fillRect/>
                        </a:stretch>
                      </p:blipFill>
                      <p:spPr>
                        <a:xfrm>
                          <a:off x="4876" y="2931"/>
                          <a:ext cx="247" cy="382"/>
                        </a:xfrm>
                        <a:prstGeom prst="rect">
                          <a:avLst/>
                        </a:prstGeom>
                        <a:noFill/>
                        <a:ln w="38100">
                          <a:noFill/>
                          <a:miter/>
                        </a:ln>
                      </p:spPr>
                    </p:pic>
                  </p:oleObj>
                </mc:Fallback>
              </mc:AlternateContent>
            </a:graphicData>
          </a:graphic>
        </p:graphicFrame>
        <p:graphicFrame>
          <p:nvGraphicFramePr>
            <p:cNvPr id="16410" name="Object 13"/>
            <p:cNvGraphicFramePr>
              <a:graphicFrameLocks noChangeAspect="1"/>
            </p:cNvGraphicFramePr>
            <p:nvPr/>
          </p:nvGraphicFramePr>
          <p:xfrm>
            <a:off x="5383" y="3197"/>
            <a:ext cx="351" cy="428"/>
          </p:xfrm>
          <a:graphic>
            <a:graphicData uri="http://schemas.openxmlformats.org/presentationml/2006/ole">
              <mc:AlternateContent xmlns:mc="http://schemas.openxmlformats.org/markup-compatibility/2006">
                <mc:Choice xmlns:v="urn:schemas-microsoft-com:vml" Requires="v">
                  <p:oleObj spid="_x0000_s5190" r:id="rId29" imgW="251460" imgH="318770" progId="Equation.3">
                    <p:embed/>
                  </p:oleObj>
                </mc:Choice>
                <mc:Fallback>
                  <p:oleObj r:id="rId29" imgW="251460" imgH="318770" progId="Equation.3">
                    <p:embed/>
                    <p:pic>
                      <p:nvPicPr>
                        <p:cNvPr id="0" name="图片 3107"/>
                        <p:cNvPicPr/>
                        <p:nvPr/>
                      </p:nvPicPr>
                      <p:blipFill>
                        <a:blip r:embed="rId30">
                          <a:clrChange>
                            <a:clrFrom>
                              <a:srgbClr val="000000"/>
                            </a:clrFrom>
                            <a:clrTo>
                              <a:srgbClr val="0000FF"/>
                            </a:clrTo>
                          </a:clrChange>
                        </a:blip>
                        <a:stretch>
                          <a:fillRect/>
                        </a:stretch>
                      </p:blipFill>
                      <p:spPr>
                        <a:xfrm>
                          <a:off x="5383" y="3197"/>
                          <a:ext cx="351" cy="428"/>
                        </a:xfrm>
                        <a:prstGeom prst="rect">
                          <a:avLst/>
                        </a:prstGeom>
                        <a:noFill/>
                        <a:ln w="38100">
                          <a:noFill/>
                          <a:miter/>
                        </a:ln>
                      </p:spPr>
                    </p:pic>
                  </p:oleObj>
                </mc:Fallback>
              </mc:AlternateContent>
            </a:graphicData>
          </a:graphic>
        </p:graphicFrame>
      </p:grpSp>
      <p:sp>
        <p:nvSpPr>
          <p:cNvPr id="30" name="Text Box 14"/>
          <p:cNvSpPr txBox="1"/>
          <p:nvPr/>
        </p:nvSpPr>
        <p:spPr>
          <a:xfrm>
            <a:off x="396875" y="3548063"/>
            <a:ext cx="2808288"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spcBef>
                <a:spcPct val="0"/>
              </a:spcBef>
              <a:buNone/>
            </a:pPr>
            <a:r>
              <a:rPr lang="zh-CN" altLang="en-US" sz="2800" b="1" dirty="0">
                <a:solidFill>
                  <a:srgbClr val="FF3300"/>
                </a:solidFill>
                <a:latin typeface="Times New Roman" panose="02020603050405020304" pitchFamily="18" charset="0"/>
              </a:rPr>
              <a:t>解：</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slide(fromBottom)">
                                      <p:cBhvr>
                                        <p:cTn id="16" dur="500"/>
                                        <p:tgtEl>
                                          <p:spTgt spid="30"/>
                                        </p:tgtEl>
                                      </p:cBhvr>
                                    </p:animEffect>
                                  </p:childTnLst>
                                </p:cTn>
                              </p:par>
                            </p:childTnLst>
                          </p:cTn>
                        </p:par>
                        <p:par>
                          <p:cTn id="17" fill="hold">
                            <p:stCondLst>
                              <p:cond delay="500"/>
                            </p:stCondLst>
                            <p:childTnLst>
                              <p:par>
                                <p:cTn id="18" presetID="4"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ox(in)">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ox(out)">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8" name="Text Box 6"/>
          <p:cNvSpPr txBox="1">
            <a:spLocks noChangeArrowheads="1"/>
          </p:cNvSpPr>
          <p:nvPr/>
        </p:nvSpPr>
        <p:spPr bwMode="auto">
          <a:xfrm>
            <a:off x="250825" y="908050"/>
            <a:ext cx="3962400" cy="51911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2800" b="1"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一、功的定义：</a:t>
            </a:r>
          </a:p>
        </p:txBody>
      </p:sp>
      <p:sp>
        <p:nvSpPr>
          <p:cNvPr id="192519" name="Text Box 7"/>
          <p:cNvSpPr txBox="1"/>
          <p:nvPr/>
        </p:nvSpPr>
        <p:spPr>
          <a:xfrm>
            <a:off x="900113" y="1484313"/>
            <a:ext cx="7847012" cy="561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力在位移方向上的分量与该位移大小的乘积。</a:t>
            </a:r>
          </a:p>
        </p:txBody>
      </p:sp>
      <p:sp>
        <p:nvSpPr>
          <p:cNvPr id="192522" name="Text Box 10"/>
          <p:cNvSpPr txBox="1">
            <a:spLocks noChangeArrowheads="1"/>
          </p:cNvSpPr>
          <p:nvPr/>
        </p:nvSpPr>
        <p:spPr bwMode="auto">
          <a:xfrm>
            <a:off x="1143000" y="4005263"/>
            <a:ext cx="8001000" cy="539750"/>
          </a:xfrm>
          <a:prstGeom prst="rect">
            <a:avLst/>
          </a:prstGeom>
          <a:noFill/>
          <a:ln w="9525">
            <a:noFill/>
            <a:miter lim="800000"/>
          </a:ln>
          <a:effectLst/>
        </p:spPr>
        <p:txBody>
          <a:bodyPr>
            <a:spAutoFit/>
          </a:bodyPr>
          <a:lstStyle/>
          <a:p>
            <a:pPr marR="0" defTabSz="914400" eaLnBrk="1" hangingPunct="1">
              <a:lnSpc>
                <a:spcPct val="105000"/>
              </a:lnSpc>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a:latin typeface="Times New Roman" panose="02020603050405020304" pitchFamily="18" charset="0"/>
                <a:ea typeface="宋体" panose="02010600030101010101" pitchFamily="2" charset="-122"/>
                <a:cs typeface="+mn-cs"/>
              </a:rPr>
              <a:t>即</a:t>
            </a:r>
            <a:r>
              <a:rPr kumimoji="1" lang="zh-CN" altLang="en-US" sz="2800" b="1"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元功</a:t>
            </a:r>
            <a:r>
              <a:rPr kumimoji="1" lang="zh-CN" altLang="en-US" sz="2800" b="1" kern="1200" cap="none" spc="0" normalizeH="0" baseline="0" noProof="0">
                <a:latin typeface="Times New Roman" panose="02020603050405020304" pitchFamily="18" charset="0"/>
                <a:ea typeface="宋体" panose="02010600030101010101" pitchFamily="2" charset="-122"/>
                <a:cs typeface="+mn-cs"/>
              </a:rPr>
              <a:t>等于质点所受的力和它的元位移的</a:t>
            </a:r>
            <a:r>
              <a:rPr kumimoji="1" lang="zh-CN" altLang="en-US" sz="2800" b="1"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点积</a:t>
            </a:r>
            <a:r>
              <a:rPr kumimoji="1" lang="zh-CN" altLang="en-US" sz="2800" b="1" kern="1200" cap="none" spc="0" normalizeH="0" baseline="0" noProof="0">
                <a:latin typeface="Times New Roman" panose="02020603050405020304" pitchFamily="18" charset="0"/>
                <a:ea typeface="宋体" panose="02010600030101010101" pitchFamily="2" charset="-122"/>
                <a:cs typeface="+mn-cs"/>
              </a:rPr>
              <a:t>。</a:t>
            </a:r>
          </a:p>
        </p:txBody>
      </p:sp>
      <p:graphicFrame>
        <p:nvGraphicFramePr>
          <p:cNvPr id="192523" name="Object 2"/>
          <p:cNvGraphicFramePr>
            <a:graphicFrameLocks noChangeAspect="1"/>
          </p:cNvGraphicFramePr>
          <p:nvPr/>
        </p:nvGraphicFramePr>
        <p:xfrm>
          <a:off x="2771775" y="3357563"/>
          <a:ext cx="3308350" cy="708025"/>
        </p:xfrm>
        <a:graphic>
          <a:graphicData uri="http://schemas.openxmlformats.org/presentationml/2006/ole">
            <mc:AlternateContent xmlns:mc="http://schemas.openxmlformats.org/markup-compatibility/2006">
              <mc:Choice xmlns:v="urn:schemas-microsoft-com:vml" Requires="v">
                <p:oleObj spid="_x0000_s6185" r:id="rId3" imgW="1904365" imgH="344170" progId="Equation.3">
                  <p:embed/>
                </p:oleObj>
              </mc:Choice>
              <mc:Fallback>
                <p:oleObj r:id="rId3" imgW="1904365" imgH="344170" progId="Equation.3">
                  <p:embed/>
                  <p:pic>
                    <p:nvPicPr>
                      <p:cNvPr id="0" name="图片 3120"/>
                      <p:cNvPicPr/>
                      <p:nvPr/>
                    </p:nvPicPr>
                    <p:blipFill>
                      <a:blip r:embed="rId4">
                        <a:clrChange>
                          <a:clrFrom>
                            <a:srgbClr val="000000"/>
                          </a:clrFrom>
                          <a:clrTo>
                            <a:srgbClr val="000000"/>
                          </a:clrTo>
                        </a:clrChange>
                      </a:blip>
                      <a:stretch>
                        <a:fillRect/>
                      </a:stretch>
                    </p:blipFill>
                    <p:spPr>
                      <a:xfrm>
                        <a:off x="2771775" y="3357563"/>
                        <a:ext cx="3308350" cy="708025"/>
                      </a:xfrm>
                      <a:prstGeom prst="rect">
                        <a:avLst/>
                      </a:prstGeom>
                      <a:noFill/>
                      <a:ln w="38100">
                        <a:noFill/>
                        <a:miter/>
                      </a:ln>
                    </p:spPr>
                  </p:pic>
                </p:oleObj>
              </mc:Fallback>
            </mc:AlternateContent>
          </a:graphicData>
        </a:graphic>
      </p:graphicFrame>
      <p:sp>
        <p:nvSpPr>
          <p:cNvPr id="192535" name="Text Box 23"/>
          <p:cNvSpPr txBox="1">
            <a:spLocks noChangeArrowheads="1"/>
          </p:cNvSpPr>
          <p:nvPr/>
        </p:nvSpPr>
        <p:spPr bwMode="auto">
          <a:xfrm>
            <a:off x="2057400" y="0"/>
            <a:ext cx="4953000" cy="534988"/>
          </a:xfrm>
          <a:prstGeom prst="rect">
            <a:avLst/>
          </a:prstGeom>
          <a:noFill/>
          <a:ln w="9525">
            <a:noFill/>
            <a:miter lim="800000"/>
          </a:ln>
          <a:effectLst/>
        </p:spPr>
        <p:txBody>
          <a:bodyPr>
            <a:spAutoFit/>
          </a:bodyPr>
          <a:lstStyle/>
          <a:p>
            <a:pPr marR="0" algn="ctr" defTabSz="914400" eaLnBrk="1" hangingPunct="1">
              <a:lnSpc>
                <a:spcPct val="90000"/>
              </a:lnSpc>
              <a:spcBef>
                <a:spcPct val="20000"/>
              </a:spcBef>
              <a:buClr>
                <a:schemeClr val="accent2"/>
              </a:buClr>
              <a:buSzPct val="80000"/>
              <a:buFont typeface="Wingdings" panose="05000000000000000000" pitchFamily="2" charset="2"/>
              <a:buNone/>
              <a:defRPr/>
            </a:pPr>
            <a:r>
              <a:rPr kumimoji="1" lang="zh-CN" altLang="en-US" sz="3200" b="1" kern="1200" cap="none" spc="0" normalizeH="0" baseline="0" noProof="0" dirty="0">
                <a:solidFill>
                  <a:schemeClr val="tx2"/>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第</a:t>
            </a:r>
            <a:r>
              <a:rPr kumimoji="1" lang="en-US" altLang="zh-CN" sz="3200" b="1" kern="1200" cap="none" spc="0" normalizeH="0" baseline="0" noProof="0" dirty="0">
                <a:solidFill>
                  <a:schemeClr val="tx2"/>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8</a:t>
            </a:r>
            <a:r>
              <a:rPr kumimoji="1" lang="zh-CN" altLang="en-US" sz="3200" b="1" kern="1200" cap="none" spc="0" normalizeH="0" baseline="0" noProof="0" dirty="0">
                <a:solidFill>
                  <a:schemeClr val="tx2"/>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节  功  功率</a:t>
            </a:r>
          </a:p>
        </p:txBody>
      </p:sp>
      <p:sp>
        <p:nvSpPr>
          <p:cNvPr id="192540" name="Text Box 28"/>
          <p:cNvSpPr txBox="1">
            <a:spLocks noChangeArrowheads="1"/>
          </p:cNvSpPr>
          <p:nvPr/>
        </p:nvSpPr>
        <p:spPr bwMode="auto">
          <a:xfrm>
            <a:off x="1114425" y="4600575"/>
            <a:ext cx="6781800" cy="539750"/>
          </a:xfrm>
          <a:prstGeom prst="rect">
            <a:avLst/>
          </a:prstGeom>
          <a:noFill/>
          <a:ln w="9525">
            <a:noFill/>
            <a:miter lim="800000"/>
          </a:ln>
          <a:effectLst/>
        </p:spPr>
        <p:txBody>
          <a:bodyPr>
            <a:spAutoFit/>
          </a:bodyPr>
          <a:lstStyle/>
          <a:p>
            <a:pPr marR="0" defTabSz="914400" eaLnBrk="1" hangingPunct="1">
              <a:lnSpc>
                <a:spcPct val="105000"/>
              </a:lnSpc>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功为</a:t>
            </a: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标量</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，它没有方向，但有正负：</a:t>
            </a:r>
            <a:endParaRPr kumimoji="1" lang="zh-CN" altLang="en-US" sz="3200" b="1" kern="1200" cap="none" spc="0" normalizeH="0" baseline="0" noProof="0" dirty="0">
              <a:latin typeface="Times New Roman" panose="02020603050405020304" pitchFamily="18" charset="0"/>
              <a:ea typeface="宋体" panose="02010600030101010101" pitchFamily="2" charset="-122"/>
              <a:cs typeface="+mn-cs"/>
            </a:endParaRPr>
          </a:p>
        </p:txBody>
      </p:sp>
      <p:graphicFrame>
        <p:nvGraphicFramePr>
          <p:cNvPr id="192541" name="Object 3"/>
          <p:cNvGraphicFramePr>
            <a:graphicFrameLocks noChangeAspect="1"/>
          </p:cNvGraphicFramePr>
          <p:nvPr/>
        </p:nvGraphicFramePr>
        <p:xfrm>
          <a:off x="5970588" y="3313113"/>
          <a:ext cx="1562100" cy="633412"/>
        </p:xfrm>
        <a:graphic>
          <a:graphicData uri="http://schemas.openxmlformats.org/presentationml/2006/ole">
            <mc:AlternateContent xmlns:mc="http://schemas.openxmlformats.org/markup-compatibility/2006">
              <mc:Choice xmlns:v="urn:schemas-microsoft-com:vml" Requires="v">
                <p:oleObj spid="_x0000_s6186" r:id="rId5" imgW="847090" imgH="318770" progId="Equation.3">
                  <p:embed/>
                </p:oleObj>
              </mc:Choice>
              <mc:Fallback>
                <p:oleObj r:id="rId5" imgW="847090" imgH="318770" progId="Equation.3">
                  <p:embed/>
                  <p:pic>
                    <p:nvPicPr>
                      <p:cNvPr id="0" name="图片 3119"/>
                      <p:cNvPicPr/>
                      <p:nvPr/>
                    </p:nvPicPr>
                    <p:blipFill>
                      <a:blip r:embed="rId6">
                        <a:clrChange>
                          <a:clrFrom>
                            <a:srgbClr val="000000"/>
                          </a:clrFrom>
                          <a:clrTo>
                            <a:srgbClr val="000000"/>
                          </a:clrTo>
                        </a:clrChange>
                      </a:blip>
                      <a:stretch>
                        <a:fillRect/>
                      </a:stretch>
                    </p:blipFill>
                    <p:spPr>
                      <a:xfrm>
                        <a:off x="5970588" y="3313113"/>
                        <a:ext cx="1562100" cy="633412"/>
                      </a:xfrm>
                      <a:prstGeom prst="rect">
                        <a:avLst/>
                      </a:prstGeom>
                      <a:noFill/>
                      <a:ln w="38100">
                        <a:noFill/>
                        <a:miter/>
                      </a:ln>
                    </p:spPr>
                  </p:pic>
                </p:oleObj>
              </mc:Fallback>
            </mc:AlternateContent>
          </a:graphicData>
        </a:graphic>
      </p:graphicFrame>
      <p:grpSp>
        <p:nvGrpSpPr>
          <p:cNvPr id="2" name="Group 58"/>
          <p:cNvGrpSpPr/>
          <p:nvPr/>
        </p:nvGrpSpPr>
        <p:grpSpPr>
          <a:xfrm>
            <a:off x="2819400" y="2079625"/>
            <a:ext cx="5943600" cy="1204913"/>
            <a:chOff x="1746" y="1310"/>
            <a:chExt cx="3744" cy="759"/>
          </a:xfrm>
        </p:grpSpPr>
        <p:sp>
          <p:nvSpPr>
            <p:cNvPr id="192537" name="Text Box 25"/>
            <p:cNvSpPr txBox="1">
              <a:spLocks noChangeArrowheads="1"/>
            </p:cNvSpPr>
            <p:nvPr/>
          </p:nvSpPr>
          <p:spPr bwMode="auto">
            <a:xfrm>
              <a:off x="1746" y="1311"/>
              <a:ext cx="3744" cy="758"/>
            </a:xfrm>
            <a:prstGeom prst="rect">
              <a:avLst/>
            </a:prstGeom>
            <a:noFill/>
            <a:ln w="9525">
              <a:noFill/>
              <a:miter lim="800000"/>
            </a:ln>
            <a:effectLst/>
          </p:spPr>
          <p:txBody>
            <a:bodyPr>
              <a:spAutoFit/>
            </a:bodyPr>
            <a:lstStyle/>
            <a:p>
              <a:pPr marR="0" defTabSz="914400" eaLnBrk="1" hangingPunct="1">
                <a:lnSpc>
                  <a:spcPct val="130000"/>
                </a:lnSpc>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a:latin typeface="Times New Roman" panose="02020603050405020304" pitchFamily="18" charset="0"/>
                  <a:ea typeface="宋体" panose="02010600030101010101" pitchFamily="2" charset="-122"/>
                  <a:cs typeface="+mn-cs"/>
                </a:rPr>
                <a:t>设质点在力     的作用下发生无限小位移      ，则功（</a:t>
              </a:r>
              <a:r>
                <a:rPr kumimoji="1" lang="zh-CN" altLang="en-US" sz="2800" b="1"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元功</a:t>
              </a:r>
              <a:r>
                <a:rPr kumimoji="1" lang="zh-CN" altLang="en-US" sz="2800" b="1" kern="1200" cap="none" spc="0" normalizeH="0" baseline="0" noProof="0">
                  <a:latin typeface="Times New Roman" panose="02020603050405020304" pitchFamily="18" charset="0"/>
                  <a:ea typeface="宋体" panose="02010600030101010101" pitchFamily="2" charset="-122"/>
                  <a:cs typeface="+mn-cs"/>
                </a:rPr>
                <a:t>）为：</a:t>
              </a:r>
            </a:p>
          </p:txBody>
        </p:sp>
        <p:graphicFrame>
          <p:nvGraphicFramePr>
            <p:cNvPr id="17441" name="Object 10"/>
            <p:cNvGraphicFramePr>
              <a:graphicFrameLocks noChangeAspect="1"/>
            </p:cNvGraphicFramePr>
            <p:nvPr/>
          </p:nvGraphicFramePr>
          <p:xfrm>
            <a:off x="2897" y="1310"/>
            <a:ext cx="286" cy="352"/>
          </p:xfrm>
          <a:graphic>
            <a:graphicData uri="http://schemas.openxmlformats.org/presentationml/2006/ole">
              <mc:AlternateContent xmlns:mc="http://schemas.openxmlformats.org/markup-compatibility/2006">
                <mc:Choice xmlns:v="urn:schemas-microsoft-com:vml" Requires="v">
                  <p:oleObj spid="_x0000_s6187" r:id="rId7" imgW="209550" imgH="276860" progId="Equation.3">
                    <p:embed/>
                  </p:oleObj>
                </mc:Choice>
                <mc:Fallback>
                  <p:oleObj r:id="rId7" imgW="209550" imgH="276860" progId="Equation.3">
                    <p:embed/>
                    <p:pic>
                      <p:nvPicPr>
                        <p:cNvPr id="0" name="图片 3118"/>
                        <p:cNvPicPr/>
                        <p:nvPr/>
                      </p:nvPicPr>
                      <p:blipFill>
                        <a:blip r:embed="rId8">
                          <a:clrChange>
                            <a:clrFrom>
                              <a:srgbClr val="000000"/>
                            </a:clrFrom>
                            <a:clrTo>
                              <a:srgbClr val="000000"/>
                            </a:clrTo>
                          </a:clrChange>
                        </a:blip>
                        <a:stretch>
                          <a:fillRect/>
                        </a:stretch>
                      </p:blipFill>
                      <p:spPr>
                        <a:xfrm>
                          <a:off x="2897" y="1310"/>
                          <a:ext cx="286" cy="352"/>
                        </a:xfrm>
                        <a:prstGeom prst="rect">
                          <a:avLst/>
                        </a:prstGeom>
                        <a:noFill/>
                        <a:ln w="38100">
                          <a:noFill/>
                          <a:miter/>
                        </a:ln>
                      </p:spPr>
                    </p:pic>
                  </p:oleObj>
                </mc:Fallback>
              </mc:AlternateContent>
            </a:graphicData>
          </a:graphic>
        </p:graphicFrame>
        <p:graphicFrame>
          <p:nvGraphicFramePr>
            <p:cNvPr id="17442" name="Object 11"/>
            <p:cNvGraphicFramePr>
              <a:graphicFrameLocks noChangeAspect="1"/>
            </p:cNvGraphicFramePr>
            <p:nvPr/>
          </p:nvGraphicFramePr>
          <p:xfrm>
            <a:off x="2281" y="1691"/>
            <a:ext cx="375" cy="328"/>
          </p:xfrm>
          <a:graphic>
            <a:graphicData uri="http://schemas.openxmlformats.org/presentationml/2006/ole">
              <mc:AlternateContent xmlns:mc="http://schemas.openxmlformats.org/markup-compatibility/2006">
                <mc:Choice xmlns:v="urn:schemas-microsoft-com:vml" Requires="v">
                  <p:oleObj spid="_x0000_s6188" r:id="rId9" imgW="276860" imgH="243205" progId="Equation.3">
                    <p:embed/>
                  </p:oleObj>
                </mc:Choice>
                <mc:Fallback>
                  <p:oleObj r:id="rId9" imgW="276860" imgH="243205" progId="Equation.3">
                    <p:embed/>
                    <p:pic>
                      <p:nvPicPr>
                        <p:cNvPr id="0" name="图片 3122"/>
                        <p:cNvPicPr/>
                        <p:nvPr/>
                      </p:nvPicPr>
                      <p:blipFill>
                        <a:blip r:embed="rId10">
                          <a:clrChange>
                            <a:clrFrom>
                              <a:srgbClr val="000000"/>
                            </a:clrFrom>
                            <a:clrTo>
                              <a:srgbClr val="000000"/>
                            </a:clrTo>
                          </a:clrChange>
                        </a:blip>
                        <a:stretch>
                          <a:fillRect/>
                        </a:stretch>
                      </p:blipFill>
                      <p:spPr>
                        <a:xfrm>
                          <a:off x="2281" y="1691"/>
                          <a:ext cx="375" cy="328"/>
                        </a:xfrm>
                        <a:prstGeom prst="rect">
                          <a:avLst/>
                        </a:prstGeom>
                        <a:noFill/>
                        <a:ln w="38100">
                          <a:noFill/>
                          <a:miter/>
                        </a:ln>
                      </p:spPr>
                    </p:pic>
                  </p:oleObj>
                </mc:Fallback>
              </mc:AlternateContent>
            </a:graphicData>
          </a:graphic>
        </p:graphicFrame>
      </p:grpSp>
      <p:grpSp>
        <p:nvGrpSpPr>
          <p:cNvPr id="3" name="Group 46"/>
          <p:cNvGrpSpPr/>
          <p:nvPr/>
        </p:nvGrpSpPr>
        <p:grpSpPr>
          <a:xfrm>
            <a:off x="1470025" y="2898775"/>
            <a:ext cx="1011238" cy="495300"/>
            <a:chOff x="926" y="2183"/>
            <a:chExt cx="637" cy="312"/>
          </a:xfrm>
        </p:grpSpPr>
        <p:graphicFrame>
          <p:nvGraphicFramePr>
            <p:cNvPr id="17438" name="Object 9"/>
            <p:cNvGraphicFramePr>
              <a:graphicFrameLocks noChangeAspect="1"/>
            </p:cNvGraphicFramePr>
            <p:nvPr/>
          </p:nvGraphicFramePr>
          <p:xfrm>
            <a:off x="1292" y="2199"/>
            <a:ext cx="271" cy="296"/>
          </p:xfrm>
          <a:graphic>
            <a:graphicData uri="http://schemas.openxmlformats.org/presentationml/2006/ole">
              <mc:AlternateContent xmlns:mc="http://schemas.openxmlformats.org/markup-compatibility/2006">
                <mc:Choice xmlns:v="urn:schemas-microsoft-com:vml" Requires="v">
                  <p:oleObj spid="_x0000_s6189" r:id="rId11" imgW="209550" imgH="268605" progId="Equation.3">
                    <p:embed/>
                  </p:oleObj>
                </mc:Choice>
                <mc:Fallback>
                  <p:oleObj r:id="rId11" imgW="209550" imgH="268605" progId="Equation.3">
                    <p:embed/>
                    <p:pic>
                      <p:nvPicPr>
                        <p:cNvPr id="0" name="图片 3121"/>
                        <p:cNvPicPr/>
                        <p:nvPr/>
                      </p:nvPicPr>
                      <p:blipFill>
                        <a:blip r:embed="rId12">
                          <a:clrChange>
                            <a:clrFrom>
                              <a:srgbClr val="000000"/>
                            </a:clrFrom>
                            <a:clrTo>
                              <a:srgbClr val="FF3300"/>
                            </a:clrTo>
                          </a:clrChange>
                        </a:blip>
                        <a:stretch>
                          <a:fillRect/>
                        </a:stretch>
                      </p:blipFill>
                      <p:spPr>
                        <a:xfrm>
                          <a:off x="1292" y="2199"/>
                          <a:ext cx="271" cy="296"/>
                        </a:xfrm>
                        <a:prstGeom prst="rect">
                          <a:avLst/>
                        </a:prstGeom>
                        <a:noFill/>
                        <a:ln w="38100">
                          <a:noFill/>
                          <a:miter/>
                        </a:ln>
                      </p:spPr>
                    </p:pic>
                  </p:oleObj>
                </mc:Fallback>
              </mc:AlternateContent>
            </a:graphicData>
          </a:graphic>
        </p:graphicFrame>
        <p:sp>
          <p:nvSpPr>
            <p:cNvPr id="17439" name="Line 38"/>
            <p:cNvSpPr/>
            <p:nvPr/>
          </p:nvSpPr>
          <p:spPr>
            <a:xfrm flipV="1">
              <a:off x="926" y="2183"/>
              <a:ext cx="528" cy="144"/>
            </a:xfrm>
            <a:prstGeom prst="line">
              <a:avLst/>
            </a:prstGeom>
            <a:ln w="31750" cap="flat" cmpd="sng">
              <a:solidFill>
                <a:srgbClr val="FF0000"/>
              </a:solidFill>
              <a:prstDash val="solid"/>
              <a:headEnd type="none" w="sm" len="sm"/>
              <a:tailEnd type="triangle" w="med" len="lg"/>
            </a:ln>
          </p:spPr>
        </p:sp>
      </p:grpSp>
      <p:grpSp>
        <p:nvGrpSpPr>
          <p:cNvPr id="4" name="Group 48"/>
          <p:cNvGrpSpPr/>
          <p:nvPr/>
        </p:nvGrpSpPr>
        <p:grpSpPr>
          <a:xfrm>
            <a:off x="1512888" y="2670175"/>
            <a:ext cx="508000" cy="414338"/>
            <a:chOff x="953" y="2039"/>
            <a:chExt cx="320" cy="261"/>
          </a:xfrm>
        </p:grpSpPr>
        <p:sp>
          <p:nvSpPr>
            <p:cNvPr id="17436" name="Arc 39"/>
            <p:cNvSpPr/>
            <p:nvPr/>
          </p:nvSpPr>
          <p:spPr>
            <a:xfrm>
              <a:off x="953" y="2156"/>
              <a:ext cx="96" cy="144"/>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chemeClr val="tx1">
                  <a:alpha val="100000"/>
                </a:schemeClr>
              </a:solidFill>
              <a:prstDash val="solid"/>
              <a:round/>
              <a:headEnd type="none" w="med" len="med"/>
              <a:tailEnd type="none" w="med" len="med"/>
            </a:ln>
          </p:spPr>
          <p:txBody>
            <a:bodyPr/>
            <a:lstStyle/>
            <a:p>
              <a:endParaRPr lang="zh-CN" altLang="en-US"/>
            </a:p>
          </p:txBody>
        </p:sp>
        <p:graphicFrame>
          <p:nvGraphicFramePr>
            <p:cNvPr id="17437" name="Object 8"/>
            <p:cNvGraphicFramePr>
              <a:graphicFrameLocks noChangeAspect="1"/>
            </p:cNvGraphicFramePr>
            <p:nvPr/>
          </p:nvGraphicFramePr>
          <p:xfrm>
            <a:off x="1012" y="2039"/>
            <a:ext cx="261" cy="240"/>
          </p:xfrm>
          <a:graphic>
            <a:graphicData uri="http://schemas.openxmlformats.org/presentationml/2006/ole">
              <mc:AlternateContent xmlns:mc="http://schemas.openxmlformats.org/markup-compatibility/2006">
                <mc:Choice xmlns:v="urn:schemas-microsoft-com:vml" Requires="v">
                  <p:oleObj spid="_x0000_s6190" r:id="rId13" imgW="193040" imgH="175895" progId="Equation.3">
                    <p:embed/>
                  </p:oleObj>
                </mc:Choice>
                <mc:Fallback>
                  <p:oleObj r:id="rId13" imgW="193040" imgH="175895" progId="Equation.3">
                    <p:embed/>
                    <p:pic>
                      <p:nvPicPr>
                        <p:cNvPr id="0" name="图片 3123"/>
                        <p:cNvPicPr/>
                        <p:nvPr/>
                      </p:nvPicPr>
                      <p:blipFill>
                        <a:blip r:embed="rId14">
                          <a:clrChange>
                            <a:clrFrom>
                              <a:srgbClr val="000000"/>
                            </a:clrFrom>
                            <a:clrTo>
                              <a:srgbClr val="000000"/>
                            </a:clrTo>
                          </a:clrChange>
                        </a:blip>
                        <a:stretch>
                          <a:fillRect/>
                        </a:stretch>
                      </p:blipFill>
                      <p:spPr>
                        <a:xfrm>
                          <a:off x="1012" y="2039"/>
                          <a:ext cx="261" cy="240"/>
                        </a:xfrm>
                        <a:prstGeom prst="rect">
                          <a:avLst/>
                        </a:prstGeom>
                        <a:noFill/>
                        <a:ln w="38100">
                          <a:noFill/>
                          <a:miter/>
                        </a:ln>
                      </p:spPr>
                    </p:pic>
                  </p:oleObj>
                </mc:Fallback>
              </mc:AlternateContent>
            </a:graphicData>
          </a:graphic>
        </p:graphicFrame>
      </p:grpSp>
      <p:grpSp>
        <p:nvGrpSpPr>
          <p:cNvPr id="5" name="Group 41"/>
          <p:cNvGrpSpPr/>
          <p:nvPr/>
        </p:nvGrpSpPr>
        <p:grpSpPr>
          <a:xfrm>
            <a:off x="250825" y="2060575"/>
            <a:ext cx="2133600" cy="2241550"/>
            <a:chOff x="249" y="2568"/>
            <a:chExt cx="1344" cy="1412"/>
          </a:xfrm>
        </p:grpSpPr>
        <p:sp>
          <p:nvSpPr>
            <p:cNvPr id="17433" name="Freeform 42"/>
            <p:cNvSpPr/>
            <p:nvPr/>
          </p:nvSpPr>
          <p:spPr>
            <a:xfrm>
              <a:off x="489" y="2808"/>
              <a:ext cx="864" cy="1008"/>
            </a:xfrm>
            <a:custGeom>
              <a:avLst/>
              <a:gdLst/>
              <a:ahLst/>
              <a:cxnLst>
                <a:cxn ang="0">
                  <a:pos x="864" y="0"/>
                </a:cxn>
                <a:cxn ang="0">
                  <a:pos x="576" y="240"/>
                </a:cxn>
                <a:cxn ang="0">
                  <a:pos x="432" y="720"/>
                </a:cxn>
                <a:cxn ang="0">
                  <a:pos x="0" y="1008"/>
                </a:cxn>
              </a:cxnLst>
              <a:rect l="0" t="0" r="0" b="0"/>
              <a:pathLst>
                <a:path w="864" h="1008">
                  <a:moveTo>
                    <a:pt x="864" y="0"/>
                  </a:moveTo>
                  <a:cubicBezTo>
                    <a:pt x="756" y="60"/>
                    <a:pt x="648" y="120"/>
                    <a:pt x="576" y="240"/>
                  </a:cubicBezTo>
                  <a:cubicBezTo>
                    <a:pt x="504" y="360"/>
                    <a:pt x="528" y="592"/>
                    <a:pt x="432" y="720"/>
                  </a:cubicBezTo>
                  <a:cubicBezTo>
                    <a:pt x="336" y="848"/>
                    <a:pt x="168" y="928"/>
                    <a:pt x="0" y="1008"/>
                  </a:cubicBezTo>
                </a:path>
              </a:pathLst>
            </a:custGeom>
            <a:noFill/>
            <a:ln w="44450" cap="flat" cmpd="sng">
              <a:solidFill>
                <a:srgbClr val="800000">
                  <a:alpha val="100000"/>
                </a:srgbClr>
              </a:solidFill>
              <a:prstDash val="solid"/>
              <a:round/>
              <a:headEnd type="none" w="med" len="med"/>
              <a:tailEnd type="none" w="med" len="med"/>
            </a:ln>
          </p:spPr>
          <p:txBody>
            <a:bodyPr/>
            <a:lstStyle/>
            <a:p>
              <a:endParaRPr lang="zh-CN" altLang="en-US"/>
            </a:p>
          </p:txBody>
        </p:sp>
        <p:sp>
          <p:nvSpPr>
            <p:cNvPr id="17434" name="Text Box 43"/>
            <p:cNvSpPr txBox="1"/>
            <p:nvPr/>
          </p:nvSpPr>
          <p:spPr>
            <a:xfrm>
              <a:off x="249" y="3576"/>
              <a:ext cx="288"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3600" b="1" i="1" dirty="0">
                  <a:latin typeface="Times New Roman" panose="02020603050405020304" pitchFamily="18" charset="0"/>
                </a:rPr>
                <a:t>a</a:t>
              </a:r>
            </a:p>
          </p:txBody>
        </p:sp>
        <p:sp>
          <p:nvSpPr>
            <p:cNvPr id="17435" name="Text Box 44"/>
            <p:cNvSpPr txBox="1"/>
            <p:nvPr/>
          </p:nvSpPr>
          <p:spPr>
            <a:xfrm>
              <a:off x="1353" y="2568"/>
              <a:ext cx="240"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3600" b="1" i="1" dirty="0">
                  <a:latin typeface="Times New Roman" panose="02020603050405020304" pitchFamily="18" charset="0"/>
                </a:rPr>
                <a:t>b</a:t>
              </a:r>
            </a:p>
          </p:txBody>
        </p:sp>
      </p:grpSp>
      <p:grpSp>
        <p:nvGrpSpPr>
          <p:cNvPr id="6" name="Group 47"/>
          <p:cNvGrpSpPr/>
          <p:nvPr/>
        </p:nvGrpSpPr>
        <p:grpSpPr>
          <a:xfrm>
            <a:off x="971550" y="2276475"/>
            <a:ext cx="638175" cy="849313"/>
            <a:chOff x="612" y="1791"/>
            <a:chExt cx="402" cy="535"/>
          </a:xfrm>
        </p:grpSpPr>
        <p:graphicFrame>
          <p:nvGraphicFramePr>
            <p:cNvPr id="17431" name="Object 7"/>
            <p:cNvGraphicFramePr>
              <a:graphicFrameLocks noChangeAspect="1"/>
            </p:cNvGraphicFramePr>
            <p:nvPr/>
          </p:nvGraphicFramePr>
          <p:xfrm>
            <a:off x="612" y="1791"/>
            <a:ext cx="402" cy="353"/>
          </p:xfrm>
          <a:graphic>
            <a:graphicData uri="http://schemas.openxmlformats.org/presentationml/2006/ole">
              <mc:AlternateContent xmlns:mc="http://schemas.openxmlformats.org/markup-compatibility/2006">
                <mc:Choice xmlns:v="urn:schemas-microsoft-com:vml" Requires="v">
                  <p:oleObj spid="_x0000_s6191" r:id="rId15" imgW="276860" imgH="243205" progId="Equation.3">
                    <p:embed/>
                  </p:oleObj>
                </mc:Choice>
                <mc:Fallback>
                  <p:oleObj r:id="rId15" imgW="276860" imgH="243205" progId="Equation.3">
                    <p:embed/>
                    <p:pic>
                      <p:nvPicPr>
                        <p:cNvPr id="0" name="图片 3125"/>
                        <p:cNvPicPr/>
                        <p:nvPr/>
                      </p:nvPicPr>
                      <p:blipFill>
                        <a:blip r:embed="rId16">
                          <a:clrChange>
                            <a:clrFrom>
                              <a:srgbClr val="000000"/>
                            </a:clrFrom>
                            <a:clrTo>
                              <a:srgbClr val="0000FF"/>
                            </a:clrTo>
                          </a:clrChange>
                        </a:blip>
                        <a:stretch>
                          <a:fillRect/>
                        </a:stretch>
                      </p:blipFill>
                      <p:spPr>
                        <a:xfrm>
                          <a:off x="612" y="1791"/>
                          <a:ext cx="402" cy="353"/>
                        </a:xfrm>
                        <a:prstGeom prst="rect">
                          <a:avLst/>
                        </a:prstGeom>
                        <a:noFill/>
                        <a:ln w="38100">
                          <a:noFill/>
                          <a:miter/>
                        </a:ln>
                      </p:spPr>
                    </p:pic>
                  </p:oleObj>
                </mc:Fallback>
              </mc:AlternateContent>
            </a:graphicData>
          </a:graphic>
        </p:graphicFrame>
        <p:sp>
          <p:nvSpPr>
            <p:cNvPr id="17432" name="Line 45"/>
            <p:cNvSpPr/>
            <p:nvPr/>
          </p:nvSpPr>
          <p:spPr>
            <a:xfrm flipV="1">
              <a:off x="918" y="1973"/>
              <a:ext cx="57" cy="353"/>
            </a:xfrm>
            <a:prstGeom prst="line">
              <a:avLst/>
            </a:prstGeom>
            <a:ln w="31750" cap="flat" cmpd="sng">
              <a:solidFill>
                <a:srgbClr val="0000FF"/>
              </a:solidFill>
              <a:prstDash val="solid"/>
              <a:headEnd type="none" w="sm" len="sm"/>
              <a:tailEnd type="triangle" w="med" len="lg"/>
            </a:ln>
          </p:spPr>
        </p:sp>
      </p:grpSp>
      <p:grpSp>
        <p:nvGrpSpPr>
          <p:cNvPr id="7" name="Group 51"/>
          <p:cNvGrpSpPr/>
          <p:nvPr/>
        </p:nvGrpSpPr>
        <p:grpSpPr>
          <a:xfrm>
            <a:off x="395288" y="5097463"/>
            <a:ext cx="8153400" cy="1606550"/>
            <a:chOff x="288" y="192"/>
            <a:chExt cx="5136" cy="1012"/>
          </a:xfrm>
        </p:grpSpPr>
        <p:sp>
          <p:nvSpPr>
            <p:cNvPr id="17425" name="Text Box 52"/>
            <p:cNvSpPr txBox="1"/>
            <p:nvPr/>
          </p:nvSpPr>
          <p:spPr>
            <a:xfrm>
              <a:off x="288" y="192"/>
              <a:ext cx="5136"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05000"/>
                </a:lnSpc>
                <a:buClr>
                  <a:schemeClr val="accent2"/>
                </a:buClr>
                <a:buSzPct val="80000"/>
                <a:buFont typeface="Wingdings" panose="05000000000000000000" pitchFamily="2" charset="2"/>
                <a:buNone/>
              </a:pPr>
              <a:r>
                <a:rPr lang="en-US" altLang="zh-CN" sz="2800" b="1" dirty="0">
                  <a:latin typeface="Times New Roman" panose="02020603050405020304" pitchFamily="18" charset="0"/>
                </a:rPr>
                <a:t>1</a:t>
              </a:r>
              <a:r>
                <a:rPr lang="zh-CN" altLang="en-US" sz="2800" b="1" dirty="0">
                  <a:latin typeface="Times New Roman" panose="02020603050405020304" pitchFamily="18" charset="0"/>
                </a:rPr>
                <a:t>、当                     时，</a:t>
              </a:r>
              <a:r>
                <a:rPr lang="en-US" altLang="zh-CN" sz="2800" b="1" dirty="0">
                  <a:latin typeface="Times New Roman" panose="02020603050405020304" pitchFamily="18" charset="0"/>
                </a:rPr>
                <a:t>d</a:t>
              </a:r>
              <a:r>
                <a:rPr lang="en-US" altLang="zh-CN" sz="2800" b="1" i="1" dirty="0">
                  <a:latin typeface="Times New Roman" panose="02020603050405020304" pitchFamily="18" charset="0"/>
                </a:rPr>
                <a:t>A</a:t>
              </a:r>
              <a:r>
                <a:rPr lang="en-US" altLang="zh-CN" sz="2800" b="1" dirty="0">
                  <a:latin typeface="Times New Roman" panose="02020603050405020304" pitchFamily="18" charset="0"/>
                </a:rPr>
                <a:t>&gt;0</a:t>
              </a:r>
              <a:r>
                <a:rPr lang="zh-CN" altLang="en-US" sz="2800" b="1" dirty="0">
                  <a:latin typeface="Times New Roman" panose="02020603050405020304" pitchFamily="18" charset="0"/>
                </a:rPr>
                <a:t>，力对质点做正功；</a:t>
              </a:r>
            </a:p>
          </p:txBody>
        </p:sp>
        <p:sp>
          <p:nvSpPr>
            <p:cNvPr id="17426" name="Text Box 53"/>
            <p:cNvSpPr txBox="1"/>
            <p:nvPr/>
          </p:nvSpPr>
          <p:spPr>
            <a:xfrm>
              <a:off x="288" y="528"/>
              <a:ext cx="5088"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05000"/>
                </a:lnSpc>
                <a:buClr>
                  <a:schemeClr val="accent2"/>
                </a:buClr>
                <a:buSzPct val="80000"/>
                <a:buFont typeface="Wingdings" panose="05000000000000000000" pitchFamily="2" charset="2"/>
                <a:buNone/>
              </a:pPr>
              <a:r>
                <a:rPr lang="en-US" altLang="zh-CN" sz="2800" b="1" dirty="0">
                  <a:latin typeface="Times New Roman" panose="02020603050405020304" pitchFamily="18" charset="0"/>
                </a:rPr>
                <a:t>2</a:t>
              </a:r>
              <a:r>
                <a:rPr lang="zh-CN" altLang="en-US" sz="2800" b="1" dirty="0">
                  <a:latin typeface="Times New Roman" panose="02020603050405020304" pitchFamily="18" charset="0"/>
                </a:rPr>
                <a:t>、当                     时， </a:t>
              </a:r>
              <a:r>
                <a:rPr lang="en-US" altLang="zh-CN" sz="2800" b="1" dirty="0">
                  <a:latin typeface="Times New Roman" panose="02020603050405020304" pitchFamily="18" charset="0"/>
                </a:rPr>
                <a:t>d</a:t>
              </a:r>
              <a:r>
                <a:rPr lang="en-US" altLang="zh-CN" sz="2800" b="1" i="1" dirty="0">
                  <a:latin typeface="Times New Roman" panose="02020603050405020304" pitchFamily="18" charset="0"/>
                </a:rPr>
                <a:t>A&lt;</a:t>
              </a:r>
              <a:r>
                <a:rPr lang="en-US" altLang="zh-CN" sz="2800" b="1" dirty="0">
                  <a:latin typeface="Times New Roman" panose="02020603050405020304" pitchFamily="18" charset="0"/>
                </a:rPr>
                <a:t>0</a:t>
              </a:r>
              <a:r>
                <a:rPr lang="zh-CN" altLang="en-US" sz="2800" b="1" dirty="0">
                  <a:latin typeface="Times New Roman" panose="02020603050405020304" pitchFamily="18" charset="0"/>
                </a:rPr>
                <a:t>，力对质点做负功；</a:t>
              </a:r>
            </a:p>
          </p:txBody>
        </p:sp>
        <p:sp>
          <p:nvSpPr>
            <p:cNvPr id="17427" name="Text Box 54"/>
            <p:cNvSpPr txBox="1"/>
            <p:nvPr/>
          </p:nvSpPr>
          <p:spPr>
            <a:xfrm>
              <a:off x="288" y="864"/>
              <a:ext cx="4608" cy="34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05000"/>
                </a:lnSpc>
                <a:buClr>
                  <a:schemeClr val="accent2"/>
                </a:buClr>
                <a:buSzPct val="80000"/>
                <a:buFont typeface="Wingdings" panose="05000000000000000000" pitchFamily="2" charset="2"/>
                <a:buNone/>
              </a:pPr>
              <a:r>
                <a:rPr lang="en-US" altLang="zh-CN" sz="2800" b="1" dirty="0">
                  <a:latin typeface="Times New Roman" panose="02020603050405020304" pitchFamily="18" charset="0"/>
                </a:rPr>
                <a:t>3</a:t>
              </a:r>
              <a:r>
                <a:rPr lang="zh-CN" altLang="en-US" sz="2800" b="1" dirty="0">
                  <a:latin typeface="Times New Roman" panose="02020603050405020304" pitchFamily="18" charset="0"/>
                </a:rPr>
                <a:t>、当                时，力对质点不做功。</a:t>
              </a:r>
            </a:p>
          </p:txBody>
        </p:sp>
        <p:graphicFrame>
          <p:nvGraphicFramePr>
            <p:cNvPr id="17428" name="Object 4"/>
            <p:cNvGraphicFramePr>
              <a:graphicFrameLocks noChangeAspect="1"/>
            </p:cNvGraphicFramePr>
            <p:nvPr/>
          </p:nvGraphicFramePr>
          <p:xfrm>
            <a:off x="941" y="192"/>
            <a:ext cx="1142" cy="318"/>
          </p:xfrm>
          <a:graphic>
            <a:graphicData uri="http://schemas.openxmlformats.org/presentationml/2006/ole">
              <mc:AlternateContent xmlns:mc="http://schemas.openxmlformats.org/markup-compatibility/2006">
                <mc:Choice xmlns:v="urn:schemas-microsoft-com:vml" Requires="v">
                  <p:oleObj spid="_x0000_s6192" r:id="rId17" imgW="1275080" imgH="318770" progId="Equation.DSMT4">
                    <p:embed/>
                  </p:oleObj>
                </mc:Choice>
                <mc:Fallback>
                  <p:oleObj r:id="rId17" imgW="1275080" imgH="318770" progId="Equation.DSMT4">
                    <p:embed/>
                    <p:pic>
                      <p:nvPicPr>
                        <p:cNvPr id="0" name="图片 3124"/>
                        <p:cNvPicPr/>
                        <p:nvPr/>
                      </p:nvPicPr>
                      <p:blipFill>
                        <a:blip r:embed="rId18">
                          <a:clrChange>
                            <a:clrFrom>
                              <a:srgbClr val="000000"/>
                            </a:clrFrom>
                            <a:clrTo>
                              <a:srgbClr val="000000"/>
                            </a:clrTo>
                          </a:clrChange>
                        </a:blip>
                        <a:stretch>
                          <a:fillRect/>
                        </a:stretch>
                      </p:blipFill>
                      <p:spPr>
                        <a:xfrm>
                          <a:off x="941" y="192"/>
                          <a:ext cx="1142" cy="318"/>
                        </a:xfrm>
                        <a:prstGeom prst="rect">
                          <a:avLst/>
                        </a:prstGeom>
                        <a:noFill/>
                        <a:ln w="38100">
                          <a:noFill/>
                          <a:miter/>
                        </a:ln>
                      </p:spPr>
                    </p:pic>
                  </p:oleObj>
                </mc:Fallback>
              </mc:AlternateContent>
            </a:graphicData>
          </a:graphic>
        </p:graphicFrame>
        <p:graphicFrame>
          <p:nvGraphicFramePr>
            <p:cNvPr id="17429" name="Object 5"/>
            <p:cNvGraphicFramePr>
              <a:graphicFrameLocks noChangeAspect="1"/>
            </p:cNvGraphicFramePr>
            <p:nvPr/>
          </p:nvGraphicFramePr>
          <p:xfrm>
            <a:off x="941" y="528"/>
            <a:ext cx="1179" cy="318"/>
          </p:xfrm>
          <a:graphic>
            <a:graphicData uri="http://schemas.openxmlformats.org/presentationml/2006/ole">
              <mc:AlternateContent xmlns:mc="http://schemas.openxmlformats.org/markup-compatibility/2006">
                <mc:Choice xmlns:v="urn:schemas-microsoft-com:vml" Requires="v">
                  <p:oleObj spid="_x0000_s6193" r:id="rId19" imgW="1325245" imgH="318770" progId="Equation.DSMT4">
                    <p:embed/>
                  </p:oleObj>
                </mc:Choice>
                <mc:Fallback>
                  <p:oleObj r:id="rId19" imgW="1325245" imgH="318770" progId="Equation.DSMT4">
                    <p:embed/>
                    <p:pic>
                      <p:nvPicPr>
                        <p:cNvPr id="0" name="图片 3094"/>
                        <p:cNvPicPr/>
                        <p:nvPr/>
                      </p:nvPicPr>
                      <p:blipFill>
                        <a:blip r:embed="rId20">
                          <a:clrChange>
                            <a:clrFrom>
                              <a:srgbClr val="000000"/>
                            </a:clrFrom>
                            <a:clrTo>
                              <a:srgbClr val="000000"/>
                            </a:clrTo>
                          </a:clrChange>
                        </a:blip>
                        <a:stretch>
                          <a:fillRect/>
                        </a:stretch>
                      </p:blipFill>
                      <p:spPr>
                        <a:xfrm>
                          <a:off x="941" y="528"/>
                          <a:ext cx="1179" cy="318"/>
                        </a:xfrm>
                        <a:prstGeom prst="rect">
                          <a:avLst/>
                        </a:prstGeom>
                        <a:noFill/>
                        <a:ln w="38100">
                          <a:noFill/>
                          <a:miter/>
                        </a:ln>
                      </p:spPr>
                    </p:pic>
                  </p:oleObj>
                </mc:Fallback>
              </mc:AlternateContent>
            </a:graphicData>
          </a:graphic>
        </p:graphicFrame>
        <p:graphicFrame>
          <p:nvGraphicFramePr>
            <p:cNvPr id="17430" name="Object 6"/>
            <p:cNvGraphicFramePr>
              <a:graphicFrameLocks noChangeAspect="1"/>
            </p:cNvGraphicFramePr>
            <p:nvPr/>
          </p:nvGraphicFramePr>
          <p:xfrm>
            <a:off x="951" y="864"/>
            <a:ext cx="835" cy="330"/>
          </p:xfrm>
          <a:graphic>
            <a:graphicData uri="http://schemas.openxmlformats.org/presentationml/2006/ole">
              <mc:AlternateContent xmlns:mc="http://schemas.openxmlformats.org/markup-compatibility/2006">
                <mc:Choice xmlns:v="urn:schemas-microsoft-com:vml" Requires="v">
                  <p:oleObj spid="_x0000_s6194" r:id="rId21" imgW="872490" imgH="318770" progId="Equation.DSMT4">
                    <p:embed/>
                  </p:oleObj>
                </mc:Choice>
                <mc:Fallback>
                  <p:oleObj r:id="rId21" imgW="872490" imgH="318770" progId="Equation.DSMT4">
                    <p:embed/>
                    <p:pic>
                      <p:nvPicPr>
                        <p:cNvPr id="0" name="图片 3096"/>
                        <p:cNvPicPr/>
                        <p:nvPr/>
                      </p:nvPicPr>
                      <p:blipFill>
                        <a:blip r:embed="rId22">
                          <a:clrChange>
                            <a:clrFrom>
                              <a:srgbClr val="000000"/>
                            </a:clrFrom>
                            <a:clrTo>
                              <a:srgbClr val="000000"/>
                            </a:clrTo>
                          </a:clrChange>
                        </a:blip>
                        <a:stretch>
                          <a:fillRect/>
                        </a:stretch>
                      </p:blipFill>
                      <p:spPr>
                        <a:xfrm>
                          <a:off x="951" y="864"/>
                          <a:ext cx="835" cy="330"/>
                        </a:xfrm>
                        <a:prstGeom prst="rect">
                          <a:avLst/>
                        </a:prstGeom>
                        <a:noFill/>
                        <a:ln w="38100">
                          <a:noFill/>
                          <a:miter/>
                        </a:ln>
                      </p:spPr>
                    </p:pic>
                  </p:oleObj>
                </mc:Fallback>
              </mc:AlternateContent>
            </a:graphicData>
          </a:graphic>
        </p:graphicFrame>
      </p:grpSp>
      <p:sp>
        <p:nvSpPr>
          <p:cNvPr id="17423" name="Slide Number Placeholder 3"/>
          <p:cNvSpPr txBox="1"/>
          <p:nvPr/>
        </p:nvSpPr>
        <p:spPr>
          <a:xfrm>
            <a:off x="7010400" y="6381750"/>
            <a:ext cx="2133600" cy="476250"/>
          </a:xfrm>
          <a:prstGeom prst="rect">
            <a:avLst/>
          </a:prstGeom>
          <a:noFill/>
          <a:ln w="9525">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r" eaLnBrk="1" hangingPunct="1">
              <a:spcBef>
                <a:spcPct val="0"/>
              </a:spcBef>
              <a:buNone/>
            </a:pPr>
            <a:fld id="{9A0DB2DC-4C9A-4742-B13C-FB6460FD3503}" type="slidenum">
              <a:rPr lang="en-US" altLang="zh-CN" sz="1800" dirty="0">
                <a:solidFill>
                  <a:schemeClr val="accent2"/>
                </a:solidFill>
              </a:rPr>
              <a:t>4</a:t>
            </a:fld>
            <a:endParaRPr lang="en-US" altLang="zh-CN" sz="1800" dirty="0">
              <a:solidFill>
                <a:schemeClr val="accent2"/>
              </a:solidFill>
            </a:endParaRPr>
          </a:p>
        </p:txBody>
      </p:sp>
      <p:sp>
        <p:nvSpPr>
          <p:cNvPr id="38" name="Rectangle 61"/>
          <p:cNvSpPr/>
          <p:nvPr/>
        </p:nvSpPr>
        <p:spPr>
          <a:xfrm>
            <a:off x="2622550" y="517525"/>
            <a:ext cx="3960813" cy="522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solidFill>
                  <a:srgbClr val="0000FF"/>
                </a:solidFill>
              </a:rPr>
              <a:t>Work  &amp; Power</a:t>
            </a:r>
            <a:endParaRPr lang="en-US" altLang="zh-CN" sz="2800" b="1" dirty="0">
              <a:solidFill>
                <a:srgbClr val="0000FF"/>
              </a:solidFill>
              <a:ea typeface="隶书" panose="020105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2535"/>
                                        </p:tgtEl>
                                        <p:attrNameLst>
                                          <p:attrName>style.visibility</p:attrName>
                                        </p:attrNameLst>
                                      </p:cBhvr>
                                      <p:to>
                                        <p:strVal val="visible"/>
                                      </p:to>
                                    </p:set>
                                    <p:anim calcmode="lin" valueType="num">
                                      <p:cBhvr>
                                        <p:cTn id="7" dur="500" fill="hold"/>
                                        <p:tgtEl>
                                          <p:spTgt spid="192535"/>
                                        </p:tgtEl>
                                        <p:attrNameLst>
                                          <p:attrName>ppt_w</p:attrName>
                                        </p:attrNameLst>
                                      </p:cBhvr>
                                      <p:tavLst>
                                        <p:tav tm="0">
                                          <p:val>
                                            <p:fltVal val="0"/>
                                          </p:val>
                                        </p:tav>
                                        <p:tav tm="100000">
                                          <p:val>
                                            <p:strVal val="#ppt_w"/>
                                          </p:val>
                                        </p:tav>
                                      </p:tavLst>
                                    </p:anim>
                                    <p:anim calcmode="lin" valueType="num">
                                      <p:cBhvr>
                                        <p:cTn id="8" dur="500" fill="hold"/>
                                        <p:tgtEl>
                                          <p:spTgt spid="19253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3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192518"/>
                                        </p:tgtEl>
                                        <p:attrNameLst>
                                          <p:attrName>style.visibility</p:attrName>
                                        </p:attrNameLst>
                                      </p:cBhvr>
                                      <p:to>
                                        <p:strVal val="visible"/>
                                      </p:to>
                                    </p:set>
                                    <p:anim calcmode="lin" valueType="num">
                                      <p:cBhvr additive="base">
                                        <p:cTn id="16" dur="500" fill="hold"/>
                                        <p:tgtEl>
                                          <p:spTgt spid="192518"/>
                                        </p:tgtEl>
                                        <p:attrNameLst>
                                          <p:attrName>ppt_x</p:attrName>
                                        </p:attrNameLst>
                                      </p:cBhvr>
                                      <p:tavLst>
                                        <p:tav tm="0">
                                          <p:val>
                                            <p:strVal val="0-#ppt_w/2"/>
                                          </p:val>
                                        </p:tav>
                                        <p:tav tm="100000">
                                          <p:val>
                                            <p:strVal val="#ppt_x"/>
                                          </p:val>
                                        </p:tav>
                                      </p:tavLst>
                                    </p:anim>
                                    <p:anim calcmode="lin" valueType="num">
                                      <p:cBhvr additive="base">
                                        <p:cTn id="17" dur="500" fill="hold"/>
                                        <p:tgtEl>
                                          <p:spTgt spid="19251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2519"/>
                                        </p:tgtEl>
                                        <p:attrNameLst>
                                          <p:attrName>style.visibility</p:attrName>
                                        </p:attrNameLst>
                                      </p:cBhvr>
                                      <p:to>
                                        <p:strVal val="visible"/>
                                      </p:to>
                                    </p:set>
                                    <p:animEffect transition="in" filter="box(in)">
                                      <p:cBhvr>
                                        <p:cTn id="22" dur="500"/>
                                        <p:tgtEl>
                                          <p:spTgt spid="1925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in)">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92523"/>
                                        </p:tgtEl>
                                        <p:attrNameLst>
                                          <p:attrName>style.visibility</p:attrName>
                                        </p:attrNameLst>
                                      </p:cBhvr>
                                      <p:to>
                                        <p:strVal val="visible"/>
                                      </p:to>
                                    </p:set>
                                    <p:animEffect transition="in" filter="box(in)">
                                      <p:cBhvr>
                                        <p:cTn id="52" dur="500"/>
                                        <p:tgtEl>
                                          <p:spTgt spid="192523"/>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192541"/>
                                        </p:tgtEl>
                                        <p:attrNameLst>
                                          <p:attrName>style.visibility</p:attrName>
                                        </p:attrNameLst>
                                      </p:cBhvr>
                                      <p:to>
                                        <p:strVal val="visible"/>
                                      </p:to>
                                    </p:set>
                                    <p:animEffect transition="in" filter="box(in)">
                                      <p:cBhvr>
                                        <p:cTn id="57" dur="500"/>
                                        <p:tgtEl>
                                          <p:spTgt spid="192541"/>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6" fill="hold" nodeType="clickEffect">
                                  <p:stCondLst>
                                    <p:cond delay="0"/>
                                  </p:stCondLst>
                                  <p:childTnLst>
                                    <p:set>
                                      <p:cBhvr>
                                        <p:cTn id="61" dur="1" fill="hold">
                                          <p:stCondLst>
                                            <p:cond delay="0"/>
                                          </p:stCondLst>
                                        </p:cTn>
                                        <p:tgtEl>
                                          <p:spTgt spid="192522"/>
                                        </p:tgtEl>
                                        <p:attrNameLst>
                                          <p:attrName>style.visibility</p:attrName>
                                        </p:attrNameLst>
                                      </p:cBhvr>
                                      <p:to>
                                        <p:strVal val="visible"/>
                                      </p:to>
                                    </p:set>
                                    <p:animEffect transition="in" filter="barn(inHorizontal)">
                                      <p:cBhvr>
                                        <p:cTn id="62" dur="500"/>
                                        <p:tgtEl>
                                          <p:spTgt spid="19252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92540"/>
                                        </p:tgtEl>
                                        <p:attrNameLst>
                                          <p:attrName>style.visibility</p:attrName>
                                        </p:attrNameLst>
                                      </p:cBhvr>
                                      <p:to>
                                        <p:strVal val="visible"/>
                                      </p:to>
                                    </p:set>
                                    <p:animEffect transition="in" filter="blinds(horizontal)">
                                      <p:cBhvr>
                                        <p:cTn id="67" dur="500"/>
                                        <p:tgtEl>
                                          <p:spTgt spid="192540"/>
                                        </p:tgtEl>
                                      </p:cBhvr>
                                    </p:animEffect>
                                  </p:childTnLst>
                                </p:cTn>
                              </p:par>
                            </p:childTnLst>
                          </p:cTn>
                        </p:par>
                      </p:childTnLst>
                    </p:cTn>
                  </p:par>
                  <p:par>
                    <p:cTn id="68" fill="hold">
                      <p:stCondLst>
                        <p:cond delay="indefinite"/>
                      </p:stCondLst>
                      <p:childTnLst>
                        <p:par>
                          <p:cTn id="69" fill="hold">
                            <p:stCondLst>
                              <p:cond delay="0"/>
                            </p:stCondLst>
                            <p:childTnLst>
                              <p:par>
                                <p:cTn id="70" presetID="5" presetClass="entr" presetSubtype="10" fill="hold"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checkerboard(across)">
                                      <p:cBhvr>
                                        <p:cTn id="7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8" grpId="0"/>
      <p:bldP spid="192519" grpId="0"/>
      <p:bldP spid="192522" grpId="0"/>
      <p:bldP spid="192535" grpId="0"/>
      <p:bldP spid="192540" grpId="0"/>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5</a:t>
            </a:fld>
            <a:endParaRPr lang="en-US" altLang="zh-CN" sz="1800" dirty="0">
              <a:solidFill>
                <a:schemeClr val="accent2"/>
              </a:solidFill>
            </a:endParaRPr>
          </a:p>
        </p:txBody>
      </p:sp>
      <p:sp>
        <p:nvSpPr>
          <p:cNvPr id="150530" name="Text Box 2"/>
          <p:cNvSpPr txBox="1">
            <a:spLocks noChangeArrowheads="1"/>
          </p:cNvSpPr>
          <p:nvPr/>
        </p:nvSpPr>
        <p:spPr bwMode="auto">
          <a:xfrm>
            <a:off x="395288" y="188913"/>
            <a:ext cx="3200400" cy="519113"/>
          </a:xfrm>
          <a:prstGeom prst="rect">
            <a:avLst/>
          </a:prstGeom>
          <a:noFill/>
          <a:ln w="9525">
            <a:noFill/>
            <a:miter lim="800000"/>
          </a:ln>
          <a:effectLst/>
        </p:spPr>
        <p:txBody>
          <a:bodyPr>
            <a:spAutoFit/>
          </a:bodyPr>
          <a:lstStyle/>
          <a:p>
            <a:pPr marR="0" defTabSz="914400" eaLnBrk="1" hangingPunct="1">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二、变力的功：</a:t>
            </a:r>
          </a:p>
        </p:txBody>
      </p:sp>
      <p:sp>
        <p:nvSpPr>
          <p:cNvPr id="150531" name="Text Box 3"/>
          <p:cNvSpPr txBox="1">
            <a:spLocks noChangeArrowheads="1"/>
          </p:cNvSpPr>
          <p:nvPr/>
        </p:nvSpPr>
        <p:spPr bwMode="auto">
          <a:xfrm>
            <a:off x="4819650" y="2409825"/>
            <a:ext cx="3505200" cy="519113"/>
          </a:xfrm>
          <a:prstGeom prst="rect">
            <a:avLst/>
          </a:prstGeom>
          <a:noFill/>
          <a:ln w="9525">
            <a:noFill/>
            <a:miter lim="800000"/>
          </a:ln>
          <a:effectLst/>
        </p:spPr>
        <p:txBody>
          <a:bodyPr>
            <a:spAutoFit/>
          </a:bodyPr>
          <a:lstStyle/>
          <a:p>
            <a:pPr marR="0" defTabSz="914400" eaLnBrk="1" hangingPunct="1">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功为过程量</a:t>
            </a:r>
            <a:r>
              <a:rPr kumimoji="1" lang="zh-CN" altLang="en-US" sz="2800" b="1" kern="1200" cap="none" spc="0" normalizeH="0" baseline="0" noProof="0" dirty="0">
                <a:solidFill>
                  <a:srgbClr val="0000FF"/>
                </a:solidFill>
                <a:latin typeface="Times New Roman" panose="02020603050405020304" pitchFamily="18" charset="0"/>
                <a:ea typeface="黑体" panose="02010609060101010101" pitchFamily="49" charset="-122"/>
                <a:cs typeface="+mn-cs"/>
              </a:rPr>
              <a:t>。</a:t>
            </a:r>
          </a:p>
        </p:txBody>
      </p:sp>
      <p:sp>
        <p:nvSpPr>
          <p:cNvPr id="150533" name="Text Box 5"/>
          <p:cNvSpPr txBox="1">
            <a:spLocks noChangeArrowheads="1"/>
          </p:cNvSpPr>
          <p:nvPr/>
        </p:nvSpPr>
        <p:spPr bwMode="auto">
          <a:xfrm>
            <a:off x="228600" y="3933825"/>
            <a:ext cx="4343400" cy="51911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2800" b="1"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三、恒力沿直线做功：</a:t>
            </a:r>
          </a:p>
        </p:txBody>
      </p:sp>
      <p:graphicFrame>
        <p:nvGraphicFramePr>
          <p:cNvPr id="150542" name="Object 3"/>
          <p:cNvGraphicFramePr>
            <a:graphicFrameLocks noChangeAspect="1"/>
          </p:cNvGraphicFramePr>
          <p:nvPr/>
        </p:nvGraphicFramePr>
        <p:xfrm>
          <a:off x="5940425" y="4652963"/>
          <a:ext cx="2381250" cy="877887"/>
        </p:xfrm>
        <a:graphic>
          <a:graphicData uri="http://schemas.openxmlformats.org/presentationml/2006/ole">
            <mc:AlternateContent xmlns:mc="http://schemas.openxmlformats.org/markup-compatibility/2006">
              <mc:Choice xmlns:v="urn:schemas-microsoft-com:vml" Requires="v">
                <p:oleObj spid="_x0000_s7213" r:id="rId4" imgW="1468120" imgH="503555" progId="Equation.3">
                  <p:embed/>
                </p:oleObj>
              </mc:Choice>
              <mc:Fallback>
                <p:oleObj r:id="rId4" imgW="1468120" imgH="503555" progId="Equation.3">
                  <p:embed/>
                  <p:pic>
                    <p:nvPicPr>
                      <p:cNvPr id="0" name="图片 3095"/>
                      <p:cNvPicPr/>
                      <p:nvPr/>
                    </p:nvPicPr>
                    <p:blipFill>
                      <a:blip r:embed="rId5">
                        <a:clrChange>
                          <a:clrFrom>
                            <a:srgbClr val="000000"/>
                          </a:clrFrom>
                          <a:clrTo>
                            <a:srgbClr val="000000"/>
                          </a:clrTo>
                        </a:clrChange>
                      </a:blip>
                      <a:stretch>
                        <a:fillRect/>
                      </a:stretch>
                    </p:blipFill>
                    <p:spPr>
                      <a:xfrm>
                        <a:off x="5940425" y="4652963"/>
                        <a:ext cx="2381250" cy="877887"/>
                      </a:xfrm>
                      <a:prstGeom prst="rect">
                        <a:avLst/>
                      </a:prstGeom>
                      <a:noFill/>
                      <a:ln w="38100">
                        <a:noFill/>
                        <a:miter/>
                      </a:ln>
                    </p:spPr>
                  </p:pic>
                </p:oleObj>
              </mc:Fallback>
            </mc:AlternateContent>
          </a:graphicData>
        </a:graphic>
      </p:graphicFrame>
      <p:sp>
        <p:nvSpPr>
          <p:cNvPr id="150564" name="Text Box 36"/>
          <p:cNvSpPr txBox="1">
            <a:spLocks noChangeArrowheads="1"/>
          </p:cNvSpPr>
          <p:nvPr/>
        </p:nvSpPr>
        <p:spPr bwMode="auto">
          <a:xfrm>
            <a:off x="2209800" y="688975"/>
            <a:ext cx="6934200" cy="519113"/>
          </a:xfrm>
          <a:prstGeom prst="rect">
            <a:avLst/>
          </a:prstGeom>
          <a:noFill/>
          <a:ln w="9525">
            <a:noFill/>
            <a:miter lim="800000"/>
          </a:ln>
          <a:effectLst/>
        </p:spPr>
        <p:txBody>
          <a:bodyPr>
            <a:spAutoFit/>
          </a:bodyPr>
          <a:lstStyle/>
          <a:p>
            <a:pPr marR="0" defTabSz="914400" eaLnBrk="1" hangingPunct="1">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effectLst>
                  <a:outerShdw blurRad="38100" dist="38100" dir="2700000" algn="tl">
                    <a:srgbClr val="C0C0C0"/>
                  </a:outerShdw>
                </a:effectLst>
                <a:latin typeface="Times New Roman" panose="02020603050405020304" pitchFamily="18" charset="0"/>
                <a:ea typeface="楷体_GB2312" pitchFamily="49" charset="-122"/>
                <a:cs typeface="+mn-cs"/>
              </a:rPr>
              <a:t>等于力沿轨道的线积分，与过程有关。</a:t>
            </a:r>
          </a:p>
        </p:txBody>
      </p:sp>
      <p:graphicFrame>
        <p:nvGraphicFramePr>
          <p:cNvPr id="150577" name="Object 4"/>
          <p:cNvGraphicFramePr>
            <a:graphicFrameLocks noChangeAspect="1"/>
          </p:cNvGraphicFramePr>
          <p:nvPr/>
        </p:nvGraphicFramePr>
        <p:xfrm>
          <a:off x="3995738" y="4500563"/>
          <a:ext cx="1989137" cy="1181100"/>
        </p:xfrm>
        <a:graphic>
          <a:graphicData uri="http://schemas.openxmlformats.org/presentationml/2006/ole">
            <mc:AlternateContent xmlns:mc="http://schemas.openxmlformats.org/markup-compatibility/2006">
              <mc:Choice xmlns:v="urn:schemas-microsoft-com:vml" Requires="v">
                <p:oleObj spid="_x0000_s7214" r:id="rId6" imgW="1325245" imgH="704850" progId="Equation.3">
                  <p:embed/>
                </p:oleObj>
              </mc:Choice>
              <mc:Fallback>
                <p:oleObj r:id="rId6" imgW="1325245" imgH="704850" progId="Equation.3">
                  <p:embed/>
                  <p:pic>
                    <p:nvPicPr>
                      <p:cNvPr id="0" name="图片 3097"/>
                      <p:cNvPicPr/>
                      <p:nvPr/>
                    </p:nvPicPr>
                    <p:blipFill>
                      <a:blip r:embed="rId7">
                        <a:clrChange>
                          <a:clrFrom>
                            <a:srgbClr val="000000"/>
                          </a:clrFrom>
                          <a:clrTo>
                            <a:srgbClr val="000000"/>
                          </a:clrTo>
                        </a:clrChange>
                      </a:blip>
                      <a:stretch>
                        <a:fillRect/>
                      </a:stretch>
                    </p:blipFill>
                    <p:spPr>
                      <a:xfrm>
                        <a:off x="3995738" y="4500563"/>
                        <a:ext cx="1989137" cy="1181100"/>
                      </a:xfrm>
                      <a:prstGeom prst="rect">
                        <a:avLst/>
                      </a:prstGeom>
                      <a:noFill/>
                      <a:ln w="38100">
                        <a:noFill/>
                        <a:miter/>
                      </a:ln>
                    </p:spPr>
                  </p:pic>
                </p:oleObj>
              </mc:Fallback>
            </mc:AlternateContent>
          </a:graphicData>
        </a:graphic>
      </p:graphicFrame>
      <p:graphicFrame>
        <p:nvGraphicFramePr>
          <p:cNvPr id="150578" name="Object 5"/>
          <p:cNvGraphicFramePr>
            <a:graphicFrameLocks noChangeAspect="1"/>
          </p:cNvGraphicFramePr>
          <p:nvPr/>
        </p:nvGraphicFramePr>
        <p:xfrm>
          <a:off x="4564063" y="5762625"/>
          <a:ext cx="1808162" cy="482600"/>
        </p:xfrm>
        <a:graphic>
          <a:graphicData uri="http://schemas.openxmlformats.org/presentationml/2006/ole">
            <mc:AlternateContent xmlns:mc="http://schemas.openxmlformats.org/markup-compatibility/2006">
              <mc:Choice xmlns:v="urn:schemas-microsoft-com:vml" Requires="v">
                <p:oleObj spid="_x0000_s7215" r:id="rId8" imgW="1073785" imgH="243205" progId="Equation.3">
                  <p:embed/>
                </p:oleObj>
              </mc:Choice>
              <mc:Fallback>
                <p:oleObj r:id="rId8" imgW="1073785" imgH="243205" progId="Equation.3">
                  <p:embed/>
                  <p:pic>
                    <p:nvPicPr>
                      <p:cNvPr id="0" name="图片 3103"/>
                      <p:cNvPicPr/>
                      <p:nvPr/>
                    </p:nvPicPr>
                    <p:blipFill>
                      <a:blip r:embed="rId9">
                        <a:clrChange>
                          <a:clrFrom>
                            <a:srgbClr val="000000"/>
                          </a:clrFrom>
                          <a:clrTo>
                            <a:srgbClr val="000000"/>
                          </a:clrTo>
                        </a:clrChange>
                      </a:blip>
                      <a:stretch>
                        <a:fillRect/>
                      </a:stretch>
                    </p:blipFill>
                    <p:spPr>
                      <a:xfrm>
                        <a:off x="4564063" y="5762625"/>
                        <a:ext cx="1808162" cy="482600"/>
                      </a:xfrm>
                      <a:prstGeom prst="rect">
                        <a:avLst/>
                      </a:prstGeom>
                      <a:noFill/>
                      <a:ln w="38100">
                        <a:noFill/>
                        <a:miter/>
                      </a:ln>
                    </p:spPr>
                  </p:pic>
                </p:oleObj>
              </mc:Fallback>
            </mc:AlternateContent>
          </a:graphicData>
        </a:graphic>
      </p:graphicFrame>
      <p:graphicFrame>
        <p:nvGraphicFramePr>
          <p:cNvPr id="150600" name="Object 6"/>
          <p:cNvGraphicFramePr>
            <a:graphicFrameLocks noChangeAspect="1"/>
          </p:cNvGraphicFramePr>
          <p:nvPr/>
        </p:nvGraphicFramePr>
        <p:xfrm>
          <a:off x="4121150" y="1087438"/>
          <a:ext cx="2930525" cy="1262062"/>
        </p:xfrm>
        <a:graphic>
          <a:graphicData uri="http://schemas.openxmlformats.org/presentationml/2006/ole">
            <mc:AlternateContent xmlns:mc="http://schemas.openxmlformats.org/markup-compatibility/2006">
              <mc:Choice xmlns:v="urn:schemas-microsoft-com:vml" Requires="v">
                <p:oleObj spid="_x0000_s7216" r:id="rId10" imgW="1870710" imgH="738505" progId="Equation.DSMT4">
                  <p:embed/>
                </p:oleObj>
              </mc:Choice>
              <mc:Fallback>
                <p:oleObj r:id="rId10" imgW="1870710" imgH="738505" progId="Equation.DSMT4">
                  <p:embed/>
                  <p:pic>
                    <p:nvPicPr>
                      <p:cNvPr id="0" name="图片 3098"/>
                      <p:cNvPicPr/>
                      <p:nvPr/>
                    </p:nvPicPr>
                    <p:blipFill>
                      <a:blip r:embed="rId11">
                        <a:clrChange>
                          <a:clrFrom>
                            <a:srgbClr val="000000"/>
                          </a:clrFrom>
                          <a:clrTo>
                            <a:srgbClr val="000000"/>
                          </a:clrTo>
                        </a:clrChange>
                      </a:blip>
                      <a:stretch>
                        <a:fillRect/>
                      </a:stretch>
                    </p:blipFill>
                    <p:spPr>
                      <a:xfrm>
                        <a:off x="4121150" y="1087438"/>
                        <a:ext cx="2930525" cy="1262062"/>
                      </a:xfrm>
                      <a:prstGeom prst="rect">
                        <a:avLst/>
                      </a:prstGeom>
                      <a:noFill/>
                      <a:ln w="38100">
                        <a:noFill/>
                        <a:miter/>
                      </a:ln>
                    </p:spPr>
                  </p:pic>
                </p:oleObj>
              </mc:Fallback>
            </mc:AlternateContent>
          </a:graphicData>
        </a:graphic>
      </p:graphicFrame>
      <p:grpSp>
        <p:nvGrpSpPr>
          <p:cNvPr id="2" name="Group 73"/>
          <p:cNvGrpSpPr/>
          <p:nvPr/>
        </p:nvGrpSpPr>
        <p:grpSpPr>
          <a:xfrm>
            <a:off x="539750" y="1628775"/>
            <a:ext cx="3087688" cy="2008188"/>
            <a:chOff x="449" y="1480"/>
            <a:chExt cx="1945" cy="1265"/>
          </a:xfrm>
        </p:grpSpPr>
        <p:graphicFrame>
          <p:nvGraphicFramePr>
            <p:cNvPr id="18473" name="Object 10"/>
            <p:cNvGraphicFramePr>
              <a:graphicFrameLocks noChangeAspect="1"/>
            </p:cNvGraphicFramePr>
            <p:nvPr/>
          </p:nvGraphicFramePr>
          <p:xfrm>
            <a:off x="1882" y="2069"/>
            <a:ext cx="271" cy="296"/>
          </p:xfrm>
          <a:graphic>
            <a:graphicData uri="http://schemas.openxmlformats.org/presentationml/2006/ole">
              <mc:AlternateContent xmlns:mc="http://schemas.openxmlformats.org/markup-compatibility/2006">
                <mc:Choice xmlns:v="urn:schemas-microsoft-com:vml" Requires="v">
                  <p:oleObj spid="_x0000_s7217" r:id="rId12" imgW="209550" imgH="268605" progId="Equation.3">
                    <p:embed/>
                  </p:oleObj>
                </mc:Choice>
                <mc:Fallback>
                  <p:oleObj r:id="rId12" imgW="209550" imgH="268605" progId="Equation.3">
                    <p:embed/>
                    <p:pic>
                      <p:nvPicPr>
                        <p:cNvPr id="0" name="图片 3102"/>
                        <p:cNvPicPr/>
                        <p:nvPr/>
                      </p:nvPicPr>
                      <p:blipFill>
                        <a:blip r:embed="rId13">
                          <a:clrChange>
                            <a:clrFrom>
                              <a:srgbClr val="000000"/>
                            </a:clrFrom>
                            <a:clrTo>
                              <a:srgbClr val="FF3300"/>
                            </a:clrTo>
                          </a:clrChange>
                        </a:blip>
                        <a:stretch>
                          <a:fillRect/>
                        </a:stretch>
                      </p:blipFill>
                      <p:spPr>
                        <a:xfrm>
                          <a:off x="1882" y="2069"/>
                          <a:ext cx="271" cy="296"/>
                        </a:xfrm>
                        <a:prstGeom prst="rect">
                          <a:avLst/>
                        </a:prstGeom>
                        <a:noFill/>
                        <a:ln w="38100">
                          <a:noFill/>
                          <a:miter/>
                        </a:ln>
                      </p:spPr>
                    </p:pic>
                  </p:oleObj>
                </mc:Fallback>
              </mc:AlternateContent>
            </a:graphicData>
          </a:graphic>
        </p:graphicFrame>
        <p:graphicFrame>
          <p:nvGraphicFramePr>
            <p:cNvPr id="18474" name="Object 11"/>
            <p:cNvGraphicFramePr>
              <a:graphicFrameLocks noChangeAspect="1"/>
            </p:cNvGraphicFramePr>
            <p:nvPr/>
          </p:nvGraphicFramePr>
          <p:xfrm>
            <a:off x="1237" y="1788"/>
            <a:ext cx="363" cy="319"/>
          </p:xfrm>
          <a:graphic>
            <a:graphicData uri="http://schemas.openxmlformats.org/presentationml/2006/ole">
              <mc:AlternateContent xmlns:mc="http://schemas.openxmlformats.org/markup-compatibility/2006">
                <mc:Choice xmlns:v="urn:schemas-microsoft-com:vml" Requires="v">
                  <p:oleObj spid="_x0000_s7218" r:id="rId14" imgW="276860" imgH="243205" progId="Equation.3">
                    <p:embed/>
                  </p:oleObj>
                </mc:Choice>
                <mc:Fallback>
                  <p:oleObj r:id="rId14" imgW="276860" imgH="243205" progId="Equation.3">
                    <p:embed/>
                    <p:pic>
                      <p:nvPicPr>
                        <p:cNvPr id="0" name="图片 3104"/>
                        <p:cNvPicPr/>
                        <p:nvPr/>
                      </p:nvPicPr>
                      <p:blipFill>
                        <a:blip r:embed="rId15">
                          <a:clrChange>
                            <a:clrFrom>
                              <a:srgbClr val="000000"/>
                            </a:clrFrom>
                            <a:clrTo>
                              <a:srgbClr val="0000FF"/>
                            </a:clrTo>
                          </a:clrChange>
                        </a:blip>
                        <a:stretch>
                          <a:fillRect/>
                        </a:stretch>
                      </p:blipFill>
                      <p:spPr>
                        <a:xfrm>
                          <a:off x="1237" y="1788"/>
                          <a:ext cx="363" cy="319"/>
                        </a:xfrm>
                        <a:prstGeom prst="rect">
                          <a:avLst/>
                        </a:prstGeom>
                        <a:noFill/>
                        <a:ln w="38100">
                          <a:noFill/>
                          <a:miter/>
                        </a:ln>
                      </p:spPr>
                    </p:pic>
                  </p:oleObj>
                </mc:Fallback>
              </mc:AlternateContent>
            </a:graphicData>
          </a:graphic>
        </p:graphicFrame>
        <p:sp>
          <p:nvSpPr>
            <p:cNvPr id="18475" name="Text Box 76"/>
            <p:cNvSpPr txBox="1"/>
            <p:nvPr/>
          </p:nvSpPr>
          <p:spPr>
            <a:xfrm>
              <a:off x="449" y="2341"/>
              <a:ext cx="288"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3600" b="1" i="1" dirty="0">
                  <a:latin typeface="Times New Roman" panose="02020603050405020304" pitchFamily="18" charset="0"/>
                </a:rPr>
                <a:t>a</a:t>
              </a:r>
            </a:p>
          </p:txBody>
        </p:sp>
        <p:sp>
          <p:nvSpPr>
            <p:cNvPr id="18476" name="Text Box 77"/>
            <p:cNvSpPr txBox="1"/>
            <p:nvPr/>
          </p:nvSpPr>
          <p:spPr>
            <a:xfrm>
              <a:off x="2154" y="1480"/>
              <a:ext cx="240" cy="404"/>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3600" b="1" i="1" dirty="0">
                  <a:latin typeface="Times New Roman" panose="02020603050405020304" pitchFamily="18" charset="0"/>
                </a:rPr>
                <a:t>b</a:t>
              </a:r>
            </a:p>
          </p:txBody>
        </p:sp>
        <p:sp>
          <p:nvSpPr>
            <p:cNvPr id="18477" name="Freeform 78"/>
            <p:cNvSpPr/>
            <p:nvPr/>
          </p:nvSpPr>
          <p:spPr>
            <a:xfrm>
              <a:off x="672" y="1728"/>
              <a:ext cx="1488" cy="816"/>
            </a:xfrm>
            <a:custGeom>
              <a:avLst/>
              <a:gdLst/>
              <a:ahLst/>
              <a:cxnLst>
                <a:cxn ang="0">
                  <a:pos x="7602" y="0"/>
                </a:cxn>
                <a:cxn ang="0">
                  <a:pos x="5067" y="103"/>
                </a:cxn>
                <a:cxn ang="0">
                  <a:pos x="3799" y="309"/>
                </a:cxn>
                <a:cxn ang="0">
                  <a:pos x="0" y="433"/>
                </a:cxn>
              </a:cxnLst>
              <a:rect l="0" t="0" r="0" b="0"/>
              <a:pathLst>
                <a:path w="864" h="1008">
                  <a:moveTo>
                    <a:pt x="864" y="0"/>
                  </a:moveTo>
                  <a:cubicBezTo>
                    <a:pt x="756" y="60"/>
                    <a:pt x="648" y="120"/>
                    <a:pt x="576" y="240"/>
                  </a:cubicBezTo>
                  <a:cubicBezTo>
                    <a:pt x="504" y="360"/>
                    <a:pt x="528" y="592"/>
                    <a:pt x="432" y="720"/>
                  </a:cubicBezTo>
                  <a:cubicBezTo>
                    <a:pt x="336" y="848"/>
                    <a:pt x="168" y="928"/>
                    <a:pt x="0" y="1008"/>
                  </a:cubicBezTo>
                </a:path>
              </a:pathLst>
            </a:custGeom>
            <a:noFill/>
            <a:ln w="44450" cap="flat" cmpd="sng">
              <a:solidFill>
                <a:srgbClr val="800000">
                  <a:alpha val="100000"/>
                </a:srgbClr>
              </a:solidFill>
              <a:prstDash val="solid"/>
              <a:round/>
              <a:headEnd type="none" w="med" len="med"/>
              <a:tailEnd type="none" w="med" len="med"/>
            </a:ln>
          </p:spPr>
          <p:txBody>
            <a:bodyPr/>
            <a:lstStyle/>
            <a:p>
              <a:endParaRPr lang="zh-CN" altLang="en-US"/>
            </a:p>
          </p:txBody>
        </p:sp>
        <p:sp>
          <p:nvSpPr>
            <p:cNvPr id="18478" name="Line 79"/>
            <p:cNvSpPr/>
            <p:nvPr/>
          </p:nvSpPr>
          <p:spPr>
            <a:xfrm flipV="1">
              <a:off x="1518" y="2064"/>
              <a:ext cx="528" cy="144"/>
            </a:xfrm>
            <a:prstGeom prst="line">
              <a:avLst/>
            </a:prstGeom>
            <a:ln w="31750" cap="flat" cmpd="sng">
              <a:solidFill>
                <a:schemeClr val="folHlink"/>
              </a:solidFill>
              <a:prstDash val="solid"/>
              <a:headEnd type="none" w="med" len="med"/>
              <a:tailEnd type="triangle" w="med" len="lg"/>
            </a:ln>
          </p:spPr>
        </p:sp>
        <p:sp>
          <p:nvSpPr>
            <p:cNvPr id="18479" name="Line 80"/>
            <p:cNvSpPr/>
            <p:nvPr/>
          </p:nvSpPr>
          <p:spPr>
            <a:xfrm flipV="1">
              <a:off x="1518" y="1968"/>
              <a:ext cx="96" cy="240"/>
            </a:xfrm>
            <a:prstGeom prst="line">
              <a:avLst/>
            </a:prstGeom>
            <a:ln w="31750" cap="flat" cmpd="sng">
              <a:solidFill>
                <a:srgbClr val="0000FF"/>
              </a:solidFill>
              <a:prstDash val="solid"/>
              <a:headEnd type="none" w="sm" len="sm"/>
              <a:tailEnd type="triangle" w="med" len="lg"/>
            </a:ln>
          </p:spPr>
        </p:sp>
      </p:grpSp>
      <p:grpSp>
        <p:nvGrpSpPr>
          <p:cNvPr id="3" name="Group 70"/>
          <p:cNvGrpSpPr/>
          <p:nvPr/>
        </p:nvGrpSpPr>
        <p:grpSpPr>
          <a:xfrm>
            <a:off x="1039813" y="2022475"/>
            <a:ext cx="1981200" cy="1336675"/>
            <a:chOff x="764" y="1728"/>
            <a:chExt cx="1248" cy="842"/>
          </a:xfrm>
        </p:grpSpPr>
        <p:sp>
          <p:nvSpPr>
            <p:cNvPr id="18465" name="Line 62"/>
            <p:cNvSpPr/>
            <p:nvPr/>
          </p:nvSpPr>
          <p:spPr>
            <a:xfrm flipH="1" flipV="1">
              <a:off x="764" y="2474"/>
              <a:ext cx="48" cy="96"/>
            </a:xfrm>
            <a:prstGeom prst="line">
              <a:avLst/>
            </a:prstGeom>
            <a:ln w="41275" cap="flat" cmpd="sng">
              <a:solidFill>
                <a:srgbClr val="9900FF"/>
              </a:solidFill>
              <a:prstDash val="solid"/>
              <a:headEnd type="none" w="med" len="med"/>
              <a:tailEnd type="none" w="med" len="med"/>
            </a:ln>
          </p:spPr>
        </p:sp>
        <p:sp>
          <p:nvSpPr>
            <p:cNvPr id="18466" name="Line 63"/>
            <p:cNvSpPr/>
            <p:nvPr/>
          </p:nvSpPr>
          <p:spPr>
            <a:xfrm flipH="1" flipV="1">
              <a:off x="1335" y="2300"/>
              <a:ext cx="48" cy="96"/>
            </a:xfrm>
            <a:prstGeom prst="line">
              <a:avLst/>
            </a:prstGeom>
            <a:ln w="41275" cap="flat" cmpd="sng">
              <a:solidFill>
                <a:srgbClr val="9900FF"/>
              </a:solidFill>
              <a:prstDash val="solid"/>
              <a:headEnd type="none" w="med" len="med"/>
              <a:tailEnd type="none" w="med" len="med"/>
            </a:ln>
          </p:spPr>
        </p:sp>
        <p:sp>
          <p:nvSpPr>
            <p:cNvPr id="18467" name="Line 64"/>
            <p:cNvSpPr/>
            <p:nvPr/>
          </p:nvSpPr>
          <p:spPr>
            <a:xfrm flipH="1" flipV="1">
              <a:off x="943" y="2422"/>
              <a:ext cx="48" cy="96"/>
            </a:xfrm>
            <a:prstGeom prst="line">
              <a:avLst/>
            </a:prstGeom>
            <a:ln w="41275" cap="flat" cmpd="sng">
              <a:solidFill>
                <a:srgbClr val="9900FF"/>
              </a:solidFill>
              <a:prstDash val="solid"/>
              <a:headEnd type="none" w="med" len="med"/>
              <a:tailEnd type="none" w="med" len="med"/>
            </a:ln>
          </p:spPr>
        </p:sp>
        <p:sp>
          <p:nvSpPr>
            <p:cNvPr id="18468" name="Line 65"/>
            <p:cNvSpPr/>
            <p:nvPr/>
          </p:nvSpPr>
          <p:spPr>
            <a:xfrm flipH="1" flipV="1">
              <a:off x="1156" y="2372"/>
              <a:ext cx="48" cy="96"/>
            </a:xfrm>
            <a:prstGeom prst="line">
              <a:avLst/>
            </a:prstGeom>
            <a:ln w="41275" cap="flat" cmpd="sng">
              <a:solidFill>
                <a:srgbClr val="9900FF"/>
              </a:solidFill>
              <a:prstDash val="solid"/>
              <a:headEnd type="none" w="med" len="med"/>
              <a:tailEnd type="none" w="med" len="med"/>
            </a:ln>
          </p:spPr>
        </p:sp>
        <p:sp>
          <p:nvSpPr>
            <p:cNvPr id="18469" name="Line 66"/>
            <p:cNvSpPr/>
            <p:nvPr/>
          </p:nvSpPr>
          <p:spPr>
            <a:xfrm flipH="1" flipV="1">
              <a:off x="1584" y="1920"/>
              <a:ext cx="48" cy="96"/>
            </a:xfrm>
            <a:prstGeom prst="line">
              <a:avLst/>
            </a:prstGeom>
            <a:ln w="41275" cap="flat" cmpd="sng">
              <a:solidFill>
                <a:srgbClr val="9900FF"/>
              </a:solidFill>
              <a:prstDash val="solid"/>
              <a:headEnd type="none" w="med" len="med"/>
              <a:tailEnd type="none" w="med" len="med"/>
            </a:ln>
          </p:spPr>
        </p:sp>
        <p:sp>
          <p:nvSpPr>
            <p:cNvPr id="18470" name="Line 67"/>
            <p:cNvSpPr/>
            <p:nvPr/>
          </p:nvSpPr>
          <p:spPr>
            <a:xfrm flipH="1" flipV="1">
              <a:off x="1767" y="1811"/>
              <a:ext cx="48" cy="96"/>
            </a:xfrm>
            <a:prstGeom prst="line">
              <a:avLst/>
            </a:prstGeom>
            <a:ln w="41275" cap="flat" cmpd="sng">
              <a:solidFill>
                <a:srgbClr val="9900FF"/>
              </a:solidFill>
              <a:prstDash val="solid"/>
              <a:headEnd type="none" w="med" len="med"/>
              <a:tailEnd type="none" w="med" len="med"/>
            </a:ln>
          </p:spPr>
        </p:sp>
        <p:sp>
          <p:nvSpPr>
            <p:cNvPr id="18471" name="Line 68"/>
            <p:cNvSpPr/>
            <p:nvPr/>
          </p:nvSpPr>
          <p:spPr>
            <a:xfrm flipH="1" flipV="1">
              <a:off x="1494" y="2164"/>
              <a:ext cx="48" cy="96"/>
            </a:xfrm>
            <a:prstGeom prst="line">
              <a:avLst/>
            </a:prstGeom>
            <a:ln w="41275" cap="flat" cmpd="sng">
              <a:solidFill>
                <a:srgbClr val="9900FF"/>
              </a:solidFill>
              <a:prstDash val="solid"/>
              <a:headEnd type="none" w="med" len="med"/>
              <a:tailEnd type="none" w="med" len="med"/>
            </a:ln>
          </p:spPr>
        </p:sp>
        <p:sp>
          <p:nvSpPr>
            <p:cNvPr id="18472" name="Line 69"/>
            <p:cNvSpPr/>
            <p:nvPr/>
          </p:nvSpPr>
          <p:spPr>
            <a:xfrm flipH="1" flipV="1">
              <a:off x="1964" y="1728"/>
              <a:ext cx="48" cy="96"/>
            </a:xfrm>
            <a:prstGeom prst="line">
              <a:avLst/>
            </a:prstGeom>
            <a:ln w="41275" cap="flat" cmpd="sng">
              <a:solidFill>
                <a:srgbClr val="9900FF"/>
              </a:solidFill>
              <a:prstDash val="solid"/>
              <a:headEnd type="none" w="med" len="med"/>
              <a:tailEnd type="none" w="med" len="med"/>
            </a:ln>
          </p:spPr>
        </p:sp>
      </p:grpSp>
      <p:grpSp>
        <p:nvGrpSpPr>
          <p:cNvPr id="4" name="Group 81"/>
          <p:cNvGrpSpPr/>
          <p:nvPr/>
        </p:nvGrpSpPr>
        <p:grpSpPr>
          <a:xfrm>
            <a:off x="381000" y="4610100"/>
            <a:ext cx="3124200" cy="1671638"/>
            <a:chOff x="240" y="2904"/>
            <a:chExt cx="1968" cy="1053"/>
          </a:xfrm>
        </p:grpSpPr>
        <p:graphicFrame>
          <p:nvGraphicFramePr>
            <p:cNvPr id="18451" name="Object 7"/>
            <p:cNvGraphicFramePr>
              <a:graphicFrameLocks noChangeAspect="1"/>
            </p:cNvGraphicFramePr>
            <p:nvPr/>
          </p:nvGraphicFramePr>
          <p:xfrm>
            <a:off x="1238" y="3257"/>
            <a:ext cx="261" cy="240"/>
          </p:xfrm>
          <a:graphic>
            <a:graphicData uri="http://schemas.openxmlformats.org/presentationml/2006/ole">
              <mc:AlternateContent xmlns:mc="http://schemas.openxmlformats.org/markup-compatibility/2006">
                <mc:Choice xmlns:v="urn:schemas-microsoft-com:vml" Requires="v">
                  <p:oleObj spid="_x0000_s7219" r:id="rId16" imgW="193040" imgH="175895" progId="Equation.3">
                    <p:embed/>
                  </p:oleObj>
                </mc:Choice>
                <mc:Fallback>
                  <p:oleObj r:id="rId16" imgW="193040" imgH="175895" progId="Equation.3">
                    <p:embed/>
                    <p:pic>
                      <p:nvPicPr>
                        <p:cNvPr id="0" name="图片 3101"/>
                        <p:cNvPicPr/>
                        <p:nvPr/>
                      </p:nvPicPr>
                      <p:blipFill>
                        <a:blip r:embed="rId17">
                          <a:clrChange>
                            <a:clrFrom>
                              <a:srgbClr val="000000"/>
                            </a:clrFrom>
                            <a:clrTo>
                              <a:srgbClr val="000000"/>
                            </a:clrTo>
                          </a:clrChange>
                        </a:blip>
                        <a:stretch>
                          <a:fillRect/>
                        </a:stretch>
                      </p:blipFill>
                      <p:spPr>
                        <a:xfrm>
                          <a:off x="1238" y="3257"/>
                          <a:ext cx="261" cy="240"/>
                        </a:xfrm>
                        <a:prstGeom prst="rect">
                          <a:avLst/>
                        </a:prstGeom>
                        <a:noFill/>
                        <a:ln w="38100">
                          <a:noFill/>
                          <a:miter/>
                        </a:ln>
                      </p:spPr>
                    </p:pic>
                  </p:oleObj>
                </mc:Fallback>
              </mc:AlternateContent>
            </a:graphicData>
          </a:graphic>
        </p:graphicFrame>
        <p:graphicFrame>
          <p:nvGraphicFramePr>
            <p:cNvPr id="18452" name="Object 8"/>
            <p:cNvGraphicFramePr>
              <a:graphicFrameLocks noChangeAspect="1"/>
            </p:cNvGraphicFramePr>
            <p:nvPr/>
          </p:nvGraphicFramePr>
          <p:xfrm>
            <a:off x="1247" y="2904"/>
            <a:ext cx="271" cy="296"/>
          </p:xfrm>
          <a:graphic>
            <a:graphicData uri="http://schemas.openxmlformats.org/presentationml/2006/ole">
              <mc:AlternateContent xmlns:mc="http://schemas.openxmlformats.org/markup-compatibility/2006">
                <mc:Choice xmlns:v="urn:schemas-microsoft-com:vml" Requires="v">
                  <p:oleObj spid="_x0000_s7220" r:id="rId18" imgW="209550" imgH="268605" progId="Equation.3">
                    <p:embed/>
                  </p:oleObj>
                </mc:Choice>
                <mc:Fallback>
                  <p:oleObj r:id="rId18" imgW="209550" imgH="268605" progId="Equation.3">
                    <p:embed/>
                    <p:pic>
                      <p:nvPicPr>
                        <p:cNvPr id="0" name="图片 3099"/>
                        <p:cNvPicPr/>
                        <p:nvPr/>
                      </p:nvPicPr>
                      <p:blipFill>
                        <a:blip r:embed="rId19">
                          <a:clrChange>
                            <a:clrFrom>
                              <a:srgbClr val="000000"/>
                            </a:clrFrom>
                            <a:clrTo>
                              <a:srgbClr val="FF3300"/>
                            </a:clrTo>
                          </a:clrChange>
                        </a:blip>
                        <a:stretch>
                          <a:fillRect/>
                        </a:stretch>
                      </p:blipFill>
                      <p:spPr>
                        <a:xfrm>
                          <a:off x="1247" y="2904"/>
                          <a:ext cx="271" cy="296"/>
                        </a:xfrm>
                        <a:prstGeom prst="rect">
                          <a:avLst/>
                        </a:prstGeom>
                        <a:noFill/>
                        <a:ln w="38100">
                          <a:noFill/>
                          <a:miter/>
                        </a:ln>
                      </p:spPr>
                    </p:pic>
                  </p:oleObj>
                </mc:Fallback>
              </mc:AlternateContent>
            </a:graphicData>
          </a:graphic>
        </p:graphicFrame>
        <p:graphicFrame>
          <p:nvGraphicFramePr>
            <p:cNvPr id="18453" name="Object 9"/>
            <p:cNvGraphicFramePr>
              <a:graphicFrameLocks noChangeAspect="1"/>
            </p:cNvGraphicFramePr>
            <p:nvPr/>
          </p:nvGraphicFramePr>
          <p:xfrm>
            <a:off x="1020" y="3466"/>
            <a:ext cx="318" cy="279"/>
          </p:xfrm>
          <a:graphic>
            <a:graphicData uri="http://schemas.openxmlformats.org/presentationml/2006/ole">
              <mc:AlternateContent xmlns:mc="http://schemas.openxmlformats.org/markup-compatibility/2006">
                <mc:Choice xmlns:v="urn:schemas-microsoft-com:vml" Requires="v">
                  <p:oleObj spid="_x0000_s7221" r:id="rId20" imgW="276860" imgH="243205" progId="Equation.3">
                    <p:embed/>
                  </p:oleObj>
                </mc:Choice>
                <mc:Fallback>
                  <p:oleObj r:id="rId20" imgW="276860" imgH="243205" progId="Equation.3">
                    <p:embed/>
                    <p:pic>
                      <p:nvPicPr>
                        <p:cNvPr id="0" name="图片 3100"/>
                        <p:cNvPicPr/>
                        <p:nvPr/>
                      </p:nvPicPr>
                      <p:blipFill>
                        <a:blip r:embed="rId21">
                          <a:clrChange>
                            <a:clrFrom>
                              <a:srgbClr val="000000"/>
                            </a:clrFrom>
                            <a:clrTo>
                              <a:srgbClr val="0000FF"/>
                            </a:clrTo>
                          </a:clrChange>
                        </a:blip>
                        <a:stretch>
                          <a:fillRect/>
                        </a:stretch>
                      </p:blipFill>
                      <p:spPr>
                        <a:xfrm>
                          <a:off x="1020" y="3466"/>
                          <a:ext cx="318" cy="279"/>
                        </a:xfrm>
                        <a:prstGeom prst="rect">
                          <a:avLst/>
                        </a:prstGeom>
                        <a:noFill/>
                        <a:ln w="38100">
                          <a:noFill/>
                          <a:miter/>
                        </a:ln>
                      </p:spPr>
                    </p:pic>
                  </p:oleObj>
                </mc:Fallback>
              </mc:AlternateContent>
            </a:graphicData>
          </a:graphic>
        </p:graphicFrame>
        <p:sp>
          <p:nvSpPr>
            <p:cNvPr id="18454" name="Line 85"/>
            <p:cNvSpPr/>
            <p:nvPr/>
          </p:nvSpPr>
          <p:spPr>
            <a:xfrm>
              <a:off x="336" y="3486"/>
              <a:ext cx="1776" cy="0"/>
            </a:xfrm>
            <a:prstGeom prst="line">
              <a:avLst/>
            </a:prstGeom>
            <a:ln w="44450" cap="flat" cmpd="sng">
              <a:solidFill>
                <a:srgbClr val="800000"/>
              </a:solidFill>
              <a:prstDash val="solid"/>
              <a:headEnd type="none" w="med" len="med"/>
              <a:tailEnd type="none" w="med" len="med"/>
            </a:ln>
          </p:spPr>
        </p:sp>
        <p:sp>
          <p:nvSpPr>
            <p:cNvPr id="18455" name="Arc 86"/>
            <p:cNvSpPr/>
            <p:nvPr/>
          </p:nvSpPr>
          <p:spPr>
            <a:xfrm>
              <a:off x="1200" y="3381"/>
              <a:ext cx="48" cy="9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254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8456" name="Text Box 87"/>
            <p:cNvSpPr txBox="1"/>
            <p:nvPr/>
          </p:nvSpPr>
          <p:spPr>
            <a:xfrm>
              <a:off x="240" y="3150"/>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p>
          </p:txBody>
        </p:sp>
        <p:sp>
          <p:nvSpPr>
            <p:cNvPr id="18457" name="Text Box 88"/>
            <p:cNvSpPr txBox="1"/>
            <p:nvPr/>
          </p:nvSpPr>
          <p:spPr>
            <a:xfrm>
              <a:off x="1968" y="3150"/>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18458" name="Line 89"/>
            <p:cNvSpPr/>
            <p:nvPr/>
          </p:nvSpPr>
          <p:spPr>
            <a:xfrm>
              <a:off x="336" y="3678"/>
              <a:ext cx="0" cy="192"/>
            </a:xfrm>
            <a:prstGeom prst="line">
              <a:avLst/>
            </a:prstGeom>
            <a:ln w="9525" cap="flat" cmpd="sng">
              <a:solidFill>
                <a:schemeClr val="tx1"/>
              </a:solidFill>
              <a:prstDash val="solid"/>
              <a:headEnd type="none" w="med" len="med"/>
              <a:tailEnd type="none" w="med" len="med"/>
            </a:ln>
          </p:spPr>
        </p:sp>
        <p:sp>
          <p:nvSpPr>
            <p:cNvPr id="18459" name="Line 90"/>
            <p:cNvSpPr/>
            <p:nvPr/>
          </p:nvSpPr>
          <p:spPr>
            <a:xfrm>
              <a:off x="2112" y="3630"/>
              <a:ext cx="0" cy="192"/>
            </a:xfrm>
            <a:prstGeom prst="line">
              <a:avLst/>
            </a:prstGeom>
            <a:ln w="9525" cap="flat" cmpd="sng">
              <a:solidFill>
                <a:schemeClr val="tx1"/>
              </a:solidFill>
              <a:prstDash val="solid"/>
              <a:headEnd type="none" w="med" len="med"/>
              <a:tailEnd type="none" w="med" len="med"/>
            </a:ln>
          </p:spPr>
        </p:sp>
        <p:sp>
          <p:nvSpPr>
            <p:cNvPr id="18460" name="Line 91"/>
            <p:cNvSpPr/>
            <p:nvPr/>
          </p:nvSpPr>
          <p:spPr>
            <a:xfrm>
              <a:off x="1584" y="3774"/>
              <a:ext cx="528" cy="0"/>
            </a:xfrm>
            <a:prstGeom prst="line">
              <a:avLst/>
            </a:prstGeom>
            <a:ln w="9525" cap="flat" cmpd="sng">
              <a:solidFill>
                <a:schemeClr val="tx1"/>
              </a:solidFill>
              <a:prstDash val="solid"/>
              <a:headEnd type="none" w="med" len="med"/>
              <a:tailEnd type="triangle" w="med" len="med"/>
            </a:ln>
          </p:spPr>
        </p:sp>
        <p:sp>
          <p:nvSpPr>
            <p:cNvPr id="18461" name="Line 92"/>
            <p:cNvSpPr/>
            <p:nvPr/>
          </p:nvSpPr>
          <p:spPr>
            <a:xfrm flipH="1">
              <a:off x="336" y="3774"/>
              <a:ext cx="912" cy="0"/>
            </a:xfrm>
            <a:prstGeom prst="line">
              <a:avLst/>
            </a:prstGeom>
            <a:ln w="9525" cap="flat" cmpd="sng">
              <a:solidFill>
                <a:schemeClr val="tx1"/>
              </a:solidFill>
              <a:prstDash val="solid"/>
              <a:headEnd type="none" w="med" len="med"/>
              <a:tailEnd type="triangle" w="med" len="med"/>
            </a:ln>
          </p:spPr>
        </p:sp>
        <p:sp>
          <p:nvSpPr>
            <p:cNvPr id="18462" name="Text Box 93"/>
            <p:cNvSpPr txBox="1"/>
            <p:nvPr/>
          </p:nvSpPr>
          <p:spPr>
            <a:xfrm>
              <a:off x="1296" y="3630"/>
              <a:ext cx="240"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i="1" dirty="0">
                  <a:latin typeface="Times New Roman" panose="02020603050405020304" pitchFamily="18" charset="0"/>
                </a:rPr>
                <a:t>S</a:t>
              </a:r>
            </a:p>
          </p:txBody>
        </p:sp>
        <p:sp>
          <p:nvSpPr>
            <p:cNvPr id="18463" name="Line 94"/>
            <p:cNvSpPr/>
            <p:nvPr/>
          </p:nvSpPr>
          <p:spPr>
            <a:xfrm flipV="1">
              <a:off x="1056" y="3102"/>
              <a:ext cx="480" cy="384"/>
            </a:xfrm>
            <a:prstGeom prst="line">
              <a:avLst/>
            </a:prstGeom>
            <a:ln w="31750" cap="flat" cmpd="sng">
              <a:solidFill>
                <a:srgbClr val="FF0000"/>
              </a:solidFill>
              <a:prstDash val="solid"/>
              <a:headEnd type="none" w="sm" len="sm"/>
              <a:tailEnd type="triangle" w="med" len="lg"/>
            </a:ln>
          </p:spPr>
        </p:sp>
        <p:sp>
          <p:nvSpPr>
            <p:cNvPr id="18464" name="Line 95"/>
            <p:cNvSpPr/>
            <p:nvPr/>
          </p:nvSpPr>
          <p:spPr>
            <a:xfrm flipV="1">
              <a:off x="1056" y="3486"/>
              <a:ext cx="288" cy="0"/>
            </a:xfrm>
            <a:prstGeom prst="line">
              <a:avLst/>
            </a:prstGeom>
            <a:ln w="31750" cap="flat" cmpd="sng">
              <a:solidFill>
                <a:srgbClr val="0000FF"/>
              </a:solidFill>
              <a:prstDash val="solid"/>
              <a:headEnd type="none" w="sm" len="sm"/>
              <a:tailEnd type="triangle" w="med" len="lg"/>
            </a:ln>
          </p:spPr>
        </p:sp>
      </p:grpSp>
      <p:graphicFrame>
        <p:nvGraphicFramePr>
          <p:cNvPr id="68653" name="Object 45"/>
          <p:cNvGraphicFramePr>
            <a:graphicFrameLocks noChangeAspect="1"/>
          </p:cNvGraphicFramePr>
          <p:nvPr/>
        </p:nvGraphicFramePr>
        <p:xfrm>
          <a:off x="5437188" y="1360488"/>
          <a:ext cx="2435225" cy="590550"/>
        </p:xfrm>
        <a:graphic>
          <a:graphicData uri="http://schemas.openxmlformats.org/presentationml/2006/ole">
            <mc:AlternateContent xmlns:mc="http://schemas.openxmlformats.org/markup-compatibility/2006">
              <mc:Choice xmlns:v="urn:schemas-microsoft-com:vml" Requires="v">
                <p:oleObj spid="_x0000_s7222" r:id="rId22" imgW="888365" imgH="215900" progId="Equation.DSMT4">
                  <p:embed/>
                </p:oleObj>
              </mc:Choice>
              <mc:Fallback>
                <p:oleObj r:id="rId22" imgW="888365" imgH="215900" progId="Equation.DSMT4">
                  <p:embed/>
                  <p:pic>
                    <p:nvPicPr>
                      <p:cNvPr id="0" name="图片 3126"/>
                      <p:cNvPicPr/>
                      <p:nvPr/>
                    </p:nvPicPr>
                    <p:blipFill>
                      <a:blip r:embed="rId23"/>
                      <a:stretch>
                        <a:fillRect/>
                      </a:stretch>
                    </p:blipFill>
                    <p:spPr>
                      <a:xfrm>
                        <a:off x="5437188" y="1360488"/>
                        <a:ext cx="2435225" cy="590550"/>
                      </a:xfrm>
                      <a:prstGeom prst="rect">
                        <a:avLst/>
                      </a:prstGeom>
                      <a:noFill/>
                      <a:ln w="38100">
                        <a:noFill/>
                        <a:miter/>
                      </a:ln>
                    </p:spPr>
                  </p:pic>
                </p:oleObj>
              </mc:Fallback>
            </mc:AlternateContent>
          </a:graphicData>
        </a:graphic>
      </p:graphicFrame>
      <p:grpSp>
        <p:nvGrpSpPr>
          <p:cNvPr id="5" name="Group 47"/>
          <p:cNvGrpSpPr/>
          <p:nvPr/>
        </p:nvGrpSpPr>
        <p:grpSpPr>
          <a:xfrm>
            <a:off x="3662363" y="2979738"/>
            <a:ext cx="4953000" cy="954087"/>
            <a:chOff x="3663099" y="2980491"/>
            <a:chExt cx="4953000" cy="954107"/>
          </a:xfrm>
        </p:grpSpPr>
        <p:sp>
          <p:nvSpPr>
            <p:cNvPr id="18449" name="Text Box 96"/>
            <p:cNvSpPr txBox="1"/>
            <p:nvPr/>
          </p:nvSpPr>
          <p:spPr>
            <a:xfrm>
              <a:off x="3663099" y="2980491"/>
              <a:ext cx="4953000" cy="95410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rPr>
                <a:t>    是与参考系有关的量，功的计算与参考系有关。</a:t>
              </a:r>
              <a:r>
                <a:rPr lang="zh-CN" altLang="en-US" sz="2400" dirty="0">
                  <a:latin typeface="Times New Roman" panose="02020603050405020304" pitchFamily="18" charset="0"/>
                </a:rPr>
                <a:t>                                            </a:t>
              </a:r>
            </a:p>
          </p:txBody>
        </p:sp>
        <p:graphicFrame>
          <p:nvGraphicFramePr>
            <p:cNvPr id="18450" name="Object 46"/>
            <p:cNvGraphicFramePr>
              <a:graphicFrameLocks noChangeAspect="1"/>
            </p:cNvGraphicFramePr>
            <p:nvPr/>
          </p:nvGraphicFramePr>
          <p:xfrm>
            <a:off x="3798200" y="2994154"/>
            <a:ext cx="371475" cy="484188"/>
          </p:xfrm>
          <a:graphic>
            <a:graphicData uri="http://schemas.openxmlformats.org/presentationml/2006/ole">
              <mc:AlternateContent xmlns:mc="http://schemas.openxmlformats.org/markup-compatibility/2006">
                <mc:Choice xmlns:v="urn:schemas-microsoft-com:vml" Requires="v">
                  <p:oleObj spid="_x0000_s7223" r:id="rId24" imgW="142875" imgH="209550" progId="Equation.DSMT4">
                    <p:embed/>
                  </p:oleObj>
                </mc:Choice>
                <mc:Fallback>
                  <p:oleObj r:id="rId24" imgW="142875" imgH="209550" progId="Equation.DSMT4">
                    <p:embed/>
                    <p:pic>
                      <p:nvPicPr>
                        <p:cNvPr id="0" name="图片 3127"/>
                        <p:cNvPicPr/>
                        <p:nvPr/>
                      </p:nvPicPr>
                      <p:blipFill>
                        <a:blip r:embed="rId25">
                          <a:clrChange>
                            <a:clrFrom>
                              <a:srgbClr val="000000"/>
                            </a:clrFrom>
                            <a:clrTo>
                              <a:srgbClr val="000000"/>
                            </a:clrTo>
                          </a:clrChange>
                        </a:blip>
                        <a:stretch>
                          <a:fillRect/>
                        </a:stretch>
                      </p:blipFill>
                      <p:spPr>
                        <a:xfrm>
                          <a:off x="3798200" y="2994154"/>
                          <a:ext cx="371475" cy="484188"/>
                        </a:xfrm>
                        <a:prstGeom prst="rect">
                          <a:avLst/>
                        </a:prstGeom>
                        <a:noFill/>
                        <a:ln w="38100">
                          <a:noFill/>
                          <a:miter/>
                        </a:ln>
                      </p:spPr>
                    </p:pic>
                  </p:oleObj>
                </mc:Fallback>
              </mc:AlternateContent>
            </a:graphicData>
          </a:graphic>
        </p:graphicFrame>
      </p:grpSp>
      <p:sp>
        <p:nvSpPr>
          <p:cNvPr id="47" name="Text Box 96"/>
          <p:cNvSpPr txBox="1"/>
          <p:nvPr/>
        </p:nvSpPr>
        <p:spPr>
          <a:xfrm>
            <a:off x="3871913" y="3802063"/>
            <a:ext cx="495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rPr>
              <a:t>    </a:t>
            </a:r>
            <a:endParaRPr lang="zh-CN" altLang="en-US" sz="2400"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50530"/>
                                        </p:tgtEl>
                                        <p:attrNameLst>
                                          <p:attrName>style.visibility</p:attrName>
                                        </p:attrNameLst>
                                      </p:cBhvr>
                                      <p:to>
                                        <p:strVal val="visible"/>
                                      </p:to>
                                    </p:set>
                                    <p:animEffect transition="in" filter="blinds(horizontal)">
                                      <p:cBhvr>
                                        <p:cTn id="7" dur="500"/>
                                        <p:tgtEl>
                                          <p:spTgt spid="150530"/>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68653"/>
                                        </p:tgtEl>
                                        <p:attrNameLst>
                                          <p:attrName>style.visibility</p:attrName>
                                        </p:attrNameLst>
                                      </p:cBhvr>
                                      <p:to>
                                        <p:strVal val="visible"/>
                                      </p:to>
                                    </p:set>
                                    <p:animEffect transition="in" filter="blinds(horizontal)">
                                      <p:cBhvr>
                                        <p:cTn id="16" dur="500"/>
                                        <p:tgtEl>
                                          <p:spTgt spid="6865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50600"/>
                                        </p:tgtEl>
                                        <p:attrNameLst>
                                          <p:attrName>style.visibility</p:attrName>
                                        </p:attrNameLst>
                                      </p:cBhvr>
                                      <p:to>
                                        <p:strVal val="visible"/>
                                      </p:to>
                                    </p:set>
                                    <p:animEffect transition="in" filter="box(in)">
                                      <p:cBhvr>
                                        <p:cTn id="25" dur="500"/>
                                        <p:tgtEl>
                                          <p:spTgt spid="150600"/>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150564"/>
                                        </p:tgtEl>
                                        <p:attrNameLst>
                                          <p:attrName>style.visibility</p:attrName>
                                        </p:attrNameLst>
                                      </p:cBhvr>
                                      <p:to>
                                        <p:strVal val="visible"/>
                                      </p:to>
                                    </p:set>
                                    <p:anim calcmode="lin" valueType="num">
                                      <p:cBhvr>
                                        <p:cTn id="30" dur="500" fill="hold"/>
                                        <p:tgtEl>
                                          <p:spTgt spid="150564"/>
                                        </p:tgtEl>
                                        <p:attrNameLst>
                                          <p:attrName>ppt_w</p:attrName>
                                        </p:attrNameLst>
                                      </p:cBhvr>
                                      <p:tavLst>
                                        <p:tav tm="0">
                                          <p:val>
                                            <p:fltVal val="0"/>
                                          </p:val>
                                        </p:tav>
                                        <p:tav tm="100000">
                                          <p:val>
                                            <p:strVal val="#ppt_w"/>
                                          </p:val>
                                        </p:tav>
                                      </p:tavLst>
                                    </p:anim>
                                    <p:anim calcmode="lin" valueType="num">
                                      <p:cBhvr>
                                        <p:cTn id="31" dur="500" fill="hold"/>
                                        <p:tgtEl>
                                          <p:spTgt spid="15056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10" fill="hold" nodeType="clickEffect">
                                  <p:stCondLst>
                                    <p:cond delay="0"/>
                                  </p:stCondLst>
                                  <p:childTnLst>
                                    <p:set>
                                      <p:cBhvr>
                                        <p:cTn id="35" dur="1" fill="hold">
                                          <p:stCondLst>
                                            <p:cond delay="0"/>
                                          </p:stCondLst>
                                        </p:cTn>
                                        <p:tgtEl>
                                          <p:spTgt spid="150531"/>
                                        </p:tgtEl>
                                        <p:attrNameLst>
                                          <p:attrName>style.visibility</p:attrName>
                                        </p:attrNameLst>
                                      </p:cBhvr>
                                      <p:to>
                                        <p:strVal val="visible"/>
                                      </p:to>
                                    </p:set>
                                    <p:anim calcmode="lin" valueType="num">
                                      <p:cBhvr>
                                        <p:cTn id="36" dur="500" fill="hold"/>
                                        <p:tgtEl>
                                          <p:spTgt spid="150531"/>
                                        </p:tgtEl>
                                        <p:attrNameLst>
                                          <p:attrName>ppt_w</p:attrName>
                                        </p:attrNameLst>
                                      </p:cBhvr>
                                      <p:tavLst>
                                        <p:tav tm="0">
                                          <p:val>
                                            <p:fltVal val="0"/>
                                          </p:val>
                                        </p:tav>
                                        <p:tav tm="100000">
                                          <p:val>
                                            <p:strVal val="#ppt_w"/>
                                          </p:val>
                                        </p:tav>
                                      </p:tavLst>
                                    </p:anim>
                                    <p:anim calcmode="lin" valueType="num">
                                      <p:cBhvr>
                                        <p:cTn id="37" dur="500" fill="hold"/>
                                        <p:tgtEl>
                                          <p:spTgt spid="150531"/>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150533"/>
                                        </p:tgtEl>
                                        <p:attrNameLst>
                                          <p:attrName>style.visibility</p:attrName>
                                        </p:attrNameLst>
                                      </p:cBhvr>
                                      <p:to>
                                        <p:strVal val="visible"/>
                                      </p:to>
                                    </p:set>
                                    <p:animEffect transition="in" filter="strips(downLeft)">
                                      <p:cBhvr>
                                        <p:cTn id="47" dur="500"/>
                                        <p:tgtEl>
                                          <p:spTgt spid="150533"/>
                                        </p:tgtEl>
                                      </p:cBhvr>
                                    </p:animEffect>
                                  </p:childTnLst>
                                </p:cTn>
                              </p:par>
                            </p:childTnLst>
                          </p:cTn>
                        </p:par>
                        <p:par>
                          <p:cTn id="48" fill="hold">
                            <p:stCondLst>
                              <p:cond delay="500"/>
                            </p:stCondLst>
                            <p:childTnLst>
                              <p:par>
                                <p:cTn id="49" presetID="3" presetClass="entr" presetSubtype="10" fill="hold" nodeType="after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blinds(horizontal)">
                                      <p:cBhvr>
                                        <p:cTn id="51" dur="500"/>
                                        <p:tgtEl>
                                          <p:spTgt spid="4"/>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16" fill="hold" nodeType="clickEffect">
                                  <p:stCondLst>
                                    <p:cond delay="0"/>
                                  </p:stCondLst>
                                  <p:childTnLst>
                                    <p:set>
                                      <p:cBhvr>
                                        <p:cTn id="55" dur="1" fill="hold">
                                          <p:stCondLst>
                                            <p:cond delay="0"/>
                                          </p:stCondLst>
                                        </p:cTn>
                                        <p:tgtEl>
                                          <p:spTgt spid="150577"/>
                                        </p:tgtEl>
                                        <p:attrNameLst>
                                          <p:attrName>style.visibility</p:attrName>
                                        </p:attrNameLst>
                                      </p:cBhvr>
                                      <p:to>
                                        <p:strVal val="visible"/>
                                      </p:to>
                                    </p:set>
                                    <p:animEffect transition="in" filter="box(in)">
                                      <p:cBhvr>
                                        <p:cTn id="56" dur="500"/>
                                        <p:tgtEl>
                                          <p:spTgt spid="150577"/>
                                        </p:tgtEl>
                                      </p:cBhvr>
                                    </p:animEffect>
                                  </p:childTnLst>
                                </p:cTn>
                              </p:par>
                            </p:childTnLst>
                          </p:cTn>
                        </p:par>
                        <p:par>
                          <p:cTn id="57" fill="hold">
                            <p:stCondLst>
                              <p:cond delay="500"/>
                            </p:stCondLst>
                            <p:childTnLst>
                              <p:par>
                                <p:cTn id="58" presetID="4" presetClass="entr" presetSubtype="16" fill="hold" nodeType="afterEffect">
                                  <p:stCondLst>
                                    <p:cond delay="0"/>
                                  </p:stCondLst>
                                  <p:childTnLst>
                                    <p:set>
                                      <p:cBhvr>
                                        <p:cTn id="59" dur="1" fill="hold">
                                          <p:stCondLst>
                                            <p:cond delay="0"/>
                                          </p:stCondLst>
                                        </p:cTn>
                                        <p:tgtEl>
                                          <p:spTgt spid="150542"/>
                                        </p:tgtEl>
                                        <p:attrNameLst>
                                          <p:attrName>style.visibility</p:attrName>
                                        </p:attrNameLst>
                                      </p:cBhvr>
                                      <p:to>
                                        <p:strVal val="visible"/>
                                      </p:to>
                                    </p:set>
                                    <p:animEffect transition="in" filter="box(in)">
                                      <p:cBhvr>
                                        <p:cTn id="60" dur="500"/>
                                        <p:tgtEl>
                                          <p:spTgt spid="150542"/>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nodeType="clickEffect">
                                  <p:stCondLst>
                                    <p:cond delay="0"/>
                                  </p:stCondLst>
                                  <p:childTnLst>
                                    <p:set>
                                      <p:cBhvr>
                                        <p:cTn id="64" dur="1" fill="hold">
                                          <p:stCondLst>
                                            <p:cond delay="0"/>
                                          </p:stCondLst>
                                        </p:cTn>
                                        <p:tgtEl>
                                          <p:spTgt spid="150578"/>
                                        </p:tgtEl>
                                        <p:attrNameLst>
                                          <p:attrName>style.visibility</p:attrName>
                                        </p:attrNameLst>
                                      </p:cBhvr>
                                      <p:to>
                                        <p:strVal val="visible"/>
                                      </p:to>
                                    </p:set>
                                    <p:animEffect transition="in" filter="box(in)">
                                      <p:cBhvr>
                                        <p:cTn id="65" dur="500"/>
                                        <p:tgtEl>
                                          <p:spTgt spid="150578"/>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42" fill="hold"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barn(outHorizontal)">
                                      <p:cBhvr>
                                        <p:cTn id="7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p:bldP spid="150531" grpId="0"/>
      <p:bldP spid="150533" grpId="0"/>
      <p:bldP spid="150564"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6</a:t>
            </a:fld>
            <a:endParaRPr lang="en-US" altLang="zh-CN" sz="1800" dirty="0">
              <a:solidFill>
                <a:schemeClr val="accent2"/>
              </a:solidFill>
            </a:endParaRPr>
          </a:p>
        </p:txBody>
      </p:sp>
      <p:sp>
        <p:nvSpPr>
          <p:cNvPr id="155650" name="Text Box 2"/>
          <p:cNvSpPr txBox="1">
            <a:spLocks noChangeArrowheads="1"/>
          </p:cNvSpPr>
          <p:nvPr/>
        </p:nvSpPr>
        <p:spPr bwMode="auto">
          <a:xfrm>
            <a:off x="314325" y="76200"/>
            <a:ext cx="5562600" cy="433388"/>
          </a:xfrm>
          <a:prstGeom prst="rect">
            <a:avLst/>
          </a:prstGeom>
          <a:noFill/>
          <a:ln w="9525">
            <a:noFill/>
            <a:miter lim="800000"/>
          </a:ln>
          <a:effectLst/>
        </p:spPr>
        <p:txBody>
          <a:bodyPr>
            <a:spAutoFit/>
          </a:bodyPr>
          <a:lstStyle/>
          <a:p>
            <a:pPr marR="0" defTabSz="914400" eaLnBrk="1" hangingPunct="1">
              <a:lnSpc>
                <a:spcPct val="80000"/>
              </a:lnSpc>
              <a:spcBef>
                <a:spcPct val="50000"/>
              </a:spcBef>
              <a:buClrTx/>
              <a:buSzTx/>
              <a:buFontTx/>
              <a:buNone/>
              <a:defRPr/>
            </a:pPr>
            <a:r>
              <a:rPr kumimoji="1" lang="zh-CN" altLang="en-US" sz="2800" b="1"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四、几个力的功：</a:t>
            </a:r>
          </a:p>
        </p:txBody>
      </p:sp>
      <p:sp>
        <p:nvSpPr>
          <p:cNvPr id="155652" name="Text Box 4"/>
          <p:cNvSpPr txBox="1">
            <a:spLocks noChangeArrowheads="1"/>
          </p:cNvSpPr>
          <p:nvPr/>
        </p:nvSpPr>
        <p:spPr bwMode="auto">
          <a:xfrm>
            <a:off x="341313" y="2070100"/>
            <a:ext cx="3124200" cy="51911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2800" b="1" kern="1200" cap="none" spc="0" normalizeH="0" baseline="0" noProof="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五、功的单位：</a:t>
            </a:r>
          </a:p>
        </p:txBody>
      </p:sp>
      <p:sp>
        <p:nvSpPr>
          <p:cNvPr id="155653" name="Text Box 5"/>
          <p:cNvSpPr txBox="1">
            <a:spLocks noChangeArrowheads="1"/>
          </p:cNvSpPr>
          <p:nvPr/>
        </p:nvSpPr>
        <p:spPr bwMode="auto">
          <a:xfrm>
            <a:off x="3084513" y="2070100"/>
            <a:ext cx="4343400" cy="519113"/>
          </a:xfrm>
          <a:prstGeom prst="rect">
            <a:avLst/>
          </a:prstGeom>
          <a:noFill/>
          <a:ln w="9525">
            <a:noFill/>
            <a:miter lim="800000"/>
          </a:ln>
          <a:effectLst/>
        </p:spPr>
        <p:txBody>
          <a:bodyPr>
            <a:spAutoFit/>
          </a:bodyPr>
          <a:lstStyle/>
          <a:p>
            <a:pPr marR="0" defTabSz="914400">
              <a:buClrTx/>
              <a:buSzTx/>
              <a:buFontTx/>
              <a:buNone/>
              <a:defRPr/>
            </a:pP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焦耳</a:t>
            </a:r>
            <a:r>
              <a:rPr kumimoji="1" lang="zh-CN" altLang="en-US" sz="2800" b="1" kern="1200" cap="none" spc="0" normalizeH="0" baseline="0" noProof="0" dirty="0">
                <a:solidFill>
                  <a:srgbClr val="0000FF"/>
                </a:solidFill>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solidFill>
                  <a:srgbClr val="0000FF"/>
                </a:solidFill>
                <a:latin typeface="Times New Roman" panose="02020603050405020304" pitchFamily="18" charset="0"/>
                <a:ea typeface="宋体" panose="02010600030101010101" pitchFamily="2" charset="-122"/>
                <a:cs typeface="+mn-cs"/>
              </a:rPr>
              <a:t>J</a:t>
            </a:r>
            <a:r>
              <a:rPr kumimoji="1" lang="zh-CN" altLang="en-US" sz="2800" b="1" kern="1200" cap="none" spc="0" normalizeH="0" baseline="0" noProof="0" dirty="0">
                <a:solidFill>
                  <a:srgbClr val="0000FF"/>
                </a:solidFill>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solidFill>
                  <a:srgbClr val="0000FF"/>
                </a:solidFill>
                <a:latin typeface="Times New Roman" panose="02020603050405020304" pitchFamily="18" charset="0"/>
                <a:ea typeface="宋体" panose="02010600030101010101" pitchFamily="2" charset="-122"/>
                <a:cs typeface="+mn-cs"/>
              </a:rPr>
              <a:t>,   </a:t>
            </a:r>
            <a:r>
              <a:rPr kumimoji="1" lang="en-US" altLang="zh-CN" sz="2800" b="1" kern="1200" cap="none" spc="0" normalizeH="0" baseline="0" noProof="0" dirty="0">
                <a:latin typeface="Times New Roman" panose="02020603050405020304" pitchFamily="18" charset="0"/>
                <a:ea typeface="宋体" panose="02010600030101010101" pitchFamily="2" charset="-122"/>
                <a:cs typeface="+mn-cs"/>
              </a:rPr>
              <a:t>1J</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latin typeface="Times New Roman" panose="02020603050405020304" pitchFamily="18" charset="0"/>
                <a:ea typeface="宋体" panose="02010600030101010101" pitchFamily="2" charset="-122"/>
                <a:cs typeface="+mn-cs"/>
              </a:rPr>
              <a:t>1N·m</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a:t>
            </a:r>
          </a:p>
        </p:txBody>
      </p:sp>
      <p:sp>
        <p:nvSpPr>
          <p:cNvPr id="155655" name="Text Box 7"/>
          <p:cNvSpPr txBox="1">
            <a:spLocks noChangeArrowheads="1"/>
          </p:cNvSpPr>
          <p:nvPr/>
        </p:nvSpPr>
        <p:spPr bwMode="auto">
          <a:xfrm>
            <a:off x="333375" y="2687638"/>
            <a:ext cx="8001000" cy="519113"/>
          </a:xfrm>
          <a:prstGeom prst="rect">
            <a:avLst/>
          </a:prstGeom>
          <a:noFill/>
          <a:ln w="9525">
            <a:noFill/>
            <a:miter lim="800000"/>
          </a:ln>
          <a:effectLst/>
        </p:spPr>
        <p:txBody>
          <a:bodyPr>
            <a:spAutoFit/>
          </a:bodyPr>
          <a:lstStyle/>
          <a:p>
            <a:pPr marR="0" defTabSz="914400" eaLnBrk="1" hangingPunct="1">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六、功率：</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为衡量力做功的快慢程度的物理量</a:t>
            </a:r>
          </a:p>
        </p:txBody>
      </p:sp>
      <p:sp>
        <p:nvSpPr>
          <p:cNvPr id="155656" name="Text Box 8"/>
          <p:cNvSpPr txBox="1"/>
          <p:nvPr/>
        </p:nvSpPr>
        <p:spPr>
          <a:xfrm>
            <a:off x="409575" y="4211638"/>
            <a:ext cx="8077200"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50000"/>
              </a:spcBef>
              <a:buNone/>
            </a:pPr>
            <a:r>
              <a:rPr lang="zh-CN" altLang="en-US" sz="2800" b="1" dirty="0">
                <a:latin typeface="Times New Roman" panose="02020603050405020304" pitchFamily="18" charset="0"/>
              </a:rPr>
              <a:t>功率愈大，做同样的功所花费的时间就愈少，做功的效率也愈高。</a:t>
            </a:r>
          </a:p>
        </p:txBody>
      </p:sp>
      <p:sp>
        <p:nvSpPr>
          <p:cNvPr id="155657" name="Text Box 9"/>
          <p:cNvSpPr txBox="1">
            <a:spLocks noChangeArrowheads="1"/>
          </p:cNvSpPr>
          <p:nvPr/>
        </p:nvSpPr>
        <p:spPr bwMode="auto">
          <a:xfrm>
            <a:off x="409575" y="5354638"/>
            <a:ext cx="6651625" cy="51911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功率的单位为</a:t>
            </a: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瓦特</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latin typeface="Times New Roman" panose="02020603050405020304" pitchFamily="18" charset="0"/>
                <a:ea typeface="宋体" panose="02010600030101010101" pitchFamily="2" charset="-122"/>
                <a:cs typeface="+mn-cs"/>
              </a:rPr>
              <a:t>1W</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sz="2800" b="1" kern="1200" cap="none" spc="0" normalizeH="0" baseline="0" noProof="0" dirty="0">
                <a:latin typeface="Times New Roman" panose="02020603050405020304" pitchFamily="18" charset="0"/>
                <a:ea typeface="宋体" panose="02010600030101010101" pitchFamily="2" charset="-122"/>
                <a:cs typeface="+mn-cs"/>
              </a:rPr>
              <a:t>1J/s</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a:t>
            </a:r>
          </a:p>
        </p:txBody>
      </p:sp>
      <p:graphicFrame>
        <p:nvGraphicFramePr>
          <p:cNvPr id="155660" name="Object 2"/>
          <p:cNvGraphicFramePr>
            <a:graphicFrameLocks noChangeAspect="1"/>
          </p:cNvGraphicFramePr>
          <p:nvPr/>
        </p:nvGraphicFramePr>
        <p:xfrm>
          <a:off x="995363" y="3340100"/>
          <a:ext cx="1314450" cy="879475"/>
        </p:xfrm>
        <a:graphic>
          <a:graphicData uri="http://schemas.openxmlformats.org/presentationml/2006/ole">
            <mc:AlternateContent xmlns:mc="http://schemas.openxmlformats.org/markup-compatibility/2006">
              <mc:Choice xmlns:v="urn:schemas-microsoft-com:vml" Requires="v">
                <p:oleObj spid="_x0000_s8209" r:id="rId4" imgW="847090" imgH="528320" progId="Equation.3">
                  <p:embed/>
                </p:oleObj>
              </mc:Choice>
              <mc:Fallback>
                <p:oleObj r:id="rId4" imgW="847090" imgH="528320" progId="Equation.3">
                  <p:embed/>
                  <p:pic>
                    <p:nvPicPr>
                      <p:cNvPr id="0" name="图片 3128"/>
                      <p:cNvPicPr/>
                      <p:nvPr/>
                    </p:nvPicPr>
                    <p:blipFill>
                      <a:blip r:embed="rId5">
                        <a:clrChange>
                          <a:clrFrom>
                            <a:srgbClr val="000000"/>
                          </a:clrFrom>
                          <a:clrTo>
                            <a:srgbClr val="000000"/>
                          </a:clrTo>
                        </a:clrChange>
                      </a:blip>
                      <a:stretch>
                        <a:fillRect/>
                      </a:stretch>
                    </p:blipFill>
                    <p:spPr>
                      <a:xfrm>
                        <a:off x="995363" y="3340100"/>
                        <a:ext cx="1314450" cy="879475"/>
                      </a:xfrm>
                      <a:prstGeom prst="rect">
                        <a:avLst/>
                      </a:prstGeom>
                      <a:noFill/>
                      <a:ln w="38100">
                        <a:noFill/>
                        <a:miter/>
                      </a:ln>
                    </p:spPr>
                  </p:pic>
                </p:oleObj>
              </mc:Fallback>
            </mc:AlternateContent>
          </a:graphicData>
        </a:graphic>
      </p:graphicFrame>
      <p:graphicFrame>
        <p:nvGraphicFramePr>
          <p:cNvPr id="155661" name="Object 3"/>
          <p:cNvGraphicFramePr>
            <a:graphicFrameLocks noChangeAspect="1"/>
          </p:cNvGraphicFramePr>
          <p:nvPr/>
        </p:nvGraphicFramePr>
        <p:xfrm>
          <a:off x="1268413" y="403225"/>
          <a:ext cx="6332537" cy="1114425"/>
        </p:xfrm>
        <a:graphic>
          <a:graphicData uri="http://schemas.openxmlformats.org/presentationml/2006/ole">
            <mc:AlternateContent xmlns:mc="http://schemas.openxmlformats.org/markup-compatibility/2006">
              <mc:Choice xmlns:v="urn:schemas-microsoft-com:vml" Requires="v">
                <p:oleObj spid="_x0000_s8210" r:id="rId6" imgW="4630420" imgH="738505" progId="Equation.3">
                  <p:embed/>
                </p:oleObj>
              </mc:Choice>
              <mc:Fallback>
                <p:oleObj r:id="rId6" imgW="4630420" imgH="738505" progId="Equation.3">
                  <p:embed/>
                  <p:pic>
                    <p:nvPicPr>
                      <p:cNvPr id="0" name="图片 3130"/>
                      <p:cNvPicPr/>
                      <p:nvPr/>
                    </p:nvPicPr>
                    <p:blipFill>
                      <a:blip r:embed="rId7">
                        <a:clrChange>
                          <a:clrFrom>
                            <a:srgbClr val="000000"/>
                          </a:clrFrom>
                          <a:clrTo>
                            <a:srgbClr val="000000"/>
                          </a:clrTo>
                        </a:clrChange>
                      </a:blip>
                      <a:stretch>
                        <a:fillRect/>
                      </a:stretch>
                    </p:blipFill>
                    <p:spPr>
                      <a:xfrm>
                        <a:off x="1268413" y="403225"/>
                        <a:ext cx="6332537" cy="1114425"/>
                      </a:xfrm>
                      <a:prstGeom prst="rect">
                        <a:avLst/>
                      </a:prstGeom>
                      <a:noFill/>
                      <a:ln w="38100">
                        <a:noFill/>
                        <a:miter/>
                      </a:ln>
                    </p:spPr>
                  </p:pic>
                </p:oleObj>
              </mc:Fallback>
            </mc:AlternateContent>
          </a:graphicData>
        </a:graphic>
      </p:graphicFrame>
      <p:graphicFrame>
        <p:nvGraphicFramePr>
          <p:cNvPr id="155662" name="Object 4"/>
          <p:cNvGraphicFramePr>
            <a:graphicFrameLocks noChangeAspect="1"/>
          </p:cNvGraphicFramePr>
          <p:nvPr/>
        </p:nvGraphicFramePr>
        <p:xfrm>
          <a:off x="3068638" y="1455738"/>
          <a:ext cx="4027487" cy="603250"/>
        </p:xfrm>
        <a:graphic>
          <a:graphicData uri="http://schemas.openxmlformats.org/presentationml/2006/ole">
            <mc:AlternateContent xmlns:mc="http://schemas.openxmlformats.org/markup-compatibility/2006">
              <mc:Choice xmlns:v="urn:schemas-microsoft-com:vml" Requires="v">
                <p:oleObj spid="_x0000_s8211" r:id="rId8" imgW="2592070" imgH="327025" progId="Equation.3">
                  <p:embed/>
                </p:oleObj>
              </mc:Choice>
              <mc:Fallback>
                <p:oleObj r:id="rId8" imgW="2592070" imgH="327025" progId="Equation.3">
                  <p:embed/>
                  <p:pic>
                    <p:nvPicPr>
                      <p:cNvPr id="0" name="图片 3131"/>
                      <p:cNvPicPr/>
                      <p:nvPr/>
                    </p:nvPicPr>
                    <p:blipFill>
                      <a:blip r:embed="rId9">
                        <a:clrChange>
                          <a:clrFrom>
                            <a:srgbClr val="000000"/>
                          </a:clrFrom>
                          <a:clrTo>
                            <a:srgbClr val="000000"/>
                          </a:clrTo>
                        </a:clrChange>
                      </a:blip>
                      <a:stretch>
                        <a:fillRect/>
                      </a:stretch>
                    </p:blipFill>
                    <p:spPr>
                      <a:xfrm>
                        <a:off x="3068638" y="1455738"/>
                        <a:ext cx="4027487" cy="603250"/>
                      </a:xfrm>
                      <a:prstGeom prst="rect">
                        <a:avLst/>
                      </a:prstGeom>
                      <a:noFill/>
                      <a:ln w="38100">
                        <a:noFill/>
                        <a:miter/>
                      </a:ln>
                    </p:spPr>
                  </p:pic>
                </p:oleObj>
              </mc:Fallback>
            </mc:AlternateContent>
          </a:graphicData>
        </a:graphic>
      </p:graphicFrame>
      <p:graphicFrame>
        <p:nvGraphicFramePr>
          <p:cNvPr id="155663" name="Object 5"/>
          <p:cNvGraphicFramePr>
            <a:graphicFrameLocks noChangeAspect="1"/>
          </p:cNvGraphicFramePr>
          <p:nvPr/>
        </p:nvGraphicFramePr>
        <p:xfrm>
          <a:off x="2325688" y="3268663"/>
          <a:ext cx="4264025" cy="944562"/>
        </p:xfrm>
        <a:graphic>
          <a:graphicData uri="http://schemas.openxmlformats.org/presentationml/2006/ole">
            <mc:AlternateContent xmlns:mc="http://schemas.openxmlformats.org/markup-compatibility/2006">
              <mc:Choice xmlns:v="urn:schemas-microsoft-com:vml" Requires="v">
                <p:oleObj spid="_x0000_s8212" r:id="rId10" imgW="2868930" imgH="570230" progId="Equation.3">
                  <p:embed/>
                </p:oleObj>
              </mc:Choice>
              <mc:Fallback>
                <p:oleObj r:id="rId10" imgW="2868930" imgH="570230" progId="Equation.3">
                  <p:embed/>
                  <p:pic>
                    <p:nvPicPr>
                      <p:cNvPr id="0" name="图片 3129"/>
                      <p:cNvPicPr/>
                      <p:nvPr/>
                    </p:nvPicPr>
                    <p:blipFill>
                      <a:blip r:embed="rId11">
                        <a:clrChange>
                          <a:clrFrom>
                            <a:srgbClr val="000000"/>
                          </a:clrFrom>
                          <a:clrTo>
                            <a:srgbClr val="000000"/>
                          </a:clrTo>
                        </a:clrChange>
                      </a:blip>
                      <a:stretch>
                        <a:fillRect/>
                      </a:stretch>
                    </p:blipFill>
                    <p:spPr>
                      <a:xfrm>
                        <a:off x="2325688" y="3268663"/>
                        <a:ext cx="4264025" cy="944562"/>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set>
                                      <p:cBhvr>
                                        <p:cTn id="6" dur="1" fill="hold">
                                          <p:stCondLst>
                                            <p:cond delay="499"/>
                                          </p:stCondLst>
                                        </p:cTn>
                                        <p:tgtEl>
                                          <p:spTgt spid="155650"/>
                                        </p:tgtEl>
                                        <p:attrNameLst>
                                          <p:attrName>style.visibility</p:attrName>
                                        </p:attrNameLst>
                                      </p:cBhvr>
                                      <p:to>
                                        <p:strVal val="visible"/>
                                      </p:to>
                                    </p:set>
                                    <p:anim to="" calcmode="lin" valueType="num">
                                      <p:cBhvr>
                                        <p:cTn id="7" dur="1" fill="hold"/>
                                        <p:tgtEl>
                                          <p:spTgt spid="155650"/>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5661"/>
                                        </p:tgtEl>
                                        <p:attrNameLst>
                                          <p:attrName>style.visibility</p:attrName>
                                        </p:attrNameLst>
                                      </p:cBhvr>
                                      <p:to>
                                        <p:strVal val="visible"/>
                                      </p:to>
                                    </p:set>
                                    <p:animEffect transition="in" filter="blinds(horizontal)">
                                      <p:cBhvr>
                                        <p:cTn id="12" dur="500"/>
                                        <p:tgtEl>
                                          <p:spTgt spid="15566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5662"/>
                                        </p:tgtEl>
                                        <p:attrNameLst>
                                          <p:attrName>style.visibility</p:attrName>
                                        </p:attrNameLst>
                                      </p:cBhvr>
                                      <p:to>
                                        <p:strVal val="visible"/>
                                      </p:to>
                                    </p:set>
                                    <p:animEffect transition="in" filter="blinds(horizontal)">
                                      <p:cBhvr>
                                        <p:cTn id="17" dur="500"/>
                                        <p:tgtEl>
                                          <p:spTgt spid="15566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55652"/>
                                        </p:tgtEl>
                                        <p:attrNameLst>
                                          <p:attrName>style.visibility</p:attrName>
                                        </p:attrNameLst>
                                      </p:cBhvr>
                                      <p:to>
                                        <p:strVal val="visible"/>
                                      </p:to>
                                    </p:set>
                                    <p:animEffect transition="in" filter="barn(outHorizontal)">
                                      <p:cBhvr>
                                        <p:cTn id="22" dur="500"/>
                                        <p:tgtEl>
                                          <p:spTgt spid="15565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155653"/>
                                        </p:tgtEl>
                                        <p:attrNameLst>
                                          <p:attrName>style.visibility</p:attrName>
                                        </p:attrNameLst>
                                      </p:cBhvr>
                                      <p:to>
                                        <p:strVal val="visible"/>
                                      </p:to>
                                    </p:set>
                                    <p:animEffect transition="in" filter="barn(outHorizontal)">
                                      <p:cBhvr>
                                        <p:cTn id="27" dur="500"/>
                                        <p:tgtEl>
                                          <p:spTgt spid="15565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5655"/>
                                        </p:tgtEl>
                                        <p:attrNameLst>
                                          <p:attrName>style.visibility</p:attrName>
                                        </p:attrNameLst>
                                      </p:cBhvr>
                                      <p:to>
                                        <p:strVal val="visible"/>
                                      </p:to>
                                    </p:set>
                                    <p:animEffect transition="in" filter="blinds(horizontal)">
                                      <p:cBhvr>
                                        <p:cTn id="32" dur="500"/>
                                        <p:tgtEl>
                                          <p:spTgt spid="15565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55660"/>
                                        </p:tgtEl>
                                        <p:attrNameLst>
                                          <p:attrName>style.visibility</p:attrName>
                                        </p:attrNameLst>
                                      </p:cBhvr>
                                      <p:to>
                                        <p:strVal val="visible"/>
                                      </p:to>
                                    </p:set>
                                    <p:animEffect transition="in" filter="box(in)">
                                      <p:cBhvr>
                                        <p:cTn id="37" dur="500"/>
                                        <p:tgtEl>
                                          <p:spTgt spid="15566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55663"/>
                                        </p:tgtEl>
                                        <p:attrNameLst>
                                          <p:attrName>style.visibility</p:attrName>
                                        </p:attrNameLst>
                                      </p:cBhvr>
                                      <p:to>
                                        <p:strVal val="visible"/>
                                      </p:to>
                                    </p:set>
                                    <p:animEffect transition="in" filter="box(in)">
                                      <p:cBhvr>
                                        <p:cTn id="42" dur="500"/>
                                        <p:tgtEl>
                                          <p:spTgt spid="155663"/>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155656"/>
                                        </p:tgtEl>
                                        <p:attrNameLst>
                                          <p:attrName>style.visibility</p:attrName>
                                        </p:attrNameLst>
                                      </p:cBhvr>
                                      <p:to>
                                        <p:strVal val="visible"/>
                                      </p:to>
                                    </p:set>
                                    <p:anim calcmode="lin" valueType="num">
                                      <p:cBhvr>
                                        <p:cTn id="47" dur="500" fill="hold"/>
                                        <p:tgtEl>
                                          <p:spTgt spid="155656"/>
                                        </p:tgtEl>
                                        <p:attrNameLst>
                                          <p:attrName>ppt_w</p:attrName>
                                        </p:attrNameLst>
                                      </p:cBhvr>
                                      <p:tavLst>
                                        <p:tav tm="0">
                                          <p:val>
                                            <p:fltVal val="0"/>
                                          </p:val>
                                        </p:tav>
                                        <p:tav tm="100000">
                                          <p:val>
                                            <p:strVal val="#ppt_w"/>
                                          </p:val>
                                        </p:tav>
                                      </p:tavLst>
                                    </p:anim>
                                    <p:anim calcmode="lin" valueType="num">
                                      <p:cBhvr>
                                        <p:cTn id="48" dur="500" fill="hold"/>
                                        <p:tgtEl>
                                          <p:spTgt spid="155656"/>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8" presetClass="entr" presetSubtype="12" fill="hold" nodeType="clickEffect">
                                  <p:stCondLst>
                                    <p:cond delay="0"/>
                                  </p:stCondLst>
                                  <p:childTnLst>
                                    <p:set>
                                      <p:cBhvr>
                                        <p:cTn id="52" dur="1" fill="hold">
                                          <p:stCondLst>
                                            <p:cond delay="0"/>
                                          </p:stCondLst>
                                        </p:cTn>
                                        <p:tgtEl>
                                          <p:spTgt spid="155657"/>
                                        </p:tgtEl>
                                        <p:attrNameLst>
                                          <p:attrName>style.visibility</p:attrName>
                                        </p:attrNameLst>
                                      </p:cBhvr>
                                      <p:to>
                                        <p:strVal val="visible"/>
                                      </p:to>
                                    </p:set>
                                    <p:animEffect transition="in" filter="strips(downLeft)">
                                      <p:cBhvr>
                                        <p:cTn id="53" dur="500"/>
                                        <p:tgtEl>
                                          <p:spTgt spid="155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P spid="155652" grpId="0"/>
      <p:bldP spid="155653" grpId="0"/>
      <p:bldP spid="155655" grpId="0"/>
      <p:bldP spid="155656" grpId="0"/>
      <p:bldP spid="15565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7</a:t>
            </a:fld>
            <a:endParaRPr lang="en-US" altLang="zh-CN" sz="1800" dirty="0">
              <a:solidFill>
                <a:schemeClr val="accent2"/>
              </a:solidFill>
            </a:endParaRPr>
          </a:p>
        </p:txBody>
      </p:sp>
      <p:sp>
        <p:nvSpPr>
          <p:cNvPr id="154628" name="Text Box 4"/>
          <p:cNvSpPr txBox="1">
            <a:spLocks noChangeArrowheads="1"/>
          </p:cNvSpPr>
          <p:nvPr/>
        </p:nvSpPr>
        <p:spPr bwMode="auto">
          <a:xfrm>
            <a:off x="1757363" y="130175"/>
            <a:ext cx="5407025" cy="568325"/>
          </a:xfrm>
          <a:prstGeom prst="rect">
            <a:avLst/>
          </a:prstGeom>
          <a:noFill/>
          <a:ln w="9525">
            <a:noFill/>
            <a:miter lim="800000"/>
          </a:ln>
          <a:effectLst/>
        </p:spPr>
        <p:txBody>
          <a:bodyPr>
            <a:spAutoFit/>
          </a:bodyPr>
          <a:lstStyle/>
          <a:p>
            <a:pPr marR="0" algn="ctr" defTabSz="914400" eaLnBrk="1" hangingPunct="1">
              <a:lnSpc>
                <a:spcPct val="110000"/>
              </a:lnSpc>
              <a:spcBef>
                <a:spcPct val="20000"/>
              </a:spcBef>
              <a:buClr>
                <a:schemeClr val="accent2"/>
              </a:buClr>
              <a:buSzPct val="80000"/>
              <a:buFont typeface="Wingdings" panose="05000000000000000000" pitchFamily="2" charset="2"/>
              <a:buNone/>
              <a:defRPr/>
            </a:pPr>
            <a:r>
              <a:rPr kumimoji="1" lang="zh-CN" altLang="en-US" sz="3200" b="1" kern="1200" cap="none" spc="0" normalizeH="0" baseline="0" noProof="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n-cs"/>
              </a:rPr>
              <a:t>第</a:t>
            </a:r>
            <a:r>
              <a:rPr kumimoji="1" lang="en-US" altLang="zh-CN" sz="3200" b="1" kern="1200" cap="none" spc="0" normalizeH="0" baseline="0" noProof="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n-cs"/>
              </a:rPr>
              <a:t>9</a:t>
            </a:r>
            <a:r>
              <a:rPr kumimoji="1" lang="zh-CN" altLang="en-US" sz="3200" b="1" kern="1200" cap="none" spc="0" normalizeH="0" baseline="0" noProof="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n-cs"/>
              </a:rPr>
              <a:t>节  动能  动能定理</a:t>
            </a:r>
          </a:p>
        </p:txBody>
      </p:sp>
      <p:sp>
        <p:nvSpPr>
          <p:cNvPr id="154631" name="Text Box 7"/>
          <p:cNvSpPr txBox="1"/>
          <p:nvPr/>
        </p:nvSpPr>
        <p:spPr>
          <a:xfrm>
            <a:off x="609600" y="1219200"/>
            <a:ext cx="8077200" cy="1165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设质点在合外力作用下由初始位置 </a:t>
            </a:r>
            <a:r>
              <a:rPr lang="en-US" altLang="zh-CN" b="1" i="1" dirty="0">
                <a:latin typeface="Times New Roman" panose="02020603050405020304" pitchFamily="18" charset="0"/>
              </a:rPr>
              <a:t>a </a:t>
            </a:r>
            <a:r>
              <a:rPr lang="zh-CN" altLang="en-US" sz="2800" b="1" dirty="0">
                <a:latin typeface="Times New Roman" panose="02020603050405020304" pitchFamily="18" charset="0"/>
              </a:rPr>
              <a:t>经某一路径到达终了位置 </a:t>
            </a:r>
            <a:r>
              <a:rPr lang="en-US" altLang="zh-CN" b="1" i="1" dirty="0">
                <a:latin typeface="Times New Roman" panose="02020603050405020304" pitchFamily="18" charset="0"/>
              </a:rPr>
              <a:t>b </a:t>
            </a:r>
            <a:r>
              <a:rPr lang="zh-CN" altLang="en-US" sz="2800" b="1" dirty="0">
                <a:latin typeface="Times New Roman" panose="02020603050405020304" pitchFamily="18" charset="0"/>
              </a:rPr>
              <a:t>。</a:t>
            </a:r>
            <a:endParaRPr lang="zh-CN" altLang="en-US" b="1" dirty="0">
              <a:solidFill>
                <a:schemeClr val="folHlink"/>
              </a:solidFill>
              <a:latin typeface="Times New Roman" panose="02020603050405020304" pitchFamily="18" charset="0"/>
            </a:endParaRPr>
          </a:p>
        </p:txBody>
      </p:sp>
      <p:sp>
        <p:nvSpPr>
          <p:cNvPr id="154662" name="Text Box 38"/>
          <p:cNvSpPr txBox="1">
            <a:spLocks noChangeArrowheads="1"/>
          </p:cNvSpPr>
          <p:nvPr/>
        </p:nvSpPr>
        <p:spPr bwMode="auto">
          <a:xfrm>
            <a:off x="2819400" y="3810000"/>
            <a:ext cx="3913188" cy="561975"/>
          </a:xfrm>
          <a:prstGeom prst="rect">
            <a:avLst/>
          </a:prstGeom>
          <a:noFill/>
          <a:ln w="9525">
            <a:noFill/>
            <a:miter lim="800000"/>
          </a:ln>
          <a:effectLst/>
        </p:spPr>
        <p:txBody>
          <a:bodyPr>
            <a:spAutoFit/>
          </a:bodyPr>
          <a:lstStyle/>
          <a:p>
            <a:pPr marR="0" defTabSz="914400" eaLnBrk="1" hangingPunct="1">
              <a:lnSpc>
                <a:spcPct val="110000"/>
              </a:lnSpc>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切向运动方程：</a:t>
            </a:r>
          </a:p>
        </p:txBody>
      </p:sp>
      <p:graphicFrame>
        <p:nvGraphicFramePr>
          <p:cNvPr id="154663" name="Object 2"/>
          <p:cNvGraphicFramePr>
            <a:graphicFrameLocks noChangeAspect="1"/>
          </p:cNvGraphicFramePr>
          <p:nvPr/>
        </p:nvGraphicFramePr>
        <p:xfrm>
          <a:off x="3559175" y="4443413"/>
          <a:ext cx="4002088" cy="866775"/>
        </p:xfrm>
        <a:graphic>
          <a:graphicData uri="http://schemas.openxmlformats.org/presentationml/2006/ole">
            <mc:AlternateContent xmlns:mc="http://schemas.openxmlformats.org/markup-compatibility/2006">
              <mc:Choice xmlns:v="urn:schemas-microsoft-com:vml" Requires="v">
                <p:oleObj spid="_x0000_s9257" r:id="rId4" imgW="2600325" imgH="520065" progId="Equation.3">
                  <p:embed/>
                </p:oleObj>
              </mc:Choice>
              <mc:Fallback>
                <p:oleObj r:id="rId4" imgW="2600325" imgH="520065" progId="Equation.3">
                  <p:embed/>
                  <p:pic>
                    <p:nvPicPr>
                      <p:cNvPr id="0" name="图片 3096"/>
                      <p:cNvPicPr/>
                      <p:nvPr/>
                    </p:nvPicPr>
                    <p:blipFill>
                      <a:blip r:embed="rId5">
                        <a:clrChange>
                          <a:clrFrom>
                            <a:srgbClr val="000000"/>
                          </a:clrFrom>
                          <a:clrTo>
                            <a:srgbClr val="000000"/>
                          </a:clrTo>
                        </a:clrChange>
                      </a:blip>
                      <a:stretch>
                        <a:fillRect/>
                      </a:stretch>
                    </p:blipFill>
                    <p:spPr>
                      <a:xfrm>
                        <a:off x="3559175" y="4443413"/>
                        <a:ext cx="4002088" cy="866775"/>
                      </a:xfrm>
                      <a:prstGeom prst="rect">
                        <a:avLst/>
                      </a:prstGeom>
                      <a:noFill/>
                      <a:ln w="38100">
                        <a:noFill/>
                        <a:miter/>
                      </a:ln>
                    </p:spPr>
                  </p:pic>
                </p:oleObj>
              </mc:Fallback>
            </mc:AlternateContent>
          </a:graphicData>
        </a:graphic>
      </p:graphicFrame>
      <p:sp>
        <p:nvSpPr>
          <p:cNvPr id="154666" name="Text Box 42"/>
          <p:cNvSpPr txBox="1"/>
          <p:nvPr/>
        </p:nvSpPr>
        <p:spPr>
          <a:xfrm>
            <a:off x="2819400" y="2438400"/>
            <a:ext cx="4110038"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合外力的元功为：</a:t>
            </a:r>
          </a:p>
        </p:txBody>
      </p:sp>
      <p:graphicFrame>
        <p:nvGraphicFramePr>
          <p:cNvPr id="22536" name="Object 5"/>
          <p:cNvGraphicFramePr>
            <a:graphicFrameLocks noChangeAspect="1"/>
          </p:cNvGraphicFramePr>
          <p:nvPr/>
        </p:nvGraphicFramePr>
        <p:xfrm>
          <a:off x="6589713" y="5665788"/>
          <a:ext cx="319087" cy="319087"/>
        </p:xfrm>
        <a:graphic>
          <a:graphicData uri="http://schemas.openxmlformats.org/presentationml/2006/ole">
            <mc:AlternateContent xmlns:mc="http://schemas.openxmlformats.org/markup-compatibility/2006">
              <mc:Choice xmlns:v="urn:schemas-microsoft-com:vml" Requires="v">
                <p:oleObj spid="_x0000_s9258" r:id="rId6" imgW="151130" imgH="151130" progId="Equation.DSMT4">
                  <p:embed/>
                </p:oleObj>
              </mc:Choice>
              <mc:Fallback>
                <p:oleObj r:id="rId6" imgW="151130" imgH="151130" progId="Equation.DSMT4">
                  <p:embed/>
                  <p:pic>
                    <p:nvPicPr>
                      <p:cNvPr id="0" name="图片 3100"/>
                      <p:cNvPicPr/>
                      <p:nvPr/>
                    </p:nvPicPr>
                    <p:blipFill>
                      <a:blip r:embed="rId7">
                        <a:clrChange>
                          <a:clrFrom>
                            <a:srgbClr val="000000"/>
                          </a:clrFrom>
                          <a:clrTo>
                            <a:srgbClr val="FFFFFF"/>
                          </a:clrTo>
                        </a:clrChange>
                      </a:blip>
                      <a:stretch>
                        <a:fillRect/>
                      </a:stretch>
                    </p:blipFill>
                    <p:spPr>
                      <a:xfrm>
                        <a:off x="6589713" y="5665788"/>
                        <a:ext cx="319087" cy="319087"/>
                      </a:xfrm>
                      <a:prstGeom prst="rect">
                        <a:avLst/>
                      </a:prstGeom>
                      <a:noFill/>
                      <a:ln w="38100">
                        <a:noFill/>
                        <a:miter/>
                      </a:ln>
                    </p:spPr>
                  </p:pic>
                </p:oleObj>
              </mc:Fallback>
            </mc:AlternateContent>
          </a:graphicData>
        </a:graphic>
      </p:graphicFrame>
      <p:grpSp>
        <p:nvGrpSpPr>
          <p:cNvPr id="2" name="Group 46"/>
          <p:cNvGrpSpPr/>
          <p:nvPr/>
        </p:nvGrpSpPr>
        <p:grpSpPr>
          <a:xfrm>
            <a:off x="323850" y="2708275"/>
            <a:ext cx="2455863" cy="3457575"/>
            <a:chOff x="385" y="799"/>
            <a:chExt cx="1547" cy="2178"/>
          </a:xfrm>
        </p:grpSpPr>
        <p:graphicFrame>
          <p:nvGraphicFramePr>
            <p:cNvPr id="22542" name="Object 6"/>
            <p:cNvGraphicFramePr>
              <a:graphicFrameLocks noChangeAspect="1"/>
            </p:cNvGraphicFramePr>
            <p:nvPr/>
          </p:nvGraphicFramePr>
          <p:xfrm>
            <a:off x="975" y="799"/>
            <a:ext cx="299" cy="363"/>
          </p:xfrm>
          <a:graphic>
            <a:graphicData uri="http://schemas.openxmlformats.org/presentationml/2006/ole">
              <mc:AlternateContent xmlns:mc="http://schemas.openxmlformats.org/markup-compatibility/2006">
                <mc:Choice xmlns:v="urn:schemas-microsoft-com:vml" Requires="v">
                  <p:oleObj spid="_x0000_s9259" r:id="rId8" imgW="251460" imgH="344170" progId="Equation.3">
                    <p:embed/>
                  </p:oleObj>
                </mc:Choice>
                <mc:Fallback>
                  <p:oleObj r:id="rId8" imgW="251460" imgH="344170" progId="Equation.3">
                    <p:embed/>
                    <p:pic>
                      <p:nvPicPr>
                        <p:cNvPr id="0" name="图片 3098"/>
                        <p:cNvPicPr/>
                        <p:nvPr/>
                      </p:nvPicPr>
                      <p:blipFill>
                        <a:blip r:embed="rId9">
                          <a:clrChange>
                            <a:clrFrom>
                              <a:srgbClr val="000000"/>
                            </a:clrFrom>
                            <a:clrTo>
                              <a:srgbClr val="9900FF"/>
                            </a:clrTo>
                          </a:clrChange>
                        </a:blip>
                        <a:stretch>
                          <a:fillRect/>
                        </a:stretch>
                      </p:blipFill>
                      <p:spPr>
                        <a:xfrm>
                          <a:off x="975" y="799"/>
                          <a:ext cx="299" cy="363"/>
                        </a:xfrm>
                        <a:prstGeom prst="rect">
                          <a:avLst/>
                        </a:prstGeom>
                        <a:noFill/>
                        <a:ln w="38100">
                          <a:noFill/>
                          <a:miter/>
                        </a:ln>
                      </p:spPr>
                    </p:pic>
                  </p:oleObj>
                </mc:Fallback>
              </mc:AlternateContent>
            </a:graphicData>
          </a:graphic>
        </p:graphicFrame>
        <p:graphicFrame>
          <p:nvGraphicFramePr>
            <p:cNvPr id="22543" name="Object 7"/>
            <p:cNvGraphicFramePr>
              <a:graphicFrameLocks noChangeAspect="1"/>
            </p:cNvGraphicFramePr>
            <p:nvPr/>
          </p:nvGraphicFramePr>
          <p:xfrm>
            <a:off x="1184" y="1579"/>
            <a:ext cx="261" cy="240"/>
          </p:xfrm>
          <a:graphic>
            <a:graphicData uri="http://schemas.openxmlformats.org/presentationml/2006/ole">
              <mc:AlternateContent xmlns:mc="http://schemas.openxmlformats.org/markup-compatibility/2006">
                <mc:Choice xmlns:v="urn:schemas-microsoft-com:vml" Requires="v">
                  <p:oleObj spid="_x0000_s9260" r:id="rId10" imgW="209550" imgH="193040" progId="Equation.3">
                    <p:embed/>
                  </p:oleObj>
                </mc:Choice>
                <mc:Fallback>
                  <p:oleObj r:id="rId10" imgW="209550" imgH="193040" progId="Equation.3">
                    <p:embed/>
                    <p:pic>
                      <p:nvPicPr>
                        <p:cNvPr id="0" name="图片 3099"/>
                        <p:cNvPicPr/>
                        <p:nvPr/>
                      </p:nvPicPr>
                      <p:blipFill>
                        <a:blip r:embed="rId11">
                          <a:clrChange>
                            <a:clrFrom>
                              <a:srgbClr val="000000"/>
                            </a:clrFrom>
                            <a:clrTo>
                              <a:srgbClr val="000000"/>
                            </a:clrTo>
                          </a:clrChange>
                        </a:blip>
                        <a:stretch>
                          <a:fillRect/>
                        </a:stretch>
                      </p:blipFill>
                      <p:spPr>
                        <a:xfrm>
                          <a:off x="1184" y="1579"/>
                          <a:ext cx="261" cy="240"/>
                        </a:xfrm>
                        <a:prstGeom prst="rect">
                          <a:avLst/>
                        </a:prstGeom>
                        <a:noFill/>
                        <a:ln w="38100">
                          <a:noFill/>
                          <a:miter/>
                        </a:ln>
                      </p:spPr>
                    </p:pic>
                  </p:oleObj>
                </mc:Fallback>
              </mc:AlternateContent>
            </a:graphicData>
          </a:graphic>
        </p:graphicFrame>
        <p:graphicFrame>
          <p:nvGraphicFramePr>
            <p:cNvPr id="22544" name="Object 8"/>
            <p:cNvGraphicFramePr>
              <a:graphicFrameLocks noChangeAspect="1"/>
            </p:cNvGraphicFramePr>
            <p:nvPr/>
          </p:nvGraphicFramePr>
          <p:xfrm>
            <a:off x="884" y="1706"/>
            <a:ext cx="271" cy="296"/>
          </p:xfrm>
          <a:graphic>
            <a:graphicData uri="http://schemas.openxmlformats.org/presentationml/2006/ole">
              <mc:AlternateContent xmlns:mc="http://schemas.openxmlformats.org/markup-compatibility/2006">
                <mc:Choice xmlns:v="urn:schemas-microsoft-com:vml" Requires="v">
                  <p:oleObj spid="_x0000_s9261" r:id="rId12" imgW="217805" imgH="276860" progId="Equation.3">
                    <p:embed/>
                  </p:oleObj>
                </mc:Choice>
                <mc:Fallback>
                  <p:oleObj r:id="rId12" imgW="217805" imgH="276860" progId="Equation.3">
                    <p:embed/>
                    <p:pic>
                      <p:nvPicPr>
                        <p:cNvPr id="0" name="图片 3101"/>
                        <p:cNvPicPr/>
                        <p:nvPr/>
                      </p:nvPicPr>
                      <p:blipFill>
                        <a:blip r:embed="rId13">
                          <a:clrChange>
                            <a:clrFrom>
                              <a:srgbClr val="000000"/>
                            </a:clrFrom>
                            <a:clrTo>
                              <a:srgbClr val="FF3300"/>
                            </a:clrTo>
                          </a:clrChange>
                        </a:blip>
                        <a:stretch>
                          <a:fillRect/>
                        </a:stretch>
                      </p:blipFill>
                      <p:spPr>
                        <a:xfrm>
                          <a:off x="884" y="1706"/>
                          <a:ext cx="271" cy="296"/>
                        </a:xfrm>
                        <a:prstGeom prst="rect">
                          <a:avLst/>
                        </a:prstGeom>
                        <a:noFill/>
                        <a:ln w="38100">
                          <a:noFill/>
                          <a:miter/>
                        </a:ln>
                      </p:spPr>
                    </p:pic>
                  </p:oleObj>
                </mc:Fallback>
              </mc:AlternateContent>
            </a:graphicData>
          </a:graphic>
        </p:graphicFrame>
        <p:graphicFrame>
          <p:nvGraphicFramePr>
            <p:cNvPr id="22545" name="Object 9"/>
            <p:cNvGraphicFramePr>
              <a:graphicFrameLocks noChangeAspect="1"/>
            </p:cNvGraphicFramePr>
            <p:nvPr/>
          </p:nvGraphicFramePr>
          <p:xfrm>
            <a:off x="1383" y="1298"/>
            <a:ext cx="318" cy="279"/>
          </p:xfrm>
          <a:graphic>
            <a:graphicData uri="http://schemas.openxmlformats.org/presentationml/2006/ole">
              <mc:AlternateContent xmlns:mc="http://schemas.openxmlformats.org/markup-compatibility/2006">
                <mc:Choice xmlns:v="urn:schemas-microsoft-com:vml" Requires="v">
                  <p:oleObj spid="_x0000_s9262" r:id="rId14" imgW="285115" imgH="251460" progId="Equation.3">
                    <p:embed/>
                  </p:oleObj>
                </mc:Choice>
                <mc:Fallback>
                  <p:oleObj r:id="rId14" imgW="285115" imgH="251460" progId="Equation.3">
                    <p:embed/>
                    <p:pic>
                      <p:nvPicPr>
                        <p:cNvPr id="0" name="图片 3094"/>
                        <p:cNvPicPr/>
                        <p:nvPr/>
                      </p:nvPicPr>
                      <p:blipFill>
                        <a:blip r:embed="rId15">
                          <a:clrChange>
                            <a:clrFrom>
                              <a:srgbClr val="000000"/>
                            </a:clrFrom>
                            <a:clrTo>
                              <a:srgbClr val="0000FF"/>
                            </a:clrTo>
                          </a:clrChange>
                        </a:blip>
                        <a:stretch>
                          <a:fillRect/>
                        </a:stretch>
                      </p:blipFill>
                      <p:spPr>
                        <a:xfrm>
                          <a:off x="1383" y="1298"/>
                          <a:ext cx="318" cy="279"/>
                        </a:xfrm>
                        <a:prstGeom prst="rect">
                          <a:avLst/>
                        </a:prstGeom>
                        <a:noFill/>
                        <a:ln w="38100">
                          <a:noFill/>
                          <a:miter/>
                        </a:ln>
                      </p:spPr>
                    </p:pic>
                  </p:oleObj>
                </mc:Fallback>
              </mc:AlternateContent>
            </a:graphicData>
          </a:graphic>
        </p:graphicFrame>
        <p:sp>
          <p:nvSpPr>
            <p:cNvPr id="22546" name="Arc 51"/>
            <p:cNvSpPr/>
            <p:nvPr/>
          </p:nvSpPr>
          <p:spPr>
            <a:xfrm>
              <a:off x="529" y="1135"/>
              <a:ext cx="1104" cy="124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44450" cap="flat" cmpd="sng">
              <a:solidFill>
                <a:srgbClr val="800000">
                  <a:alpha val="100000"/>
                </a:srgbClr>
              </a:solidFill>
              <a:prstDash val="solid"/>
              <a:round/>
              <a:headEnd type="none" w="med" len="med"/>
              <a:tailEnd type="none" w="med" len="med"/>
            </a:ln>
          </p:spPr>
          <p:txBody>
            <a:bodyPr/>
            <a:lstStyle/>
            <a:p>
              <a:endParaRPr lang="zh-CN" altLang="en-US"/>
            </a:p>
          </p:txBody>
        </p:sp>
        <p:sp>
          <p:nvSpPr>
            <p:cNvPr id="22547" name="Line 52"/>
            <p:cNvSpPr/>
            <p:nvPr/>
          </p:nvSpPr>
          <p:spPr>
            <a:xfrm>
              <a:off x="529" y="1135"/>
              <a:ext cx="624" cy="0"/>
            </a:xfrm>
            <a:prstGeom prst="line">
              <a:avLst/>
            </a:prstGeom>
            <a:ln w="34925" cap="flat" cmpd="sng">
              <a:solidFill>
                <a:srgbClr val="9900FF"/>
              </a:solidFill>
              <a:prstDash val="solid"/>
              <a:headEnd type="none" w="med" len="med"/>
              <a:tailEnd type="triangle" w="med" len="med"/>
            </a:ln>
          </p:spPr>
        </p:sp>
        <p:sp>
          <p:nvSpPr>
            <p:cNvPr id="22548" name="Line 53"/>
            <p:cNvSpPr/>
            <p:nvPr/>
          </p:nvSpPr>
          <p:spPr>
            <a:xfrm>
              <a:off x="1633" y="2335"/>
              <a:ext cx="0" cy="480"/>
            </a:xfrm>
            <a:prstGeom prst="line">
              <a:avLst/>
            </a:prstGeom>
            <a:ln w="34925" cap="flat" cmpd="sng">
              <a:solidFill>
                <a:srgbClr val="9900FF"/>
              </a:solidFill>
              <a:prstDash val="solid"/>
              <a:headEnd type="none" w="med" len="med"/>
              <a:tailEnd type="triangle" w="med" len="med"/>
            </a:ln>
          </p:spPr>
        </p:sp>
        <p:sp>
          <p:nvSpPr>
            <p:cNvPr id="22549" name="Text Box 54"/>
            <p:cNvSpPr txBox="1"/>
            <p:nvPr/>
          </p:nvSpPr>
          <p:spPr>
            <a:xfrm>
              <a:off x="385" y="799"/>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p>
          </p:txBody>
        </p:sp>
        <p:sp>
          <p:nvSpPr>
            <p:cNvPr id="22550" name="Text Box 55"/>
            <p:cNvSpPr txBox="1"/>
            <p:nvPr/>
          </p:nvSpPr>
          <p:spPr>
            <a:xfrm>
              <a:off x="1393" y="2143"/>
              <a:ext cx="28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22551" name="Arc 56"/>
            <p:cNvSpPr/>
            <p:nvPr/>
          </p:nvSpPr>
          <p:spPr>
            <a:xfrm flipV="1">
              <a:off x="1201" y="1518"/>
              <a:ext cx="144" cy="47"/>
            </a:xfrm>
            <a:custGeom>
              <a:avLst/>
              <a:gdLst/>
              <a:ahLst/>
              <a:cxnLst>
                <a:cxn ang="0">
                  <a:pos x="0" y="0"/>
                </a:cxn>
                <a:cxn ang="0">
                  <a:pos x="0" y="0"/>
                </a:cxn>
                <a:cxn ang="0">
                  <a:pos x="0" y="0"/>
                </a:cxn>
                <a:cxn ang="0">
                  <a:pos x="0" y="0"/>
                </a:cxn>
                <a:cxn ang="0">
                  <a:pos x="0" y="0"/>
                </a:cxn>
                <a:cxn ang="0">
                  <a:pos x="0" y="0"/>
                </a:cxn>
              </a:cxnLst>
              <a:rect l="0" t="0" r="0" b="0"/>
              <a:pathLst>
                <a:path w="21600" h="21230" fill="none">
                  <a:moveTo>
                    <a:pt x="3980" y="-1"/>
                  </a:moveTo>
                  <a:cubicBezTo>
                    <a:pt x="14196" y="1915"/>
                    <a:pt x="21600" y="10835"/>
                    <a:pt x="21600" y="21230"/>
                  </a:cubicBezTo>
                </a:path>
                <a:path w="21600" h="21230" stroke="0">
                  <a:moveTo>
                    <a:pt x="3980" y="-1"/>
                  </a:moveTo>
                  <a:cubicBezTo>
                    <a:pt x="14196" y="1915"/>
                    <a:pt x="21600" y="10835"/>
                    <a:pt x="21600" y="21230"/>
                  </a:cubicBezTo>
                  <a:lnTo>
                    <a:pt x="0" y="21230"/>
                  </a:lnTo>
                  <a:lnTo>
                    <a:pt x="3980" y="-1"/>
                  </a:lnTo>
                  <a:close/>
                </a:path>
              </a:pathLst>
            </a:custGeom>
            <a:noFill/>
            <a:ln w="254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52" name="Line 57"/>
            <p:cNvSpPr/>
            <p:nvPr/>
          </p:nvSpPr>
          <p:spPr>
            <a:xfrm flipH="1">
              <a:off x="1153" y="1423"/>
              <a:ext cx="96" cy="528"/>
            </a:xfrm>
            <a:prstGeom prst="line">
              <a:avLst/>
            </a:prstGeom>
            <a:ln w="31750" cap="flat" cmpd="sng">
              <a:solidFill>
                <a:schemeClr val="folHlink"/>
              </a:solidFill>
              <a:prstDash val="solid"/>
              <a:headEnd type="none" w="med" len="med"/>
              <a:tailEnd type="triangle" w="med" len="lg"/>
            </a:ln>
          </p:spPr>
        </p:sp>
        <p:sp>
          <p:nvSpPr>
            <p:cNvPr id="22553" name="Line 58"/>
            <p:cNvSpPr/>
            <p:nvPr/>
          </p:nvSpPr>
          <p:spPr>
            <a:xfrm>
              <a:off x="1249" y="1423"/>
              <a:ext cx="288" cy="240"/>
            </a:xfrm>
            <a:prstGeom prst="line">
              <a:avLst/>
            </a:prstGeom>
            <a:ln w="31750" cap="flat" cmpd="sng">
              <a:solidFill>
                <a:srgbClr val="0000FF"/>
              </a:solidFill>
              <a:prstDash val="solid"/>
              <a:headEnd type="none" w="sm" len="sm"/>
              <a:tailEnd type="triangle" w="med" len="lg"/>
            </a:ln>
          </p:spPr>
        </p:sp>
        <p:graphicFrame>
          <p:nvGraphicFramePr>
            <p:cNvPr id="22554" name="Object 10"/>
            <p:cNvGraphicFramePr>
              <a:graphicFrameLocks noChangeAspect="1"/>
            </p:cNvGraphicFramePr>
            <p:nvPr/>
          </p:nvGraphicFramePr>
          <p:xfrm>
            <a:off x="1655" y="2614"/>
            <a:ext cx="277" cy="363"/>
          </p:xfrm>
          <a:graphic>
            <a:graphicData uri="http://schemas.openxmlformats.org/presentationml/2006/ole">
              <mc:AlternateContent xmlns:mc="http://schemas.openxmlformats.org/markup-compatibility/2006">
                <mc:Choice xmlns:v="urn:schemas-microsoft-com:vml" Requires="v">
                  <p:oleObj spid="_x0000_s9263" r:id="rId16" imgW="217805" imgH="344170" progId="Equation.3">
                    <p:embed/>
                  </p:oleObj>
                </mc:Choice>
                <mc:Fallback>
                  <p:oleObj r:id="rId16" imgW="217805" imgH="344170" progId="Equation.3">
                    <p:embed/>
                    <p:pic>
                      <p:nvPicPr>
                        <p:cNvPr id="0" name="图片 3095"/>
                        <p:cNvPicPr/>
                        <p:nvPr/>
                      </p:nvPicPr>
                      <p:blipFill>
                        <a:blip r:embed="rId17">
                          <a:clrChange>
                            <a:clrFrom>
                              <a:srgbClr val="000000"/>
                            </a:clrFrom>
                            <a:clrTo>
                              <a:srgbClr val="9900FF"/>
                            </a:clrTo>
                          </a:clrChange>
                        </a:blip>
                        <a:stretch>
                          <a:fillRect/>
                        </a:stretch>
                      </p:blipFill>
                      <p:spPr>
                        <a:xfrm>
                          <a:off x="1655" y="2614"/>
                          <a:ext cx="277" cy="363"/>
                        </a:xfrm>
                        <a:prstGeom prst="rect">
                          <a:avLst/>
                        </a:prstGeom>
                        <a:noFill/>
                        <a:ln w="38100">
                          <a:noFill/>
                          <a:miter/>
                        </a:ln>
                      </p:spPr>
                    </p:pic>
                  </p:oleObj>
                </mc:Fallback>
              </mc:AlternateContent>
            </a:graphicData>
          </a:graphic>
        </p:graphicFrame>
      </p:grpSp>
      <p:sp>
        <p:nvSpPr>
          <p:cNvPr id="27" name="Rectangle 3"/>
          <p:cNvSpPr/>
          <p:nvPr/>
        </p:nvSpPr>
        <p:spPr>
          <a:xfrm>
            <a:off x="855663" y="696913"/>
            <a:ext cx="8047037" cy="5222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dirty="0">
                <a:solidFill>
                  <a:srgbClr val="0000FF"/>
                </a:solidFill>
              </a:rPr>
              <a:t>Kinetic Energy &amp; Kinetic Energy Theorem</a:t>
            </a:r>
            <a:endParaRPr lang="en-US" altLang="zh-CN" sz="2800" b="1" dirty="0">
              <a:solidFill>
                <a:srgbClr val="0000FF"/>
              </a:solidFill>
              <a:ea typeface="隶书" panose="02010509060101010101" pitchFamily="49" charset="-122"/>
            </a:endParaRPr>
          </a:p>
        </p:txBody>
      </p:sp>
      <p:graphicFrame>
        <p:nvGraphicFramePr>
          <p:cNvPr id="66586" name="Object 26"/>
          <p:cNvGraphicFramePr>
            <a:graphicFrameLocks noChangeAspect="1"/>
          </p:cNvGraphicFramePr>
          <p:nvPr/>
        </p:nvGraphicFramePr>
        <p:xfrm>
          <a:off x="3783013" y="3057525"/>
          <a:ext cx="4081462" cy="647700"/>
        </p:xfrm>
        <a:graphic>
          <a:graphicData uri="http://schemas.openxmlformats.org/presentationml/2006/ole">
            <mc:AlternateContent xmlns:mc="http://schemas.openxmlformats.org/markup-compatibility/2006">
              <mc:Choice xmlns:v="urn:schemas-microsoft-com:vml" Requires="v">
                <p:oleObj spid="_x0000_s9264" r:id="rId18" imgW="1600200" imgH="254000" progId="Equation.DSMT4">
                  <p:embed/>
                </p:oleObj>
              </mc:Choice>
              <mc:Fallback>
                <p:oleObj r:id="rId18" imgW="1600200" imgH="254000" progId="Equation.DSMT4">
                  <p:embed/>
                  <p:pic>
                    <p:nvPicPr>
                      <p:cNvPr id="0" name="图片 3097"/>
                      <p:cNvPicPr/>
                      <p:nvPr/>
                    </p:nvPicPr>
                    <p:blipFill>
                      <a:blip r:embed="rId19"/>
                      <a:stretch>
                        <a:fillRect/>
                      </a:stretch>
                    </p:blipFill>
                    <p:spPr>
                      <a:xfrm>
                        <a:off x="3783013" y="3057525"/>
                        <a:ext cx="4081462" cy="647700"/>
                      </a:xfrm>
                      <a:prstGeom prst="rect">
                        <a:avLst/>
                      </a:prstGeom>
                      <a:noFill/>
                      <a:ln w="38100">
                        <a:noFill/>
                        <a:miter/>
                      </a:ln>
                    </p:spPr>
                  </p:pic>
                </p:oleObj>
              </mc:Fallback>
            </mc:AlternateContent>
          </a:graphicData>
        </a:graphic>
      </p:graphicFrame>
      <p:graphicFrame>
        <p:nvGraphicFramePr>
          <p:cNvPr id="66587" name="Object 27"/>
          <p:cNvGraphicFramePr>
            <a:graphicFrameLocks noChangeAspect="1"/>
          </p:cNvGraphicFramePr>
          <p:nvPr/>
        </p:nvGraphicFramePr>
        <p:xfrm>
          <a:off x="3662363" y="5375275"/>
          <a:ext cx="2398712" cy="971550"/>
        </p:xfrm>
        <a:graphic>
          <a:graphicData uri="http://schemas.openxmlformats.org/presentationml/2006/ole">
            <mc:AlternateContent xmlns:mc="http://schemas.openxmlformats.org/markup-compatibility/2006">
              <mc:Choice xmlns:v="urn:schemas-microsoft-com:vml" Requires="v">
                <p:oleObj spid="_x0000_s9265" r:id="rId20" imgW="1002665" imgH="406400" progId="Equation.DSMT4">
                  <p:embed/>
                </p:oleObj>
              </mc:Choice>
              <mc:Fallback>
                <p:oleObj r:id="rId20" imgW="1002665" imgH="406400" progId="Equation.DSMT4">
                  <p:embed/>
                  <p:pic>
                    <p:nvPicPr>
                      <p:cNvPr id="0" name="图片 3092"/>
                      <p:cNvPicPr/>
                      <p:nvPr/>
                    </p:nvPicPr>
                    <p:blipFill>
                      <a:blip r:embed="rId21"/>
                      <a:stretch>
                        <a:fillRect/>
                      </a:stretch>
                    </p:blipFill>
                    <p:spPr>
                      <a:xfrm>
                        <a:off x="3662363" y="5375275"/>
                        <a:ext cx="2398712" cy="971550"/>
                      </a:xfrm>
                      <a:prstGeom prst="rect">
                        <a:avLst/>
                      </a:prstGeom>
                      <a:noFill/>
                      <a:ln w="38100">
                        <a:noFill/>
                        <a:miter/>
                      </a:ln>
                    </p:spPr>
                  </p:pic>
                </p:oleObj>
              </mc:Fallback>
            </mc:AlternateContent>
          </a:graphicData>
        </a:graphic>
      </p:graphicFrame>
      <p:graphicFrame>
        <p:nvGraphicFramePr>
          <p:cNvPr id="66588" name="Object 28"/>
          <p:cNvGraphicFramePr>
            <a:graphicFrameLocks noChangeAspect="1"/>
          </p:cNvGraphicFramePr>
          <p:nvPr/>
        </p:nvGraphicFramePr>
        <p:xfrm>
          <a:off x="6203950" y="5592763"/>
          <a:ext cx="1479550" cy="482600"/>
        </p:xfrm>
        <a:graphic>
          <a:graphicData uri="http://schemas.openxmlformats.org/presentationml/2006/ole">
            <mc:AlternateContent xmlns:mc="http://schemas.openxmlformats.org/markup-compatibility/2006">
              <mc:Choice xmlns:v="urn:schemas-microsoft-com:vml" Requires="v">
                <p:oleObj spid="_x0000_s9266" r:id="rId22" imgW="545465" imgH="177800" progId="Equation.DSMT4">
                  <p:embed/>
                </p:oleObj>
              </mc:Choice>
              <mc:Fallback>
                <p:oleObj r:id="rId22" imgW="545465" imgH="177800" progId="Equation.DSMT4">
                  <p:embed/>
                  <p:pic>
                    <p:nvPicPr>
                      <p:cNvPr id="0" name="图片 3093"/>
                      <p:cNvPicPr/>
                      <p:nvPr/>
                    </p:nvPicPr>
                    <p:blipFill>
                      <a:blip r:embed="rId23"/>
                      <a:stretch>
                        <a:fillRect/>
                      </a:stretch>
                    </p:blipFill>
                    <p:spPr>
                      <a:xfrm>
                        <a:off x="6203950" y="5592763"/>
                        <a:ext cx="1479550" cy="48260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54628"/>
                                        </p:tgtEl>
                                        <p:attrNameLst>
                                          <p:attrName>style.visibility</p:attrName>
                                        </p:attrNameLst>
                                      </p:cBhvr>
                                      <p:to>
                                        <p:strVal val="visible"/>
                                      </p:to>
                                    </p:set>
                                    <p:anim calcmode="lin" valueType="num">
                                      <p:cBhvr>
                                        <p:cTn id="7" dur="500" fill="hold"/>
                                        <p:tgtEl>
                                          <p:spTgt spid="154628"/>
                                        </p:tgtEl>
                                        <p:attrNameLst>
                                          <p:attrName>ppt_w</p:attrName>
                                        </p:attrNameLst>
                                      </p:cBhvr>
                                      <p:tavLst>
                                        <p:tav tm="0">
                                          <p:val>
                                            <p:fltVal val="0"/>
                                          </p:val>
                                        </p:tav>
                                        <p:tav tm="100000">
                                          <p:val>
                                            <p:strVal val="#ppt_w"/>
                                          </p:val>
                                        </p:tav>
                                      </p:tavLst>
                                    </p:anim>
                                    <p:anim calcmode="lin" valueType="num">
                                      <p:cBhvr>
                                        <p:cTn id="8" dur="500" fill="hold"/>
                                        <p:tgtEl>
                                          <p:spTgt spid="154628"/>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linds(horizontal)">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4631"/>
                                        </p:tgtEl>
                                        <p:attrNameLst>
                                          <p:attrName>style.visibility</p:attrName>
                                        </p:attrNameLst>
                                      </p:cBhvr>
                                      <p:to>
                                        <p:strVal val="visible"/>
                                      </p:to>
                                    </p:set>
                                    <p:animEffect transition="in" filter="dissolve">
                                      <p:cBhvr>
                                        <p:cTn id="17" dur="500"/>
                                        <p:tgtEl>
                                          <p:spTgt spid="154631"/>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54666"/>
                                        </p:tgtEl>
                                        <p:attrNameLst>
                                          <p:attrName>style.visibility</p:attrName>
                                        </p:attrNameLst>
                                      </p:cBhvr>
                                      <p:to>
                                        <p:strVal val="visible"/>
                                      </p:to>
                                    </p:set>
                                    <p:animEffect transition="in" filter="blinds(horizontal)">
                                      <p:cBhvr>
                                        <p:cTn id="26" dur="500"/>
                                        <p:tgtEl>
                                          <p:spTgt spid="15466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6586"/>
                                        </p:tgtEl>
                                        <p:attrNameLst>
                                          <p:attrName>style.visibility</p:attrName>
                                        </p:attrNameLst>
                                      </p:cBhvr>
                                      <p:to>
                                        <p:strVal val="visible"/>
                                      </p:to>
                                    </p:set>
                                    <p:animEffect transition="in" filter="blinds(horizontal)">
                                      <p:cBhvr>
                                        <p:cTn id="31" dur="500"/>
                                        <p:tgtEl>
                                          <p:spTgt spid="6658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54662"/>
                                        </p:tgtEl>
                                        <p:attrNameLst>
                                          <p:attrName>style.visibility</p:attrName>
                                        </p:attrNameLst>
                                      </p:cBhvr>
                                      <p:to>
                                        <p:strVal val="visible"/>
                                      </p:to>
                                    </p:set>
                                    <p:animEffect transition="in" filter="dissolve">
                                      <p:cBhvr>
                                        <p:cTn id="36" dur="500"/>
                                        <p:tgtEl>
                                          <p:spTgt spid="15466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54663"/>
                                        </p:tgtEl>
                                        <p:attrNameLst>
                                          <p:attrName>style.visibility</p:attrName>
                                        </p:attrNameLst>
                                      </p:cBhvr>
                                      <p:to>
                                        <p:strVal val="visible"/>
                                      </p:to>
                                    </p:set>
                                    <p:animEffect transition="in" filter="box(in)">
                                      <p:cBhvr>
                                        <p:cTn id="41" dur="500"/>
                                        <p:tgtEl>
                                          <p:spTgt spid="15466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66587"/>
                                        </p:tgtEl>
                                        <p:attrNameLst>
                                          <p:attrName>style.visibility</p:attrName>
                                        </p:attrNameLst>
                                      </p:cBhvr>
                                      <p:to>
                                        <p:strVal val="visible"/>
                                      </p:to>
                                    </p:set>
                                    <p:animEffect transition="in" filter="blinds(horizontal)">
                                      <p:cBhvr>
                                        <p:cTn id="46" dur="500"/>
                                        <p:tgtEl>
                                          <p:spTgt spid="66587"/>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66588"/>
                                        </p:tgtEl>
                                        <p:attrNameLst>
                                          <p:attrName>style.visibility</p:attrName>
                                        </p:attrNameLst>
                                      </p:cBhvr>
                                      <p:to>
                                        <p:strVal val="visible"/>
                                      </p:to>
                                    </p:set>
                                    <p:animEffect transition="in" filter="blinds(horizontal)">
                                      <p:cBhvr>
                                        <p:cTn id="51" dur="500"/>
                                        <p:tgtEl>
                                          <p:spTgt spid="66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p:bldP spid="154631" grpId="0"/>
      <p:bldP spid="154662" grpId="0"/>
      <p:bldP spid="154666"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8</a:t>
            </a:fld>
            <a:endParaRPr lang="en-US" altLang="zh-CN" sz="1800" dirty="0">
              <a:solidFill>
                <a:schemeClr val="accent2"/>
              </a:solidFill>
            </a:endParaRPr>
          </a:p>
        </p:txBody>
      </p:sp>
      <p:graphicFrame>
        <p:nvGraphicFramePr>
          <p:cNvPr id="148493" name="Object 2"/>
          <p:cNvGraphicFramePr>
            <a:graphicFrameLocks noChangeAspect="1"/>
          </p:cNvGraphicFramePr>
          <p:nvPr/>
        </p:nvGraphicFramePr>
        <p:xfrm>
          <a:off x="3635375" y="188913"/>
          <a:ext cx="2416175" cy="936625"/>
        </p:xfrm>
        <a:graphic>
          <a:graphicData uri="http://schemas.openxmlformats.org/presentationml/2006/ole">
            <mc:AlternateContent xmlns:mc="http://schemas.openxmlformats.org/markup-compatibility/2006">
              <mc:Choice xmlns:v="urn:schemas-microsoft-com:vml" Requires="v">
                <p:oleObj spid="_x0000_s10261" r:id="rId3" imgW="1526540" imgH="553720" progId="Equation.3">
                  <p:embed/>
                </p:oleObj>
              </mc:Choice>
              <mc:Fallback>
                <p:oleObj r:id="rId3" imgW="1526540" imgH="553720" progId="Equation.3">
                  <p:embed/>
                  <p:pic>
                    <p:nvPicPr>
                      <p:cNvPr id="0" name="图片 3104"/>
                      <p:cNvPicPr/>
                      <p:nvPr/>
                    </p:nvPicPr>
                    <p:blipFill>
                      <a:blip r:embed="rId4">
                        <a:clrChange>
                          <a:clrFrom>
                            <a:srgbClr val="000000"/>
                          </a:clrFrom>
                          <a:clrTo>
                            <a:srgbClr val="000000"/>
                          </a:clrTo>
                        </a:clrChange>
                      </a:blip>
                      <a:stretch>
                        <a:fillRect/>
                      </a:stretch>
                    </p:blipFill>
                    <p:spPr>
                      <a:xfrm>
                        <a:off x="3635375" y="188913"/>
                        <a:ext cx="2416175" cy="936625"/>
                      </a:xfrm>
                      <a:prstGeom prst="rect">
                        <a:avLst/>
                      </a:prstGeom>
                      <a:noFill/>
                      <a:ln w="38100">
                        <a:noFill/>
                        <a:miter/>
                      </a:ln>
                    </p:spPr>
                  </p:pic>
                </p:oleObj>
              </mc:Fallback>
            </mc:AlternateContent>
          </a:graphicData>
        </a:graphic>
      </p:graphicFrame>
      <p:graphicFrame>
        <p:nvGraphicFramePr>
          <p:cNvPr id="148502" name="Object 4"/>
          <p:cNvGraphicFramePr>
            <a:graphicFrameLocks noChangeAspect="1"/>
          </p:cNvGraphicFramePr>
          <p:nvPr/>
        </p:nvGraphicFramePr>
        <p:xfrm>
          <a:off x="3644900" y="3300413"/>
          <a:ext cx="4108450" cy="665162"/>
        </p:xfrm>
        <a:graphic>
          <a:graphicData uri="http://schemas.openxmlformats.org/presentationml/2006/ole">
            <mc:AlternateContent xmlns:mc="http://schemas.openxmlformats.org/markup-compatibility/2006">
              <mc:Choice xmlns:v="urn:schemas-microsoft-com:vml" Requires="v">
                <p:oleObj spid="_x0000_s10262" r:id="rId5" imgW="2407920" imgH="344170" progId="Equation.DSMT4">
                  <p:embed/>
                </p:oleObj>
              </mc:Choice>
              <mc:Fallback>
                <p:oleObj r:id="rId5" imgW="2407920" imgH="344170" progId="Equation.DSMT4">
                  <p:embed/>
                  <p:pic>
                    <p:nvPicPr>
                      <p:cNvPr id="0" name="图片 3105"/>
                      <p:cNvPicPr/>
                      <p:nvPr/>
                    </p:nvPicPr>
                    <p:blipFill>
                      <a:blip r:embed="rId6">
                        <a:clrChange>
                          <a:clrFrom>
                            <a:srgbClr val="000000"/>
                          </a:clrFrom>
                          <a:clrTo>
                            <a:srgbClr val="000000"/>
                          </a:clrTo>
                        </a:clrChange>
                      </a:blip>
                      <a:stretch>
                        <a:fillRect/>
                      </a:stretch>
                    </p:blipFill>
                    <p:spPr>
                      <a:xfrm>
                        <a:off x="3644900" y="3300413"/>
                        <a:ext cx="4108450" cy="665162"/>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sp>
        <p:nvSpPr>
          <p:cNvPr id="148504" name="Text Box 24"/>
          <p:cNvSpPr txBox="1">
            <a:spLocks noChangeArrowheads="1"/>
          </p:cNvSpPr>
          <p:nvPr/>
        </p:nvSpPr>
        <p:spPr bwMode="auto">
          <a:xfrm>
            <a:off x="228600" y="381000"/>
            <a:ext cx="4572000" cy="476250"/>
          </a:xfrm>
          <a:prstGeom prst="rect">
            <a:avLst/>
          </a:prstGeom>
          <a:noFill/>
          <a:ln w="9525">
            <a:noFill/>
            <a:miter lim="800000"/>
          </a:ln>
          <a:effectLst/>
        </p:spPr>
        <p:txBody>
          <a:bodyPr>
            <a:spAutoFit/>
          </a:bodyPr>
          <a:lstStyle/>
          <a:p>
            <a:pPr marR="0" defTabSz="914400" eaLnBrk="1" hangingPunct="1">
              <a:lnSpc>
                <a:spcPct val="90000"/>
              </a:lnSpc>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合外力做的总功为：</a:t>
            </a:r>
          </a:p>
        </p:txBody>
      </p:sp>
      <p:sp>
        <p:nvSpPr>
          <p:cNvPr id="148505" name="Text Box 25"/>
          <p:cNvSpPr txBox="1"/>
          <p:nvPr/>
        </p:nvSpPr>
        <p:spPr>
          <a:xfrm>
            <a:off x="228600" y="2362200"/>
            <a:ext cx="4648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定义质点的</a:t>
            </a:r>
            <a:r>
              <a:rPr lang="zh-CN" altLang="en-US" sz="2800" b="1" dirty="0">
                <a:solidFill>
                  <a:schemeClr val="folHlink"/>
                </a:solidFill>
                <a:latin typeface="Times New Roman" panose="02020603050405020304" pitchFamily="18" charset="0"/>
                <a:ea typeface="黑体" panose="02010609060101010101" pitchFamily="49" charset="-122"/>
              </a:rPr>
              <a:t>动能：</a:t>
            </a:r>
            <a:r>
              <a:rPr lang="zh-CN" altLang="en-US" sz="2800" b="1" dirty="0">
                <a:solidFill>
                  <a:schemeClr val="accent1"/>
                </a:solidFill>
                <a:latin typeface="Times New Roman" panose="02020603050405020304" pitchFamily="18" charset="0"/>
              </a:rPr>
              <a:t>：</a:t>
            </a:r>
            <a:endParaRPr lang="zh-CN" altLang="en-US" b="1" dirty="0">
              <a:solidFill>
                <a:schemeClr val="accent1"/>
              </a:solidFill>
              <a:latin typeface="Times New Roman" panose="02020603050405020304" pitchFamily="18" charset="0"/>
            </a:endParaRPr>
          </a:p>
        </p:txBody>
      </p:sp>
      <p:sp>
        <p:nvSpPr>
          <p:cNvPr id="148506" name="Text Box 26"/>
          <p:cNvSpPr txBox="1"/>
          <p:nvPr/>
        </p:nvSpPr>
        <p:spPr>
          <a:xfrm>
            <a:off x="228600" y="3352800"/>
            <a:ext cx="5257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得质点的</a:t>
            </a:r>
            <a:r>
              <a:rPr lang="zh-CN" altLang="en-US" sz="2800" b="1" dirty="0">
                <a:solidFill>
                  <a:schemeClr val="folHlink"/>
                </a:solidFill>
                <a:latin typeface="Times New Roman" panose="02020603050405020304" pitchFamily="18" charset="0"/>
                <a:ea typeface="黑体" panose="02010609060101010101" pitchFamily="49" charset="-122"/>
              </a:rPr>
              <a:t>动能定理：</a:t>
            </a:r>
          </a:p>
        </p:txBody>
      </p:sp>
      <p:graphicFrame>
        <p:nvGraphicFramePr>
          <p:cNvPr id="148509" name="Object 5"/>
          <p:cNvGraphicFramePr>
            <a:graphicFrameLocks noChangeAspect="1"/>
          </p:cNvGraphicFramePr>
          <p:nvPr/>
        </p:nvGraphicFramePr>
        <p:xfrm>
          <a:off x="2552700" y="1123950"/>
          <a:ext cx="3527425" cy="881063"/>
        </p:xfrm>
        <a:graphic>
          <a:graphicData uri="http://schemas.openxmlformats.org/presentationml/2006/ole">
            <mc:AlternateContent xmlns:mc="http://schemas.openxmlformats.org/markup-compatibility/2006">
              <mc:Choice xmlns:v="urn:schemas-microsoft-com:vml" Requires="v">
                <p:oleObj spid="_x0000_s10263" r:id="rId7" imgW="2013585" imgH="486410" progId="Equation.3">
                  <p:embed/>
                </p:oleObj>
              </mc:Choice>
              <mc:Fallback>
                <p:oleObj r:id="rId7" imgW="2013585" imgH="486410" progId="Equation.3">
                  <p:embed/>
                  <p:pic>
                    <p:nvPicPr>
                      <p:cNvPr id="0" name="图片 3102"/>
                      <p:cNvPicPr/>
                      <p:nvPr/>
                    </p:nvPicPr>
                    <p:blipFill>
                      <a:blip r:embed="rId8">
                        <a:clrChange>
                          <a:clrFrom>
                            <a:srgbClr val="000000"/>
                          </a:clrFrom>
                          <a:clrTo>
                            <a:srgbClr val="000000"/>
                          </a:clrTo>
                        </a:clrChange>
                      </a:blip>
                      <a:stretch>
                        <a:fillRect/>
                      </a:stretch>
                    </p:blipFill>
                    <p:spPr>
                      <a:xfrm>
                        <a:off x="2552700" y="1123950"/>
                        <a:ext cx="3527425" cy="881063"/>
                      </a:xfrm>
                      <a:prstGeom prst="rect">
                        <a:avLst/>
                      </a:prstGeom>
                      <a:noFill/>
                      <a:ln w="38100">
                        <a:noFill/>
                        <a:miter/>
                      </a:ln>
                    </p:spPr>
                  </p:pic>
                </p:oleObj>
              </mc:Fallback>
            </mc:AlternateContent>
          </a:graphicData>
        </a:graphic>
      </p:graphicFrame>
      <p:sp>
        <p:nvSpPr>
          <p:cNvPr id="148510" name="Rectangle 30"/>
          <p:cNvSpPr>
            <a:spLocks noChangeArrowheads="1"/>
          </p:cNvSpPr>
          <p:nvPr/>
        </p:nvSpPr>
        <p:spPr bwMode="auto">
          <a:xfrm>
            <a:off x="228600" y="4419600"/>
            <a:ext cx="8462963" cy="476250"/>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ct val="50000"/>
              </a:spcBef>
              <a:spcAft>
                <a:spcPct val="0"/>
              </a:spcAft>
              <a:buClr>
                <a:schemeClr val="accent2"/>
              </a:buClr>
              <a:buSzPct val="80000"/>
              <a:buFont typeface="Wingdings" panose="05000000000000000000" pitchFamily="2" charset="2"/>
              <a:buNone/>
              <a:defRPr/>
            </a:pPr>
            <a:r>
              <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力的空间累积效应</a:t>
            </a:r>
            <a:r>
              <a:rPr kumimoji="1"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引起了质点动能的改变。</a:t>
            </a:r>
          </a:p>
        </p:txBody>
      </p:sp>
      <p:sp>
        <p:nvSpPr>
          <p:cNvPr id="148512" name="Text Box 32"/>
          <p:cNvSpPr txBox="1"/>
          <p:nvPr/>
        </p:nvSpPr>
        <p:spPr>
          <a:xfrm>
            <a:off x="228600" y="5181600"/>
            <a:ext cx="5867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动能的单位与功的单位相同，为</a:t>
            </a:r>
            <a:r>
              <a:rPr lang="en-US" altLang="zh-CN" sz="2800" b="1" dirty="0">
                <a:latin typeface="Times New Roman" panose="02020603050405020304" pitchFamily="18" charset="0"/>
              </a:rPr>
              <a:t>J</a:t>
            </a:r>
            <a:r>
              <a:rPr lang="zh-CN" altLang="en-US" sz="2800" b="1" dirty="0">
                <a:latin typeface="Times New Roman" panose="02020603050405020304" pitchFamily="18" charset="0"/>
              </a:rPr>
              <a:t>。</a:t>
            </a:r>
          </a:p>
        </p:txBody>
      </p:sp>
      <p:sp>
        <p:nvSpPr>
          <p:cNvPr id="148513" name="Text Box 33"/>
          <p:cNvSpPr txBox="1"/>
          <p:nvPr/>
        </p:nvSpPr>
        <p:spPr>
          <a:xfrm>
            <a:off x="228600" y="5943600"/>
            <a:ext cx="8763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动能定理适用于惯性系，非惯性系应考虑惯性力的功。</a:t>
            </a:r>
          </a:p>
        </p:txBody>
      </p:sp>
      <p:graphicFrame>
        <p:nvGraphicFramePr>
          <p:cNvPr id="24588" name="Object 6"/>
          <p:cNvGraphicFramePr>
            <a:graphicFrameLocks noChangeAspect="1"/>
          </p:cNvGraphicFramePr>
          <p:nvPr/>
        </p:nvGraphicFramePr>
        <p:xfrm>
          <a:off x="7061200" y="188913"/>
          <a:ext cx="1917700" cy="447675"/>
        </p:xfrm>
        <a:graphic>
          <a:graphicData uri="http://schemas.openxmlformats.org/presentationml/2006/ole">
            <mc:AlternateContent xmlns:mc="http://schemas.openxmlformats.org/markup-compatibility/2006">
              <mc:Choice xmlns:v="urn:schemas-microsoft-com:vml" Requires="v">
                <p:oleObj spid="_x0000_s10264" r:id="rId9" imgW="1275080" imgH="251460" progId="Equation.DSMT4">
                  <p:embed/>
                </p:oleObj>
              </mc:Choice>
              <mc:Fallback>
                <p:oleObj r:id="rId9" imgW="1275080" imgH="251460" progId="Equation.DSMT4">
                  <p:embed/>
                  <p:pic>
                    <p:nvPicPr>
                      <p:cNvPr id="0" name="图片 3103"/>
                      <p:cNvPicPr/>
                      <p:nvPr/>
                    </p:nvPicPr>
                    <p:blipFill>
                      <a:blip r:embed="rId10">
                        <a:clrChange>
                          <a:clrFrom>
                            <a:srgbClr val="000000"/>
                          </a:clrFrom>
                          <a:clrTo>
                            <a:srgbClr val="FFFFFF"/>
                          </a:clrTo>
                        </a:clrChange>
                      </a:blip>
                      <a:stretch>
                        <a:fillRect/>
                      </a:stretch>
                    </p:blipFill>
                    <p:spPr>
                      <a:xfrm>
                        <a:off x="7061200" y="188913"/>
                        <a:ext cx="1917700" cy="447675"/>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graphicFrame>
        <p:nvGraphicFramePr>
          <p:cNvPr id="67598" name="Object 14"/>
          <p:cNvGraphicFramePr>
            <a:graphicFrameLocks noChangeAspect="1"/>
          </p:cNvGraphicFramePr>
          <p:nvPr/>
        </p:nvGraphicFramePr>
        <p:xfrm>
          <a:off x="3625850" y="2108200"/>
          <a:ext cx="1793875" cy="958850"/>
        </p:xfrm>
        <a:graphic>
          <a:graphicData uri="http://schemas.openxmlformats.org/presentationml/2006/ole">
            <mc:AlternateContent xmlns:mc="http://schemas.openxmlformats.org/markup-compatibility/2006">
              <mc:Choice xmlns:v="urn:schemas-microsoft-com:vml" Requires="v">
                <p:oleObj spid="_x0000_s10265" r:id="rId11" imgW="761365" imgH="406400" progId="Equation.DSMT4">
                  <p:embed/>
                </p:oleObj>
              </mc:Choice>
              <mc:Fallback>
                <p:oleObj r:id="rId11" imgW="761365" imgH="406400" progId="Equation.DSMT4">
                  <p:embed/>
                  <p:pic>
                    <p:nvPicPr>
                      <p:cNvPr id="0" name="图片 3108"/>
                      <p:cNvPicPr/>
                      <p:nvPr/>
                    </p:nvPicPr>
                    <p:blipFill>
                      <a:blip r:embed="rId12"/>
                      <a:stretch>
                        <a:fillRect/>
                      </a:stretch>
                    </p:blipFill>
                    <p:spPr>
                      <a:xfrm>
                        <a:off x="3625850" y="2108200"/>
                        <a:ext cx="1793875" cy="95885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48504"/>
                                        </p:tgtEl>
                                        <p:attrNameLst>
                                          <p:attrName>style.visibility</p:attrName>
                                        </p:attrNameLst>
                                      </p:cBhvr>
                                      <p:to>
                                        <p:strVal val="visible"/>
                                      </p:to>
                                    </p:set>
                                    <p:anim calcmode="lin" valueType="num">
                                      <p:cBhvr>
                                        <p:cTn id="7" dur="500" fill="hold"/>
                                        <p:tgtEl>
                                          <p:spTgt spid="148504"/>
                                        </p:tgtEl>
                                        <p:attrNameLst>
                                          <p:attrName>ppt_w</p:attrName>
                                        </p:attrNameLst>
                                      </p:cBhvr>
                                      <p:tavLst>
                                        <p:tav tm="0">
                                          <p:val>
                                            <p:fltVal val="0"/>
                                          </p:val>
                                        </p:tav>
                                        <p:tav tm="100000">
                                          <p:val>
                                            <p:strVal val="#ppt_w"/>
                                          </p:val>
                                        </p:tav>
                                      </p:tavLst>
                                    </p:anim>
                                    <p:anim calcmode="lin" valueType="num">
                                      <p:cBhvr>
                                        <p:cTn id="8" dur="500" fill="hold"/>
                                        <p:tgtEl>
                                          <p:spTgt spid="14850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148493"/>
                                        </p:tgtEl>
                                        <p:attrNameLst>
                                          <p:attrName>style.visibility</p:attrName>
                                        </p:attrNameLst>
                                      </p:cBhvr>
                                      <p:to>
                                        <p:strVal val="visible"/>
                                      </p:to>
                                    </p:set>
                                    <p:animEffect transition="in" filter="box(in)">
                                      <p:cBhvr>
                                        <p:cTn id="13" dur="500"/>
                                        <p:tgtEl>
                                          <p:spTgt spid="14849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48509"/>
                                        </p:tgtEl>
                                        <p:attrNameLst>
                                          <p:attrName>style.visibility</p:attrName>
                                        </p:attrNameLst>
                                      </p:cBhvr>
                                      <p:to>
                                        <p:strVal val="visible"/>
                                      </p:to>
                                    </p:set>
                                    <p:animEffect transition="in" filter="box(in)">
                                      <p:cBhvr>
                                        <p:cTn id="18" dur="500"/>
                                        <p:tgtEl>
                                          <p:spTgt spid="14850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48505"/>
                                        </p:tgtEl>
                                        <p:attrNameLst>
                                          <p:attrName>style.visibility</p:attrName>
                                        </p:attrNameLst>
                                      </p:cBhvr>
                                      <p:to>
                                        <p:strVal val="visible"/>
                                      </p:to>
                                    </p:set>
                                    <p:animEffect transition="in" filter="dissolve">
                                      <p:cBhvr>
                                        <p:cTn id="23" dur="500"/>
                                        <p:tgtEl>
                                          <p:spTgt spid="148505"/>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67598"/>
                                        </p:tgtEl>
                                        <p:attrNameLst>
                                          <p:attrName>style.visibility</p:attrName>
                                        </p:attrNameLst>
                                      </p:cBhvr>
                                      <p:to>
                                        <p:strVal val="visible"/>
                                      </p:to>
                                    </p:set>
                                    <p:animEffect transition="in" filter="blinds(horizontal)">
                                      <p:cBhvr>
                                        <p:cTn id="27" dur="500"/>
                                        <p:tgtEl>
                                          <p:spTgt spid="6759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148506"/>
                                        </p:tgtEl>
                                        <p:attrNameLst>
                                          <p:attrName>style.visibility</p:attrName>
                                        </p:attrNameLst>
                                      </p:cBhvr>
                                      <p:to>
                                        <p:strVal val="visible"/>
                                      </p:to>
                                    </p:set>
                                    <p:animEffect transition="in" filter="barn(outHorizontal)">
                                      <p:cBhvr>
                                        <p:cTn id="32" dur="500"/>
                                        <p:tgtEl>
                                          <p:spTgt spid="148506"/>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148502"/>
                                        </p:tgtEl>
                                        <p:attrNameLst>
                                          <p:attrName>style.visibility</p:attrName>
                                        </p:attrNameLst>
                                      </p:cBhvr>
                                      <p:to>
                                        <p:strVal val="visible"/>
                                      </p:to>
                                    </p:set>
                                    <p:animEffect transition="in" filter="blinds(horizontal)">
                                      <p:cBhvr>
                                        <p:cTn id="36" dur="500"/>
                                        <p:tgtEl>
                                          <p:spTgt spid="148502"/>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48510"/>
                                        </p:tgtEl>
                                        <p:attrNameLst>
                                          <p:attrName>style.visibility</p:attrName>
                                        </p:attrNameLst>
                                      </p:cBhvr>
                                      <p:to>
                                        <p:strVal val="visible"/>
                                      </p:to>
                                    </p:set>
                                    <p:animEffect transition="in" filter="box(in)">
                                      <p:cBhvr>
                                        <p:cTn id="41" dur="500"/>
                                        <p:tgtEl>
                                          <p:spTgt spid="148510"/>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6" fill="hold" nodeType="clickEffect">
                                  <p:stCondLst>
                                    <p:cond delay="0"/>
                                  </p:stCondLst>
                                  <p:childTnLst>
                                    <p:set>
                                      <p:cBhvr>
                                        <p:cTn id="45" dur="1" fill="hold">
                                          <p:stCondLst>
                                            <p:cond delay="0"/>
                                          </p:stCondLst>
                                        </p:cTn>
                                        <p:tgtEl>
                                          <p:spTgt spid="148512"/>
                                        </p:tgtEl>
                                        <p:attrNameLst>
                                          <p:attrName>style.visibility</p:attrName>
                                        </p:attrNameLst>
                                      </p:cBhvr>
                                      <p:to>
                                        <p:strVal val="visible"/>
                                      </p:to>
                                    </p:set>
                                    <p:animEffect transition="in" filter="barn(inHorizontal)">
                                      <p:cBhvr>
                                        <p:cTn id="46" dur="500"/>
                                        <p:tgtEl>
                                          <p:spTgt spid="1485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48513"/>
                                        </p:tgtEl>
                                        <p:attrNameLst>
                                          <p:attrName>style.visibility</p:attrName>
                                        </p:attrNameLst>
                                      </p:cBhvr>
                                      <p:to>
                                        <p:strVal val="visible"/>
                                      </p:to>
                                    </p:set>
                                    <p:animEffect transition="in" filter="wipe(up)">
                                      <p:cBhvr>
                                        <p:cTn id="51" dur="500"/>
                                        <p:tgtEl>
                                          <p:spTgt spid="148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4" grpId="0"/>
      <p:bldP spid="148505" grpId="0"/>
      <p:bldP spid="148506" grpId="0"/>
      <p:bldP spid="148510" grpId="0"/>
      <p:bldP spid="148512" grpId="0"/>
      <p:bldP spid="1485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9</a:t>
            </a:fld>
            <a:endParaRPr lang="en-US" altLang="zh-CN" sz="1800" dirty="0">
              <a:solidFill>
                <a:schemeClr val="accent2"/>
              </a:solidFill>
            </a:endParaRPr>
          </a:p>
        </p:txBody>
      </p:sp>
      <p:sp>
        <p:nvSpPr>
          <p:cNvPr id="166914" name="Text Box 2"/>
          <p:cNvSpPr txBox="1">
            <a:spLocks noChangeArrowheads="1"/>
          </p:cNvSpPr>
          <p:nvPr/>
        </p:nvSpPr>
        <p:spPr bwMode="auto">
          <a:xfrm>
            <a:off x="214313" y="128588"/>
            <a:ext cx="8610600" cy="2655888"/>
          </a:xfrm>
          <a:prstGeom prst="rect">
            <a:avLst/>
          </a:prstGeom>
          <a:noFill/>
          <a:ln w="9525">
            <a:noFill/>
            <a:miter lim="800000"/>
          </a:ln>
          <a:effectLst/>
        </p:spPr>
        <p:txBody>
          <a:bodyPr>
            <a:spAutoFit/>
          </a:bodyPr>
          <a:lstStyle/>
          <a:p>
            <a:pPr marR="0" defTabSz="914400" eaLnBrk="1" hangingPunct="1">
              <a:lnSpc>
                <a:spcPct val="120000"/>
              </a:lnSpc>
              <a:spcBef>
                <a:spcPct val="50000"/>
              </a:spcBef>
              <a:buClrTx/>
              <a:buSzTx/>
              <a:buFontTx/>
              <a:buNone/>
              <a:defRPr/>
            </a:pPr>
            <a:r>
              <a:rPr kumimoji="1" lang="zh-CN" altLang="en-US"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例</a:t>
            </a:r>
            <a:r>
              <a:rPr kumimoji="1" lang="en-US" altLang="zh-CN"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1</a:t>
            </a:r>
            <a:r>
              <a:rPr kumimoji="1" lang="zh-CN" altLang="en-US" sz="2800" b="1" kern="1200" cap="none" spc="0" normalizeH="0" baseline="0" noProof="0" dirty="0">
                <a:solidFill>
                  <a:schemeClr val="folHlink"/>
                </a:solidFill>
                <a:effectLst>
                  <a:outerShdw blurRad="38100" dist="38100" dir="2700000" algn="tl">
                    <a:srgbClr val="C0C0C0"/>
                  </a:outerShdw>
                </a:effectLst>
                <a:latin typeface="Times New Roman" panose="02020603050405020304" pitchFamily="18" charset="0"/>
                <a:ea typeface="楷体_GB2312" pitchFamily="49" charset="-122"/>
                <a:cs typeface="Times New Roman" panose="02020603050405020304" pitchFamily="18" charset="0"/>
              </a:rPr>
              <a:t>、</a:t>
            </a:r>
            <a:r>
              <a:rPr kumimoji="1" lang="zh-CN" altLang="en-US" sz="2800" b="1" kern="1200" cap="none" spc="0" normalizeH="0" baseline="0" noProof="0" dirty="0">
                <a:latin typeface="宋体" panose="02010600030101010101" pitchFamily="2" charset="-122"/>
                <a:ea typeface="宋体" panose="02010600030101010101" pitchFamily="2" charset="-122"/>
                <a:cs typeface="+mn-cs"/>
              </a:rPr>
              <a:t>一链条总长为</a:t>
            </a:r>
            <a:r>
              <a:rPr kumimoji="1" lang="en-US" altLang="zh-CN" sz="2800" b="1" i="1" kern="1200" cap="none" spc="0" normalizeH="0" baseline="0" noProof="0" dirty="0">
                <a:latin typeface="Times New Roman" panose="02020603050405020304" pitchFamily="18" charset="0"/>
                <a:ea typeface="MS Gothic" panose="020B0609070205080204" pitchFamily="49" charset="-128"/>
                <a:cs typeface="Times New Roman" panose="02020603050405020304" pitchFamily="18" charset="0"/>
              </a:rPr>
              <a:t>l</a:t>
            </a:r>
            <a:r>
              <a:rPr kumimoji="1" lang="zh-CN" altLang="en-US" sz="2800" b="1" kern="1200" cap="none" spc="0" normalizeH="0" baseline="0" noProof="0" dirty="0">
                <a:latin typeface="宋体" panose="02010600030101010101" pitchFamily="2" charset="-122"/>
                <a:ea typeface="宋体" panose="02010600030101010101" pitchFamily="2" charset="-122"/>
                <a:cs typeface="+mn-cs"/>
              </a:rPr>
              <a:t>，</a:t>
            </a:r>
            <a:r>
              <a:rPr kumimoji="1" lang="zh-CN" altLang="zh-CN" sz="2800" b="1" kern="1200" cap="none" spc="0" normalizeH="0" baseline="0" noProof="0" dirty="0">
                <a:latin typeface="宋体" panose="02010600030101010101" pitchFamily="2" charset="-122"/>
                <a:ea typeface="宋体" panose="02010600030101010101" pitchFamily="2" charset="-122"/>
                <a:cs typeface="+mn-cs"/>
              </a:rPr>
              <a:t>质量为</a:t>
            </a:r>
            <a:r>
              <a:rPr kumimoji="1" lang="en-US" altLang="zh-CN" sz="2800" b="1" i="1" kern="1200" cap="none" spc="0" normalizeH="0" baseline="0" noProof="0" dirty="0">
                <a:latin typeface="Times New Roman" panose="02020603050405020304" pitchFamily="18" charset="0"/>
                <a:ea typeface="MS Gothic" panose="020B0609070205080204" pitchFamily="49" charset="-128"/>
                <a:cs typeface="Times New Roman" panose="02020603050405020304" pitchFamily="18" charset="0"/>
              </a:rPr>
              <a:t>m</a:t>
            </a:r>
            <a:r>
              <a:rPr kumimoji="1" lang="zh-CN" altLang="en-US" sz="2800" b="1" kern="1200" cap="none" spc="0" normalizeH="0" baseline="0" noProof="0" dirty="0">
                <a:latin typeface="宋体" panose="02010600030101010101" pitchFamily="2" charset="-122"/>
                <a:ea typeface="宋体" panose="02010600030101010101" pitchFamily="2" charset="-122"/>
                <a:cs typeface="+mn-cs"/>
              </a:rPr>
              <a:t>。</a:t>
            </a:r>
            <a:r>
              <a:rPr kumimoji="1" lang="zh-CN" altLang="zh-CN" sz="2800" b="1" kern="1200" cap="none" spc="0" normalizeH="0" baseline="0" noProof="0" dirty="0">
                <a:latin typeface="宋体" panose="02010600030101010101" pitchFamily="2" charset="-122"/>
                <a:ea typeface="宋体" panose="02010600030101010101" pitchFamily="2" charset="-122"/>
                <a:cs typeface="+mn-cs"/>
              </a:rPr>
              <a:t>放在桌面上并使其下垂，下垂的长度为</a:t>
            </a:r>
            <a:r>
              <a:rPr kumimoji="1" lang="en-US" altLang="zh-CN" sz="2800" b="1" i="1" kern="1200" cap="none" spc="0" normalizeH="0" baseline="0" noProof="0" dirty="0">
                <a:latin typeface="Times New Roman" panose="02020603050405020304" pitchFamily="18" charset="0"/>
                <a:ea typeface="MS Gothic" panose="020B0609070205080204" pitchFamily="49" charset="-128"/>
                <a:cs typeface="Times New Roman" panose="02020603050405020304" pitchFamily="18" charset="0"/>
              </a:rPr>
              <a:t>a</a:t>
            </a:r>
            <a:r>
              <a:rPr kumimoji="1" lang="zh-CN" altLang="en-US" sz="2800" b="1" kern="1200" cap="none" spc="0" normalizeH="0" baseline="0" noProof="0" dirty="0">
                <a:latin typeface="宋体" panose="02010600030101010101" pitchFamily="2" charset="-122"/>
                <a:ea typeface="宋体" panose="02010600030101010101" pitchFamily="2" charset="-122"/>
                <a:cs typeface="+mn-cs"/>
              </a:rPr>
              <a:t>，</a:t>
            </a:r>
            <a:r>
              <a:rPr kumimoji="1" lang="zh-CN" altLang="zh-CN" sz="2800" b="1" kern="1200" cap="none" spc="0" normalizeH="0" baseline="0" noProof="0" dirty="0">
                <a:latin typeface="宋体" panose="02010600030101010101" pitchFamily="2" charset="-122"/>
                <a:ea typeface="宋体" panose="02010600030101010101" pitchFamily="2" charset="-122"/>
                <a:cs typeface="+mn-cs"/>
              </a:rPr>
              <a:t>设链条与桌面的滑动摩擦系数为</a:t>
            </a:r>
            <a:r>
              <a:rPr kumimoji="1" lang="zh-CN" altLang="zh-CN" sz="2800" b="1" i="1" kern="1200" cap="none" spc="0" normalizeH="0" baseline="0" noProof="0" dirty="0">
                <a:latin typeface="宋体" panose="02010600030101010101" pitchFamily="2" charset="-122"/>
                <a:ea typeface="宋体" panose="02010600030101010101" pitchFamily="2" charset="-122"/>
                <a:cs typeface="+mn-cs"/>
                <a:sym typeface="Symbol" panose="05050102010706020507" pitchFamily="18" charset="2"/>
              </a:rPr>
              <a:t></a:t>
            </a:r>
            <a:r>
              <a:rPr kumimoji="1" lang="zh-CN" altLang="zh-CN" sz="2800" b="1" kern="1200" cap="none" spc="0" normalizeH="0" baseline="0" noProof="0" dirty="0">
                <a:latin typeface="宋体" panose="02010600030101010101" pitchFamily="2" charset="-122"/>
                <a:ea typeface="宋体" panose="02010600030101010101" pitchFamily="2" charset="-122"/>
                <a:cs typeface="+mn-cs"/>
                <a:sym typeface="Symbol" panose="05050102010706020507" pitchFamily="18" charset="2"/>
              </a:rPr>
              <a:t>，令链条从静止开始运动，则：</a:t>
            </a:r>
            <a:r>
              <a:rPr kumimoji="1" lang="zh-CN" altLang="zh-CN" sz="2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（1）到链条离开桌面的过程中，摩擦力对链条做了多少功？（2）</a:t>
            </a:r>
            <a:r>
              <a:rPr kumimoji="1" lang="zh-CN" altLang="zh-CN" sz="2800" b="1" kern="1200" cap="none" spc="0" normalizeH="0" baseline="0" noProof="0" dirty="0">
                <a:latin typeface="宋体" panose="02010600030101010101" pitchFamily="2" charset="-122"/>
                <a:ea typeface="宋体" panose="02010600030101010101" pitchFamily="2" charset="-122"/>
                <a:cs typeface="+mn-cs"/>
                <a:sym typeface="Symbol" panose="05050102010706020507" pitchFamily="18" charset="2"/>
              </a:rPr>
              <a:t>链条离开桌面时的速率是多少？</a:t>
            </a:r>
            <a:endParaRPr kumimoji="1" lang="zh-CN" altLang="en-US" sz="2800" b="1" kern="1200" cap="none" spc="0" normalizeH="0" baseline="0" noProof="0" dirty="0">
              <a:latin typeface="宋体" panose="02010600030101010101" pitchFamily="2" charset="-122"/>
              <a:ea typeface="宋体" panose="02010600030101010101" pitchFamily="2" charset="-122"/>
              <a:cs typeface="+mn-cs"/>
            </a:endParaRPr>
          </a:p>
        </p:txBody>
      </p:sp>
      <p:sp>
        <p:nvSpPr>
          <p:cNvPr id="25604" name="Text Box 3"/>
          <p:cNvSpPr txBox="1"/>
          <p:nvPr/>
        </p:nvSpPr>
        <p:spPr>
          <a:xfrm>
            <a:off x="990600" y="4495800"/>
            <a:ext cx="3733800" cy="336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endParaRPr lang="zh-CN" altLang="zh-CN" sz="1600" b="1" i="1" dirty="0">
              <a:latin typeface="Times New Roman" panose="02020603050405020304" pitchFamily="18" charset="0"/>
              <a:ea typeface="楷体_GB2312" pitchFamily="49" charset="-122"/>
            </a:endParaRPr>
          </a:p>
        </p:txBody>
      </p:sp>
      <p:grpSp>
        <p:nvGrpSpPr>
          <p:cNvPr id="2" name="Group 57"/>
          <p:cNvGrpSpPr/>
          <p:nvPr/>
        </p:nvGrpSpPr>
        <p:grpSpPr>
          <a:xfrm>
            <a:off x="7543800" y="2943225"/>
            <a:ext cx="1039813" cy="2354263"/>
            <a:chOff x="4752" y="1854"/>
            <a:chExt cx="655" cy="1483"/>
          </a:xfrm>
        </p:grpSpPr>
        <p:sp>
          <p:nvSpPr>
            <p:cNvPr id="25638" name="Line 32"/>
            <p:cNvSpPr/>
            <p:nvPr/>
          </p:nvSpPr>
          <p:spPr>
            <a:xfrm>
              <a:off x="4752" y="2140"/>
              <a:ext cx="576" cy="0"/>
            </a:xfrm>
            <a:prstGeom prst="line">
              <a:avLst/>
            </a:prstGeom>
            <a:ln w="19050" cap="flat" cmpd="sng">
              <a:solidFill>
                <a:schemeClr val="tx1"/>
              </a:solidFill>
              <a:prstDash val="solid"/>
              <a:headEnd type="none" w="med" len="med"/>
              <a:tailEnd type="none" w="med" len="med"/>
            </a:ln>
          </p:spPr>
        </p:sp>
        <p:sp>
          <p:nvSpPr>
            <p:cNvPr id="25639" name="Line 33"/>
            <p:cNvSpPr/>
            <p:nvPr/>
          </p:nvSpPr>
          <p:spPr>
            <a:xfrm>
              <a:off x="5184" y="2140"/>
              <a:ext cx="0" cy="1104"/>
            </a:xfrm>
            <a:prstGeom prst="line">
              <a:avLst/>
            </a:prstGeom>
            <a:ln w="38100" cap="flat" cmpd="sng">
              <a:solidFill>
                <a:schemeClr val="tx1"/>
              </a:solidFill>
              <a:prstDash val="solid"/>
              <a:headEnd type="none" w="med" len="med"/>
              <a:tailEnd type="triangle" w="med" len="med"/>
            </a:ln>
          </p:spPr>
        </p:sp>
        <p:sp>
          <p:nvSpPr>
            <p:cNvPr id="25640" name="Rectangle 41"/>
            <p:cNvSpPr/>
            <p:nvPr/>
          </p:nvSpPr>
          <p:spPr>
            <a:xfrm>
              <a:off x="5147" y="3010"/>
              <a:ext cx="260" cy="32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1600" b="1" i="1" dirty="0">
                  <a:latin typeface="Times New Roman" panose="02020603050405020304" pitchFamily="18" charset="0"/>
                  <a:ea typeface="楷体_GB2312" pitchFamily="49" charset="-122"/>
                </a:rPr>
                <a:t> </a:t>
              </a:r>
              <a:r>
                <a:rPr lang="en-US" altLang="zh-CN" sz="2800" b="1" i="1" dirty="0">
                  <a:latin typeface="Times New Roman" panose="02020603050405020304" pitchFamily="18" charset="0"/>
                  <a:ea typeface="楷体_GB2312" pitchFamily="49" charset="-122"/>
                </a:rPr>
                <a:t>x</a:t>
              </a:r>
            </a:p>
          </p:txBody>
        </p:sp>
        <p:sp>
          <p:nvSpPr>
            <p:cNvPr id="25641" name="Rectangle 42"/>
            <p:cNvSpPr/>
            <p:nvPr/>
          </p:nvSpPr>
          <p:spPr>
            <a:xfrm>
              <a:off x="5088" y="1854"/>
              <a:ext cx="255"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ea typeface="楷体_GB2312" pitchFamily="49" charset="-122"/>
                </a:rPr>
                <a:t>O</a:t>
              </a:r>
            </a:p>
          </p:txBody>
        </p:sp>
      </p:grpSp>
      <p:sp>
        <p:nvSpPr>
          <p:cNvPr id="166955" name="Text Box 43"/>
          <p:cNvSpPr txBox="1">
            <a:spLocks noChangeArrowheads="1"/>
          </p:cNvSpPr>
          <p:nvPr/>
        </p:nvSpPr>
        <p:spPr bwMode="auto">
          <a:xfrm>
            <a:off x="228600" y="2971800"/>
            <a:ext cx="1103313" cy="51911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2800" b="1" kern="1200" cap="none" spc="0" normalizeH="0" baseline="0" noProof="0">
                <a:solidFill>
                  <a:schemeClr val="folHlink"/>
                </a:solidFill>
                <a:effectLst>
                  <a:outerShdw blurRad="38100" dist="38100" dir="2700000" algn="tl">
                    <a:srgbClr val="C0C0C0"/>
                  </a:outerShdw>
                </a:effectLst>
                <a:latin typeface="楷体_GB2312" pitchFamily="49" charset="-122"/>
                <a:ea typeface="楷体_GB2312" pitchFamily="49" charset="-122"/>
                <a:cs typeface="+mn-cs"/>
              </a:rPr>
              <a:t>解：</a:t>
            </a:r>
            <a:endParaRPr kumimoji="1" lang="zh-CN" altLang="en-US" sz="2800" b="1" kern="1200" cap="none" spc="0" normalizeH="0" baseline="0" noProof="0">
              <a:latin typeface="Times New Roman" panose="02020603050405020304" pitchFamily="18" charset="0"/>
              <a:ea typeface="楷体_GB2312" pitchFamily="49" charset="-122"/>
              <a:cs typeface="+mn-cs"/>
            </a:endParaRPr>
          </a:p>
        </p:txBody>
      </p:sp>
      <p:graphicFrame>
        <p:nvGraphicFramePr>
          <p:cNvPr id="166956" name="Object 2"/>
          <p:cNvGraphicFramePr>
            <a:graphicFrameLocks noChangeAspect="1"/>
          </p:cNvGraphicFramePr>
          <p:nvPr/>
        </p:nvGraphicFramePr>
        <p:xfrm>
          <a:off x="571500" y="4483100"/>
          <a:ext cx="5386388" cy="908050"/>
        </p:xfrm>
        <a:graphic>
          <a:graphicData uri="http://schemas.openxmlformats.org/presentationml/2006/ole">
            <mc:AlternateContent xmlns:mc="http://schemas.openxmlformats.org/markup-compatibility/2006">
              <mc:Choice xmlns:v="urn:schemas-microsoft-com:vml" Requires="v">
                <p:oleObj spid="_x0000_s11285" r:id="rId3" imgW="3322320" imgH="553720" progId="Equation.3">
                  <p:embed/>
                </p:oleObj>
              </mc:Choice>
              <mc:Fallback>
                <p:oleObj r:id="rId3" imgW="3322320" imgH="553720" progId="Equation.3">
                  <p:embed/>
                  <p:pic>
                    <p:nvPicPr>
                      <p:cNvPr id="0" name="图片 3106"/>
                      <p:cNvPicPr/>
                      <p:nvPr/>
                    </p:nvPicPr>
                    <p:blipFill>
                      <a:blip r:embed="rId4">
                        <a:clrChange>
                          <a:clrFrom>
                            <a:srgbClr val="000000"/>
                          </a:clrFrom>
                          <a:clrTo>
                            <a:srgbClr val="000000"/>
                          </a:clrTo>
                        </a:clrChange>
                      </a:blip>
                      <a:stretch>
                        <a:fillRect/>
                      </a:stretch>
                    </p:blipFill>
                    <p:spPr>
                      <a:xfrm>
                        <a:off x="571500" y="4483100"/>
                        <a:ext cx="5386388" cy="908050"/>
                      </a:xfrm>
                      <a:prstGeom prst="rect">
                        <a:avLst/>
                      </a:prstGeom>
                      <a:noFill/>
                      <a:ln w="38100">
                        <a:noFill/>
                        <a:miter/>
                      </a:ln>
                    </p:spPr>
                  </p:pic>
                </p:oleObj>
              </mc:Fallback>
            </mc:AlternateContent>
          </a:graphicData>
        </a:graphic>
      </p:graphicFrame>
      <p:graphicFrame>
        <p:nvGraphicFramePr>
          <p:cNvPr id="166959" name="Object 4"/>
          <p:cNvGraphicFramePr>
            <a:graphicFrameLocks noChangeAspect="1"/>
          </p:cNvGraphicFramePr>
          <p:nvPr/>
        </p:nvGraphicFramePr>
        <p:xfrm>
          <a:off x="539750" y="5445125"/>
          <a:ext cx="6426200" cy="1257300"/>
        </p:xfrm>
        <a:graphic>
          <a:graphicData uri="http://schemas.openxmlformats.org/presentationml/2006/ole">
            <mc:AlternateContent xmlns:mc="http://schemas.openxmlformats.org/markup-compatibility/2006">
              <mc:Choice xmlns:v="urn:schemas-microsoft-com:vml" Requires="v">
                <p:oleObj spid="_x0000_s11286" r:id="rId5" imgW="4144010" imgH="738505" progId="Equation.3">
                  <p:embed/>
                </p:oleObj>
              </mc:Choice>
              <mc:Fallback>
                <p:oleObj r:id="rId5" imgW="4144010" imgH="738505" progId="Equation.3">
                  <p:embed/>
                  <p:pic>
                    <p:nvPicPr>
                      <p:cNvPr id="0" name="图片 3107"/>
                      <p:cNvPicPr/>
                      <p:nvPr/>
                    </p:nvPicPr>
                    <p:blipFill>
                      <a:blip r:embed="rId6">
                        <a:clrChange>
                          <a:clrFrom>
                            <a:srgbClr val="000000"/>
                          </a:clrFrom>
                          <a:clrTo>
                            <a:srgbClr val="000000"/>
                          </a:clrTo>
                        </a:clrChange>
                      </a:blip>
                      <a:stretch>
                        <a:fillRect/>
                      </a:stretch>
                    </p:blipFill>
                    <p:spPr>
                      <a:xfrm>
                        <a:off x="539750" y="5445125"/>
                        <a:ext cx="6426200" cy="1257300"/>
                      </a:xfrm>
                      <a:prstGeom prst="rect">
                        <a:avLst/>
                      </a:prstGeom>
                      <a:noFill/>
                      <a:ln w="38100">
                        <a:noFill/>
                        <a:miter/>
                      </a:ln>
                    </p:spPr>
                  </p:pic>
                </p:oleObj>
              </mc:Fallback>
            </mc:AlternateContent>
          </a:graphicData>
        </a:graphic>
      </p:graphicFrame>
      <p:grpSp>
        <p:nvGrpSpPr>
          <p:cNvPr id="3" name="Group 51"/>
          <p:cNvGrpSpPr/>
          <p:nvPr/>
        </p:nvGrpSpPr>
        <p:grpSpPr>
          <a:xfrm>
            <a:off x="5410200" y="2693988"/>
            <a:ext cx="2619375" cy="2303462"/>
            <a:chOff x="3408" y="1697"/>
            <a:chExt cx="1650" cy="1451"/>
          </a:xfrm>
        </p:grpSpPr>
        <p:sp>
          <p:nvSpPr>
            <p:cNvPr id="25614" name="Oval 12"/>
            <p:cNvSpPr/>
            <p:nvPr/>
          </p:nvSpPr>
          <p:spPr>
            <a:xfrm rot="-5400000">
              <a:off x="4683" y="2755"/>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15" name="Oval 13"/>
            <p:cNvSpPr/>
            <p:nvPr/>
          </p:nvSpPr>
          <p:spPr>
            <a:xfrm rot="-5400000">
              <a:off x="4683" y="2611"/>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16" name="Oval 14"/>
            <p:cNvSpPr/>
            <p:nvPr/>
          </p:nvSpPr>
          <p:spPr>
            <a:xfrm rot="-5400000">
              <a:off x="4683" y="2467"/>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17" name="Oval 15"/>
            <p:cNvSpPr/>
            <p:nvPr/>
          </p:nvSpPr>
          <p:spPr>
            <a:xfrm rot="-5400000">
              <a:off x="4683" y="232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18" name="Oval 16"/>
            <p:cNvSpPr/>
            <p:nvPr/>
          </p:nvSpPr>
          <p:spPr>
            <a:xfrm rot="-5400000">
              <a:off x="4683" y="2179"/>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19" name="Oval 18"/>
            <p:cNvSpPr/>
            <p:nvPr/>
          </p:nvSpPr>
          <p:spPr>
            <a:xfrm>
              <a:off x="4608"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0" name="Oval 19"/>
            <p:cNvSpPr/>
            <p:nvPr/>
          </p:nvSpPr>
          <p:spPr>
            <a:xfrm>
              <a:off x="4464"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1" name="Oval 20"/>
            <p:cNvSpPr/>
            <p:nvPr/>
          </p:nvSpPr>
          <p:spPr>
            <a:xfrm>
              <a:off x="4320"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2" name="Oval 22"/>
            <p:cNvSpPr/>
            <p:nvPr/>
          </p:nvSpPr>
          <p:spPr>
            <a:xfrm>
              <a:off x="4176"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3" name="Oval 24"/>
            <p:cNvSpPr/>
            <p:nvPr/>
          </p:nvSpPr>
          <p:spPr>
            <a:xfrm>
              <a:off x="4032"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nvGrpSpPr>
            <p:cNvPr id="25624" name="Group 26"/>
            <p:cNvGrpSpPr/>
            <p:nvPr/>
          </p:nvGrpSpPr>
          <p:grpSpPr>
            <a:xfrm>
              <a:off x="3408" y="2140"/>
              <a:ext cx="1296" cy="1008"/>
              <a:chOff x="3552" y="2640"/>
              <a:chExt cx="1296" cy="1008"/>
            </a:xfrm>
          </p:grpSpPr>
          <p:sp>
            <p:nvSpPr>
              <p:cNvPr id="25636" name="Rectangle 27" descr="深色上对角线"/>
              <p:cNvSpPr/>
              <p:nvPr/>
            </p:nvSpPr>
            <p:spPr>
              <a:xfrm>
                <a:off x="3552" y="2640"/>
                <a:ext cx="1296" cy="48"/>
              </a:xfrm>
              <a:prstGeom prst="rect">
                <a:avLst/>
              </a:prstGeom>
              <a:blipFill rotWithShape="0">
                <a:blip r:embed="rId7"/>
              </a:blip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37" name="Rectangle 28" descr="深色上对角线"/>
              <p:cNvSpPr/>
              <p:nvPr/>
            </p:nvSpPr>
            <p:spPr>
              <a:xfrm>
                <a:off x="4800" y="2688"/>
                <a:ext cx="48" cy="960"/>
              </a:xfrm>
              <a:prstGeom prst="rect">
                <a:avLst/>
              </a:prstGeom>
              <a:blipFill rotWithShape="0">
                <a:blip r:embed="rId7"/>
              </a:blip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sp>
          <p:nvSpPr>
            <p:cNvPr id="25625" name="Oval 29"/>
            <p:cNvSpPr/>
            <p:nvPr/>
          </p:nvSpPr>
          <p:spPr>
            <a:xfrm>
              <a:off x="3600"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6" name="Oval 30"/>
            <p:cNvSpPr/>
            <p:nvPr/>
          </p:nvSpPr>
          <p:spPr>
            <a:xfrm>
              <a:off x="3888"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7" name="Oval 31"/>
            <p:cNvSpPr/>
            <p:nvPr/>
          </p:nvSpPr>
          <p:spPr>
            <a:xfrm>
              <a:off x="3744" y="2083"/>
              <a:ext cx="144" cy="48"/>
            </a:xfrm>
            <a:prstGeom prst="ellipse">
              <a:avLst/>
            </a:prstGeom>
            <a:gradFill rotWithShape="1">
              <a:gsLst>
                <a:gs pos="0">
                  <a:srgbClr val="FFFFFF"/>
                </a:gs>
                <a:gs pos="100000">
                  <a:srgbClr val="990033"/>
                </a:gs>
              </a:gsLst>
              <a:path path="shape">
                <a:fillToRect l="50000" t="50000" r="50000" b="50000"/>
              </a:path>
              <a:tileRect/>
            </a:gradFill>
            <a:ln w="31750" cap="flat" cmpd="sng">
              <a:solidFill>
                <a:srgbClr val="8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5628" name="Line 34"/>
            <p:cNvSpPr/>
            <p:nvPr/>
          </p:nvSpPr>
          <p:spPr>
            <a:xfrm>
              <a:off x="4704" y="2860"/>
              <a:ext cx="336" cy="0"/>
            </a:xfrm>
            <a:prstGeom prst="line">
              <a:avLst/>
            </a:prstGeom>
            <a:ln w="12700" cap="flat" cmpd="sng">
              <a:solidFill>
                <a:schemeClr val="tx1"/>
              </a:solidFill>
              <a:prstDash val="solid"/>
              <a:headEnd type="none" w="med" len="med"/>
              <a:tailEnd type="none" w="med" len="med"/>
            </a:ln>
          </p:spPr>
        </p:sp>
        <p:sp>
          <p:nvSpPr>
            <p:cNvPr id="25629" name="Line 35"/>
            <p:cNvSpPr/>
            <p:nvPr/>
          </p:nvSpPr>
          <p:spPr>
            <a:xfrm>
              <a:off x="4848" y="2140"/>
              <a:ext cx="0" cy="720"/>
            </a:xfrm>
            <a:prstGeom prst="line">
              <a:avLst/>
            </a:prstGeom>
            <a:ln w="22225" cap="flat" cmpd="sng">
              <a:solidFill>
                <a:schemeClr val="tx1"/>
              </a:solidFill>
              <a:prstDash val="solid"/>
              <a:headEnd type="triangle" w="med" len="med"/>
              <a:tailEnd type="triangle" w="med" len="med"/>
            </a:ln>
          </p:spPr>
        </p:sp>
        <p:sp>
          <p:nvSpPr>
            <p:cNvPr id="25630" name="Line 36"/>
            <p:cNvSpPr/>
            <p:nvPr/>
          </p:nvSpPr>
          <p:spPr>
            <a:xfrm flipV="1">
              <a:off x="4704" y="1852"/>
              <a:ext cx="0" cy="240"/>
            </a:xfrm>
            <a:prstGeom prst="line">
              <a:avLst/>
            </a:prstGeom>
            <a:ln w="9525" cap="flat" cmpd="sng">
              <a:solidFill>
                <a:schemeClr val="tx1"/>
              </a:solidFill>
              <a:prstDash val="solid"/>
              <a:headEnd type="none" w="med" len="med"/>
              <a:tailEnd type="none" w="med" len="med"/>
            </a:ln>
          </p:spPr>
        </p:sp>
        <p:sp>
          <p:nvSpPr>
            <p:cNvPr id="25631" name="Line 37"/>
            <p:cNvSpPr/>
            <p:nvPr/>
          </p:nvSpPr>
          <p:spPr>
            <a:xfrm flipV="1">
              <a:off x="3600" y="1852"/>
              <a:ext cx="0" cy="288"/>
            </a:xfrm>
            <a:prstGeom prst="line">
              <a:avLst/>
            </a:prstGeom>
            <a:ln w="9525" cap="flat" cmpd="sng">
              <a:solidFill>
                <a:schemeClr val="tx1"/>
              </a:solidFill>
              <a:prstDash val="solid"/>
              <a:headEnd type="none" w="med" len="med"/>
              <a:tailEnd type="none" w="med" len="med"/>
            </a:ln>
          </p:spPr>
        </p:sp>
        <p:sp>
          <p:nvSpPr>
            <p:cNvPr id="25632" name="Line 38"/>
            <p:cNvSpPr/>
            <p:nvPr/>
          </p:nvSpPr>
          <p:spPr>
            <a:xfrm>
              <a:off x="3600" y="1996"/>
              <a:ext cx="1104" cy="0"/>
            </a:xfrm>
            <a:prstGeom prst="line">
              <a:avLst/>
            </a:prstGeom>
            <a:ln w="22225" cap="flat" cmpd="sng">
              <a:solidFill>
                <a:schemeClr val="tx1"/>
              </a:solidFill>
              <a:prstDash val="solid"/>
              <a:headEnd type="triangle" w="med" len="med"/>
              <a:tailEnd type="triangle" w="med" len="med"/>
            </a:ln>
          </p:spPr>
        </p:sp>
        <p:sp>
          <p:nvSpPr>
            <p:cNvPr id="25633" name="Rectangle 39"/>
            <p:cNvSpPr/>
            <p:nvPr/>
          </p:nvSpPr>
          <p:spPr>
            <a:xfrm>
              <a:off x="4832" y="2275"/>
              <a:ext cx="212"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ea typeface="楷体_GB2312" pitchFamily="49" charset="-122"/>
                </a:rPr>
                <a:t>a</a:t>
              </a:r>
            </a:p>
          </p:txBody>
        </p:sp>
        <p:sp>
          <p:nvSpPr>
            <p:cNvPr id="25634" name="Rectangle 40"/>
            <p:cNvSpPr/>
            <p:nvPr/>
          </p:nvSpPr>
          <p:spPr>
            <a:xfrm>
              <a:off x="3965" y="1697"/>
              <a:ext cx="377" cy="2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400" b="1" i="1" dirty="0">
                  <a:latin typeface="Times New Roman" panose="02020603050405020304" pitchFamily="18" charset="0"/>
                  <a:ea typeface="楷体_GB2312" pitchFamily="49" charset="-122"/>
                </a:rPr>
                <a:t>l </a:t>
              </a:r>
              <a:r>
                <a:rPr lang="en-US" altLang="zh-CN" sz="2400" b="1" dirty="0">
                  <a:latin typeface="Times New Roman" panose="02020603050405020304" pitchFamily="18" charset="0"/>
                  <a:ea typeface="楷体_GB2312" pitchFamily="49" charset="-122"/>
                </a:rPr>
                <a:t>-</a:t>
              </a:r>
              <a:r>
                <a:rPr lang="en-US" altLang="zh-CN" sz="2400" b="1" i="1" dirty="0">
                  <a:latin typeface="Times New Roman" panose="02020603050405020304" pitchFamily="18" charset="0"/>
                  <a:ea typeface="楷体_GB2312" pitchFamily="49" charset="-122"/>
                </a:rPr>
                <a:t>a</a:t>
              </a:r>
            </a:p>
          </p:txBody>
        </p:sp>
        <p:sp>
          <p:nvSpPr>
            <p:cNvPr id="25635" name="Line 50"/>
            <p:cNvSpPr/>
            <p:nvPr/>
          </p:nvSpPr>
          <p:spPr>
            <a:xfrm>
              <a:off x="4740" y="2142"/>
              <a:ext cx="318" cy="0"/>
            </a:xfrm>
            <a:prstGeom prst="line">
              <a:avLst/>
            </a:prstGeom>
            <a:ln w="9525" cap="flat" cmpd="sng">
              <a:solidFill>
                <a:schemeClr val="tx1"/>
              </a:solidFill>
              <a:prstDash val="solid"/>
              <a:headEnd type="none" w="med" len="med"/>
              <a:tailEnd type="none" w="med" len="med"/>
            </a:ln>
          </p:spPr>
        </p:sp>
      </p:grpSp>
      <p:graphicFrame>
        <p:nvGraphicFramePr>
          <p:cNvPr id="166966" name="Object 5"/>
          <p:cNvGraphicFramePr>
            <a:graphicFrameLocks noChangeAspect="1"/>
          </p:cNvGraphicFramePr>
          <p:nvPr/>
        </p:nvGraphicFramePr>
        <p:xfrm>
          <a:off x="7740650" y="3716338"/>
          <a:ext cx="285750" cy="285750"/>
        </p:xfrm>
        <a:graphic>
          <a:graphicData uri="http://schemas.openxmlformats.org/presentationml/2006/ole">
            <mc:AlternateContent xmlns:mc="http://schemas.openxmlformats.org/markup-compatibility/2006">
              <mc:Choice xmlns:v="urn:schemas-microsoft-com:vml" Requires="v">
                <p:oleObj spid="_x0000_s11287" r:id="rId8" imgW="139700" imgH="139700" progId="Equation.3">
                  <p:embed/>
                </p:oleObj>
              </mc:Choice>
              <mc:Fallback>
                <p:oleObj r:id="rId8" imgW="139700" imgH="139700" progId="Equation.3">
                  <p:embed/>
                  <p:pic>
                    <p:nvPicPr>
                      <p:cNvPr id="0" name="图片 3110"/>
                      <p:cNvPicPr/>
                      <p:nvPr/>
                    </p:nvPicPr>
                    <p:blipFill>
                      <a:blip r:embed="rId9"/>
                      <a:stretch>
                        <a:fillRect/>
                      </a:stretch>
                    </p:blipFill>
                    <p:spPr>
                      <a:xfrm>
                        <a:off x="7740650" y="3716338"/>
                        <a:ext cx="285750" cy="285750"/>
                      </a:xfrm>
                      <a:prstGeom prst="rect">
                        <a:avLst/>
                      </a:prstGeom>
                      <a:solidFill>
                        <a:schemeClr val="bg1"/>
                      </a:solidFill>
                      <a:ln w="38100">
                        <a:noFill/>
                        <a:miter/>
                      </a:ln>
                    </p:spPr>
                  </p:pic>
                </p:oleObj>
              </mc:Fallback>
            </mc:AlternateContent>
          </a:graphicData>
        </a:graphic>
      </p:graphicFrame>
      <p:graphicFrame>
        <p:nvGraphicFramePr>
          <p:cNvPr id="166967" name="Object 6"/>
          <p:cNvGraphicFramePr>
            <a:graphicFrameLocks noChangeAspect="1"/>
          </p:cNvGraphicFramePr>
          <p:nvPr/>
        </p:nvGraphicFramePr>
        <p:xfrm>
          <a:off x="6645275" y="2824163"/>
          <a:ext cx="285750" cy="285750"/>
        </p:xfrm>
        <a:graphic>
          <a:graphicData uri="http://schemas.openxmlformats.org/presentationml/2006/ole">
            <mc:AlternateContent xmlns:mc="http://schemas.openxmlformats.org/markup-compatibility/2006">
              <mc:Choice xmlns:v="urn:schemas-microsoft-com:vml" Requires="v">
                <p:oleObj spid="_x0000_s11288" r:id="rId10" imgW="139700" imgH="139700" progId="Equation.3">
                  <p:embed/>
                </p:oleObj>
              </mc:Choice>
              <mc:Fallback>
                <p:oleObj r:id="rId10" imgW="139700" imgH="139700" progId="Equation.3">
                  <p:embed/>
                  <p:pic>
                    <p:nvPicPr>
                      <p:cNvPr id="0" name="图片 3109"/>
                      <p:cNvPicPr/>
                      <p:nvPr/>
                    </p:nvPicPr>
                    <p:blipFill>
                      <a:blip r:embed="rId9"/>
                      <a:stretch>
                        <a:fillRect/>
                      </a:stretch>
                    </p:blipFill>
                    <p:spPr>
                      <a:xfrm>
                        <a:off x="6645275" y="2824163"/>
                        <a:ext cx="285750" cy="285750"/>
                      </a:xfrm>
                      <a:prstGeom prst="rect">
                        <a:avLst/>
                      </a:prstGeom>
                      <a:solidFill>
                        <a:schemeClr val="bg1"/>
                      </a:solidFill>
                      <a:ln w="38100">
                        <a:noFill/>
                        <a:miter/>
                      </a:ln>
                    </p:spPr>
                  </p:pic>
                </p:oleObj>
              </mc:Fallback>
            </mc:AlternateContent>
          </a:graphicData>
        </a:graphic>
      </p:graphicFrame>
      <p:sp>
        <p:nvSpPr>
          <p:cNvPr id="166968" name="Text Box 56"/>
          <p:cNvSpPr txBox="1"/>
          <p:nvPr/>
        </p:nvSpPr>
        <p:spPr>
          <a:xfrm>
            <a:off x="855663" y="2968625"/>
            <a:ext cx="4495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ea typeface="楷体_GB2312" pitchFamily="49" charset="-122"/>
              </a:rPr>
              <a:t>建坐标系如图</a:t>
            </a:r>
          </a:p>
        </p:txBody>
      </p:sp>
      <p:graphicFrame>
        <p:nvGraphicFramePr>
          <p:cNvPr id="68650" name="Object 42"/>
          <p:cNvGraphicFramePr>
            <a:graphicFrameLocks noChangeAspect="1"/>
          </p:cNvGraphicFramePr>
          <p:nvPr/>
        </p:nvGraphicFramePr>
        <p:xfrm>
          <a:off x="2087563" y="3516313"/>
          <a:ext cx="2459037" cy="936625"/>
        </p:xfrm>
        <a:graphic>
          <a:graphicData uri="http://schemas.openxmlformats.org/presentationml/2006/ole">
            <mc:AlternateContent xmlns:mc="http://schemas.openxmlformats.org/markup-compatibility/2006">
              <mc:Choice xmlns:v="urn:schemas-microsoft-com:vml" Requires="v">
                <p:oleObj spid="_x0000_s11289" r:id="rId11" imgW="1066165" imgH="406400" progId="Equation.DSMT4">
                  <p:embed/>
                </p:oleObj>
              </mc:Choice>
              <mc:Fallback>
                <p:oleObj r:id="rId11" imgW="1066165" imgH="406400" progId="Equation.DSMT4">
                  <p:embed/>
                  <p:pic>
                    <p:nvPicPr>
                      <p:cNvPr id="0" name="图片 3112"/>
                      <p:cNvPicPr/>
                      <p:nvPr/>
                    </p:nvPicPr>
                    <p:blipFill>
                      <a:blip r:embed="rId12"/>
                      <a:stretch>
                        <a:fillRect/>
                      </a:stretch>
                    </p:blipFill>
                    <p:spPr>
                      <a:xfrm>
                        <a:off x="2087563" y="3516313"/>
                        <a:ext cx="2459037" cy="936625"/>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6914">
                                            <p:txEl>
                                              <p:pRg st="0" end="0"/>
                                            </p:txEl>
                                          </p:spTgt>
                                        </p:tgtEl>
                                        <p:attrNameLst>
                                          <p:attrName>style.visibility</p:attrName>
                                        </p:attrNameLst>
                                      </p:cBhvr>
                                      <p:to>
                                        <p:strVal val="visible"/>
                                      </p:to>
                                    </p:set>
                                    <p:animEffect transition="in" filter="wipe(up)">
                                      <p:cBhvr>
                                        <p:cTn id="7" dur="500"/>
                                        <p:tgtEl>
                                          <p:spTgt spid="166914">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66955">
                                            <p:txEl>
                                              <p:pRg st="0" end="0"/>
                                            </p:txEl>
                                          </p:spTgt>
                                        </p:tgtEl>
                                        <p:attrNameLst>
                                          <p:attrName>style.visibility</p:attrName>
                                        </p:attrNameLst>
                                      </p:cBhvr>
                                      <p:to>
                                        <p:strVal val="visible"/>
                                      </p:to>
                                    </p:set>
                                    <p:animEffect transition="in" filter="blinds(horizontal)">
                                      <p:cBhvr>
                                        <p:cTn id="16" dur="500"/>
                                        <p:tgtEl>
                                          <p:spTgt spid="166955">
                                            <p:txEl>
                                              <p:pRg st="0" end="0"/>
                                            </p:txEl>
                                          </p:spTgt>
                                        </p:tgtEl>
                                      </p:cBhvr>
                                    </p:animEffect>
                                  </p:childTnLst>
                                </p:cTn>
                              </p:par>
                            </p:childTnLst>
                          </p:cTn>
                        </p:par>
                        <p:par>
                          <p:cTn id="17" fill="hold">
                            <p:stCondLst>
                              <p:cond delay="500"/>
                            </p:stCondLst>
                            <p:childTnLst>
                              <p:par>
                                <p:cTn id="18" presetID="16" presetClass="entr" presetSubtype="26" fill="hold" nodeType="afterEffect">
                                  <p:stCondLst>
                                    <p:cond delay="0"/>
                                  </p:stCondLst>
                                  <p:childTnLst>
                                    <p:set>
                                      <p:cBhvr>
                                        <p:cTn id="19" dur="1" fill="hold">
                                          <p:stCondLst>
                                            <p:cond delay="0"/>
                                          </p:stCondLst>
                                        </p:cTn>
                                        <p:tgtEl>
                                          <p:spTgt spid="166968">
                                            <p:txEl>
                                              <p:pRg st="0" end="0"/>
                                            </p:txEl>
                                          </p:spTgt>
                                        </p:tgtEl>
                                        <p:attrNameLst>
                                          <p:attrName>style.visibility</p:attrName>
                                        </p:attrNameLst>
                                      </p:cBhvr>
                                      <p:to>
                                        <p:strVal val="visible"/>
                                      </p:to>
                                    </p:set>
                                    <p:animEffect transition="in" filter="barn(inHorizontal)">
                                      <p:cBhvr>
                                        <p:cTn id="20" dur="500"/>
                                        <p:tgtEl>
                                          <p:spTgt spid="166968">
                                            <p:txEl>
                                              <p:pRg st="0" end="0"/>
                                            </p:txEl>
                                          </p:spTgt>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166966"/>
                                        </p:tgtEl>
                                        <p:attrNameLst>
                                          <p:attrName>style.visibility</p:attrName>
                                        </p:attrNameLst>
                                      </p:cBhvr>
                                      <p:to>
                                        <p:strVal val="visible"/>
                                      </p:to>
                                    </p:set>
                                    <p:animEffect transition="in" filter="box(out)">
                                      <p:cBhvr>
                                        <p:cTn id="29" dur="500"/>
                                        <p:tgtEl>
                                          <p:spTgt spid="166966"/>
                                        </p:tgtEl>
                                      </p:cBhvr>
                                    </p:animEffect>
                                  </p:childTnLst>
                                </p:cTn>
                              </p:par>
                            </p:childTnLst>
                          </p:cTn>
                        </p:par>
                        <p:par>
                          <p:cTn id="30" fill="hold">
                            <p:stCondLst>
                              <p:cond delay="500"/>
                            </p:stCondLst>
                            <p:childTnLst>
                              <p:par>
                                <p:cTn id="31" presetID="4" presetClass="entr" presetSubtype="16" fill="hold" nodeType="afterEffect">
                                  <p:stCondLst>
                                    <p:cond delay="0"/>
                                  </p:stCondLst>
                                  <p:childTnLst>
                                    <p:set>
                                      <p:cBhvr>
                                        <p:cTn id="32" dur="1" fill="hold">
                                          <p:stCondLst>
                                            <p:cond delay="0"/>
                                          </p:stCondLst>
                                        </p:cTn>
                                        <p:tgtEl>
                                          <p:spTgt spid="166967"/>
                                        </p:tgtEl>
                                        <p:attrNameLst>
                                          <p:attrName>style.visibility</p:attrName>
                                        </p:attrNameLst>
                                      </p:cBhvr>
                                      <p:to>
                                        <p:strVal val="visible"/>
                                      </p:to>
                                    </p:set>
                                    <p:animEffect transition="in" filter="box(in)">
                                      <p:cBhvr>
                                        <p:cTn id="33" dur="500"/>
                                        <p:tgtEl>
                                          <p:spTgt spid="166967"/>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8650"/>
                                        </p:tgtEl>
                                        <p:attrNameLst>
                                          <p:attrName>style.visibility</p:attrName>
                                        </p:attrNameLst>
                                      </p:cBhvr>
                                      <p:to>
                                        <p:strVal val="visible"/>
                                      </p:to>
                                    </p:set>
                                    <p:animEffect transition="in" filter="blinds(horizontal)">
                                      <p:cBhvr>
                                        <p:cTn id="38" dur="500"/>
                                        <p:tgtEl>
                                          <p:spTgt spid="68650"/>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66956"/>
                                        </p:tgtEl>
                                        <p:attrNameLst>
                                          <p:attrName>style.visibility</p:attrName>
                                        </p:attrNameLst>
                                      </p:cBhvr>
                                      <p:to>
                                        <p:strVal val="visible"/>
                                      </p:to>
                                    </p:set>
                                    <p:animEffect transition="in" filter="box(out)">
                                      <p:cBhvr>
                                        <p:cTn id="43" dur="500"/>
                                        <p:tgtEl>
                                          <p:spTgt spid="166956"/>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32" fill="hold" nodeType="clickEffect">
                                  <p:stCondLst>
                                    <p:cond delay="0"/>
                                  </p:stCondLst>
                                  <p:childTnLst>
                                    <p:set>
                                      <p:cBhvr>
                                        <p:cTn id="47" dur="1" fill="hold">
                                          <p:stCondLst>
                                            <p:cond delay="0"/>
                                          </p:stCondLst>
                                        </p:cTn>
                                        <p:tgtEl>
                                          <p:spTgt spid="166959"/>
                                        </p:tgtEl>
                                        <p:attrNameLst>
                                          <p:attrName>style.visibility</p:attrName>
                                        </p:attrNameLst>
                                      </p:cBhvr>
                                      <p:to>
                                        <p:strVal val="visible"/>
                                      </p:to>
                                    </p:set>
                                    <p:animEffect transition="in" filter="box(out)">
                                      <p:cBhvr>
                                        <p:cTn id="48" dur="500"/>
                                        <p:tgtEl>
                                          <p:spTgt spid="166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build="p"/>
      <p:bldP spid="166955" grpId="0" build="p"/>
      <p:bldP spid="16696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10</a:t>
            </a:fld>
            <a:endParaRPr lang="en-US" altLang="zh-CN" sz="1800" dirty="0">
              <a:solidFill>
                <a:schemeClr val="accent2"/>
              </a:solidFill>
            </a:endParaRPr>
          </a:p>
        </p:txBody>
      </p:sp>
      <p:sp>
        <p:nvSpPr>
          <p:cNvPr id="167938" name="Text Box 2"/>
          <p:cNvSpPr txBox="1"/>
          <p:nvPr/>
        </p:nvSpPr>
        <p:spPr>
          <a:xfrm>
            <a:off x="409575" y="725488"/>
            <a:ext cx="8229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latin typeface="Times New Roman" panose="02020603050405020304" pitchFamily="18" charset="0"/>
                <a:ea typeface="楷体_GB2312" pitchFamily="49" charset="-122"/>
              </a:rPr>
              <a:t>(2)</a:t>
            </a:r>
            <a:r>
              <a:rPr lang="zh-CN" altLang="en-US" sz="2800" b="1" dirty="0">
                <a:latin typeface="Times New Roman" panose="02020603050405020304" pitchFamily="18" charset="0"/>
                <a:ea typeface="楷体_GB2312" pitchFamily="49" charset="-122"/>
              </a:rPr>
              <a:t>对链条应用动能定理：</a:t>
            </a:r>
          </a:p>
        </p:txBody>
      </p:sp>
      <p:graphicFrame>
        <p:nvGraphicFramePr>
          <p:cNvPr id="167939" name="Object 2"/>
          <p:cNvGraphicFramePr>
            <a:graphicFrameLocks noChangeAspect="1"/>
          </p:cNvGraphicFramePr>
          <p:nvPr/>
        </p:nvGraphicFramePr>
        <p:xfrm>
          <a:off x="1260475" y="1344613"/>
          <a:ext cx="5762625" cy="822325"/>
        </p:xfrm>
        <a:graphic>
          <a:graphicData uri="http://schemas.openxmlformats.org/presentationml/2006/ole">
            <mc:AlternateContent xmlns:mc="http://schemas.openxmlformats.org/markup-compatibility/2006">
              <mc:Choice xmlns:v="urn:schemas-microsoft-com:vml" Requires="v">
                <p:oleObj spid="_x0000_s12313" r:id="rId3" imgW="3414395" imgH="486410" progId="Equation.DSMT4">
                  <p:embed/>
                </p:oleObj>
              </mc:Choice>
              <mc:Fallback>
                <p:oleObj r:id="rId3" imgW="3414395" imgH="486410" progId="Equation.DSMT4">
                  <p:embed/>
                  <p:pic>
                    <p:nvPicPr>
                      <p:cNvPr id="0" name="图片 3111"/>
                      <p:cNvPicPr/>
                      <p:nvPr/>
                    </p:nvPicPr>
                    <p:blipFill>
                      <a:blip r:embed="rId4">
                        <a:clrChange>
                          <a:clrFrom>
                            <a:srgbClr val="000000"/>
                          </a:clrFrom>
                          <a:clrTo>
                            <a:srgbClr val="000000"/>
                          </a:clrTo>
                        </a:clrChange>
                      </a:blip>
                      <a:stretch>
                        <a:fillRect/>
                      </a:stretch>
                    </p:blipFill>
                    <p:spPr>
                      <a:xfrm>
                        <a:off x="1260475" y="1344613"/>
                        <a:ext cx="5762625" cy="822325"/>
                      </a:xfrm>
                      <a:prstGeom prst="rect">
                        <a:avLst/>
                      </a:prstGeom>
                      <a:noFill/>
                      <a:ln w="38100">
                        <a:noFill/>
                        <a:miter/>
                      </a:ln>
                    </p:spPr>
                  </p:pic>
                </p:oleObj>
              </mc:Fallback>
            </mc:AlternateContent>
          </a:graphicData>
        </a:graphic>
      </p:graphicFrame>
      <p:graphicFrame>
        <p:nvGraphicFramePr>
          <p:cNvPr id="167940" name="Object 3"/>
          <p:cNvGraphicFramePr>
            <a:graphicFrameLocks noChangeAspect="1"/>
          </p:cNvGraphicFramePr>
          <p:nvPr/>
        </p:nvGraphicFramePr>
        <p:xfrm>
          <a:off x="631825" y="5503863"/>
          <a:ext cx="6494463" cy="1042987"/>
        </p:xfrm>
        <a:graphic>
          <a:graphicData uri="http://schemas.openxmlformats.org/presentationml/2006/ole">
            <mc:AlternateContent xmlns:mc="http://schemas.openxmlformats.org/markup-compatibility/2006">
              <mc:Choice xmlns:v="urn:schemas-microsoft-com:vml" Requires="v">
                <p:oleObj spid="_x0000_s12314" r:id="rId5" imgW="3775075" imgH="671195" progId="Equation.3">
                  <p:embed/>
                </p:oleObj>
              </mc:Choice>
              <mc:Fallback>
                <p:oleObj r:id="rId5" imgW="3775075" imgH="671195" progId="Equation.3">
                  <p:embed/>
                  <p:pic>
                    <p:nvPicPr>
                      <p:cNvPr id="0" name="图片 3114"/>
                      <p:cNvPicPr/>
                      <p:nvPr/>
                    </p:nvPicPr>
                    <p:blipFill>
                      <a:blip r:embed="rId6">
                        <a:clrChange>
                          <a:clrFrom>
                            <a:srgbClr val="000000"/>
                          </a:clrFrom>
                          <a:clrTo>
                            <a:srgbClr val="000000"/>
                          </a:clrTo>
                        </a:clrChange>
                      </a:blip>
                      <a:stretch>
                        <a:fillRect/>
                      </a:stretch>
                    </p:blipFill>
                    <p:spPr>
                      <a:xfrm>
                        <a:off x="631825" y="5503863"/>
                        <a:ext cx="6494463" cy="1042987"/>
                      </a:xfrm>
                      <a:prstGeom prst="rect">
                        <a:avLst/>
                      </a:prstGeom>
                      <a:noFill/>
                      <a:ln w="38100">
                        <a:noFill/>
                        <a:miter/>
                      </a:ln>
                    </p:spPr>
                  </p:pic>
                </p:oleObj>
              </mc:Fallback>
            </mc:AlternateContent>
          </a:graphicData>
        </a:graphic>
      </p:graphicFrame>
      <p:graphicFrame>
        <p:nvGraphicFramePr>
          <p:cNvPr id="167942" name="Object 5"/>
          <p:cNvGraphicFramePr>
            <a:graphicFrameLocks noChangeAspect="1"/>
          </p:cNvGraphicFramePr>
          <p:nvPr/>
        </p:nvGraphicFramePr>
        <p:xfrm>
          <a:off x="752475" y="3076575"/>
          <a:ext cx="6935788" cy="1149350"/>
        </p:xfrm>
        <a:graphic>
          <a:graphicData uri="http://schemas.openxmlformats.org/presentationml/2006/ole">
            <mc:AlternateContent xmlns:mc="http://schemas.openxmlformats.org/markup-compatibility/2006">
              <mc:Choice xmlns:v="urn:schemas-microsoft-com:vml" Requires="v">
                <p:oleObj spid="_x0000_s12315" r:id="rId7" imgW="4513580" imgH="671195" progId="Equation.DSMT4">
                  <p:embed/>
                </p:oleObj>
              </mc:Choice>
              <mc:Fallback>
                <p:oleObj r:id="rId7" imgW="4513580" imgH="671195" progId="Equation.DSMT4">
                  <p:embed/>
                  <p:pic>
                    <p:nvPicPr>
                      <p:cNvPr id="0" name="图片 3115"/>
                      <p:cNvPicPr/>
                      <p:nvPr/>
                    </p:nvPicPr>
                    <p:blipFill>
                      <a:blip r:embed="rId8">
                        <a:clrChange>
                          <a:clrFrom>
                            <a:srgbClr val="000000"/>
                          </a:clrFrom>
                          <a:clrTo>
                            <a:srgbClr val="000000"/>
                          </a:clrTo>
                        </a:clrChange>
                      </a:blip>
                      <a:stretch>
                        <a:fillRect/>
                      </a:stretch>
                    </p:blipFill>
                    <p:spPr>
                      <a:xfrm>
                        <a:off x="752475" y="3076575"/>
                        <a:ext cx="6935788" cy="1149350"/>
                      </a:xfrm>
                      <a:prstGeom prst="rect">
                        <a:avLst/>
                      </a:prstGeom>
                      <a:noFill/>
                      <a:ln w="38100">
                        <a:noFill/>
                        <a:miter/>
                      </a:ln>
                    </p:spPr>
                  </p:pic>
                </p:oleObj>
              </mc:Fallback>
            </mc:AlternateContent>
          </a:graphicData>
        </a:graphic>
      </p:graphicFrame>
      <p:graphicFrame>
        <p:nvGraphicFramePr>
          <p:cNvPr id="26631" name="Object 6"/>
          <p:cNvGraphicFramePr>
            <a:graphicFrameLocks noChangeAspect="1"/>
          </p:cNvGraphicFramePr>
          <p:nvPr/>
        </p:nvGraphicFramePr>
        <p:xfrm>
          <a:off x="5637213" y="150813"/>
          <a:ext cx="3308350" cy="966787"/>
        </p:xfrm>
        <a:graphic>
          <a:graphicData uri="http://schemas.openxmlformats.org/presentationml/2006/ole">
            <mc:AlternateContent xmlns:mc="http://schemas.openxmlformats.org/markup-compatibility/2006">
              <mc:Choice xmlns:v="urn:schemas-microsoft-com:vml" Requires="v">
                <p:oleObj spid="_x0000_s12316" r:id="rId9" imgW="2189480" imgH="587375" progId="Equation.3">
                  <p:embed/>
                </p:oleObj>
              </mc:Choice>
              <mc:Fallback>
                <p:oleObj r:id="rId9" imgW="2189480" imgH="587375" progId="Equation.3">
                  <p:embed/>
                  <p:pic>
                    <p:nvPicPr>
                      <p:cNvPr id="0" name="图片 3117"/>
                      <p:cNvPicPr/>
                      <p:nvPr/>
                    </p:nvPicPr>
                    <p:blipFill>
                      <a:blip r:embed="rId10">
                        <a:clrChange>
                          <a:clrFrom>
                            <a:srgbClr val="000000"/>
                          </a:clrFrom>
                          <a:clrTo>
                            <a:srgbClr val="000000"/>
                          </a:clrTo>
                        </a:clrChange>
                      </a:blip>
                      <a:stretch>
                        <a:fillRect/>
                      </a:stretch>
                    </p:blipFill>
                    <p:spPr>
                      <a:xfrm>
                        <a:off x="5637213" y="150813"/>
                        <a:ext cx="3308350" cy="966787"/>
                      </a:xfrm>
                      <a:prstGeom prst="rect">
                        <a:avLst/>
                      </a:prstGeom>
                      <a:noFill/>
                      <a:ln w="15875" cap="flat" cmpd="sng">
                        <a:solidFill>
                          <a:srgbClr val="FF0000"/>
                        </a:solidFill>
                        <a:prstDash val="solid"/>
                        <a:miter/>
                        <a:headEnd type="none" w="med" len="med"/>
                        <a:tailEnd type="none" w="med" len="med"/>
                      </a:ln>
                    </p:spPr>
                  </p:pic>
                </p:oleObj>
              </mc:Fallback>
            </mc:AlternateContent>
          </a:graphicData>
        </a:graphic>
      </p:graphicFrame>
      <p:graphicFrame>
        <p:nvGraphicFramePr>
          <p:cNvPr id="69643" name="Object 11"/>
          <p:cNvGraphicFramePr>
            <a:graphicFrameLocks noChangeAspect="1"/>
          </p:cNvGraphicFramePr>
          <p:nvPr/>
        </p:nvGraphicFramePr>
        <p:xfrm>
          <a:off x="1260475" y="4454525"/>
          <a:ext cx="5611813" cy="995363"/>
        </p:xfrm>
        <a:graphic>
          <a:graphicData uri="http://schemas.openxmlformats.org/presentationml/2006/ole">
            <mc:AlternateContent xmlns:mc="http://schemas.openxmlformats.org/markup-compatibility/2006">
              <mc:Choice xmlns:v="urn:schemas-microsoft-com:vml" Requires="v">
                <p:oleObj spid="_x0000_s12317" r:id="rId11" imgW="2362200" imgH="419100" progId="Equation.DSMT4">
                  <p:embed/>
                </p:oleObj>
              </mc:Choice>
              <mc:Fallback>
                <p:oleObj r:id="rId11" imgW="2362200" imgH="419100" progId="Equation.DSMT4">
                  <p:embed/>
                  <p:pic>
                    <p:nvPicPr>
                      <p:cNvPr id="0" name="图片 3113"/>
                      <p:cNvPicPr/>
                      <p:nvPr/>
                    </p:nvPicPr>
                    <p:blipFill>
                      <a:blip r:embed="rId12"/>
                      <a:stretch>
                        <a:fillRect/>
                      </a:stretch>
                    </p:blipFill>
                    <p:spPr>
                      <a:xfrm>
                        <a:off x="1260475" y="4454525"/>
                        <a:ext cx="5611813" cy="995363"/>
                      </a:xfrm>
                      <a:prstGeom prst="rect">
                        <a:avLst/>
                      </a:prstGeom>
                      <a:noFill/>
                      <a:ln w="38100">
                        <a:noFill/>
                        <a:miter/>
                      </a:ln>
                    </p:spPr>
                  </p:pic>
                </p:oleObj>
              </mc:Fallback>
            </mc:AlternateContent>
          </a:graphicData>
        </a:graphic>
      </p:graphicFrame>
      <p:graphicFrame>
        <p:nvGraphicFramePr>
          <p:cNvPr id="69644" name="Object 12"/>
          <p:cNvGraphicFramePr>
            <a:graphicFrameLocks noChangeAspect="1"/>
          </p:cNvGraphicFramePr>
          <p:nvPr/>
        </p:nvGraphicFramePr>
        <p:xfrm>
          <a:off x="1660525" y="2168525"/>
          <a:ext cx="5051425" cy="973138"/>
        </p:xfrm>
        <a:graphic>
          <a:graphicData uri="http://schemas.openxmlformats.org/presentationml/2006/ole">
            <mc:AlternateContent xmlns:mc="http://schemas.openxmlformats.org/markup-compatibility/2006">
              <mc:Choice xmlns:v="urn:schemas-microsoft-com:vml" Requires="v">
                <p:oleObj spid="_x0000_s12318" r:id="rId13" imgW="2108200" imgH="406400" progId="Equation.DSMT4">
                  <p:embed/>
                </p:oleObj>
              </mc:Choice>
              <mc:Fallback>
                <p:oleObj r:id="rId13" imgW="2108200" imgH="406400" progId="Equation.DSMT4">
                  <p:embed/>
                  <p:pic>
                    <p:nvPicPr>
                      <p:cNvPr id="0" name="图片 3116"/>
                      <p:cNvPicPr/>
                      <p:nvPr/>
                    </p:nvPicPr>
                    <p:blipFill>
                      <a:blip r:embed="rId14"/>
                      <a:stretch>
                        <a:fillRect/>
                      </a:stretch>
                    </p:blipFill>
                    <p:spPr>
                      <a:xfrm>
                        <a:off x="1660525" y="2168525"/>
                        <a:ext cx="5051425" cy="973138"/>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7938">
                                            <p:txEl>
                                              <p:pRg st="0" end="0"/>
                                            </p:txEl>
                                          </p:spTgt>
                                        </p:tgtEl>
                                        <p:attrNameLst>
                                          <p:attrName>style.visibility</p:attrName>
                                        </p:attrNameLst>
                                      </p:cBhvr>
                                      <p:to>
                                        <p:strVal val="visible"/>
                                      </p:to>
                                    </p:set>
                                    <p:anim calcmode="lin" valueType="num">
                                      <p:cBhvr additive="base">
                                        <p:cTn id="7" dur="500" fill="hold"/>
                                        <p:tgtEl>
                                          <p:spTgt spid="16793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79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167939"/>
                                        </p:tgtEl>
                                        <p:attrNameLst>
                                          <p:attrName>style.visibility</p:attrName>
                                        </p:attrNameLst>
                                      </p:cBhvr>
                                      <p:to>
                                        <p:strVal val="visible"/>
                                      </p:to>
                                    </p:set>
                                    <p:animEffect transition="in" filter="box(in)">
                                      <p:cBhvr>
                                        <p:cTn id="13" dur="500"/>
                                        <p:tgtEl>
                                          <p:spTgt spid="16793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9644"/>
                                        </p:tgtEl>
                                        <p:attrNameLst>
                                          <p:attrName>style.visibility</p:attrName>
                                        </p:attrNameLst>
                                      </p:cBhvr>
                                      <p:to>
                                        <p:strVal val="visible"/>
                                      </p:to>
                                    </p:set>
                                    <p:animEffect transition="in" filter="blinds(horizontal)">
                                      <p:cBhvr>
                                        <p:cTn id="18" dur="500"/>
                                        <p:tgtEl>
                                          <p:spTgt spid="69644"/>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67942"/>
                                        </p:tgtEl>
                                        <p:attrNameLst>
                                          <p:attrName>style.visibility</p:attrName>
                                        </p:attrNameLst>
                                      </p:cBhvr>
                                      <p:to>
                                        <p:strVal val="visible"/>
                                      </p:to>
                                    </p:set>
                                    <p:animEffect transition="in" filter="checkerboard(across)">
                                      <p:cBhvr>
                                        <p:cTn id="23" dur="500"/>
                                        <p:tgtEl>
                                          <p:spTgt spid="16794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9643"/>
                                        </p:tgtEl>
                                        <p:attrNameLst>
                                          <p:attrName>style.visibility</p:attrName>
                                        </p:attrNameLst>
                                      </p:cBhvr>
                                      <p:to>
                                        <p:strVal val="visible"/>
                                      </p:to>
                                    </p:set>
                                    <p:animEffect transition="in" filter="blinds(horizontal)">
                                      <p:cBhvr>
                                        <p:cTn id="28" dur="500"/>
                                        <p:tgtEl>
                                          <p:spTgt spid="6964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6" fill="hold" nodeType="clickEffect">
                                  <p:stCondLst>
                                    <p:cond delay="0"/>
                                  </p:stCondLst>
                                  <p:childTnLst>
                                    <p:set>
                                      <p:cBhvr>
                                        <p:cTn id="32" dur="1" fill="hold">
                                          <p:stCondLst>
                                            <p:cond delay="0"/>
                                          </p:stCondLst>
                                        </p:cTn>
                                        <p:tgtEl>
                                          <p:spTgt spid="167940"/>
                                        </p:tgtEl>
                                        <p:attrNameLst>
                                          <p:attrName>style.visibility</p:attrName>
                                        </p:attrNameLst>
                                      </p:cBhvr>
                                      <p:to>
                                        <p:strVal val="visible"/>
                                      </p:to>
                                    </p:set>
                                    <p:animEffect transition="in" filter="barn(inHorizontal)">
                                      <p:cBhvr>
                                        <p:cTn id="33" dur="500"/>
                                        <p:tgtEl>
                                          <p:spTgt spid="167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11</a:t>
            </a:fld>
            <a:endParaRPr lang="en-US" altLang="zh-CN" sz="1800" dirty="0">
              <a:solidFill>
                <a:schemeClr val="accent2"/>
              </a:solidFill>
            </a:endParaRPr>
          </a:p>
        </p:txBody>
      </p:sp>
      <p:sp>
        <p:nvSpPr>
          <p:cNvPr id="146434" name="Rectangle 2"/>
          <p:cNvSpPr/>
          <p:nvPr/>
        </p:nvSpPr>
        <p:spPr>
          <a:xfrm>
            <a:off x="3563938" y="2209800"/>
            <a:ext cx="365442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en-US" altLang="zh-CN" sz="2800" b="1" dirty="0">
                <a:solidFill>
                  <a:srgbClr val="0000FF"/>
                </a:solidFill>
                <a:latin typeface="Times New Roman" panose="02020603050405020304" pitchFamily="18" charset="0"/>
                <a:ea typeface="黑体" panose="02010609060101010101" pitchFamily="49" charset="-122"/>
              </a:rPr>
              <a:t>1</a:t>
            </a:r>
            <a:r>
              <a:rPr lang="zh-CN" altLang="en-US"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重力的功：</a:t>
            </a:r>
          </a:p>
        </p:txBody>
      </p:sp>
      <p:sp>
        <p:nvSpPr>
          <p:cNvPr id="146435" name="Rectangle 3"/>
          <p:cNvSpPr/>
          <p:nvPr/>
        </p:nvSpPr>
        <p:spPr>
          <a:xfrm>
            <a:off x="381000" y="5410200"/>
            <a:ext cx="8077200" cy="1031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若改变质点经过的路径，但不改变始末位置，所得结果不变。</a:t>
            </a:r>
          </a:p>
        </p:txBody>
      </p:sp>
      <p:sp>
        <p:nvSpPr>
          <p:cNvPr id="146520" name="Rectangle 88"/>
          <p:cNvSpPr/>
          <p:nvPr/>
        </p:nvSpPr>
        <p:spPr>
          <a:xfrm>
            <a:off x="2971800" y="6019800"/>
            <a:ext cx="412115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0000FF"/>
                </a:solidFill>
                <a:latin typeface="黑体" panose="02010609060101010101" pitchFamily="49" charset="-122"/>
                <a:ea typeface="黑体" panose="02010609060101010101" pitchFamily="49" charset="-122"/>
              </a:rPr>
              <a:t>重力的功与路径无关！</a:t>
            </a:r>
          </a:p>
        </p:txBody>
      </p:sp>
      <p:sp>
        <p:nvSpPr>
          <p:cNvPr id="146521" name="Rectangle 89"/>
          <p:cNvSpPr/>
          <p:nvPr/>
        </p:nvSpPr>
        <p:spPr>
          <a:xfrm>
            <a:off x="341313" y="1185863"/>
            <a:ext cx="8802687" cy="476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9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按力做功的特点可把力分为</a:t>
            </a:r>
            <a:r>
              <a:rPr lang="zh-CN" altLang="en-US" sz="2800" b="1" dirty="0">
                <a:solidFill>
                  <a:srgbClr val="9900FF"/>
                </a:solidFill>
                <a:latin typeface="Times New Roman" panose="02020603050405020304" pitchFamily="18" charset="0"/>
                <a:ea typeface="黑体" panose="02010609060101010101" pitchFamily="49" charset="-122"/>
              </a:rPr>
              <a:t>保守力</a:t>
            </a:r>
            <a:r>
              <a:rPr lang="zh-CN" altLang="en-US" sz="2800" b="1" dirty="0">
                <a:latin typeface="Times New Roman" panose="02020603050405020304" pitchFamily="18" charset="0"/>
              </a:rPr>
              <a:t>和</a:t>
            </a:r>
            <a:r>
              <a:rPr lang="zh-CN" altLang="en-US" sz="2800" b="1" dirty="0">
                <a:solidFill>
                  <a:srgbClr val="9900FF"/>
                </a:solidFill>
                <a:latin typeface="Times New Roman" panose="02020603050405020304" pitchFamily="18" charset="0"/>
                <a:ea typeface="黑体" panose="02010609060101010101" pitchFamily="49" charset="-122"/>
              </a:rPr>
              <a:t>非保守力</a:t>
            </a:r>
            <a:r>
              <a:rPr lang="zh-CN" altLang="en-US" sz="2800" b="1" dirty="0">
                <a:latin typeface="Times New Roman" panose="02020603050405020304" pitchFamily="18" charset="0"/>
              </a:rPr>
              <a:t>。</a:t>
            </a:r>
          </a:p>
        </p:txBody>
      </p:sp>
      <p:sp>
        <p:nvSpPr>
          <p:cNvPr id="146522" name="Rectangle 90"/>
          <p:cNvSpPr>
            <a:spLocks noChangeArrowheads="1"/>
          </p:cNvSpPr>
          <p:nvPr/>
        </p:nvSpPr>
        <p:spPr bwMode="auto">
          <a:xfrm>
            <a:off x="2057400" y="0"/>
            <a:ext cx="5410200" cy="579438"/>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1" lang="zh-CN" altLang="en-US" sz="3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第</a:t>
            </a:r>
            <a:r>
              <a:rPr kumimoji="1" lang="en-US" altLang="zh-CN" sz="3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10</a:t>
            </a:r>
            <a:r>
              <a:rPr kumimoji="1" lang="zh-CN" altLang="en-US" sz="32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节  保守力  势能</a:t>
            </a:r>
          </a:p>
        </p:txBody>
      </p:sp>
      <p:sp>
        <p:nvSpPr>
          <p:cNvPr id="146523" name="Rectangle 91"/>
          <p:cNvSpPr/>
          <p:nvPr/>
        </p:nvSpPr>
        <p:spPr>
          <a:xfrm>
            <a:off x="3465513" y="1687513"/>
            <a:ext cx="5508625"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solidFill>
                  <a:schemeClr val="folHlink"/>
                </a:solidFill>
                <a:latin typeface="Times New Roman" panose="02020603050405020304" pitchFamily="18" charset="0"/>
                <a:ea typeface="黑体" panose="02010609060101010101" pitchFamily="49" charset="-122"/>
              </a:rPr>
              <a:t>一、几种常见的保守力的功</a:t>
            </a:r>
          </a:p>
        </p:txBody>
      </p:sp>
      <p:grpSp>
        <p:nvGrpSpPr>
          <p:cNvPr id="2" name="Group 94"/>
          <p:cNvGrpSpPr/>
          <p:nvPr/>
        </p:nvGrpSpPr>
        <p:grpSpPr>
          <a:xfrm>
            <a:off x="57150" y="2095500"/>
            <a:ext cx="4305300" cy="3233738"/>
            <a:chOff x="36" y="1320"/>
            <a:chExt cx="2712" cy="2037"/>
          </a:xfrm>
        </p:grpSpPr>
        <p:grpSp>
          <p:nvGrpSpPr>
            <p:cNvPr id="27674" name="Group 95"/>
            <p:cNvGrpSpPr/>
            <p:nvPr/>
          </p:nvGrpSpPr>
          <p:grpSpPr>
            <a:xfrm>
              <a:off x="36" y="1320"/>
              <a:ext cx="2712" cy="2037"/>
              <a:chOff x="36" y="1320"/>
              <a:chExt cx="2712" cy="2037"/>
            </a:xfrm>
          </p:grpSpPr>
          <p:sp>
            <p:nvSpPr>
              <p:cNvPr id="27686" name="Line 96"/>
              <p:cNvSpPr/>
              <p:nvPr/>
            </p:nvSpPr>
            <p:spPr>
              <a:xfrm>
                <a:off x="288" y="3109"/>
                <a:ext cx="2400" cy="0"/>
              </a:xfrm>
              <a:prstGeom prst="line">
                <a:avLst/>
              </a:prstGeom>
              <a:ln w="38100" cap="flat" cmpd="sng">
                <a:solidFill>
                  <a:schemeClr val="tx1"/>
                </a:solidFill>
                <a:prstDash val="solid"/>
                <a:headEnd type="none" w="sm" len="sm"/>
                <a:tailEnd type="triangle" w="med" len="med"/>
              </a:ln>
            </p:spPr>
          </p:sp>
          <p:sp>
            <p:nvSpPr>
              <p:cNvPr id="27687" name="Line 97"/>
              <p:cNvSpPr/>
              <p:nvPr/>
            </p:nvSpPr>
            <p:spPr>
              <a:xfrm flipV="1">
                <a:off x="288" y="1385"/>
                <a:ext cx="0" cy="1724"/>
              </a:xfrm>
              <a:prstGeom prst="line">
                <a:avLst/>
              </a:prstGeom>
              <a:ln w="38100" cap="flat" cmpd="sng">
                <a:solidFill>
                  <a:schemeClr val="tx1"/>
                </a:solidFill>
                <a:prstDash val="solid"/>
                <a:headEnd type="none" w="sm" len="sm"/>
                <a:tailEnd type="triangle" w="med" len="med"/>
              </a:ln>
            </p:spPr>
          </p:sp>
          <p:graphicFrame>
            <p:nvGraphicFramePr>
              <p:cNvPr id="27688" name="Object 11"/>
              <p:cNvGraphicFramePr>
                <a:graphicFrameLocks noChangeAspect="1"/>
              </p:cNvGraphicFramePr>
              <p:nvPr/>
            </p:nvGraphicFramePr>
            <p:xfrm>
              <a:off x="2490" y="3114"/>
              <a:ext cx="258" cy="243"/>
            </p:xfrm>
            <a:graphic>
              <a:graphicData uri="http://schemas.openxmlformats.org/presentationml/2006/ole">
                <mc:AlternateContent xmlns:mc="http://schemas.openxmlformats.org/markup-compatibility/2006">
                  <mc:Choice xmlns:v="urn:schemas-microsoft-com:vml" Requires="v">
                    <p:oleObj spid="_x0000_s13361" r:id="rId4" imgW="151130" imgH="193040" progId="Equation.3">
                      <p:embed/>
                    </p:oleObj>
                  </mc:Choice>
                  <mc:Fallback>
                    <p:oleObj r:id="rId4" imgW="151130" imgH="193040" progId="Equation.3">
                      <p:embed/>
                      <p:pic>
                        <p:nvPicPr>
                          <p:cNvPr id="0" name="图片 3078"/>
                          <p:cNvPicPr/>
                          <p:nvPr/>
                        </p:nvPicPr>
                        <p:blipFill>
                          <a:blip r:embed="rId5">
                            <a:clrChange>
                              <a:clrFrom>
                                <a:srgbClr val="000000"/>
                              </a:clrFrom>
                              <a:clrTo>
                                <a:srgbClr val="000000"/>
                              </a:clrTo>
                            </a:clrChange>
                          </a:blip>
                          <a:stretch>
                            <a:fillRect/>
                          </a:stretch>
                        </p:blipFill>
                        <p:spPr>
                          <a:xfrm>
                            <a:off x="2490" y="3114"/>
                            <a:ext cx="258" cy="243"/>
                          </a:xfrm>
                          <a:prstGeom prst="rect">
                            <a:avLst/>
                          </a:prstGeom>
                          <a:noFill/>
                          <a:ln w="38100">
                            <a:noFill/>
                            <a:miter/>
                          </a:ln>
                        </p:spPr>
                      </p:pic>
                    </p:oleObj>
                  </mc:Fallback>
                </mc:AlternateContent>
              </a:graphicData>
            </a:graphic>
          </p:graphicFrame>
          <p:graphicFrame>
            <p:nvGraphicFramePr>
              <p:cNvPr id="27689" name="Object 12"/>
              <p:cNvGraphicFramePr>
                <a:graphicFrameLocks noChangeAspect="1"/>
              </p:cNvGraphicFramePr>
              <p:nvPr/>
            </p:nvGraphicFramePr>
            <p:xfrm>
              <a:off x="36" y="1320"/>
              <a:ext cx="284" cy="286"/>
            </p:xfrm>
            <a:graphic>
              <a:graphicData uri="http://schemas.openxmlformats.org/presentationml/2006/ole">
                <mc:AlternateContent xmlns:mc="http://schemas.openxmlformats.org/markup-compatibility/2006">
                  <mc:Choice xmlns:v="urn:schemas-microsoft-com:vml" Requires="v">
                    <p:oleObj spid="_x0000_s13362" r:id="rId6" imgW="193040" imgH="217805" progId="Equation.3">
                      <p:embed/>
                    </p:oleObj>
                  </mc:Choice>
                  <mc:Fallback>
                    <p:oleObj r:id="rId6" imgW="193040" imgH="217805" progId="Equation.3">
                      <p:embed/>
                      <p:pic>
                        <p:nvPicPr>
                          <p:cNvPr id="0" name="图片 3079"/>
                          <p:cNvPicPr/>
                          <p:nvPr/>
                        </p:nvPicPr>
                        <p:blipFill>
                          <a:blip r:embed="rId7">
                            <a:clrChange>
                              <a:clrFrom>
                                <a:srgbClr val="000000"/>
                              </a:clrFrom>
                              <a:clrTo>
                                <a:srgbClr val="000000"/>
                              </a:clrTo>
                            </a:clrChange>
                          </a:blip>
                          <a:stretch>
                            <a:fillRect/>
                          </a:stretch>
                        </p:blipFill>
                        <p:spPr>
                          <a:xfrm>
                            <a:off x="36" y="1320"/>
                            <a:ext cx="284" cy="286"/>
                          </a:xfrm>
                          <a:prstGeom prst="rect">
                            <a:avLst/>
                          </a:prstGeom>
                          <a:noFill/>
                          <a:ln w="38100">
                            <a:noFill/>
                            <a:miter/>
                          </a:ln>
                        </p:spPr>
                      </p:pic>
                    </p:oleObj>
                  </mc:Fallback>
                </mc:AlternateContent>
              </a:graphicData>
            </a:graphic>
          </p:graphicFrame>
          <p:graphicFrame>
            <p:nvGraphicFramePr>
              <p:cNvPr id="27690" name="Object 13"/>
              <p:cNvGraphicFramePr>
                <a:graphicFrameLocks noChangeAspect="1"/>
              </p:cNvGraphicFramePr>
              <p:nvPr/>
            </p:nvGraphicFramePr>
            <p:xfrm>
              <a:off x="192" y="3109"/>
              <a:ext cx="258" cy="243"/>
            </p:xfrm>
            <a:graphic>
              <a:graphicData uri="http://schemas.openxmlformats.org/presentationml/2006/ole">
                <mc:AlternateContent xmlns:mc="http://schemas.openxmlformats.org/markup-compatibility/2006">
                  <mc:Choice xmlns:v="urn:schemas-microsoft-com:vml" Requires="v">
                    <p:oleObj spid="_x0000_s13363" r:id="rId8" imgW="151130" imgH="193040" progId="Equation.3">
                      <p:embed/>
                    </p:oleObj>
                  </mc:Choice>
                  <mc:Fallback>
                    <p:oleObj r:id="rId8" imgW="151130" imgH="193040" progId="Equation.3">
                      <p:embed/>
                      <p:pic>
                        <p:nvPicPr>
                          <p:cNvPr id="0" name="图片 3080"/>
                          <p:cNvPicPr/>
                          <p:nvPr/>
                        </p:nvPicPr>
                        <p:blipFill>
                          <a:blip r:embed="rId9">
                            <a:clrChange>
                              <a:clrFrom>
                                <a:srgbClr val="000000"/>
                              </a:clrFrom>
                              <a:clrTo>
                                <a:srgbClr val="000000"/>
                              </a:clrTo>
                            </a:clrChange>
                          </a:blip>
                          <a:stretch>
                            <a:fillRect/>
                          </a:stretch>
                        </p:blipFill>
                        <p:spPr>
                          <a:xfrm>
                            <a:off x="192" y="3109"/>
                            <a:ext cx="258" cy="243"/>
                          </a:xfrm>
                          <a:prstGeom prst="rect">
                            <a:avLst/>
                          </a:prstGeom>
                          <a:noFill/>
                          <a:ln w="38100">
                            <a:noFill/>
                            <a:miter/>
                          </a:ln>
                        </p:spPr>
                      </p:pic>
                    </p:oleObj>
                  </mc:Fallback>
                </mc:AlternateContent>
              </a:graphicData>
            </a:graphic>
          </p:graphicFrame>
        </p:grpSp>
        <p:sp>
          <p:nvSpPr>
            <p:cNvPr id="27675" name="Arc 101"/>
            <p:cNvSpPr/>
            <p:nvPr/>
          </p:nvSpPr>
          <p:spPr>
            <a:xfrm>
              <a:off x="528" y="1837"/>
              <a:ext cx="1440" cy="862"/>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44450" cap="flat" cmpd="sng">
              <a:solidFill>
                <a:srgbClr val="800000">
                  <a:alpha val="100000"/>
                </a:srgbClr>
              </a:solidFill>
              <a:prstDash val="solid"/>
              <a:round/>
              <a:headEnd type="none" w="med" len="med"/>
              <a:tailEnd type="none" w="med" len="med"/>
            </a:ln>
          </p:spPr>
          <p:txBody>
            <a:bodyPr/>
            <a:lstStyle/>
            <a:p>
              <a:endParaRPr lang="zh-CN" altLang="en-US"/>
            </a:p>
          </p:txBody>
        </p:sp>
        <p:grpSp>
          <p:nvGrpSpPr>
            <p:cNvPr id="27676" name="Group 102"/>
            <p:cNvGrpSpPr/>
            <p:nvPr/>
          </p:nvGrpSpPr>
          <p:grpSpPr>
            <a:xfrm>
              <a:off x="343" y="1754"/>
              <a:ext cx="1961" cy="1355"/>
              <a:chOff x="343" y="1754"/>
              <a:chExt cx="1961" cy="1355"/>
            </a:xfrm>
          </p:grpSpPr>
          <p:sp>
            <p:nvSpPr>
              <p:cNvPr id="27677" name="Line 103"/>
              <p:cNvSpPr/>
              <p:nvPr/>
            </p:nvSpPr>
            <p:spPr>
              <a:xfrm flipV="1">
                <a:off x="432" y="1837"/>
                <a:ext cx="0" cy="410"/>
              </a:xfrm>
              <a:prstGeom prst="line">
                <a:avLst/>
              </a:prstGeom>
              <a:ln w="9525" cap="flat" cmpd="sng">
                <a:solidFill>
                  <a:schemeClr val="tx1"/>
                </a:solidFill>
                <a:prstDash val="solid"/>
                <a:headEnd type="none" w="med" len="med"/>
                <a:tailEnd type="triangle" w="med" len="med"/>
              </a:ln>
            </p:spPr>
          </p:sp>
          <p:sp>
            <p:nvSpPr>
              <p:cNvPr id="27678" name="Line 104"/>
              <p:cNvSpPr/>
              <p:nvPr/>
            </p:nvSpPr>
            <p:spPr>
              <a:xfrm>
                <a:off x="432" y="2576"/>
                <a:ext cx="0" cy="533"/>
              </a:xfrm>
              <a:prstGeom prst="line">
                <a:avLst/>
              </a:prstGeom>
              <a:ln w="9525" cap="flat" cmpd="sng">
                <a:solidFill>
                  <a:schemeClr val="tx1"/>
                </a:solidFill>
                <a:prstDash val="solid"/>
                <a:headEnd type="none" w="med" len="med"/>
                <a:tailEnd type="triangle" w="med" len="med"/>
              </a:ln>
            </p:spPr>
          </p:sp>
          <p:sp>
            <p:nvSpPr>
              <p:cNvPr id="27679" name="Line 105"/>
              <p:cNvSpPr/>
              <p:nvPr/>
            </p:nvSpPr>
            <p:spPr>
              <a:xfrm>
                <a:off x="1824" y="2699"/>
                <a:ext cx="144" cy="0"/>
              </a:xfrm>
              <a:prstGeom prst="line">
                <a:avLst/>
              </a:prstGeom>
              <a:ln w="9525" cap="flat" cmpd="sng">
                <a:solidFill>
                  <a:schemeClr val="tx1"/>
                </a:solidFill>
                <a:prstDash val="solid"/>
                <a:headEnd type="none" w="med" len="med"/>
                <a:tailEnd type="none" w="med" len="med"/>
              </a:ln>
            </p:spPr>
          </p:sp>
          <p:sp>
            <p:nvSpPr>
              <p:cNvPr id="27680" name="Line 106"/>
              <p:cNvSpPr/>
              <p:nvPr/>
            </p:nvSpPr>
            <p:spPr>
              <a:xfrm>
                <a:off x="1872" y="2699"/>
                <a:ext cx="0" cy="410"/>
              </a:xfrm>
              <a:prstGeom prst="line">
                <a:avLst/>
              </a:prstGeom>
              <a:ln w="9525" cap="flat" cmpd="sng">
                <a:solidFill>
                  <a:schemeClr val="tx1"/>
                </a:solidFill>
                <a:prstDash val="solid"/>
                <a:headEnd type="triangle" w="med" len="med"/>
                <a:tailEnd type="triangle" w="med" len="med"/>
              </a:ln>
            </p:spPr>
          </p:sp>
          <p:sp>
            <p:nvSpPr>
              <p:cNvPr id="27681" name="Text Box 107"/>
              <p:cNvSpPr txBox="1"/>
              <p:nvPr/>
            </p:nvSpPr>
            <p:spPr>
              <a:xfrm>
                <a:off x="432" y="1754"/>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endParaRPr lang="en-US" altLang="zh-CN" b="1" i="1" dirty="0">
                  <a:latin typeface="Times New Roman" panose="02020603050405020304" pitchFamily="18" charset="0"/>
                  <a:ea typeface="Times New Roman" panose="02020603050405020304" pitchFamily="18" charset="0"/>
                </a:endParaRPr>
              </a:p>
            </p:txBody>
          </p:sp>
          <p:sp>
            <p:nvSpPr>
              <p:cNvPr id="27682" name="Text Box 108"/>
              <p:cNvSpPr txBox="1"/>
              <p:nvPr/>
            </p:nvSpPr>
            <p:spPr>
              <a:xfrm>
                <a:off x="2016" y="2493"/>
                <a:ext cx="28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27683" name="Line 109"/>
              <p:cNvSpPr/>
              <p:nvPr/>
            </p:nvSpPr>
            <p:spPr>
              <a:xfrm>
                <a:off x="384" y="1837"/>
                <a:ext cx="96" cy="0"/>
              </a:xfrm>
              <a:prstGeom prst="line">
                <a:avLst/>
              </a:prstGeom>
              <a:ln w="9525" cap="flat" cmpd="sng">
                <a:solidFill>
                  <a:schemeClr val="tx1"/>
                </a:solidFill>
                <a:prstDash val="solid"/>
                <a:headEnd type="none" w="med" len="med"/>
                <a:tailEnd type="none" w="med" len="med"/>
              </a:ln>
            </p:spPr>
          </p:sp>
          <p:graphicFrame>
            <p:nvGraphicFramePr>
              <p:cNvPr id="27684" name="Object 9"/>
              <p:cNvGraphicFramePr>
                <a:graphicFrameLocks noChangeAspect="1"/>
              </p:cNvGraphicFramePr>
              <p:nvPr/>
            </p:nvGraphicFramePr>
            <p:xfrm>
              <a:off x="343" y="2229"/>
              <a:ext cx="272" cy="349"/>
            </p:xfrm>
            <a:graphic>
              <a:graphicData uri="http://schemas.openxmlformats.org/presentationml/2006/ole">
                <mc:AlternateContent xmlns:mc="http://schemas.openxmlformats.org/markup-compatibility/2006">
                  <mc:Choice xmlns:v="urn:schemas-microsoft-com:vml" Requires="v">
                    <p:oleObj spid="_x0000_s13364" r:id="rId10" imgW="251460" imgH="344170" progId="Equation.3">
                      <p:embed/>
                    </p:oleObj>
                  </mc:Choice>
                  <mc:Fallback>
                    <p:oleObj r:id="rId10" imgW="251460" imgH="344170" progId="Equation.3">
                      <p:embed/>
                      <p:pic>
                        <p:nvPicPr>
                          <p:cNvPr id="0" name="图片 3075"/>
                          <p:cNvPicPr/>
                          <p:nvPr/>
                        </p:nvPicPr>
                        <p:blipFill>
                          <a:blip r:embed="rId11">
                            <a:clrChange>
                              <a:clrFrom>
                                <a:srgbClr val="000000"/>
                              </a:clrFrom>
                              <a:clrTo>
                                <a:srgbClr val="000000"/>
                              </a:clrTo>
                            </a:clrChange>
                          </a:blip>
                          <a:stretch>
                            <a:fillRect/>
                          </a:stretch>
                        </p:blipFill>
                        <p:spPr>
                          <a:xfrm>
                            <a:off x="343" y="2229"/>
                            <a:ext cx="272" cy="349"/>
                          </a:xfrm>
                          <a:prstGeom prst="rect">
                            <a:avLst/>
                          </a:prstGeom>
                          <a:noFill/>
                          <a:ln w="38100">
                            <a:noFill/>
                            <a:miter/>
                          </a:ln>
                        </p:spPr>
                      </p:pic>
                    </p:oleObj>
                  </mc:Fallback>
                </mc:AlternateContent>
              </a:graphicData>
            </a:graphic>
          </p:graphicFrame>
          <p:graphicFrame>
            <p:nvGraphicFramePr>
              <p:cNvPr id="27685" name="Object 10"/>
              <p:cNvGraphicFramePr>
                <a:graphicFrameLocks noChangeAspect="1"/>
              </p:cNvGraphicFramePr>
              <p:nvPr/>
            </p:nvGraphicFramePr>
            <p:xfrm>
              <a:off x="1613" y="2695"/>
              <a:ext cx="272" cy="349"/>
            </p:xfrm>
            <a:graphic>
              <a:graphicData uri="http://schemas.openxmlformats.org/presentationml/2006/ole">
                <mc:AlternateContent xmlns:mc="http://schemas.openxmlformats.org/markup-compatibility/2006">
                  <mc:Choice xmlns:v="urn:schemas-microsoft-com:vml" Requires="v">
                    <p:oleObj spid="_x0000_s13365" r:id="rId12" imgW="251460" imgH="344170" progId="Equation.3">
                      <p:embed/>
                    </p:oleObj>
                  </mc:Choice>
                  <mc:Fallback>
                    <p:oleObj r:id="rId12" imgW="251460" imgH="344170" progId="Equation.3">
                      <p:embed/>
                      <p:pic>
                        <p:nvPicPr>
                          <p:cNvPr id="0" name="图片 3076"/>
                          <p:cNvPicPr/>
                          <p:nvPr/>
                        </p:nvPicPr>
                        <p:blipFill>
                          <a:blip r:embed="rId13">
                            <a:clrChange>
                              <a:clrFrom>
                                <a:srgbClr val="000000"/>
                              </a:clrFrom>
                              <a:clrTo>
                                <a:srgbClr val="000000"/>
                              </a:clrTo>
                            </a:clrChange>
                          </a:blip>
                          <a:stretch>
                            <a:fillRect/>
                          </a:stretch>
                        </p:blipFill>
                        <p:spPr>
                          <a:xfrm>
                            <a:off x="1613" y="2695"/>
                            <a:ext cx="272" cy="349"/>
                          </a:xfrm>
                          <a:prstGeom prst="rect">
                            <a:avLst/>
                          </a:prstGeom>
                          <a:noFill/>
                          <a:ln w="38100">
                            <a:noFill/>
                            <a:miter/>
                          </a:ln>
                        </p:spPr>
                      </p:pic>
                    </p:oleObj>
                  </mc:Fallback>
                </mc:AlternateContent>
              </a:graphicData>
            </a:graphic>
          </p:graphicFrame>
        </p:grpSp>
      </p:grpSp>
      <p:grpSp>
        <p:nvGrpSpPr>
          <p:cNvPr id="5" name="Group 121"/>
          <p:cNvGrpSpPr/>
          <p:nvPr/>
        </p:nvGrpSpPr>
        <p:grpSpPr>
          <a:xfrm>
            <a:off x="1962150" y="3160713"/>
            <a:ext cx="417513" cy="374650"/>
            <a:chOff x="1236" y="1991"/>
            <a:chExt cx="263" cy="236"/>
          </a:xfrm>
        </p:grpSpPr>
        <p:sp>
          <p:nvSpPr>
            <p:cNvPr id="27672" name="Arc 112"/>
            <p:cNvSpPr/>
            <p:nvPr/>
          </p:nvSpPr>
          <p:spPr>
            <a:xfrm flipV="1">
              <a:off x="1236" y="1991"/>
              <a:ext cx="129" cy="41"/>
            </a:xfrm>
            <a:custGeom>
              <a:avLst/>
              <a:gdLst/>
              <a:ahLst/>
              <a:cxnLst>
                <a:cxn ang="0">
                  <a:pos x="0" y="0"/>
                </a:cxn>
                <a:cxn ang="0">
                  <a:pos x="0" y="0"/>
                </a:cxn>
                <a:cxn ang="0">
                  <a:pos x="0" y="0"/>
                </a:cxn>
                <a:cxn ang="0">
                  <a:pos x="0" y="0"/>
                </a:cxn>
                <a:cxn ang="0">
                  <a:pos x="0" y="0"/>
                </a:cxn>
                <a:cxn ang="0">
                  <a:pos x="0" y="0"/>
                </a:cxn>
              </a:cxnLst>
              <a:rect l="0" t="0" r="0" b="0"/>
              <a:pathLst>
                <a:path w="19365" h="21446" fill="none">
                  <a:moveTo>
                    <a:pt x="2571" y="-1"/>
                  </a:moveTo>
                  <a:cubicBezTo>
                    <a:pt x="9816" y="868"/>
                    <a:pt x="16132" y="5335"/>
                    <a:pt x="19365" y="11877"/>
                  </a:cubicBezTo>
                </a:path>
                <a:path w="19365" h="21446" stroke="0">
                  <a:moveTo>
                    <a:pt x="2571" y="-1"/>
                  </a:moveTo>
                  <a:cubicBezTo>
                    <a:pt x="9816" y="868"/>
                    <a:pt x="16132" y="5335"/>
                    <a:pt x="19365" y="11877"/>
                  </a:cubicBezTo>
                  <a:lnTo>
                    <a:pt x="0" y="21446"/>
                  </a:lnTo>
                  <a:lnTo>
                    <a:pt x="2571" y="-1"/>
                  </a:lnTo>
                  <a:close/>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graphicFrame>
          <p:nvGraphicFramePr>
            <p:cNvPr id="27673" name="Object 8"/>
            <p:cNvGraphicFramePr>
              <a:graphicFrameLocks noChangeAspect="1"/>
            </p:cNvGraphicFramePr>
            <p:nvPr/>
          </p:nvGraphicFramePr>
          <p:xfrm>
            <a:off x="1237" y="2022"/>
            <a:ext cx="262" cy="205"/>
          </p:xfrm>
          <a:graphic>
            <a:graphicData uri="http://schemas.openxmlformats.org/presentationml/2006/ole">
              <mc:AlternateContent xmlns:mc="http://schemas.openxmlformats.org/markup-compatibility/2006">
                <mc:Choice xmlns:v="urn:schemas-microsoft-com:vml" Requires="v">
                  <p:oleObj spid="_x0000_s13366" r:id="rId14" imgW="209550" imgH="193040" progId="Equation.3">
                    <p:embed/>
                  </p:oleObj>
                </mc:Choice>
                <mc:Fallback>
                  <p:oleObj r:id="rId14" imgW="209550" imgH="193040" progId="Equation.3">
                    <p:embed/>
                    <p:pic>
                      <p:nvPicPr>
                        <p:cNvPr id="0" name="图片 3077"/>
                        <p:cNvPicPr/>
                        <p:nvPr/>
                      </p:nvPicPr>
                      <p:blipFill>
                        <a:blip r:embed="rId15">
                          <a:clrChange>
                            <a:clrFrom>
                              <a:srgbClr val="000000"/>
                            </a:clrFrom>
                            <a:clrTo>
                              <a:srgbClr val="000000"/>
                            </a:clrTo>
                          </a:clrChange>
                        </a:blip>
                        <a:stretch>
                          <a:fillRect/>
                        </a:stretch>
                      </p:blipFill>
                      <p:spPr>
                        <a:xfrm>
                          <a:off x="1237" y="2022"/>
                          <a:ext cx="262" cy="205"/>
                        </a:xfrm>
                        <a:prstGeom prst="rect">
                          <a:avLst/>
                        </a:prstGeom>
                        <a:noFill/>
                        <a:ln w="38100">
                          <a:noFill/>
                          <a:miter/>
                        </a:ln>
                      </p:spPr>
                    </p:pic>
                  </p:oleObj>
                </mc:Fallback>
              </mc:AlternateContent>
            </a:graphicData>
          </a:graphic>
        </p:graphicFrame>
      </p:grpSp>
      <p:grpSp>
        <p:nvGrpSpPr>
          <p:cNvPr id="6" name="Group 119"/>
          <p:cNvGrpSpPr/>
          <p:nvPr/>
        </p:nvGrpSpPr>
        <p:grpSpPr>
          <a:xfrm>
            <a:off x="1619250" y="3079750"/>
            <a:ext cx="660400" cy="995363"/>
            <a:chOff x="1020" y="1940"/>
            <a:chExt cx="416" cy="627"/>
          </a:xfrm>
        </p:grpSpPr>
        <p:sp>
          <p:nvSpPr>
            <p:cNvPr id="27670" name="Line 114"/>
            <p:cNvSpPr/>
            <p:nvPr/>
          </p:nvSpPr>
          <p:spPr>
            <a:xfrm>
              <a:off x="1248" y="1940"/>
              <a:ext cx="0" cy="410"/>
            </a:xfrm>
            <a:prstGeom prst="line">
              <a:avLst/>
            </a:prstGeom>
            <a:ln w="31750" cap="flat" cmpd="sng">
              <a:solidFill>
                <a:schemeClr val="folHlink"/>
              </a:solidFill>
              <a:prstDash val="solid"/>
              <a:headEnd type="none" w="med" len="med"/>
              <a:tailEnd type="triangle" w="med" len="lg"/>
            </a:ln>
          </p:spPr>
        </p:sp>
        <p:graphicFrame>
          <p:nvGraphicFramePr>
            <p:cNvPr id="27671" name="Object 7"/>
            <p:cNvGraphicFramePr>
              <a:graphicFrameLocks noChangeAspect="1"/>
            </p:cNvGraphicFramePr>
            <p:nvPr/>
          </p:nvGraphicFramePr>
          <p:xfrm>
            <a:off x="1020" y="2251"/>
            <a:ext cx="416" cy="316"/>
          </p:xfrm>
          <a:graphic>
            <a:graphicData uri="http://schemas.openxmlformats.org/presentationml/2006/ole">
              <mc:AlternateContent xmlns:mc="http://schemas.openxmlformats.org/markup-compatibility/2006">
                <mc:Choice xmlns:v="urn:schemas-microsoft-com:vml" Requires="v">
                  <p:oleObj spid="_x0000_s13367" r:id="rId16" imgW="394335" imgH="293370" progId="Equation.3">
                    <p:embed/>
                  </p:oleObj>
                </mc:Choice>
                <mc:Fallback>
                  <p:oleObj r:id="rId16" imgW="394335" imgH="293370" progId="Equation.3">
                    <p:embed/>
                    <p:pic>
                      <p:nvPicPr>
                        <p:cNvPr id="0" name="图片 3082"/>
                        <p:cNvPicPr/>
                        <p:nvPr/>
                      </p:nvPicPr>
                      <p:blipFill>
                        <a:blip r:embed="rId17">
                          <a:clrChange>
                            <a:clrFrom>
                              <a:srgbClr val="000000"/>
                            </a:clrFrom>
                            <a:clrTo>
                              <a:srgbClr val="FF3300"/>
                            </a:clrTo>
                          </a:clrChange>
                        </a:blip>
                        <a:stretch>
                          <a:fillRect/>
                        </a:stretch>
                      </p:blipFill>
                      <p:spPr>
                        <a:xfrm>
                          <a:off x="1020" y="2251"/>
                          <a:ext cx="416" cy="316"/>
                        </a:xfrm>
                        <a:prstGeom prst="rect">
                          <a:avLst/>
                        </a:prstGeom>
                        <a:noFill/>
                        <a:ln w="38100">
                          <a:noFill/>
                          <a:miter/>
                        </a:ln>
                      </p:spPr>
                    </p:pic>
                  </p:oleObj>
                </mc:Fallback>
              </mc:AlternateContent>
            </a:graphicData>
          </a:graphic>
        </p:graphicFrame>
      </p:grpSp>
      <p:grpSp>
        <p:nvGrpSpPr>
          <p:cNvPr id="7" name="Group 120"/>
          <p:cNvGrpSpPr/>
          <p:nvPr/>
        </p:nvGrpSpPr>
        <p:grpSpPr>
          <a:xfrm>
            <a:off x="1968500" y="2746375"/>
            <a:ext cx="663575" cy="531813"/>
            <a:chOff x="1240" y="1730"/>
            <a:chExt cx="418" cy="335"/>
          </a:xfrm>
        </p:grpSpPr>
        <p:graphicFrame>
          <p:nvGraphicFramePr>
            <p:cNvPr id="27668" name="Object 6"/>
            <p:cNvGraphicFramePr>
              <a:graphicFrameLocks noChangeAspect="1"/>
            </p:cNvGraphicFramePr>
            <p:nvPr/>
          </p:nvGraphicFramePr>
          <p:xfrm>
            <a:off x="1340" y="1730"/>
            <a:ext cx="318" cy="279"/>
          </p:xfrm>
          <a:graphic>
            <a:graphicData uri="http://schemas.openxmlformats.org/presentationml/2006/ole">
              <mc:AlternateContent xmlns:mc="http://schemas.openxmlformats.org/markup-compatibility/2006">
                <mc:Choice xmlns:v="urn:schemas-microsoft-com:vml" Requires="v">
                  <p:oleObj spid="_x0000_s13368" r:id="rId18" imgW="285115" imgH="251460" progId="Equation.3">
                    <p:embed/>
                  </p:oleObj>
                </mc:Choice>
                <mc:Fallback>
                  <p:oleObj r:id="rId18" imgW="285115" imgH="251460" progId="Equation.3">
                    <p:embed/>
                    <p:pic>
                      <p:nvPicPr>
                        <p:cNvPr id="0" name="图片 3083"/>
                        <p:cNvPicPr/>
                        <p:nvPr/>
                      </p:nvPicPr>
                      <p:blipFill>
                        <a:blip r:embed="rId19">
                          <a:clrChange>
                            <a:clrFrom>
                              <a:srgbClr val="000000"/>
                            </a:clrFrom>
                            <a:clrTo>
                              <a:srgbClr val="0000FF"/>
                            </a:clrTo>
                          </a:clrChange>
                        </a:blip>
                        <a:stretch>
                          <a:fillRect/>
                        </a:stretch>
                      </p:blipFill>
                      <p:spPr>
                        <a:xfrm>
                          <a:off x="1340" y="1730"/>
                          <a:ext cx="318" cy="279"/>
                        </a:xfrm>
                        <a:prstGeom prst="rect">
                          <a:avLst/>
                        </a:prstGeom>
                        <a:noFill/>
                        <a:ln w="38100">
                          <a:noFill/>
                          <a:miter/>
                        </a:ln>
                      </p:spPr>
                    </p:pic>
                  </p:oleObj>
                </mc:Fallback>
              </mc:AlternateContent>
            </a:graphicData>
          </a:graphic>
        </p:graphicFrame>
        <p:sp>
          <p:nvSpPr>
            <p:cNvPr id="27669" name="Line 117"/>
            <p:cNvSpPr/>
            <p:nvPr/>
          </p:nvSpPr>
          <p:spPr>
            <a:xfrm>
              <a:off x="1240" y="1942"/>
              <a:ext cx="384" cy="123"/>
            </a:xfrm>
            <a:prstGeom prst="line">
              <a:avLst/>
            </a:prstGeom>
            <a:ln w="31750" cap="flat" cmpd="sng">
              <a:solidFill>
                <a:srgbClr val="0000FF"/>
              </a:solidFill>
              <a:prstDash val="solid"/>
              <a:headEnd type="none" w="sm" len="sm"/>
              <a:tailEnd type="triangle" w="med" len="lg"/>
            </a:ln>
          </p:spPr>
        </p:sp>
      </p:grpSp>
      <p:sp>
        <p:nvSpPr>
          <p:cNvPr id="146550" name="Oval 118"/>
          <p:cNvSpPr/>
          <p:nvPr/>
        </p:nvSpPr>
        <p:spPr>
          <a:xfrm>
            <a:off x="1927225" y="3035300"/>
            <a:ext cx="107950" cy="107950"/>
          </a:xfrm>
          <a:prstGeom prst="ellipse">
            <a:avLst/>
          </a:prstGeom>
          <a:gradFill rotWithShape="1">
            <a:gsLst>
              <a:gs pos="0">
                <a:srgbClr val="FF3300"/>
              </a:gs>
              <a:gs pos="100000">
                <a:srgbClr val="7618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146554" name="Freeform 122"/>
          <p:cNvSpPr/>
          <p:nvPr/>
        </p:nvSpPr>
        <p:spPr>
          <a:xfrm>
            <a:off x="838200" y="2517775"/>
            <a:ext cx="2509838" cy="1749425"/>
          </a:xfrm>
          <a:custGeom>
            <a:avLst/>
            <a:gdLst/>
            <a:ahLst/>
            <a:cxnLst>
              <a:cxn ang="0">
                <a:pos x="0" y="2147483646"/>
              </a:cxn>
              <a:cxn ang="0">
                <a:pos x="2147483646" y="2147483646"/>
              </a:cxn>
              <a:cxn ang="0">
                <a:pos x="2147483646" y="2147483646"/>
              </a:cxn>
              <a:cxn ang="0">
                <a:pos x="2147483646" y="2147483646"/>
              </a:cxn>
            </a:cxnLst>
            <a:rect l="0" t="0" r="0" b="0"/>
            <a:pathLst>
              <a:path w="1248" h="1064">
                <a:moveTo>
                  <a:pt x="0" y="248"/>
                </a:moveTo>
                <a:cubicBezTo>
                  <a:pt x="192" y="132"/>
                  <a:pt x="384" y="16"/>
                  <a:pt x="576" y="8"/>
                </a:cubicBezTo>
                <a:cubicBezTo>
                  <a:pt x="768" y="0"/>
                  <a:pt x="1056" y="24"/>
                  <a:pt x="1152" y="200"/>
                </a:cubicBezTo>
                <a:cubicBezTo>
                  <a:pt x="1248" y="376"/>
                  <a:pt x="1144" y="920"/>
                  <a:pt x="1152" y="1064"/>
                </a:cubicBezTo>
              </a:path>
            </a:pathLst>
          </a:custGeom>
          <a:noFill/>
          <a:ln w="31750" cap="flat" cmpd="sng">
            <a:solidFill>
              <a:srgbClr val="9900FF">
                <a:alpha val="100000"/>
              </a:srgbClr>
            </a:solidFill>
            <a:prstDash val="dashDot"/>
            <a:round/>
            <a:headEnd type="none" w="med" len="med"/>
            <a:tailEnd type="none" w="med" len="med"/>
          </a:ln>
        </p:spPr>
        <p:txBody>
          <a:bodyPr/>
          <a:lstStyle/>
          <a:p>
            <a:endParaRPr lang="zh-CN" altLang="en-US"/>
          </a:p>
        </p:txBody>
      </p:sp>
      <p:sp>
        <p:nvSpPr>
          <p:cNvPr id="44" name="Rectangle 5"/>
          <p:cNvSpPr/>
          <p:nvPr/>
        </p:nvSpPr>
        <p:spPr>
          <a:xfrm>
            <a:off x="747713" y="558800"/>
            <a:ext cx="7356475" cy="522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r>
              <a:rPr lang="en-US" altLang="zh-CN" sz="2800" b="1" dirty="0">
                <a:solidFill>
                  <a:srgbClr val="0000FF"/>
                </a:solidFill>
              </a:rPr>
              <a:t>Conservative Force &amp; Potential Energy</a:t>
            </a:r>
            <a:endParaRPr lang="en-US" altLang="zh-CN" sz="2800" b="1" dirty="0">
              <a:solidFill>
                <a:srgbClr val="0000FF"/>
              </a:solidFill>
              <a:ea typeface="隶书" panose="02010509060101010101" pitchFamily="49" charset="-122"/>
            </a:endParaRPr>
          </a:p>
        </p:txBody>
      </p:sp>
      <p:graphicFrame>
        <p:nvGraphicFramePr>
          <p:cNvPr id="74754" name="Object 43"/>
          <p:cNvGraphicFramePr>
            <a:graphicFrameLocks noChangeAspect="1"/>
          </p:cNvGraphicFramePr>
          <p:nvPr/>
        </p:nvGraphicFramePr>
        <p:xfrm>
          <a:off x="3875088" y="2771775"/>
          <a:ext cx="2386012" cy="774700"/>
        </p:xfrm>
        <a:graphic>
          <a:graphicData uri="http://schemas.openxmlformats.org/presentationml/2006/ole">
            <mc:AlternateContent xmlns:mc="http://schemas.openxmlformats.org/markup-compatibility/2006">
              <mc:Choice xmlns:v="urn:schemas-microsoft-com:vml" Requires="v">
                <p:oleObj spid="_x0000_s13369" r:id="rId20" imgW="1016000" imgH="330200" progId="Equation.DSMT4">
                  <p:embed/>
                </p:oleObj>
              </mc:Choice>
              <mc:Fallback>
                <p:oleObj r:id="rId20" imgW="1016000" imgH="330200" progId="Equation.DSMT4">
                  <p:embed/>
                  <p:pic>
                    <p:nvPicPr>
                      <p:cNvPr id="0" name="图片 3084"/>
                      <p:cNvPicPr/>
                      <p:nvPr/>
                    </p:nvPicPr>
                    <p:blipFill>
                      <a:blip r:embed="rId21"/>
                      <a:stretch>
                        <a:fillRect/>
                      </a:stretch>
                    </p:blipFill>
                    <p:spPr>
                      <a:xfrm>
                        <a:off x="3875088" y="2771775"/>
                        <a:ext cx="2386012" cy="774700"/>
                      </a:xfrm>
                      <a:prstGeom prst="rect">
                        <a:avLst/>
                      </a:prstGeom>
                      <a:noFill/>
                      <a:ln w="38100">
                        <a:noFill/>
                        <a:miter/>
                      </a:ln>
                    </p:spPr>
                  </p:pic>
                </p:oleObj>
              </mc:Fallback>
            </mc:AlternateContent>
          </a:graphicData>
        </a:graphic>
      </p:graphicFrame>
      <p:graphicFrame>
        <p:nvGraphicFramePr>
          <p:cNvPr id="74755" name="Object 44"/>
          <p:cNvGraphicFramePr>
            <a:graphicFrameLocks noChangeAspect="1"/>
          </p:cNvGraphicFramePr>
          <p:nvPr/>
        </p:nvGraphicFramePr>
        <p:xfrm>
          <a:off x="6319838" y="2733675"/>
          <a:ext cx="2532062" cy="757238"/>
        </p:xfrm>
        <a:graphic>
          <a:graphicData uri="http://schemas.openxmlformats.org/presentationml/2006/ole">
            <mc:AlternateContent xmlns:mc="http://schemas.openxmlformats.org/markup-compatibility/2006">
              <mc:Choice xmlns:v="urn:schemas-microsoft-com:vml" Requires="v">
                <p:oleObj spid="_x0000_s13370" r:id="rId22" imgW="1104900" imgH="330200" progId="Equation.DSMT4">
                  <p:embed/>
                </p:oleObj>
              </mc:Choice>
              <mc:Fallback>
                <p:oleObj r:id="rId22" imgW="1104900" imgH="330200" progId="Equation.DSMT4">
                  <p:embed/>
                  <p:pic>
                    <p:nvPicPr>
                      <p:cNvPr id="0" name="图片 3085"/>
                      <p:cNvPicPr/>
                      <p:nvPr/>
                    </p:nvPicPr>
                    <p:blipFill>
                      <a:blip r:embed="rId23"/>
                      <a:stretch>
                        <a:fillRect/>
                      </a:stretch>
                    </p:blipFill>
                    <p:spPr>
                      <a:xfrm>
                        <a:off x="6319838" y="2733675"/>
                        <a:ext cx="2532062" cy="757238"/>
                      </a:xfrm>
                      <a:prstGeom prst="rect">
                        <a:avLst/>
                      </a:prstGeom>
                      <a:noFill/>
                      <a:ln w="38100">
                        <a:noFill/>
                        <a:miter/>
                      </a:ln>
                    </p:spPr>
                  </p:pic>
                </p:oleObj>
              </mc:Fallback>
            </mc:AlternateContent>
          </a:graphicData>
        </a:graphic>
      </p:graphicFrame>
      <p:graphicFrame>
        <p:nvGraphicFramePr>
          <p:cNvPr id="74756" name="Object 45"/>
          <p:cNvGraphicFramePr>
            <a:graphicFrameLocks noChangeAspect="1"/>
          </p:cNvGraphicFramePr>
          <p:nvPr/>
        </p:nvGraphicFramePr>
        <p:xfrm>
          <a:off x="4291013" y="3552825"/>
          <a:ext cx="2106612" cy="830263"/>
        </p:xfrm>
        <a:graphic>
          <a:graphicData uri="http://schemas.openxmlformats.org/presentationml/2006/ole">
            <mc:AlternateContent xmlns:mc="http://schemas.openxmlformats.org/markup-compatibility/2006">
              <mc:Choice xmlns:v="urn:schemas-microsoft-com:vml" Requires="v">
                <p:oleObj spid="_x0000_s13371" r:id="rId24" imgW="901065" imgH="355600" progId="Equation.DSMT4">
                  <p:embed/>
                </p:oleObj>
              </mc:Choice>
              <mc:Fallback>
                <p:oleObj r:id="rId24" imgW="901065" imgH="355600" progId="Equation.DSMT4">
                  <p:embed/>
                  <p:pic>
                    <p:nvPicPr>
                      <p:cNvPr id="0" name="图片 3086"/>
                      <p:cNvPicPr/>
                      <p:nvPr/>
                    </p:nvPicPr>
                    <p:blipFill>
                      <a:blip r:embed="rId25"/>
                      <a:stretch>
                        <a:fillRect/>
                      </a:stretch>
                    </p:blipFill>
                    <p:spPr>
                      <a:xfrm>
                        <a:off x="4291013" y="3552825"/>
                        <a:ext cx="2106612" cy="830263"/>
                      </a:xfrm>
                      <a:prstGeom prst="rect">
                        <a:avLst/>
                      </a:prstGeom>
                      <a:noFill/>
                      <a:ln w="38100">
                        <a:noFill/>
                        <a:miter/>
                      </a:ln>
                    </p:spPr>
                  </p:pic>
                </p:oleObj>
              </mc:Fallback>
            </mc:AlternateContent>
          </a:graphicData>
        </a:graphic>
      </p:graphicFrame>
      <p:graphicFrame>
        <p:nvGraphicFramePr>
          <p:cNvPr id="74757" name="Object 46"/>
          <p:cNvGraphicFramePr>
            <a:graphicFrameLocks noChangeAspect="1"/>
          </p:cNvGraphicFramePr>
          <p:nvPr/>
        </p:nvGraphicFramePr>
        <p:xfrm>
          <a:off x="4314825" y="4418013"/>
          <a:ext cx="3265488" cy="587375"/>
        </p:xfrm>
        <a:graphic>
          <a:graphicData uri="http://schemas.openxmlformats.org/presentationml/2006/ole">
            <mc:AlternateContent xmlns:mc="http://schemas.openxmlformats.org/markup-compatibility/2006">
              <mc:Choice xmlns:v="urn:schemas-microsoft-com:vml" Requires="v">
                <p:oleObj spid="_x0000_s13372" r:id="rId26" imgW="1270000" imgH="228600" progId="Equation.DSMT4">
                  <p:embed/>
                </p:oleObj>
              </mc:Choice>
              <mc:Fallback>
                <p:oleObj r:id="rId26" imgW="1270000" imgH="228600" progId="Equation.DSMT4">
                  <p:embed/>
                  <p:pic>
                    <p:nvPicPr>
                      <p:cNvPr id="0" name="图片 3081"/>
                      <p:cNvPicPr/>
                      <p:nvPr/>
                    </p:nvPicPr>
                    <p:blipFill>
                      <a:blip r:embed="rId27"/>
                      <a:stretch>
                        <a:fillRect/>
                      </a:stretch>
                    </p:blipFill>
                    <p:spPr>
                      <a:xfrm>
                        <a:off x="4314825" y="4418013"/>
                        <a:ext cx="3265488" cy="587375"/>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46522"/>
                                        </p:tgtEl>
                                        <p:attrNameLst>
                                          <p:attrName>style.visibility</p:attrName>
                                        </p:attrNameLst>
                                      </p:cBhvr>
                                      <p:to>
                                        <p:strVal val="visible"/>
                                      </p:to>
                                    </p:set>
                                    <p:animEffect transition="in" filter="blinds(horizontal)">
                                      <p:cBhvr>
                                        <p:cTn id="7" dur="500"/>
                                        <p:tgtEl>
                                          <p:spTgt spid="146522"/>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blinds(horizontal)">
                                      <p:cBhvr>
                                        <p:cTn id="11" dur="500"/>
                                        <p:tgtEl>
                                          <p:spTgt spid="44"/>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146521"/>
                                        </p:tgtEl>
                                        <p:attrNameLst>
                                          <p:attrName>style.visibility</p:attrName>
                                        </p:attrNameLst>
                                      </p:cBhvr>
                                      <p:to>
                                        <p:strVal val="visible"/>
                                      </p:to>
                                    </p:set>
                                    <p:anim calcmode="lin" valueType="num">
                                      <p:cBhvr>
                                        <p:cTn id="16" dur="500" fill="hold"/>
                                        <p:tgtEl>
                                          <p:spTgt spid="146521"/>
                                        </p:tgtEl>
                                        <p:attrNameLst>
                                          <p:attrName>ppt_w</p:attrName>
                                        </p:attrNameLst>
                                      </p:cBhvr>
                                      <p:tavLst>
                                        <p:tav tm="0">
                                          <p:val>
                                            <p:fltVal val="0"/>
                                          </p:val>
                                        </p:tav>
                                        <p:tav tm="100000">
                                          <p:val>
                                            <p:strVal val="#ppt_w"/>
                                          </p:val>
                                        </p:tav>
                                      </p:tavLst>
                                    </p:anim>
                                    <p:anim calcmode="lin" valueType="num">
                                      <p:cBhvr>
                                        <p:cTn id="17" dur="500" fill="hold"/>
                                        <p:tgtEl>
                                          <p:spTgt spid="146521"/>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nodeType="clickEffect">
                                  <p:stCondLst>
                                    <p:cond delay="0"/>
                                  </p:stCondLst>
                                  <p:childTnLst>
                                    <p:set>
                                      <p:cBhvr>
                                        <p:cTn id="21" dur="1" fill="hold">
                                          <p:stCondLst>
                                            <p:cond delay="0"/>
                                          </p:stCondLst>
                                        </p:cTn>
                                        <p:tgtEl>
                                          <p:spTgt spid="146523"/>
                                        </p:tgtEl>
                                        <p:attrNameLst>
                                          <p:attrName>style.visibility</p:attrName>
                                        </p:attrNameLst>
                                      </p:cBhvr>
                                      <p:to>
                                        <p:strVal val="visible"/>
                                      </p:to>
                                    </p:set>
                                    <p:animEffect transition="in" filter="barn(outVertical)">
                                      <p:cBhvr>
                                        <p:cTn id="22" dur="500"/>
                                        <p:tgtEl>
                                          <p:spTgt spid="1465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6434"/>
                                        </p:tgtEl>
                                        <p:attrNameLst>
                                          <p:attrName>style.visibility</p:attrName>
                                        </p:attrNameLst>
                                      </p:cBhvr>
                                      <p:to>
                                        <p:strVal val="visible"/>
                                      </p:to>
                                    </p:set>
                                    <p:animEffect transition="in" filter="blinds(horizontal)">
                                      <p:cBhvr>
                                        <p:cTn id="27" dur="500"/>
                                        <p:tgtEl>
                                          <p:spTgt spid="14643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46550"/>
                                        </p:tgtEl>
                                        <p:attrNameLst>
                                          <p:attrName>style.visibility</p:attrName>
                                        </p:attrNameLst>
                                      </p:cBhvr>
                                      <p:to>
                                        <p:strVal val="visible"/>
                                      </p:to>
                                    </p:set>
                                    <p:animEffect transition="in" filter="box(out)">
                                      <p:cBhvr>
                                        <p:cTn id="37" dur="500"/>
                                        <p:tgtEl>
                                          <p:spTgt spid="14655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up)">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4754"/>
                                        </p:tgtEl>
                                        <p:attrNameLst>
                                          <p:attrName>style.visibility</p:attrName>
                                        </p:attrNameLst>
                                      </p:cBhvr>
                                      <p:to>
                                        <p:strVal val="visible"/>
                                      </p:to>
                                    </p:set>
                                    <p:animEffect transition="in" filter="blinds(horizontal)">
                                      <p:cBhvr>
                                        <p:cTn id="52" dur="500"/>
                                        <p:tgtEl>
                                          <p:spTgt spid="7475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linds(horizontal)">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74755"/>
                                        </p:tgtEl>
                                        <p:attrNameLst>
                                          <p:attrName>style.visibility</p:attrName>
                                        </p:attrNameLst>
                                      </p:cBhvr>
                                      <p:to>
                                        <p:strVal val="visible"/>
                                      </p:to>
                                    </p:set>
                                    <p:animEffect transition="in" filter="blinds(horizontal)">
                                      <p:cBhvr>
                                        <p:cTn id="62" dur="500"/>
                                        <p:tgtEl>
                                          <p:spTgt spid="7475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74756"/>
                                        </p:tgtEl>
                                        <p:attrNameLst>
                                          <p:attrName>style.visibility</p:attrName>
                                        </p:attrNameLst>
                                      </p:cBhvr>
                                      <p:to>
                                        <p:strVal val="visible"/>
                                      </p:to>
                                    </p:set>
                                    <p:animEffect transition="in" filter="blinds(horizontal)">
                                      <p:cBhvr>
                                        <p:cTn id="67" dur="500"/>
                                        <p:tgtEl>
                                          <p:spTgt spid="74756"/>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74757"/>
                                        </p:tgtEl>
                                        <p:attrNameLst>
                                          <p:attrName>style.visibility</p:attrName>
                                        </p:attrNameLst>
                                      </p:cBhvr>
                                      <p:to>
                                        <p:strVal val="visible"/>
                                      </p:to>
                                    </p:set>
                                    <p:animEffect transition="in" filter="blinds(horizontal)">
                                      <p:cBhvr>
                                        <p:cTn id="72" dur="500"/>
                                        <p:tgtEl>
                                          <p:spTgt spid="7475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46554"/>
                                        </p:tgtEl>
                                        <p:attrNameLst>
                                          <p:attrName>style.visibility</p:attrName>
                                        </p:attrNameLst>
                                      </p:cBhvr>
                                      <p:to>
                                        <p:strVal val="visible"/>
                                      </p:to>
                                    </p:set>
                                    <p:animEffect transition="in" filter="wipe(left)">
                                      <p:cBhvr>
                                        <p:cTn id="77" dur="1000"/>
                                        <p:tgtEl>
                                          <p:spTgt spid="146554"/>
                                        </p:tgtEl>
                                      </p:cBhvr>
                                    </p:animEffect>
                                  </p:childTnLst>
                                </p:cTn>
                              </p:par>
                            </p:childTnLst>
                          </p:cTn>
                        </p:par>
                        <p:par>
                          <p:cTn id="78" fill="hold">
                            <p:stCondLst>
                              <p:cond delay="1000"/>
                            </p:stCondLst>
                            <p:childTnLst>
                              <p:par>
                                <p:cTn id="79" presetID="23" presetClass="entr" presetSubtype="16" fill="hold" nodeType="afterEffect">
                                  <p:stCondLst>
                                    <p:cond delay="0"/>
                                  </p:stCondLst>
                                  <p:childTnLst>
                                    <p:set>
                                      <p:cBhvr>
                                        <p:cTn id="80" dur="1" fill="hold">
                                          <p:stCondLst>
                                            <p:cond delay="0"/>
                                          </p:stCondLst>
                                        </p:cTn>
                                        <p:tgtEl>
                                          <p:spTgt spid="146435"/>
                                        </p:tgtEl>
                                        <p:attrNameLst>
                                          <p:attrName>style.visibility</p:attrName>
                                        </p:attrNameLst>
                                      </p:cBhvr>
                                      <p:to>
                                        <p:strVal val="visible"/>
                                      </p:to>
                                    </p:set>
                                    <p:anim calcmode="lin" valueType="num">
                                      <p:cBhvr>
                                        <p:cTn id="81" dur="500" fill="hold"/>
                                        <p:tgtEl>
                                          <p:spTgt spid="146435"/>
                                        </p:tgtEl>
                                        <p:attrNameLst>
                                          <p:attrName>ppt_w</p:attrName>
                                        </p:attrNameLst>
                                      </p:cBhvr>
                                      <p:tavLst>
                                        <p:tav tm="0">
                                          <p:val>
                                            <p:fltVal val="0"/>
                                          </p:val>
                                        </p:tav>
                                        <p:tav tm="100000">
                                          <p:val>
                                            <p:strVal val="#ppt_w"/>
                                          </p:val>
                                        </p:tav>
                                      </p:tavLst>
                                    </p:anim>
                                    <p:anim calcmode="lin" valueType="num">
                                      <p:cBhvr>
                                        <p:cTn id="82" dur="500" fill="hold"/>
                                        <p:tgtEl>
                                          <p:spTgt spid="146435"/>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23" presetClass="entr" presetSubtype="16" fill="hold" nodeType="clickEffect">
                                  <p:stCondLst>
                                    <p:cond delay="0"/>
                                  </p:stCondLst>
                                  <p:childTnLst>
                                    <p:set>
                                      <p:cBhvr>
                                        <p:cTn id="86" dur="1" fill="hold">
                                          <p:stCondLst>
                                            <p:cond delay="0"/>
                                          </p:stCondLst>
                                        </p:cTn>
                                        <p:tgtEl>
                                          <p:spTgt spid="146520"/>
                                        </p:tgtEl>
                                        <p:attrNameLst>
                                          <p:attrName>style.visibility</p:attrName>
                                        </p:attrNameLst>
                                      </p:cBhvr>
                                      <p:to>
                                        <p:strVal val="visible"/>
                                      </p:to>
                                    </p:set>
                                    <p:anim calcmode="lin" valueType="num">
                                      <p:cBhvr>
                                        <p:cTn id="87" dur="500" fill="hold"/>
                                        <p:tgtEl>
                                          <p:spTgt spid="146520"/>
                                        </p:tgtEl>
                                        <p:attrNameLst>
                                          <p:attrName>ppt_w</p:attrName>
                                        </p:attrNameLst>
                                      </p:cBhvr>
                                      <p:tavLst>
                                        <p:tav tm="0">
                                          <p:val>
                                            <p:fltVal val="0"/>
                                          </p:val>
                                        </p:tav>
                                        <p:tav tm="100000">
                                          <p:val>
                                            <p:strVal val="#ppt_w"/>
                                          </p:val>
                                        </p:tav>
                                      </p:tavLst>
                                    </p:anim>
                                    <p:anim calcmode="lin" valueType="num">
                                      <p:cBhvr>
                                        <p:cTn id="88" dur="500" fill="hold"/>
                                        <p:tgtEl>
                                          <p:spTgt spid="1465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p:bldP spid="146435" grpId="0"/>
      <p:bldP spid="146520" grpId="0"/>
      <p:bldP spid="146521" grpId="0"/>
      <p:bldP spid="146522" grpId="0"/>
      <p:bldP spid="146523" grpId="0"/>
      <p:bldP spid="146550" grpId="0" animBg="1"/>
      <p:bldP spid="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12</a:t>
            </a:fld>
            <a:endParaRPr lang="en-US" altLang="zh-CN" sz="1800" dirty="0">
              <a:solidFill>
                <a:schemeClr val="accent2"/>
              </a:solidFill>
            </a:endParaRPr>
          </a:p>
        </p:txBody>
      </p:sp>
      <p:sp>
        <p:nvSpPr>
          <p:cNvPr id="156674" name="Rectangle 2"/>
          <p:cNvSpPr/>
          <p:nvPr/>
        </p:nvSpPr>
        <p:spPr>
          <a:xfrm>
            <a:off x="304800" y="304800"/>
            <a:ext cx="3690938"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en-US" altLang="zh-CN" sz="2800" b="1" dirty="0">
                <a:solidFill>
                  <a:srgbClr val="0000FF"/>
                </a:solidFill>
                <a:latin typeface="Times New Roman" panose="02020603050405020304" pitchFamily="18" charset="0"/>
                <a:ea typeface="黑体" panose="02010609060101010101" pitchFamily="49" charset="-122"/>
              </a:rPr>
              <a:t>2</a:t>
            </a:r>
            <a:r>
              <a:rPr lang="zh-CN" altLang="en-US"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弹力的功：</a:t>
            </a:r>
          </a:p>
        </p:txBody>
      </p:sp>
      <p:sp>
        <p:nvSpPr>
          <p:cNvPr id="156689" name="Rectangle 17"/>
          <p:cNvSpPr/>
          <p:nvPr/>
        </p:nvSpPr>
        <p:spPr>
          <a:xfrm>
            <a:off x="381000" y="4419600"/>
            <a:ext cx="8153400" cy="11890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若质点由位置</a:t>
            </a:r>
            <a:r>
              <a:rPr lang="en-US" altLang="zh-CN" b="1" i="1" dirty="0">
                <a:latin typeface="Times New Roman" panose="02020603050405020304" pitchFamily="18" charset="0"/>
              </a:rPr>
              <a:t>a </a:t>
            </a:r>
            <a:r>
              <a:rPr lang="zh-CN" altLang="en-US" sz="2800" b="1" dirty="0">
                <a:latin typeface="Times New Roman" panose="02020603050405020304" pitchFamily="18" charset="0"/>
              </a:rPr>
              <a:t>到位置</a:t>
            </a:r>
            <a:r>
              <a:rPr lang="en-US" altLang="zh-CN" b="1" i="1" dirty="0">
                <a:latin typeface="Times New Roman" panose="02020603050405020304" pitchFamily="18" charset="0"/>
              </a:rPr>
              <a:t>b </a:t>
            </a:r>
            <a:r>
              <a:rPr lang="zh-CN" altLang="en-US" sz="2800" b="1" dirty="0">
                <a:latin typeface="Times New Roman" panose="02020603050405020304" pitchFamily="18" charset="0"/>
              </a:rPr>
              <a:t>是沿另外一种路径，则弹性力的功仍与上式相同。</a:t>
            </a:r>
          </a:p>
        </p:txBody>
      </p:sp>
      <p:graphicFrame>
        <p:nvGraphicFramePr>
          <p:cNvPr id="156692" name="Object 2"/>
          <p:cNvGraphicFramePr>
            <a:graphicFrameLocks noChangeAspect="1"/>
          </p:cNvGraphicFramePr>
          <p:nvPr/>
        </p:nvGraphicFramePr>
        <p:xfrm>
          <a:off x="404813" y="3313113"/>
          <a:ext cx="2525712" cy="898525"/>
        </p:xfrm>
        <a:graphic>
          <a:graphicData uri="http://schemas.openxmlformats.org/presentationml/2006/ole">
            <mc:AlternateContent xmlns:mc="http://schemas.openxmlformats.org/markup-compatibility/2006">
              <mc:Choice xmlns:v="urn:schemas-microsoft-com:vml" Requires="v">
                <p:oleObj spid="_x0000_s14369" r:id="rId4" imgW="1551940" imgH="520065" progId="Equation.3">
                  <p:embed/>
                </p:oleObj>
              </mc:Choice>
              <mc:Fallback>
                <p:oleObj r:id="rId4" imgW="1551940" imgH="520065" progId="Equation.3">
                  <p:embed/>
                  <p:pic>
                    <p:nvPicPr>
                      <p:cNvPr id="0" name="图片 3087"/>
                      <p:cNvPicPr/>
                      <p:nvPr/>
                    </p:nvPicPr>
                    <p:blipFill>
                      <a:blip r:embed="rId5">
                        <a:clrChange>
                          <a:clrFrom>
                            <a:srgbClr val="000000"/>
                          </a:clrFrom>
                          <a:clrTo>
                            <a:srgbClr val="000000"/>
                          </a:clrTo>
                        </a:clrChange>
                      </a:blip>
                      <a:stretch>
                        <a:fillRect/>
                      </a:stretch>
                    </p:blipFill>
                    <p:spPr>
                      <a:xfrm>
                        <a:off x="404813" y="3313113"/>
                        <a:ext cx="2525712" cy="898525"/>
                      </a:xfrm>
                      <a:prstGeom prst="rect">
                        <a:avLst/>
                      </a:prstGeom>
                      <a:noFill/>
                      <a:ln w="38100">
                        <a:noFill/>
                        <a:miter/>
                      </a:ln>
                    </p:spPr>
                  </p:pic>
                </p:oleObj>
              </mc:Fallback>
            </mc:AlternateContent>
          </a:graphicData>
        </a:graphic>
      </p:graphicFrame>
      <p:sp>
        <p:nvSpPr>
          <p:cNvPr id="156727" name="Rectangle 55"/>
          <p:cNvSpPr/>
          <p:nvPr/>
        </p:nvSpPr>
        <p:spPr>
          <a:xfrm>
            <a:off x="4343400" y="5638800"/>
            <a:ext cx="4338638"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r>
              <a:rPr lang="zh-CN" altLang="en-US" sz="2800" b="1" dirty="0">
                <a:solidFill>
                  <a:srgbClr val="0000FF"/>
                </a:solidFill>
                <a:latin typeface="黑体" panose="02010609060101010101" pitchFamily="49" charset="-122"/>
                <a:ea typeface="黑体" panose="02010609060101010101" pitchFamily="49" charset="-122"/>
              </a:rPr>
              <a:t>弹力的功与路径无关！</a:t>
            </a:r>
          </a:p>
        </p:txBody>
      </p:sp>
      <p:graphicFrame>
        <p:nvGraphicFramePr>
          <p:cNvPr id="156728" name="Object 3"/>
          <p:cNvGraphicFramePr>
            <a:graphicFrameLocks noChangeAspect="1"/>
          </p:cNvGraphicFramePr>
          <p:nvPr/>
        </p:nvGraphicFramePr>
        <p:xfrm>
          <a:off x="2895600" y="3276600"/>
          <a:ext cx="2178050" cy="966788"/>
        </p:xfrm>
        <a:graphic>
          <a:graphicData uri="http://schemas.openxmlformats.org/presentationml/2006/ole">
            <mc:AlternateContent xmlns:mc="http://schemas.openxmlformats.org/markup-compatibility/2006">
              <mc:Choice xmlns:v="urn:schemas-microsoft-com:vml" Requires="v">
                <p:oleObj spid="_x0000_s14370" r:id="rId6" imgW="1342390" imgH="553720" progId="Equation.3">
                  <p:embed/>
                </p:oleObj>
              </mc:Choice>
              <mc:Fallback>
                <p:oleObj r:id="rId6" imgW="1342390" imgH="553720" progId="Equation.3">
                  <p:embed/>
                  <p:pic>
                    <p:nvPicPr>
                      <p:cNvPr id="0" name="图片 3089"/>
                      <p:cNvPicPr/>
                      <p:nvPr/>
                    </p:nvPicPr>
                    <p:blipFill>
                      <a:blip r:embed="rId7">
                        <a:clrChange>
                          <a:clrFrom>
                            <a:srgbClr val="000000"/>
                          </a:clrFrom>
                          <a:clrTo>
                            <a:srgbClr val="000000"/>
                          </a:clrTo>
                        </a:clrChange>
                      </a:blip>
                      <a:stretch>
                        <a:fillRect/>
                      </a:stretch>
                    </p:blipFill>
                    <p:spPr>
                      <a:xfrm>
                        <a:off x="2895600" y="3276600"/>
                        <a:ext cx="2178050" cy="966788"/>
                      </a:xfrm>
                      <a:prstGeom prst="rect">
                        <a:avLst/>
                      </a:prstGeom>
                      <a:noFill/>
                      <a:ln w="38100">
                        <a:noFill/>
                        <a:miter/>
                      </a:ln>
                    </p:spPr>
                  </p:pic>
                </p:oleObj>
              </mc:Fallback>
            </mc:AlternateContent>
          </a:graphicData>
        </a:graphic>
      </p:graphicFrame>
      <p:graphicFrame>
        <p:nvGraphicFramePr>
          <p:cNvPr id="156729" name="Object 4"/>
          <p:cNvGraphicFramePr>
            <a:graphicFrameLocks noChangeAspect="1"/>
          </p:cNvGraphicFramePr>
          <p:nvPr/>
        </p:nvGraphicFramePr>
        <p:xfrm>
          <a:off x="5087938" y="3124200"/>
          <a:ext cx="3422650" cy="1209675"/>
        </p:xfrm>
        <a:graphic>
          <a:graphicData uri="http://schemas.openxmlformats.org/presentationml/2006/ole">
            <mc:AlternateContent xmlns:mc="http://schemas.openxmlformats.org/markup-compatibility/2006">
              <mc:Choice xmlns:v="urn:schemas-microsoft-com:vml" Requires="v">
                <p:oleObj spid="_x0000_s14371" r:id="rId8" imgW="2139315" imgH="721360" progId="Equation.DSMT4">
                  <p:embed/>
                </p:oleObj>
              </mc:Choice>
              <mc:Fallback>
                <p:oleObj r:id="rId8" imgW="2139315" imgH="721360" progId="Equation.DSMT4">
                  <p:embed/>
                  <p:pic>
                    <p:nvPicPr>
                      <p:cNvPr id="0" name="图片 3090"/>
                      <p:cNvPicPr/>
                      <p:nvPr/>
                    </p:nvPicPr>
                    <p:blipFill>
                      <a:blip r:embed="rId9">
                        <a:clrChange>
                          <a:clrFrom>
                            <a:srgbClr val="000000"/>
                          </a:clrFrom>
                          <a:clrTo>
                            <a:srgbClr val="000000"/>
                          </a:clrTo>
                        </a:clrChange>
                      </a:blip>
                      <a:stretch>
                        <a:fillRect/>
                      </a:stretch>
                    </p:blipFill>
                    <p:spPr>
                      <a:xfrm>
                        <a:off x="5087938" y="3124200"/>
                        <a:ext cx="3422650" cy="1209675"/>
                      </a:xfrm>
                      <a:prstGeom prst="rect">
                        <a:avLst/>
                      </a:prstGeom>
                      <a:noFill/>
                      <a:ln w="38100">
                        <a:noFill/>
                        <a:miter/>
                      </a:ln>
                    </p:spPr>
                  </p:pic>
                </p:oleObj>
              </mc:Fallback>
            </mc:AlternateContent>
          </a:graphicData>
        </a:graphic>
      </p:graphicFrame>
      <p:grpSp>
        <p:nvGrpSpPr>
          <p:cNvPr id="2" name="Group 68"/>
          <p:cNvGrpSpPr/>
          <p:nvPr/>
        </p:nvGrpSpPr>
        <p:grpSpPr>
          <a:xfrm>
            <a:off x="395288" y="1144588"/>
            <a:ext cx="5211762" cy="1941512"/>
            <a:chOff x="249" y="721"/>
            <a:chExt cx="3283" cy="1223"/>
          </a:xfrm>
        </p:grpSpPr>
        <p:grpSp>
          <p:nvGrpSpPr>
            <p:cNvPr id="29711" name="Group 51"/>
            <p:cNvGrpSpPr/>
            <p:nvPr/>
          </p:nvGrpSpPr>
          <p:grpSpPr>
            <a:xfrm>
              <a:off x="336" y="1488"/>
              <a:ext cx="1183" cy="288"/>
              <a:chOff x="432" y="1680"/>
              <a:chExt cx="1056" cy="288"/>
            </a:xfrm>
          </p:grpSpPr>
          <p:sp>
            <p:nvSpPr>
              <p:cNvPr id="29744" name="Line 13"/>
              <p:cNvSpPr/>
              <p:nvPr/>
            </p:nvSpPr>
            <p:spPr>
              <a:xfrm>
                <a:off x="432" y="1680"/>
                <a:ext cx="0" cy="288"/>
              </a:xfrm>
              <a:prstGeom prst="line">
                <a:avLst/>
              </a:prstGeom>
              <a:ln w="9525" cap="flat" cmpd="sng">
                <a:solidFill>
                  <a:schemeClr val="tx1"/>
                </a:solidFill>
                <a:prstDash val="solid"/>
                <a:headEnd type="none" w="med" len="med"/>
                <a:tailEnd type="none" w="med" len="med"/>
              </a:ln>
            </p:spPr>
          </p:sp>
          <p:sp>
            <p:nvSpPr>
              <p:cNvPr id="29745" name="Line 14"/>
              <p:cNvSpPr/>
              <p:nvPr/>
            </p:nvSpPr>
            <p:spPr>
              <a:xfrm>
                <a:off x="1488" y="1776"/>
                <a:ext cx="0" cy="192"/>
              </a:xfrm>
              <a:prstGeom prst="line">
                <a:avLst/>
              </a:prstGeom>
              <a:ln w="9525" cap="flat" cmpd="sng">
                <a:solidFill>
                  <a:schemeClr val="tx1"/>
                </a:solidFill>
                <a:prstDash val="solid"/>
                <a:headEnd type="none" w="med" len="med"/>
                <a:tailEnd type="none" w="med" len="med"/>
              </a:ln>
            </p:spPr>
          </p:sp>
          <p:sp>
            <p:nvSpPr>
              <p:cNvPr id="29746" name="Line 15"/>
              <p:cNvSpPr/>
              <p:nvPr/>
            </p:nvSpPr>
            <p:spPr>
              <a:xfrm>
                <a:off x="432" y="1872"/>
                <a:ext cx="1056" cy="0"/>
              </a:xfrm>
              <a:prstGeom prst="line">
                <a:avLst/>
              </a:prstGeom>
              <a:ln w="9525" cap="flat" cmpd="sng">
                <a:solidFill>
                  <a:schemeClr val="tx1"/>
                </a:solidFill>
                <a:prstDash val="solid"/>
                <a:headEnd type="triangle" w="med" len="med"/>
                <a:tailEnd type="triangle" w="med" len="med"/>
              </a:ln>
            </p:spPr>
          </p:sp>
        </p:grpSp>
        <p:sp>
          <p:nvSpPr>
            <p:cNvPr id="29712" name="Text Box 16"/>
            <p:cNvSpPr txBox="1"/>
            <p:nvPr/>
          </p:nvSpPr>
          <p:spPr>
            <a:xfrm>
              <a:off x="660" y="1656"/>
              <a:ext cx="576"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zh-CN" altLang="en-US" sz="2400" b="1" dirty="0">
                  <a:solidFill>
                    <a:schemeClr val="accent1"/>
                  </a:solidFill>
                  <a:latin typeface="Times New Roman" panose="02020603050405020304" pitchFamily="18" charset="0"/>
                  <a:ea typeface="楷体_GB2312" pitchFamily="49" charset="-122"/>
                </a:rPr>
                <a:t>原长</a:t>
              </a:r>
            </a:p>
          </p:txBody>
        </p:sp>
        <p:sp>
          <p:nvSpPr>
            <p:cNvPr id="29713" name="Line 25"/>
            <p:cNvSpPr/>
            <p:nvPr/>
          </p:nvSpPr>
          <p:spPr>
            <a:xfrm>
              <a:off x="336" y="1344"/>
              <a:ext cx="3179" cy="0"/>
            </a:xfrm>
            <a:prstGeom prst="line">
              <a:avLst/>
            </a:prstGeom>
            <a:ln w="38100" cap="flat" cmpd="sng">
              <a:solidFill>
                <a:schemeClr val="tx1"/>
              </a:solidFill>
              <a:prstDash val="solid"/>
              <a:headEnd type="none" w="sm" len="sm"/>
              <a:tailEnd type="triangle" w="med" len="med"/>
            </a:ln>
          </p:spPr>
        </p:sp>
        <p:graphicFrame>
          <p:nvGraphicFramePr>
            <p:cNvPr id="29714" name="Object 8"/>
            <p:cNvGraphicFramePr>
              <a:graphicFrameLocks noChangeAspect="1"/>
            </p:cNvGraphicFramePr>
            <p:nvPr/>
          </p:nvGraphicFramePr>
          <p:xfrm>
            <a:off x="3243" y="1344"/>
            <a:ext cx="289" cy="284"/>
          </p:xfrm>
          <a:graphic>
            <a:graphicData uri="http://schemas.openxmlformats.org/presentationml/2006/ole">
              <mc:AlternateContent xmlns:mc="http://schemas.openxmlformats.org/markup-compatibility/2006">
                <mc:Choice xmlns:v="urn:schemas-microsoft-com:vml" Requires="v">
                  <p:oleObj spid="_x0000_s14372" r:id="rId10" imgW="151130" imgH="193040" progId="Equation.3">
                    <p:embed/>
                  </p:oleObj>
                </mc:Choice>
                <mc:Fallback>
                  <p:oleObj r:id="rId10" imgW="151130" imgH="193040" progId="Equation.3">
                    <p:embed/>
                    <p:pic>
                      <p:nvPicPr>
                        <p:cNvPr id="0" name="图片 3091"/>
                        <p:cNvPicPr/>
                        <p:nvPr/>
                      </p:nvPicPr>
                      <p:blipFill>
                        <a:blip r:embed="rId11">
                          <a:clrChange>
                            <a:clrFrom>
                              <a:srgbClr val="000000"/>
                            </a:clrFrom>
                            <a:clrTo>
                              <a:srgbClr val="000000"/>
                            </a:clrTo>
                          </a:clrChange>
                        </a:blip>
                        <a:stretch>
                          <a:fillRect/>
                        </a:stretch>
                      </p:blipFill>
                      <p:spPr>
                        <a:xfrm>
                          <a:off x="3243" y="1344"/>
                          <a:ext cx="289" cy="284"/>
                        </a:xfrm>
                        <a:prstGeom prst="rect">
                          <a:avLst/>
                        </a:prstGeom>
                        <a:noFill/>
                        <a:ln w="38100">
                          <a:noFill/>
                          <a:miter/>
                        </a:ln>
                      </p:spPr>
                    </p:pic>
                  </p:oleObj>
                </mc:Fallback>
              </mc:AlternateContent>
            </a:graphicData>
          </a:graphic>
        </p:graphicFrame>
        <p:graphicFrame>
          <p:nvGraphicFramePr>
            <p:cNvPr id="29715" name="Object 9"/>
            <p:cNvGraphicFramePr>
              <a:graphicFrameLocks noChangeAspect="1"/>
            </p:cNvGraphicFramePr>
            <p:nvPr/>
          </p:nvGraphicFramePr>
          <p:xfrm>
            <a:off x="1376" y="1344"/>
            <a:ext cx="289" cy="284"/>
          </p:xfrm>
          <a:graphic>
            <a:graphicData uri="http://schemas.openxmlformats.org/presentationml/2006/ole">
              <mc:AlternateContent xmlns:mc="http://schemas.openxmlformats.org/markup-compatibility/2006">
                <mc:Choice xmlns:v="urn:schemas-microsoft-com:vml" Requires="v">
                  <p:oleObj spid="_x0000_s14373" r:id="rId12" imgW="151130" imgH="193040" progId="Equation.3">
                    <p:embed/>
                  </p:oleObj>
                </mc:Choice>
                <mc:Fallback>
                  <p:oleObj r:id="rId12" imgW="151130" imgH="193040" progId="Equation.3">
                    <p:embed/>
                    <p:pic>
                      <p:nvPicPr>
                        <p:cNvPr id="0" name="图片 3088"/>
                        <p:cNvPicPr/>
                        <p:nvPr/>
                      </p:nvPicPr>
                      <p:blipFill>
                        <a:blip r:embed="rId13">
                          <a:clrChange>
                            <a:clrFrom>
                              <a:srgbClr val="000000"/>
                            </a:clrFrom>
                            <a:clrTo>
                              <a:srgbClr val="000000"/>
                            </a:clrTo>
                          </a:clrChange>
                        </a:blip>
                        <a:stretch>
                          <a:fillRect/>
                        </a:stretch>
                      </p:blipFill>
                      <p:spPr>
                        <a:xfrm>
                          <a:off x="1376" y="1344"/>
                          <a:ext cx="289" cy="284"/>
                        </a:xfrm>
                        <a:prstGeom prst="rect">
                          <a:avLst/>
                        </a:prstGeom>
                        <a:noFill/>
                        <a:ln w="38100">
                          <a:noFill/>
                          <a:miter/>
                        </a:ln>
                      </p:spPr>
                    </p:pic>
                  </p:oleObj>
                </mc:Fallback>
              </mc:AlternateContent>
            </a:graphicData>
          </a:graphic>
        </p:graphicFrame>
        <p:grpSp>
          <p:nvGrpSpPr>
            <p:cNvPr id="29716" name="Group 28"/>
            <p:cNvGrpSpPr/>
            <p:nvPr/>
          </p:nvGrpSpPr>
          <p:grpSpPr>
            <a:xfrm>
              <a:off x="336" y="912"/>
              <a:ext cx="2090" cy="388"/>
              <a:chOff x="3024" y="2736"/>
              <a:chExt cx="2160" cy="484"/>
            </a:xfrm>
          </p:grpSpPr>
          <p:grpSp>
            <p:nvGrpSpPr>
              <p:cNvPr id="29723" name="Group 29"/>
              <p:cNvGrpSpPr/>
              <p:nvPr/>
            </p:nvGrpSpPr>
            <p:grpSpPr>
              <a:xfrm>
                <a:off x="3216" y="2736"/>
                <a:ext cx="1968" cy="484"/>
                <a:chOff x="3216" y="2736"/>
                <a:chExt cx="1968" cy="484"/>
              </a:xfrm>
            </p:grpSpPr>
            <p:sp>
              <p:nvSpPr>
                <p:cNvPr id="29725" name="Line 30"/>
                <p:cNvSpPr/>
                <p:nvPr/>
              </p:nvSpPr>
              <p:spPr>
                <a:xfrm>
                  <a:off x="4224" y="2736"/>
                  <a:ext cx="96" cy="476"/>
                </a:xfrm>
                <a:prstGeom prst="line">
                  <a:avLst/>
                </a:prstGeom>
                <a:ln w="41275" cap="flat" cmpd="sng">
                  <a:solidFill>
                    <a:srgbClr val="9900FF"/>
                  </a:solidFill>
                  <a:prstDash val="solid"/>
                  <a:headEnd type="none" w="med" len="med"/>
                  <a:tailEnd type="none" w="med" len="med"/>
                </a:ln>
              </p:spPr>
            </p:sp>
            <p:sp>
              <p:nvSpPr>
                <p:cNvPr id="29726" name="Line 31"/>
                <p:cNvSpPr/>
                <p:nvPr/>
              </p:nvSpPr>
              <p:spPr>
                <a:xfrm flipH="1">
                  <a:off x="4320" y="2736"/>
                  <a:ext cx="96" cy="476"/>
                </a:xfrm>
                <a:prstGeom prst="line">
                  <a:avLst/>
                </a:prstGeom>
                <a:ln w="41275" cap="flat" cmpd="sng">
                  <a:solidFill>
                    <a:srgbClr val="9900FF"/>
                  </a:solidFill>
                  <a:prstDash val="solid"/>
                  <a:headEnd type="none" w="med" len="med"/>
                  <a:tailEnd type="none" w="med" len="med"/>
                </a:ln>
              </p:spPr>
            </p:sp>
            <p:grpSp>
              <p:nvGrpSpPr>
                <p:cNvPr id="29727" name="Group 32"/>
                <p:cNvGrpSpPr/>
                <p:nvPr/>
              </p:nvGrpSpPr>
              <p:grpSpPr>
                <a:xfrm>
                  <a:off x="4442" y="2736"/>
                  <a:ext cx="214" cy="476"/>
                  <a:chOff x="3914" y="1248"/>
                  <a:chExt cx="214" cy="240"/>
                </a:xfrm>
              </p:grpSpPr>
              <p:sp>
                <p:nvSpPr>
                  <p:cNvPr id="29742" name="Line 33"/>
                  <p:cNvSpPr/>
                  <p:nvPr/>
                </p:nvSpPr>
                <p:spPr>
                  <a:xfrm>
                    <a:off x="3914" y="1248"/>
                    <a:ext cx="96" cy="240"/>
                  </a:xfrm>
                  <a:prstGeom prst="line">
                    <a:avLst/>
                  </a:prstGeom>
                  <a:ln w="41275" cap="flat" cmpd="sng">
                    <a:solidFill>
                      <a:srgbClr val="9900FF"/>
                    </a:solidFill>
                    <a:prstDash val="solid"/>
                    <a:headEnd type="none" w="med" len="med"/>
                    <a:tailEnd type="none" w="med" len="med"/>
                  </a:ln>
                </p:spPr>
              </p:sp>
              <p:sp>
                <p:nvSpPr>
                  <p:cNvPr id="29743" name="Line 34"/>
                  <p:cNvSpPr/>
                  <p:nvPr/>
                </p:nvSpPr>
                <p:spPr>
                  <a:xfrm flipH="1">
                    <a:off x="4032" y="1248"/>
                    <a:ext cx="96" cy="240"/>
                  </a:xfrm>
                  <a:prstGeom prst="line">
                    <a:avLst/>
                  </a:prstGeom>
                  <a:ln w="41275" cap="flat" cmpd="sng">
                    <a:solidFill>
                      <a:srgbClr val="9900FF"/>
                    </a:solidFill>
                    <a:prstDash val="solid"/>
                    <a:headEnd type="none" w="med" len="med"/>
                    <a:tailEnd type="none" w="med" len="med"/>
                  </a:ln>
                </p:spPr>
              </p:sp>
            </p:grpSp>
            <p:sp>
              <p:nvSpPr>
                <p:cNvPr id="29728" name="Line 35"/>
                <p:cNvSpPr/>
                <p:nvPr/>
              </p:nvSpPr>
              <p:spPr>
                <a:xfrm>
                  <a:off x="4678" y="2744"/>
                  <a:ext cx="96" cy="476"/>
                </a:xfrm>
                <a:prstGeom prst="line">
                  <a:avLst/>
                </a:prstGeom>
                <a:ln w="41275" cap="flat" cmpd="sng">
                  <a:solidFill>
                    <a:srgbClr val="9900FF"/>
                  </a:solidFill>
                  <a:prstDash val="solid"/>
                  <a:headEnd type="none" w="med" len="med"/>
                  <a:tailEnd type="none" w="med" len="med"/>
                </a:ln>
              </p:spPr>
            </p:sp>
            <p:sp>
              <p:nvSpPr>
                <p:cNvPr id="29729" name="Line 36"/>
                <p:cNvSpPr/>
                <p:nvPr/>
              </p:nvSpPr>
              <p:spPr>
                <a:xfrm flipH="1">
                  <a:off x="4796" y="2744"/>
                  <a:ext cx="96" cy="476"/>
                </a:xfrm>
                <a:prstGeom prst="line">
                  <a:avLst/>
                </a:prstGeom>
                <a:ln w="41275" cap="flat" cmpd="sng">
                  <a:solidFill>
                    <a:srgbClr val="9900FF"/>
                  </a:solidFill>
                  <a:prstDash val="solid"/>
                  <a:headEnd type="none" w="med" len="med"/>
                  <a:tailEnd type="none" w="med" len="med"/>
                </a:ln>
              </p:spPr>
            </p:sp>
            <p:sp>
              <p:nvSpPr>
                <p:cNvPr id="29730" name="Line 37"/>
                <p:cNvSpPr/>
                <p:nvPr/>
              </p:nvSpPr>
              <p:spPr>
                <a:xfrm flipV="1">
                  <a:off x="3216" y="2736"/>
                  <a:ext cx="96" cy="286"/>
                </a:xfrm>
                <a:prstGeom prst="line">
                  <a:avLst/>
                </a:prstGeom>
                <a:ln w="41275" cap="flat" cmpd="sng">
                  <a:solidFill>
                    <a:srgbClr val="9900FF"/>
                  </a:solidFill>
                  <a:prstDash val="solid"/>
                  <a:headEnd type="none" w="med" len="med"/>
                  <a:tailEnd type="none" w="med" len="med"/>
                </a:ln>
              </p:spPr>
            </p:sp>
            <p:sp>
              <p:nvSpPr>
                <p:cNvPr id="29731" name="Line 38"/>
                <p:cNvSpPr/>
                <p:nvPr/>
              </p:nvSpPr>
              <p:spPr>
                <a:xfrm>
                  <a:off x="3312" y="2736"/>
                  <a:ext cx="96" cy="476"/>
                </a:xfrm>
                <a:prstGeom prst="line">
                  <a:avLst/>
                </a:prstGeom>
                <a:ln w="41275" cap="flat" cmpd="sng">
                  <a:solidFill>
                    <a:srgbClr val="9900FF"/>
                  </a:solidFill>
                  <a:prstDash val="solid"/>
                  <a:headEnd type="none" w="med" len="med"/>
                  <a:tailEnd type="none" w="med" len="med"/>
                </a:ln>
              </p:spPr>
            </p:sp>
            <p:sp>
              <p:nvSpPr>
                <p:cNvPr id="29732" name="Line 39"/>
                <p:cNvSpPr/>
                <p:nvPr/>
              </p:nvSpPr>
              <p:spPr>
                <a:xfrm flipH="1">
                  <a:off x="3408" y="2736"/>
                  <a:ext cx="96" cy="476"/>
                </a:xfrm>
                <a:prstGeom prst="line">
                  <a:avLst/>
                </a:prstGeom>
                <a:ln w="41275" cap="flat" cmpd="sng">
                  <a:solidFill>
                    <a:srgbClr val="9900FF"/>
                  </a:solidFill>
                  <a:prstDash val="solid"/>
                  <a:headEnd type="none" w="med" len="med"/>
                  <a:tailEnd type="none" w="med" len="med"/>
                </a:ln>
              </p:spPr>
            </p:sp>
            <p:sp>
              <p:nvSpPr>
                <p:cNvPr id="29733" name="Line 40"/>
                <p:cNvSpPr/>
                <p:nvPr/>
              </p:nvSpPr>
              <p:spPr>
                <a:xfrm flipH="1">
                  <a:off x="4106" y="2736"/>
                  <a:ext cx="96" cy="476"/>
                </a:xfrm>
                <a:prstGeom prst="line">
                  <a:avLst/>
                </a:prstGeom>
                <a:ln w="41275" cap="flat" cmpd="sng">
                  <a:solidFill>
                    <a:srgbClr val="9900FF"/>
                  </a:solidFill>
                  <a:prstDash val="solid"/>
                  <a:headEnd type="none" w="med" len="med"/>
                  <a:tailEnd type="none" w="med" len="med"/>
                </a:ln>
              </p:spPr>
            </p:sp>
            <p:sp>
              <p:nvSpPr>
                <p:cNvPr id="29734" name="Line 41"/>
                <p:cNvSpPr/>
                <p:nvPr/>
              </p:nvSpPr>
              <p:spPr>
                <a:xfrm>
                  <a:off x="4010" y="2736"/>
                  <a:ext cx="96" cy="476"/>
                </a:xfrm>
                <a:prstGeom prst="line">
                  <a:avLst/>
                </a:prstGeom>
                <a:ln w="41275" cap="flat" cmpd="sng">
                  <a:solidFill>
                    <a:srgbClr val="9900FF"/>
                  </a:solidFill>
                  <a:prstDash val="solid"/>
                  <a:headEnd type="none" w="med" len="med"/>
                  <a:tailEnd type="none" w="med" len="med"/>
                </a:ln>
              </p:spPr>
            </p:sp>
            <p:grpSp>
              <p:nvGrpSpPr>
                <p:cNvPr id="29735" name="Group 42"/>
                <p:cNvGrpSpPr/>
                <p:nvPr/>
              </p:nvGrpSpPr>
              <p:grpSpPr>
                <a:xfrm>
                  <a:off x="3530" y="2736"/>
                  <a:ext cx="214" cy="476"/>
                  <a:chOff x="3914" y="1248"/>
                  <a:chExt cx="214" cy="240"/>
                </a:xfrm>
              </p:grpSpPr>
              <p:sp>
                <p:nvSpPr>
                  <p:cNvPr id="29740" name="Line 43"/>
                  <p:cNvSpPr/>
                  <p:nvPr/>
                </p:nvSpPr>
                <p:spPr>
                  <a:xfrm>
                    <a:off x="3914" y="1248"/>
                    <a:ext cx="96" cy="240"/>
                  </a:xfrm>
                  <a:prstGeom prst="line">
                    <a:avLst/>
                  </a:prstGeom>
                  <a:ln w="41275" cap="flat" cmpd="sng">
                    <a:solidFill>
                      <a:srgbClr val="9900FF"/>
                    </a:solidFill>
                    <a:prstDash val="solid"/>
                    <a:headEnd type="none" w="med" len="med"/>
                    <a:tailEnd type="none" w="med" len="med"/>
                  </a:ln>
                </p:spPr>
              </p:sp>
              <p:sp>
                <p:nvSpPr>
                  <p:cNvPr id="29741" name="Line 44"/>
                  <p:cNvSpPr/>
                  <p:nvPr/>
                </p:nvSpPr>
                <p:spPr>
                  <a:xfrm flipH="1">
                    <a:off x="4032" y="1248"/>
                    <a:ext cx="96" cy="240"/>
                  </a:xfrm>
                  <a:prstGeom prst="line">
                    <a:avLst/>
                  </a:prstGeom>
                  <a:ln w="41275" cap="flat" cmpd="sng">
                    <a:solidFill>
                      <a:srgbClr val="9900FF"/>
                    </a:solidFill>
                    <a:prstDash val="solid"/>
                    <a:headEnd type="none" w="med" len="med"/>
                    <a:tailEnd type="none" w="med" len="med"/>
                  </a:ln>
                </p:spPr>
              </p:sp>
            </p:grpSp>
            <p:sp>
              <p:nvSpPr>
                <p:cNvPr id="29736" name="Line 45"/>
                <p:cNvSpPr/>
                <p:nvPr/>
              </p:nvSpPr>
              <p:spPr>
                <a:xfrm>
                  <a:off x="3766" y="2744"/>
                  <a:ext cx="96" cy="476"/>
                </a:xfrm>
                <a:prstGeom prst="line">
                  <a:avLst/>
                </a:prstGeom>
                <a:ln w="41275" cap="flat" cmpd="sng">
                  <a:solidFill>
                    <a:srgbClr val="9900FF"/>
                  </a:solidFill>
                  <a:prstDash val="solid"/>
                  <a:headEnd type="none" w="med" len="med"/>
                  <a:tailEnd type="none" w="med" len="med"/>
                </a:ln>
              </p:spPr>
            </p:sp>
            <p:sp>
              <p:nvSpPr>
                <p:cNvPr id="29737" name="Line 46"/>
                <p:cNvSpPr/>
                <p:nvPr/>
              </p:nvSpPr>
              <p:spPr>
                <a:xfrm flipH="1">
                  <a:off x="3884" y="2744"/>
                  <a:ext cx="96" cy="476"/>
                </a:xfrm>
                <a:prstGeom prst="line">
                  <a:avLst/>
                </a:prstGeom>
                <a:ln w="41275" cap="flat" cmpd="sng">
                  <a:solidFill>
                    <a:srgbClr val="9900FF"/>
                  </a:solidFill>
                  <a:prstDash val="solid"/>
                  <a:headEnd type="none" w="med" len="med"/>
                  <a:tailEnd type="none" w="med" len="med"/>
                </a:ln>
              </p:spPr>
            </p:sp>
            <p:sp>
              <p:nvSpPr>
                <p:cNvPr id="29738" name="Line 47"/>
                <p:cNvSpPr/>
                <p:nvPr/>
              </p:nvSpPr>
              <p:spPr>
                <a:xfrm flipH="1">
                  <a:off x="4992" y="2976"/>
                  <a:ext cx="192" cy="0"/>
                </a:xfrm>
                <a:prstGeom prst="line">
                  <a:avLst/>
                </a:prstGeom>
                <a:ln w="41275" cap="flat" cmpd="sng">
                  <a:solidFill>
                    <a:srgbClr val="9900FF"/>
                  </a:solidFill>
                  <a:prstDash val="solid"/>
                  <a:headEnd type="none" w="med" len="med"/>
                  <a:tailEnd type="none" w="med" len="med"/>
                </a:ln>
              </p:spPr>
            </p:sp>
            <p:sp>
              <p:nvSpPr>
                <p:cNvPr id="29739" name="Line 48"/>
                <p:cNvSpPr/>
                <p:nvPr/>
              </p:nvSpPr>
              <p:spPr>
                <a:xfrm>
                  <a:off x="4920" y="2736"/>
                  <a:ext cx="72" cy="240"/>
                </a:xfrm>
                <a:prstGeom prst="line">
                  <a:avLst/>
                </a:prstGeom>
                <a:ln w="41275" cap="flat" cmpd="sng">
                  <a:solidFill>
                    <a:srgbClr val="9900FF"/>
                  </a:solidFill>
                  <a:prstDash val="solid"/>
                  <a:headEnd type="none" w="med" len="med"/>
                  <a:tailEnd type="none" w="med" len="med"/>
                </a:ln>
              </p:spPr>
            </p:sp>
          </p:grpSp>
          <p:sp>
            <p:nvSpPr>
              <p:cNvPr id="29724" name="Line 49"/>
              <p:cNvSpPr/>
              <p:nvPr/>
            </p:nvSpPr>
            <p:spPr>
              <a:xfrm flipH="1">
                <a:off x="3024" y="3012"/>
                <a:ext cx="192" cy="0"/>
              </a:xfrm>
              <a:prstGeom prst="line">
                <a:avLst/>
              </a:prstGeom>
              <a:ln w="41275" cap="flat" cmpd="sng">
                <a:solidFill>
                  <a:srgbClr val="9900FF"/>
                </a:solidFill>
                <a:prstDash val="solid"/>
                <a:headEnd type="none" w="med" len="med"/>
                <a:tailEnd type="none" w="med" len="med"/>
              </a:ln>
            </p:spPr>
          </p:sp>
        </p:grpSp>
        <p:sp>
          <p:nvSpPr>
            <p:cNvPr id="29717" name="Rectangle 50" descr="深色下对角线"/>
            <p:cNvSpPr/>
            <p:nvPr/>
          </p:nvSpPr>
          <p:spPr>
            <a:xfrm>
              <a:off x="2436" y="864"/>
              <a:ext cx="269" cy="453"/>
            </a:xfrm>
            <a:prstGeom prst="rect">
              <a:avLst/>
            </a:prstGeom>
            <a:blipFill rotWithShape="0">
              <a:blip r:embed="rId14"/>
            </a:blipFill>
            <a:ln w="41275" cap="flat" cmpd="sng">
              <a:solidFill>
                <a:srgbClr val="80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9718" name="Text Box 52"/>
            <p:cNvSpPr txBox="1"/>
            <p:nvPr/>
          </p:nvSpPr>
          <p:spPr>
            <a:xfrm>
              <a:off x="2424" y="1236"/>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p>
          </p:txBody>
        </p:sp>
        <p:sp>
          <p:nvSpPr>
            <p:cNvPr id="29719" name="Text Box 53"/>
            <p:cNvSpPr txBox="1"/>
            <p:nvPr/>
          </p:nvSpPr>
          <p:spPr>
            <a:xfrm>
              <a:off x="1800" y="1272"/>
              <a:ext cx="28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29720" name="Rectangle 59" descr="深色下对角线"/>
            <p:cNvSpPr/>
            <p:nvPr/>
          </p:nvSpPr>
          <p:spPr>
            <a:xfrm>
              <a:off x="249" y="721"/>
              <a:ext cx="91" cy="634"/>
            </a:xfrm>
            <a:prstGeom prst="rect">
              <a:avLst/>
            </a:prstGeom>
            <a:blipFill rotWithShape="0">
              <a:blip r:embed="rId15"/>
            </a:blip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9721" name="Line 61"/>
            <p:cNvSpPr/>
            <p:nvPr/>
          </p:nvSpPr>
          <p:spPr>
            <a:xfrm>
              <a:off x="1518" y="1298"/>
              <a:ext cx="0" cy="91"/>
            </a:xfrm>
            <a:prstGeom prst="line">
              <a:avLst/>
            </a:prstGeom>
            <a:ln w="31750" cap="flat" cmpd="sng">
              <a:solidFill>
                <a:schemeClr val="tx1"/>
              </a:solidFill>
              <a:prstDash val="solid"/>
              <a:headEnd type="none" w="med" len="med"/>
              <a:tailEnd type="none" w="med" len="med"/>
            </a:ln>
          </p:spPr>
        </p:sp>
        <p:sp>
          <p:nvSpPr>
            <p:cNvPr id="29722" name="Rectangle 23" descr="深色下对角线"/>
            <p:cNvSpPr/>
            <p:nvPr/>
          </p:nvSpPr>
          <p:spPr>
            <a:xfrm>
              <a:off x="1769" y="864"/>
              <a:ext cx="269" cy="453"/>
            </a:xfrm>
            <a:prstGeom prst="rect">
              <a:avLst/>
            </a:prstGeom>
            <a:blipFill rotWithShape="0">
              <a:blip r:embed="rId16"/>
            </a:blipFill>
            <a:ln w="41275" cap="flat" cmpd="sng">
              <a:solidFill>
                <a:srgbClr val="800000"/>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grpSp>
        <p:nvGrpSpPr>
          <p:cNvPr id="8" name="Group 64"/>
          <p:cNvGrpSpPr/>
          <p:nvPr/>
        </p:nvGrpSpPr>
        <p:grpSpPr>
          <a:xfrm>
            <a:off x="3492500" y="1268413"/>
            <a:ext cx="450850" cy="485775"/>
            <a:chOff x="2188" y="799"/>
            <a:chExt cx="284" cy="306"/>
          </a:xfrm>
        </p:grpSpPr>
        <p:graphicFrame>
          <p:nvGraphicFramePr>
            <p:cNvPr id="29709" name="Object 7"/>
            <p:cNvGraphicFramePr>
              <a:graphicFrameLocks noChangeAspect="1"/>
            </p:cNvGraphicFramePr>
            <p:nvPr/>
          </p:nvGraphicFramePr>
          <p:xfrm>
            <a:off x="2188" y="799"/>
            <a:ext cx="271" cy="296"/>
          </p:xfrm>
          <a:graphic>
            <a:graphicData uri="http://schemas.openxmlformats.org/presentationml/2006/ole">
              <mc:AlternateContent xmlns:mc="http://schemas.openxmlformats.org/markup-compatibility/2006">
                <mc:Choice xmlns:v="urn:schemas-microsoft-com:vml" Requires="v">
                  <p:oleObj spid="_x0000_s14374" r:id="rId17" imgW="217805" imgH="276860" progId="Equation.3">
                    <p:embed/>
                  </p:oleObj>
                </mc:Choice>
                <mc:Fallback>
                  <p:oleObj r:id="rId17" imgW="217805" imgH="276860" progId="Equation.3">
                    <p:embed/>
                    <p:pic>
                      <p:nvPicPr>
                        <p:cNvPr id="0" name="图片 3121"/>
                        <p:cNvPicPr/>
                        <p:nvPr/>
                      </p:nvPicPr>
                      <p:blipFill>
                        <a:blip r:embed="rId18">
                          <a:clrChange>
                            <a:clrFrom>
                              <a:srgbClr val="000000"/>
                            </a:clrFrom>
                            <a:clrTo>
                              <a:srgbClr val="FF3300"/>
                            </a:clrTo>
                          </a:clrChange>
                        </a:blip>
                        <a:stretch>
                          <a:fillRect/>
                        </a:stretch>
                      </p:blipFill>
                      <p:spPr>
                        <a:xfrm>
                          <a:off x="2188" y="799"/>
                          <a:ext cx="271" cy="296"/>
                        </a:xfrm>
                        <a:prstGeom prst="rect">
                          <a:avLst/>
                        </a:prstGeom>
                        <a:noFill/>
                        <a:ln w="38100">
                          <a:noFill/>
                          <a:miter/>
                        </a:ln>
                      </p:spPr>
                    </p:pic>
                  </p:oleObj>
                </mc:Fallback>
              </mc:AlternateContent>
            </a:graphicData>
          </a:graphic>
        </p:graphicFrame>
        <p:sp>
          <p:nvSpPr>
            <p:cNvPr id="29710" name="Line 63"/>
            <p:cNvSpPr/>
            <p:nvPr/>
          </p:nvSpPr>
          <p:spPr>
            <a:xfrm flipH="1">
              <a:off x="2200" y="1105"/>
              <a:ext cx="272" cy="0"/>
            </a:xfrm>
            <a:prstGeom prst="line">
              <a:avLst/>
            </a:prstGeom>
            <a:ln w="41275" cap="flat" cmpd="sng">
              <a:solidFill>
                <a:schemeClr val="folHlink"/>
              </a:solidFill>
              <a:prstDash val="solid"/>
              <a:headEnd type="none" w="med" len="med"/>
              <a:tailEnd type="triangle" w="med" len="lg"/>
            </a:ln>
          </p:spPr>
        </p:sp>
      </p:grpSp>
      <p:graphicFrame>
        <p:nvGraphicFramePr>
          <p:cNvPr id="156738" name="Object 5"/>
          <p:cNvGraphicFramePr>
            <a:graphicFrameLocks noChangeAspect="1"/>
          </p:cNvGraphicFramePr>
          <p:nvPr/>
        </p:nvGraphicFramePr>
        <p:xfrm>
          <a:off x="6516688" y="1052513"/>
          <a:ext cx="1763712" cy="552450"/>
        </p:xfrm>
        <a:graphic>
          <a:graphicData uri="http://schemas.openxmlformats.org/presentationml/2006/ole">
            <mc:AlternateContent xmlns:mc="http://schemas.openxmlformats.org/markup-compatibility/2006">
              <mc:Choice xmlns:v="urn:schemas-microsoft-com:vml" Requires="v">
                <p:oleObj spid="_x0000_s14375" r:id="rId19" imgW="1073785" imgH="293370" progId="Equation.3">
                  <p:embed/>
                </p:oleObj>
              </mc:Choice>
              <mc:Fallback>
                <p:oleObj r:id="rId19" imgW="1073785" imgH="293370" progId="Equation.3">
                  <p:embed/>
                  <p:pic>
                    <p:nvPicPr>
                      <p:cNvPr id="0" name="图片 3123"/>
                      <p:cNvPicPr/>
                      <p:nvPr/>
                    </p:nvPicPr>
                    <p:blipFill>
                      <a:blip r:embed="rId20">
                        <a:clrChange>
                          <a:clrFrom>
                            <a:srgbClr val="000000"/>
                          </a:clrFrom>
                          <a:clrTo>
                            <a:srgbClr val="000000"/>
                          </a:clrTo>
                        </a:clrChange>
                      </a:blip>
                      <a:stretch>
                        <a:fillRect/>
                      </a:stretch>
                    </p:blipFill>
                    <p:spPr>
                      <a:xfrm>
                        <a:off x="6516688" y="1052513"/>
                        <a:ext cx="1763712" cy="552450"/>
                      </a:xfrm>
                      <a:prstGeom prst="rect">
                        <a:avLst/>
                      </a:prstGeom>
                      <a:noFill/>
                      <a:ln w="38100">
                        <a:noFill/>
                        <a:miter/>
                      </a:ln>
                    </p:spPr>
                  </p:pic>
                </p:oleObj>
              </mc:Fallback>
            </mc:AlternateContent>
          </a:graphicData>
        </a:graphic>
      </p:graphicFrame>
      <p:graphicFrame>
        <p:nvGraphicFramePr>
          <p:cNvPr id="156739" name="Object 6"/>
          <p:cNvGraphicFramePr>
            <a:graphicFrameLocks noChangeAspect="1"/>
          </p:cNvGraphicFramePr>
          <p:nvPr/>
        </p:nvGraphicFramePr>
        <p:xfrm>
          <a:off x="6443663" y="1773238"/>
          <a:ext cx="1624012" cy="552450"/>
        </p:xfrm>
        <a:graphic>
          <a:graphicData uri="http://schemas.openxmlformats.org/presentationml/2006/ole">
            <mc:AlternateContent xmlns:mc="http://schemas.openxmlformats.org/markup-compatibility/2006">
              <mc:Choice xmlns:v="urn:schemas-microsoft-com:vml" Requires="v">
                <p:oleObj spid="_x0000_s14376" r:id="rId21" imgW="981710" imgH="293370" progId="Equation.3">
                  <p:embed/>
                </p:oleObj>
              </mc:Choice>
              <mc:Fallback>
                <p:oleObj r:id="rId21" imgW="981710" imgH="293370" progId="Equation.3">
                  <p:embed/>
                  <p:pic>
                    <p:nvPicPr>
                      <p:cNvPr id="0" name="图片 3122"/>
                      <p:cNvPicPr/>
                      <p:nvPr/>
                    </p:nvPicPr>
                    <p:blipFill>
                      <a:blip r:embed="rId22">
                        <a:clrChange>
                          <a:clrFrom>
                            <a:srgbClr val="000000"/>
                          </a:clrFrom>
                          <a:clrTo>
                            <a:srgbClr val="000000"/>
                          </a:clrTo>
                        </a:clrChange>
                      </a:blip>
                      <a:stretch>
                        <a:fillRect/>
                      </a:stretch>
                    </p:blipFill>
                    <p:spPr>
                      <a:xfrm>
                        <a:off x="6443663" y="1773238"/>
                        <a:ext cx="1624012" cy="552450"/>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156674"/>
                                        </p:tgtEl>
                                        <p:attrNameLst>
                                          <p:attrName>style.visibility</p:attrName>
                                        </p:attrNameLst>
                                      </p:cBhvr>
                                      <p:to>
                                        <p:strVal val="visible"/>
                                      </p:to>
                                    </p:set>
                                    <p:animEffect transition="in" filter="barn(inHorizontal)">
                                      <p:cBhvr>
                                        <p:cTn id="7" dur="500"/>
                                        <p:tgtEl>
                                          <p:spTgt spid="15667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56692"/>
                                        </p:tgtEl>
                                        <p:attrNameLst>
                                          <p:attrName>style.visibility</p:attrName>
                                        </p:attrNameLst>
                                      </p:cBhvr>
                                      <p:to>
                                        <p:strVal val="visible"/>
                                      </p:to>
                                    </p:set>
                                    <p:animEffect transition="in" filter="box(in)">
                                      <p:cBhvr>
                                        <p:cTn id="21" dur="500"/>
                                        <p:tgtEl>
                                          <p:spTgt spid="15669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156738"/>
                                        </p:tgtEl>
                                        <p:attrNameLst>
                                          <p:attrName>style.visibility</p:attrName>
                                        </p:attrNameLst>
                                      </p:cBhvr>
                                      <p:to>
                                        <p:strVal val="visible"/>
                                      </p:to>
                                    </p:set>
                                    <p:animEffect transition="in" filter="box(in)">
                                      <p:cBhvr>
                                        <p:cTn id="26" dur="500"/>
                                        <p:tgtEl>
                                          <p:spTgt spid="156738"/>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56739"/>
                                        </p:tgtEl>
                                        <p:attrNameLst>
                                          <p:attrName>style.visibility</p:attrName>
                                        </p:attrNameLst>
                                      </p:cBhvr>
                                      <p:to>
                                        <p:strVal val="visible"/>
                                      </p:to>
                                    </p:set>
                                    <p:animEffect transition="in" filter="box(in)">
                                      <p:cBhvr>
                                        <p:cTn id="31" dur="500"/>
                                        <p:tgtEl>
                                          <p:spTgt spid="156739"/>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56728"/>
                                        </p:tgtEl>
                                        <p:attrNameLst>
                                          <p:attrName>style.visibility</p:attrName>
                                        </p:attrNameLst>
                                      </p:cBhvr>
                                      <p:to>
                                        <p:strVal val="visible"/>
                                      </p:to>
                                    </p:set>
                                    <p:animEffect transition="in" filter="box(in)">
                                      <p:cBhvr>
                                        <p:cTn id="36" dur="500"/>
                                        <p:tgtEl>
                                          <p:spTgt spid="156728"/>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56729"/>
                                        </p:tgtEl>
                                        <p:attrNameLst>
                                          <p:attrName>style.visibility</p:attrName>
                                        </p:attrNameLst>
                                      </p:cBhvr>
                                      <p:to>
                                        <p:strVal val="visible"/>
                                      </p:to>
                                    </p:set>
                                    <p:animEffect transition="in" filter="box(in)">
                                      <p:cBhvr>
                                        <p:cTn id="41" dur="500"/>
                                        <p:tgtEl>
                                          <p:spTgt spid="15672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56689"/>
                                        </p:tgtEl>
                                        <p:attrNameLst>
                                          <p:attrName>style.visibility</p:attrName>
                                        </p:attrNameLst>
                                      </p:cBhvr>
                                      <p:to>
                                        <p:strVal val="visible"/>
                                      </p:to>
                                    </p:set>
                                    <p:animEffect transition="in" filter="blinds(horizontal)">
                                      <p:cBhvr>
                                        <p:cTn id="46" dur="500"/>
                                        <p:tgtEl>
                                          <p:spTgt spid="156689"/>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16" fill="hold" nodeType="clickEffect">
                                  <p:stCondLst>
                                    <p:cond delay="0"/>
                                  </p:stCondLst>
                                  <p:childTnLst>
                                    <p:set>
                                      <p:cBhvr>
                                        <p:cTn id="50" dur="1" fill="hold">
                                          <p:stCondLst>
                                            <p:cond delay="0"/>
                                          </p:stCondLst>
                                        </p:cTn>
                                        <p:tgtEl>
                                          <p:spTgt spid="156727"/>
                                        </p:tgtEl>
                                        <p:attrNameLst>
                                          <p:attrName>style.visibility</p:attrName>
                                        </p:attrNameLst>
                                      </p:cBhvr>
                                      <p:to>
                                        <p:strVal val="visible"/>
                                      </p:to>
                                    </p:set>
                                    <p:anim calcmode="lin" valueType="num">
                                      <p:cBhvr>
                                        <p:cTn id="51" dur="500" fill="hold"/>
                                        <p:tgtEl>
                                          <p:spTgt spid="156727"/>
                                        </p:tgtEl>
                                        <p:attrNameLst>
                                          <p:attrName>ppt_w</p:attrName>
                                        </p:attrNameLst>
                                      </p:cBhvr>
                                      <p:tavLst>
                                        <p:tav tm="0">
                                          <p:val>
                                            <p:fltVal val="0"/>
                                          </p:val>
                                        </p:tav>
                                        <p:tav tm="100000">
                                          <p:val>
                                            <p:strVal val="#ppt_w"/>
                                          </p:val>
                                        </p:tav>
                                      </p:tavLst>
                                    </p:anim>
                                    <p:anim calcmode="lin" valueType="num">
                                      <p:cBhvr>
                                        <p:cTn id="52" dur="500" fill="hold"/>
                                        <p:tgtEl>
                                          <p:spTgt spid="1567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p:bldP spid="156689" grpId="0"/>
      <p:bldP spid="1567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13</a:t>
            </a:fld>
            <a:endParaRPr lang="en-US" altLang="zh-CN" sz="1800" dirty="0">
              <a:solidFill>
                <a:schemeClr val="accent2"/>
              </a:solidFill>
            </a:endParaRPr>
          </a:p>
        </p:txBody>
      </p:sp>
      <p:sp>
        <p:nvSpPr>
          <p:cNvPr id="201775" name="Line 47"/>
          <p:cNvSpPr/>
          <p:nvPr/>
        </p:nvSpPr>
        <p:spPr>
          <a:xfrm rot="-60000" flipH="1" flipV="1">
            <a:off x="1981200" y="1323975"/>
            <a:ext cx="381000" cy="1828800"/>
          </a:xfrm>
          <a:prstGeom prst="line">
            <a:avLst/>
          </a:prstGeom>
          <a:ln w="31750" cap="flat" cmpd="sng">
            <a:solidFill>
              <a:schemeClr val="folHlink"/>
            </a:solidFill>
            <a:prstDash val="solid"/>
            <a:headEnd type="none" w="med" len="med"/>
            <a:tailEnd type="triangle" w="med" len="lg"/>
          </a:ln>
        </p:spPr>
      </p:sp>
      <p:sp>
        <p:nvSpPr>
          <p:cNvPr id="201732" name="Rectangle 4"/>
          <p:cNvSpPr/>
          <p:nvPr/>
        </p:nvSpPr>
        <p:spPr>
          <a:xfrm>
            <a:off x="304800" y="152400"/>
            <a:ext cx="3810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en-US" altLang="zh-CN" sz="2800" b="1" dirty="0">
                <a:solidFill>
                  <a:srgbClr val="0000FF"/>
                </a:solidFill>
                <a:latin typeface="Times New Roman" panose="02020603050405020304" pitchFamily="18" charset="0"/>
                <a:ea typeface="黑体" panose="02010609060101010101" pitchFamily="49" charset="-122"/>
              </a:rPr>
              <a:t>3</a:t>
            </a:r>
            <a:r>
              <a:rPr lang="zh-CN" altLang="en-US"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万有引力的功：</a:t>
            </a:r>
          </a:p>
        </p:txBody>
      </p:sp>
      <p:grpSp>
        <p:nvGrpSpPr>
          <p:cNvPr id="2" name="Group 65"/>
          <p:cNvGrpSpPr/>
          <p:nvPr/>
        </p:nvGrpSpPr>
        <p:grpSpPr>
          <a:xfrm>
            <a:off x="200025" y="1246188"/>
            <a:ext cx="3429000" cy="2392362"/>
            <a:chOff x="144" y="794"/>
            <a:chExt cx="2160" cy="1507"/>
          </a:xfrm>
        </p:grpSpPr>
        <p:sp>
          <p:nvSpPr>
            <p:cNvPr id="31776" name="Line 6"/>
            <p:cNvSpPr/>
            <p:nvPr/>
          </p:nvSpPr>
          <p:spPr>
            <a:xfrm flipH="1">
              <a:off x="1488" y="1152"/>
              <a:ext cx="528" cy="834"/>
            </a:xfrm>
            <a:prstGeom prst="line">
              <a:avLst/>
            </a:prstGeom>
            <a:ln w="31750" cap="flat" cmpd="sng">
              <a:solidFill>
                <a:schemeClr val="accent1"/>
              </a:solidFill>
              <a:prstDash val="solid"/>
              <a:headEnd type="triangle" w="med" len="lg"/>
              <a:tailEnd type="none" w="med" len="med"/>
            </a:ln>
          </p:spPr>
        </p:sp>
        <p:sp>
          <p:nvSpPr>
            <p:cNvPr id="31777" name="Line 7"/>
            <p:cNvSpPr/>
            <p:nvPr/>
          </p:nvSpPr>
          <p:spPr>
            <a:xfrm>
              <a:off x="240" y="1440"/>
              <a:ext cx="1248" cy="546"/>
            </a:xfrm>
            <a:prstGeom prst="line">
              <a:avLst/>
            </a:prstGeom>
            <a:ln w="31750" cap="flat" cmpd="sng">
              <a:solidFill>
                <a:schemeClr val="accent1"/>
              </a:solidFill>
              <a:prstDash val="solid"/>
              <a:headEnd type="triangle" w="med" len="lg"/>
              <a:tailEnd type="none" w="med" len="med"/>
            </a:ln>
          </p:spPr>
        </p:sp>
        <p:graphicFrame>
          <p:nvGraphicFramePr>
            <p:cNvPr id="31778" name="Object 14"/>
            <p:cNvGraphicFramePr>
              <a:graphicFrameLocks noChangeAspect="1"/>
            </p:cNvGraphicFramePr>
            <p:nvPr/>
          </p:nvGraphicFramePr>
          <p:xfrm>
            <a:off x="1473" y="1351"/>
            <a:ext cx="309" cy="408"/>
          </p:xfrm>
          <a:graphic>
            <a:graphicData uri="http://schemas.openxmlformats.org/presentationml/2006/ole">
              <mc:AlternateContent xmlns:mc="http://schemas.openxmlformats.org/markup-compatibility/2006">
                <mc:Choice xmlns:v="urn:schemas-microsoft-com:vml" Requires="v">
                  <p:oleObj spid="_x0000_s15421" r:id="rId4" imgW="193040" imgH="344170" progId="Equation.DSMT4">
                    <p:embed/>
                  </p:oleObj>
                </mc:Choice>
                <mc:Fallback>
                  <p:oleObj r:id="rId4" imgW="193040" imgH="344170" progId="Equation.DSMT4">
                    <p:embed/>
                    <p:pic>
                      <p:nvPicPr>
                        <p:cNvPr id="0" name="图片 3124"/>
                        <p:cNvPicPr/>
                        <p:nvPr/>
                      </p:nvPicPr>
                      <p:blipFill>
                        <a:blip r:embed="rId5">
                          <a:clrChange>
                            <a:clrFrom>
                              <a:srgbClr val="000000"/>
                            </a:clrFrom>
                            <a:clrTo>
                              <a:srgbClr val="FFFFFF"/>
                            </a:clrTo>
                          </a:clrChange>
                        </a:blip>
                        <a:stretch>
                          <a:fillRect/>
                        </a:stretch>
                      </p:blipFill>
                      <p:spPr>
                        <a:xfrm>
                          <a:off x="1473" y="1351"/>
                          <a:ext cx="309" cy="408"/>
                        </a:xfrm>
                        <a:prstGeom prst="rect">
                          <a:avLst/>
                        </a:prstGeom>
                        <a:noFill/>
                        <a:ln w="38100">
                          <a:noFill/>
                          <a:miter/>
                        </a:ln>
                      </p:spPr>
                    </p:pic>
                  </p:oleObj>
                </mc:Fallback>
              </mc:AlternateContent>
            </a:graphicData>
          </a:graphic>
        </p:graphicFrame>
        <p:graphicFrame>
          <p:nvGraphicFramePr>
            <p:cNvPr id="31779" name="Object 15"/>
            <p:cNvGraphicFramePr>
              <a:graphicFrameLocks noChangeAspect="1"/>
            </p:cNvGraphicFramePr>
            <p:nvPr/>
          </p:nvGraphicFramePr>
          <p:xfrm>
            <a:off x="944" y="1698"/>
            <a:ext cx="309" cy="419"/>
          </p:xfrm>
          <a:graphic>
            <a:graphicData uri="http://schemas.openxmlformats.org/presentationml/2006/ole">
              <mc:AlternateContent xmlns:mc="http://schemas.openxmlformats.org/markup-compatibility/2006">
                <mc:Choice xmlns:v="urn:schemas-microsoft-com:vml" Requires="v">
                  <p:oleObj spid="_x0000_s15422" r:id="rId6" imgW="193040" imgH="344170" progId="Equation.DSMT4">
                    <p:embed/>
                  </p:oleObj>
                </mc:Choice>
                <mc:Fallback>
                  <p:oleObj r:id="rId6" imgW="193040" imgH="344170" progId="Equation.DSMT4">
                    <p:embed/>
                    <p:pic>
                      <p:nvPicPr>
                        <p:cNvPr id="0" name="图片 3125"/>
                        <p:cNvPicPr/>
                        <p:nvPr/>
                      </p:nvPicPr>
                      <p:blipFill>
                        <a:blip r:embed="rId7">
                          <a:clrChange>
                            <a:clrFrom>
                              <a:srgbClr val="000000"/>
                            </a:clrFrom>
                            <a:clrTo>
                              <a:srgbClr val="FFFFFF"/>
                            </a:clrTo>
                          </a:clrChange>
                        </a:blip>
                        <a:stretch>
                          <a:fillRect/>
                        </a:stretch>
                      </p:blipFill>
                      <p:spPr>
                        <a:xfrm>
                          <a:off x="944" y="1698"/>
                          <a:ext cx="309" cy="419"/>
                        </a:xfrm>
                        <a:prstGeom prst="rect">
                          <a:avLst/>
                        </a:prstGeom>
                        <a:noFill/>
                        <a:ln w="38100">
                          <a:noFill/>
                          <a:miter/>
                        </a:ln>
                      </p:spPr>
                    </p:pic>
                  </p:oleObj>
                </mc:Fallback>
              </mc:AlternateContent>
            </a:graphicData>
          </a:graphic>
        </p:graphicFrame>
        <p:sp>
          <p:nvSpPr>
            <p:cNvPr id="31780" name="Line 12"/>
            <p:cNvSpPr/>
            <p:nvPr/>
          </p:nvSpPr>
          <p:spPr>
            <a:xfrm rot="-60000" flipH="1" flipV="1">
              <a:off x="960" y="1170"/>
              <a:ext cx="528" cy="816"/>
            </a:xfrm>
            <a:prstGeom prst="line">
              <a:avLst/>
            </a:prstGeom>
            <a:ln w="31750" cap="flat" cmpd="sng">
              <a:solidFill>
                <a:schemeClr val="folHlink"/>
              </a:solidFill>
              <a:prstDash val="solid"/>
              <a:headEnd type="none" w="med" len="med"/>
              <a:tailEnd type="triangle" w="med" len="lg"/>
            </a:ln>
          </p:spPr>
        </p:sp>
        <p:sp>
          <p:nvSpPr>
            <p:cNvPr id="31781" name="Text Box 13"/>
            <p:cNvSpPr txBox="1"/>
            <p:nvPr/>
          </p:nvSpPr>
          <p:spPr>
            <a:xfrm>
              <a:off x="1392" y="1974"/>
              <a:ext cx="336"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800" b="1" i="1" dirty="0">
                  <a:latin typeface="Times New Roman" panose="02020603050405020304" pitchFamily="18" charset="0"/>
                </a:rPr>
                <a:t>M</a:t>
              </a:r>
            </a:p>
          </p:txBody>
        </p:sp>
        <p:sp>
          <p:nvSpPr>
            <p:cNvPr id="31782" name="Freeform 15"/>
            <p:cNvSpPr/>
            <p:nvPr/>
          </p:nvSpPr>
          <p:spPr>
            <a:xfrm>
              <a:off x="240" y="794"/>
              <a:ext cx="1784" cy="664"/>
            </a:xfrm>
            <a:custGeom>
              <a:avLst/>
              <a:gdLst/>
              <a:ahLst/>
              <a:cxnLst>
                <a:cxn ang="0">
                  <a:pos x="0" y="664"/>
                </a:cxn>
                <a:cxn ang="0">
                  <a:pos x="144" y="616"/>
                </a:cxn>
                <a:cxn ang="0">
                  <a:pos x="384" y="616"/>
                </a:cxn>
                <a:cxn ang="0">
                  <a:pos x="576" y="568"/>
                </a:cxn>
                <a:cxn ang="0">
                  <a:pos x="768" y="328"/>
                </a:cxn>
                <a:cxn ang="0">
                  <a:pos x="816" y="184"/>
                </a:cxn>
                <a:cxn ang="0">
                  <a:pos x="1056" y="40"/>
                </a:cxn>
                <a:cxn ang="0">
                  <a:pos x="1440" y="40"/>
                </a:cxn>
                <a:cxn ang="0">
                  <a:pos x="1728" y="280"/>
                </a:cxn>
                <a:cxn ang="0">
                  <a:pos x="1776" y="376"/>
                </a:cxn>
              </a:cxnLst>
              <a:rect l="0" t="0" r="0" b="0"/>
              <a:pathLst>
                <a:path w="1784" h="664">
                  <a:moveTo>
                    <a:pt x="0" y="664"/>
                  </a:moveTo>
                  <a:cubicBezTo>
                    <a:pt x="40" y="644"/>
                    <a:pt x="80" y="624"/>
                    <a:pt x="144" y="616"/>
                  </a:cubicBezTo>
                  <a:cubicBezTo>
                    <a:pt x="208" y="608"/>
                    <a:pt x="312" y="624"/>
                    <a:pt x="384" y="616"/>
                  </a:cubicBezTo>
                  <a:cubicBezTo>
                    <a:pt x="456" y="608"/>
                    <a:pt x="512" y="616"/>
                    <a:pt x="576" y="568"/>
                  </a:cubicBezTo>
                  <a:cubicBezTo>
                    <a:pt x="640" y="520"/>
                    <a:pt x="728" y="392"/>
                    <a:pt x="768" y="328"/>
                  </a:cubicBezTo>
                  <a:cubicBezTo>
                    <a:pt x="808" y="264"/>
                    <a:pt x="768" y="232"/>
                    <a:pt x="816" y="184"/>
                  </a:cubicBezTo>
                  <a:cubicBezTo>
                    <a:pt x="864" y="136"/>
                    <a:pt x="952" y="64"/>
                    <a:pt x="1056" y="40"/>
                  </a:cubicBezTo>
                  <a:cubicBezTo>
                    <a:pt x="1160" y="16"/>
                    <a:pt x="1328" y="0"/>
                    <a:pt x="1440" y="40"/>
                  </a:cubicBezTo>
                  <a:cubicBezTo>
                    <a:pt x="1552" y="80"/>
                    <a:pt x="1672" y="224"/>
                    <a:pt x="1728" y="280"/>
                  </a:cubicBezTo>
                  <a:cubicBezTo>
                    <a:pt x="1784" y="336"/>
                    <a:pt x="1780" y="356"/>
                    <a:pt x="1776" y="376"/>
                  </a:cubicBezTo>
                </a:path>
              </a:pathLst>
            </a:custGeom>
            <a:noFill/>
            <a:ln w="44450" cap="flat" cmpd="sng">
              <a:solidFill>
                <a:srgbClr val="800000">
                  <a:alpha val="100000"/>
                </a:srgbClr>
              </a:solidFill>
              <a:prstDash val="solid"/>
              <a:round/>
              <a:headEnd type="none" w="med" len="med"/>
              <a:tailEnd type="none" w="med" len="med"/>
            </a:ln>
          </p:spPr>
          <p:txBody>
            <a:bodyPr/>
            <a:lstStyle/>
            <a:p>
              <a:endParaRPr lang="zh-CN" altLang="en-US"/>
            </a:p>
          </p:txBody>
        </p:sp>
        <p:sp>
          <p:nvSpPr>
            <p:cNvPr id="31783" name="Text Box 16"/>
            <p:cNvSpPr txBox="1"/>
            <p:nvPr/>
          </p:nvSpPr>
          <p:spPr>
            <a:xfrm>
              <a:off x="144" y="1104"/>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p>
          </p:txBody>
        </p:sp>
        <p:sp>
          <p:nvSpPr>
            <p:cNvPr id="31784" name="Text Box 17"/>
            <p:cNvSpPr txBox="1"/>
            <p:nvPr/>
          </p:nvSpPr>
          <p:spPr>
            <a:xfrm>
              <a:off x="2016" y="1056"/>
              <a:ext cx="28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31785" name="Oval 19"/>
            <p:cNvSpPr/>
            <p:nvPr/>
          </p:nvSpPr>
          <p:spPr>
            <a:xfrm>
              <a:off x="930" y="1153"/>
              <a:ext cx="68" cy="68"/>
            </a:xfrm>
            <a:prstGeom prst="ellipse">
              <a:avLst/>
            </a:prstGeom>
            <a:gradFill rotWithShape="1">
              <a:gsLst>
                <a:gs pos="0">
                  <a:srgbClr val="FF3300"/>
                </a:gs>
                <a:gs pos="100000">
                  <a:srgbClr val="7618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31786" name="Object 16"/>
            <p:cNvGraphicFramePr>
              <a:graphicFrameLocks noChangeAspect="1"/>
            </p:cNvGraphicFramePr>
            <p:nvPr/>
          </p:nvGraphicFramePr>
          <p:xfrm>
            <a:off x="648" y="1083"/>
            <a:ext cx="291" cy="217"/>
          </p:xfrm>
          <a:graphic>
            <a:graphicData uri="http://schemas.openxmlformats.org/presentationml/2006/ole">
              <mc:AlternateContent xmlns:mc="http://schemas.openxmlformats.org/markup-compatibility/2006">
                <mc:Choice xmlns:v="urn:schemas-microsoft-com:vml" Requires="v">
                  <p:oleObj spid="_x0000_s15423" r:id="rId8" imgW="251460" imgH="193040" progId="Equation.3">
                    <p:embed/>
                  </p:oleObj>
                </mc:Choice>
                <mc:Fallback>
                  <p:oleObj r:id="rId8" imgW="251460" imgH="193040" progId="Equation.3">
                    <p:embed/>
                    <p:pic>
                      <p:nvPicPr>
                        <p:cNvPr id="0" name="图片 3126"/>
                        <p:cNvPicPr/>
                        <p:nvPr/>
                      </p:nvPicPr>
                      <p:blipFill>
                        <a:blip r:embed="rId9">
                          <a:clrChange>
                            <a:clrFrom>
                              <a:srgbClr val="000000"/>
                            </a:clrFrom>
                            <a:clrTo>
                              <a:srgbClr val="FF3300"/>
                            </a:clrTo>
                          </a:clrChange>
                        </a:blip>
                        <a:stretch>
                          <a:fillRect/>
                        </a:stretch>
                      </p:blipFill>
                      <p:spPr>
                        <a:xfrm>
                          <a:off x="648" y="1083"/>
                          <a:ext cx="291" cy="217"/>
                        </a:xfrm>
                        <a:prstGeom prst="rect">
                          <a:avLst/>
                        </a:prstGeom>
                        <a:noFill/>
                        <a:ln w="38100">
                          <a:noFill/>
                          <a:miter/>
                        </a:ln>
                      </p:spPr>
                    </p:pic>
                  </p:oleObj>
                </mc:Fallback>
              </mc:AlternateContent>
            </a:graphicData>
          </a:graphic>
        </p:graphicFrame>
        <p:sp>
          <p:nvSpPr>
            <p:cNvPr id="31787" name="Oval 27"/>
            <p:cNvSpPr/>
            <p:nvPr/>
          </p:nvSpPr>
          <p:spPr>
            <a:xfrm>
              <a:off x="1450" y="1943"/>
              <a:ext cx="91" cy="91"/>
            </a:xfrm>
            <a:prstGeom prst="ellipse">
              <a:avLst/>
            </a:prstGeom>
            <a:gradFill rotWithShape="1">
              <a:gsLst>
                <a:gs pos="0">
                  <a:srgbClr val="FF9933"/>
                </a:gs>
                <a:gs pos="100000">
                  <a:srgbClr val="0000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aphicFrame>
          <p:nvGraphicFramePr>
            <p:cNvPr id="31788" name="Object 17"/>
            <p:cNvGraphicFramePr>
              <a:graphicFrameLocks noChangeAspect="1"/>
            </p:cNvGraphicFramePr>
            <p:nvPr/>
          </p:nvGraphicFramePr>
          <p:xfrm>
            <a:off x="875" y="1277"/>
            <a:ext cx="221" cy="272"/>
          </p:xfrm>
          <a:graphic>
            <a:graphicData uri="http://schemas.openxmlformats.org/presentationml/2006/ole">
              <mc:AlternateContent xmlns:mc="http://schemas.openxmlformats.org/markup-compatibility/2006">
                <mc:Choice xmlns:v="urn:schemas-microsoft-com:vml" Requires="v">
                  <p:oleObj spid="_x0000_s15424" r:id="rId10" imgW="151130" imgH="217805" progId="Equation.3">
                    <p:embed/>
                  </p:oleObj>
                </mc:Choice>
                <mc:Fallback>
                  <p:oleObj r:id="rId10" imgW="151130" imgH="217805" progId="Equation.3">
                    <p:embed/>
                    <p:pic>
                      <p:nvPicPr>
                        <p:cNvPr id="0" name="图片 3127"/>
                        <p:cNvPicPr/>
                        <p:nvPr/>
                      </p:nvPicPr>
                      <p:blipFill>
                        <a:blip r:embed="rId11">
                          <a:clrChange>
                            <a:clrFrom>
                              <a:srgbClr val="000000"/>
                            </a:clrFrom>
                            <a:clrTo>
                              <a:srgbClr val="FF3300"/>
                            </a:clrTo>
                          </a:clrChange>
                        </a:blip>
                        <a:stretch>
                          <a:fillRect/>
                        </a:stretch>
                      </p:blipFill>
                      <p:spPr>
                        <a:xfrm>
                          <a:off x="875" y="1277"/>
                          <a:ext cx="221" cy="272"/>
                        </a:xfrm>
                        <a:prstGeom prst="rect">
                          <a:avLst/>
                        </a:prstGeom>
                        <a:noFill/>
                        <a:ln w="38100">
                          <a:noFill/>
                          <a:miter/>
                        </a:ln>
                      </p:spPr>
                    </p:pic>
                  </p:oleObj>
                </mc:Fallback>
              </mc:AlternateContent>
            </a:graphicData>
          </a:graphic>
        </p:graphicFrame>
      </p:grpSp>
      <p:grpSp>
        <p:nvGrpSpPr>
          <p:cNvPr id="3" name="Group 33"/>
          <p:cNvGrpSpPr/>
          <p:nvPr/>
        </p:nvGrpSpPr>
        <p:grpSpPr>
          <a:xfrm>
            <a:off x="638175" y="1068388"/>
            <a:ext cx="884238" cy="788987"/>
            <a:chOff x="402" y="673"/>
            <a:chExt cx="557" cy="497"/>
          </a:xfrm>
        </p:grpSpPr>
        <p:sp>
          <p:nvSpPr>
            <p:cNvPr id="31774" name="Line 31"/>
            <p:cNvSpPr/>
            <p:nvPr/>
          </p:nvSpPr>
          <p:spPr>
            <a:xfrm flipH="1" flipV="1">
              <a:off x="623" y="738"/>
              <a:ext cx="336" cy="432"/>
            </a:xfrm>
            <a:prstGeom prst="line">
              <a:avLst/>
            </a:prstGeom>
            <a:ln w="25400" cap="flat" cmpd="sng">
              <a:solidFill>
                <a:schemeClr val="tx1"/>
              </a:solidFill>
              <a:prstDash val="dash"/>
              <a:headEnd type="none" w="med" len="med"/>
              <a:tailEnd type="triangle" w="med" len="lg"/>
            </a:ln>
          </p:spPr>
        </p:sp>
        <p:graphicFrame>
          <p:nvGraphicFramePr>
            <p:cNvPr id="31775" name="Object 13"/>
            <p:cNvGraphicFramePr>
              <a:graphicFrameLocks noChangeAspect="1"/>
            </p:cNvGraphicFramePr>
            <p:nvPr/>
          </p:nvGraphicFramePr>
          <p:xfrm>
            <a:off x="402" y="673"/>
            <a:ext cx="301" cy="352"/>
          </p:xfrm>
          <a:graphic>
            <a:graphicData uri="http://schemas.openxmlformats.org/presentationml/2006/ole">
              <mc:AlternateContent xmlns:mc="http://schemas.openxmlformats.org/markup-compatibility/2006">
                <mc:Choice xmlns:v="urn:schemas-microsoft-com:vml" Requires="v">
                  <p:oleObj spid="_x0000_s15425" r:id="rId12" imgW="285115" imgH="318770" progId="Equation.3">
                    <p:embed/>
                  </p:oleObj>
                </mc:Choice>
                <mc:Fallback>
                  <p:oleObj r:id="rId12" imgW="285115" imgH="318770" progId="Equation.3">
                    <p:embed/>
                    <p:pic>
                      <p:nvPicPr>
                        <p:cNvPr id="0" name="图片 3132"/>
                        <p:cNvPicPr/>
                        <p:nvPr/>
                      </p:nvPicPr>
                      <p:blipFill>
                        <a:blip r:embed="rId13">
                          <a:clrChange>
                            <a:clrFrom>
                              <a:srgbClr val="000000"/>
                            </a:clrFrom>
                            <a:clrTo>
                              <a:srgbClr val="000000"/>
                            </a:clrTo>
                          </a:clrChange>
                        </a:blip>
                        <a:stretch>
                          <a:fillRect/>
                        </a:stretch>
                      </p:blipFill>
                      <p:spPr>
                        <a:xfrm>
                          <a:off x="402" y="673"/>
                          <a:ext cx="301" cy="352"/>
                        </a:xfrm>
                        <a:prstGeom prst="rect">
                          <a:avLst/>
                        </a:prstGeom>
                        <a:noFill/>
                        <a:ln w="38100">
                          <a:noFill/>
                          <a:miter/>
                        </a:ln>
                      </p:spPr>
                    </p:pic>
                  </p:oleObj>
                </mc:Fallback>
              </mc:AlternateContent>
            </a:graphicData>
          </a:graphic>
        </p:graphicFrame>
      </p:grpSp>
      <p:grpSp>
        <p:nvGrpSpPr>
          <p:cNvPr id="4" name="Group 36"/>
          <p:cNvGrpSpPr/>
          <p:nvPr/>
        </p:nvGrpSpPr>
        <p:grpSpPr>
          <a:xfrm>
            <a:off x="1490663" y="1863725"/>
            <a:ext cx="488950" cy="931863"/>
            <a:chOff x="939" y="1174"/>
            <a:chExt cx="308" cy="587"/>
          </a:xfrm>
        </p:grpSpPr>
        <p:graphicFrame>
          <p:nvGraphicFramePr>
            <p:cNvPr id="31772" name="Object 12"/>
            <p:cNvGraphicFramePr>
              <a:graphicFrameLocks noChangeAspect="1"/>
            </p:cNvGraphicFramePr>
            <p:nvPr/>
          </p:nvGraphicFramePr>
          <p:xfrm>
            <a:off x="939" y="1468"/>
            <a:ext cx="253" cy="293"/>
          </p:xfrm>
          <a:graphic>
            <a:graphicData uri="http://schemas.openxmlformats.org/presentationml/2006/ole">
              <mc:AlternateContent xmlns:mc="http://schemas.openxmlformats.org/markup-compatibility/2006">
                <mc:Choice xmlns:v="urn:schemas-microsoft-com:vml" Requires="v">
                  <p:oleObj spid="_x0000_s15426" r:id="rId14" imgW="217805" imgH="276860" progId="Equation.3">
                    <p:embed/>
                  </p:oleObj>
                </mc:Choice>
                <mc:Fallback>
                  <p:oleObj r:id="rId14" imgW="217805" imgH="276860" progId="Equation.3">
                    <p:embed/>
                    <p:pic>
                      <p:nvPicPr>
                        <p:cNvPr id="0" name="图片 3133"/>
                        <p:cNvPicPr/>
                        <p:nvPr/>
                      </p:nvPicPr>
                      <p:blipFill>
                        <a:blip r:embed="rId15">
                          <a:clrChange>
                            <a:clrFrom>
                              <a:srgbClr val="000000"/>
                            </a:clrFrom>
                            <a:clrTo>
                              <a:srgbClr val="0000FF"/>
                            </a:clrTo>
                          </a:clrChange>
                        </a:blip>
                        <a:stretch>
                          <a:fillRect/>
                        </a:stretch>
                      </p:blipFill>
                      <p:spPr>
                        <a:xfrm>
                          <a:off x="939" y="1468"/>
                          <a:ext cx="253" cy="293"/>
                        </a:xfrm>
                        <a:prstGeom prst="rect">
                          <a:avLst/>
                        </a:prstGeom>
                        <a:noFill/>
                        <a:ln w="38100">
                          <a:noFill/>
                          <a:miter/>
                        </a:ln>
                      </p:spPr>
                    </p:pic>
                  </p:oleObj>
                </mc:Fallback>
              </mc:AlternateContent>
            </a:graphicData>
          </a:graphic>
        </p:graphicFrame>
        <p:sp>
          <p:nvSpPr>
            <p:cNvPr id="31773" name="Line 24"/>
            <p:cNvSpPr/>
            <p:nvPr/>
          </p:nvSpPr>
          <p:spPr>
            <a:xfrm>
              <a:off x="963" y="1174"/>
              <a:ext cx="284" cy="442"/>
            </a:xfrm>
            <a:prstGeom prst="line">
              <a:avLst/>
            </a:prstGeom>
            <a:ln w="38100" cap="flat" cmpd="sng">
              <a:solidFill>
                <a:srgbClr val="0000FF"/>
              </a:solidFill>
              <a:prstDash val="solid"/>
              <a:headEnd type="none" w="sm" len="sm"/>
              <a:tailEnd type="triangle" w="med" len="lg"/>
            </a:ln>
          </p:spPr>
        </p:sp>
      </p:grpSp>
      <p:graphicFrame>
        <p:nvGraphicFramePr>
          <p:cNvPr id="201765" name="Object 2"/>
          <p:cNvGraphicFramePr>
            <a:graphicFrameLocks noChangeAspect="1"/>
          </p:cNvGraphicFramePr>
          <p:nvPr/>
        </p:nvGraphicFramePr>
        <p:xfrm>
          <a:off x="4432300" y="209550"/>
          <a:ext cx="2754313" cy="1062038"/>
        </p:xfrm>
        <a:graphic>
          <a:graphicData uri="http://schemas.openxmlformats.org/presentationml/2006/ole">
            <mc:AlternateContent xmlns:mc="http://schemas.openxmlformats.org/markup-compatibility/2006">
              <mc:Choice xmlns:v="urn:schemas-microsoft-com:vml" Requires="v">
                <p:oleObj spid="_x0000_s15427" r:id="rId16" imgW="1652905" imgH="654050" progId="Equation.DSMT4">
                  <p:embed/>
                </p:oleObj>
              </mc:Choice>
              <mc:Fallback>
                <p:oleObj r:id="rId16" imgW="1652905" imgH="654050" progId="Equation.DSMT4">
                  <p:embed/>
                  <p:pic>
                    <p:nvPicPr>
                      <p:cNvPr id="0" name="图片 3130"/>
                      <p:cNvPicPr/>
                      <p:nvPr/>
                    </p:nvPicPr>
                    <p:blipFill>
                      <a:blip r:embed="rId17">
                        <a:clrChange>
                          <a:clrFrom>
                            <a:srgbClr val="000000"/>
                          </a:clrFrom>
                          <a:clrTo>
                            <a:srgbClr val="FFFFFF"/>
                          </a:clrTo>
                        </a:clrChange>
                      </a:blip>
                      <a:stretch>
                        <a:fillRect/>
                      </a:stretch>
                    </p:blipFill>
                    <p:spPr>
                      <a:xfrm>
                        <a:off x="4432300" y="209550"/>
                        <a:ext cx="2754313" cy="1062038"/>
                      </a:xfrm>
                      <a:prstGeom prst="rect">
                        <a:avLst/>
                      </a:prstGeom>
                      <a:noFill/>
                      <a:ln w="38100">
                        <a:noFill/>
                        <a:miter/>
                      </a:ln>
                    </p:spPr>
                  </p:pic>
                </p:oleObj>
              </mc:Fallback>
            </mc:AlternateContent>
          </a:graphicData>
        </a:graphic>
      </p:graphicFrame>
      <p:sp>
        <p:nvSpPr>
          <p:cNvPr id="201768" name="Text Box 40"/>
          <p:cNvSpPr txBox="1"/>
          <p:nvPr/>
        </p:nvSpPr>
        <p:spPr>
          <a:xfrm>
            <a:off x="3924300" y="1196975"/>
            <a:ext cx="4724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solidFill>
                  <a:schemeClr val="folHlink"/>
                </a:solidFill>
                <a:latin typeface="Times New Roman" panose="02020603050405020304" pitchFamily="18" charset="0"/>
                <a:ea typeface="黑体" panose="02010609060101010101" pitchFamily="49" charset="-122"/>
              </a:rPr>
              <a:t>元功：</a:t>
            </a:r>
          </a:p>
        </p:txBody>
      </p:sp>
      <p:graphicFrame>
        <p:nvGraphicFramePr>
          <p:cNvPr id="201769" name="Object 4"/>
          <p:cNvGraphicFramePr>
            <a:graphicFrameLocks noChangeAspect="1"/>
          </p:cNvGraphicFramePr>
          <p:nvPr/>
        </p:nvGraphicFramePr>
        <p:xfrm>
          <a:off x="3635375" y="1801813"/>
          <a:ext cx="2089150" cy="600075"/>
        </p:xfrm>
        <a:graphic>
          <a:graphicData uri="http://schemas.openxmlformats.org/presentationml/2006/ole">
            <mc:AlternateContent xmlns:mc="http://schemas.openxmlformats.org/markup-compatibility/2006">
              <mc:Choice xmlns:v="urn:schemas-microsoft-com:vml" Requires="v">
                <p:oleObj spid="_x0000_s15428" r:id="rId18" imgW="1384300" imgH="318770" progId="Equation.3">
                  <p:embed/>
                </p:oleObj>
              </mc:Choice>
              <mc:Fallback>
                <p:oleObj r:id="rId18" imgW="1384300" imgH="318770" progId="Equation.3">
                  <p:embed/>
                  <p:pic>
                    <p:nvPicPr>
                      <p:cNvPr id="0" name="图片 3131"/>
                      <p:cNvPicPr/>
                      <p:nvPr/>
                    </p:nvPicPr>
                    <p:blipFill>
                      <a:blip r:embed="rId19">
                        <a:clrChange>
                          <a:clrFrom>
                            <a:srgbClr val="000000"/>
                          </a:clrFrom>
                          <a:clrTo>
                            <a:srgbClr val="000000"/>
                          </a:clrTo>
                        </a:clrChange>
                      </a:blip>
                      <a:stretch>
                        <a:fillRect/>
                      </a:stretch>
                    </p:blipFill>
                    <p:spPr>
                      <a:xfrm>
                        <a:off x="3635375" y="1801813"/>
                        <a:ext cx="2089150" cy="600075"/>
                      </a:xfrm>
                      <a:prstGeom prst="rect">
                        <a:avLst/>
                      </a:prstGeom>
                      <a:noFill/>
                      <a:ln w="38100">
                        <a:noFill/>
                        <a:miter/>
                      </a:ln>
                    </p:spPr>
                  </p:pic>
                </p:oleObj>
              </mc:Fallback>
            </mc:AlternateContent>
          </a:graphicData>
        </a:graphic>
      </p:graphicFrame>
      <p:grpSp>
        <p:nvGrpSpPr>
          <p:cNvPr id="5" name="Group 46"/>
          <p:cNvGrpSpPr/>
          <p:nvPr/>
        </p:nvGrpSpPr>
        <p:grpSpPr>
          <a:xfrm>
            <a:off x="1066800" y="665163"/>
            <a:ext cx="533400" cy="533400"/>
            <a:chOff x="672" y="419"/>
            <a:chExt cx="336" cy="336"/>
          </a:xfrm>
        </p:grpSpPr>
        <p:graphicFrame>
          <p:nvGraphicFramePr>
            <p:cNvPr id="31770" name="Object 11"/>
            <p:cNvGraphicFramePr>
              <a:graphicFrameLocks noChangeAspect="1"/>
            </p:cNvGraphicFramePr>
            <p:nvPr/>
          </p:nvGraphicFramePr>
          <p:xfrm>
            <a:off x="672" y="432"/>
            <a:ext cx="336" cy="294"/>
          </p:xfrm>
          <a:graphic>
            <a:graphicData uri="http://schemas.openxmlformats.org/presentationml/2006/ole">
              <mc:AlternateContent xmlns:mc="http://schemas.openxmlformats.org/markup-compatibility/2006">
                <mc:Choice xmlns:v="urn:schemas-microsoft-com:vml" Requires="v">
                  <p:oleObj spid="_x0000_s15429" r:id="rId20" imgW="285115" imgH="251460" progId="Equation.3">
                    <p:embed/>
                  </p:oleObj>
                </mc:Choice>
                <mc:Fallback>
                  <p:oleObj r:id="rId20" imgW="285115" imgH="251460" progId="Equation.3">
                    <p:embed/>
                    <p:pic>
                      <p:nvPicPr>
                        <p:cNvPr id="0" name="图片 3134"/>
                        <p:cNvPicPr/>
                        <p:nvPr/>
                      </p:nvPicPr>
                      <p:blipFill>
                        <a:blip r:embed="rId21">
                          <a:clrChange>
                            <a:clrFrom>
                              <a:srgbClr val="000000"/>
                            </a:clrFrom>
                            <a:clrTo>
                              <a:srgbClr val="9900FF"/>
                            </a:clrTo>
                          </a:clrChange>
                        </a:blip>
                        <a:stretch>
                          <a:fillRect/>
                        </a:stretch>
                      </p:blipFill>
                      <p:spPr>
                        <a:xfrm>
                          <a:off x="672" y="432"/>
                          <a:ext cx="336" cy="294"/>
                        </a:xfrm>
                        <a:prstGeom prst="rect">
                          <a:avLst/>
                        </a:prstGeom>
                        <a:noFill/>
                        <a:ln w="38100">
                          <a:noFill/>
                          <a:miter/>
                        </a:ln>
                      </p:spPr>
                    </p:pic>
                  </p:oleObj>
                </mc:Fallback>
              </mc:AlternateContent>
            </a:graphicData>
          </a:graphic>
        </p:graphicFrame>
        <p:sp>
          <p:nvSpPr>
            <p:cNvPr id="31771" name="AutoShape 45"/>
            <p:cNvSpPr/>
            <p:nvPr/>
          </p:nvSpPr>
          <p:spPr>
            <a:xfrm>
              <a:off x="698" y="419"/>
              <a:ext cx="288" cy="336"/>
            </a:xfrm>
            <a:prstGeom prst="wedgeEllipseCallout">
              <a:avLst>
                <a:gd name="adj1" fmla="val 120139"/>
                <a:gd name="adj2" fmla="val 97023"/>
              </a:avLst>
            </a:prstGeom>
            <a:noFill/>
            <a:ln w="9525" cap="flat" cmpd="sng">
              <a:solidFill>
                <a:srgbClr val="FF99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0"/>
                </a:spcBef>
                <a:buNone/>
              </a:pPr>
              <a:endParaRPr lang="zh-CN" altLang="zh-CN" sz="2800" b="1" dirty="0">
                <a:latin typeface="Times New Roman" panose="02020603050405020304" pitchFamily="18" charset="0"/>
              </a:endParaRPr>
            </a:p>
          </p:txBody>
        </p:sp>
      </p:grpSp>
      <p:sp>
        <p:nvSpPr>
          <p:cNvPr id="201770" name="Line 42"/>
          <p:cNvSpPr/>
          <p:nvPr/>
        </p:nvSpPr>
        <p:spPr>
          <a:xfrm flipV="1">
            <a:off x="1524000" y="1323975"/>
            <a:ext cx="457200" cy="581025"/>
          </a:xfrm>
          <a:prstGeom prst="line">
            <a:avLst/>
          </a:prstGeom>
          <a:ln w="44450" cap="flat" cmpd="sng">
            <a:solidFill>
              <a:srgbClr val="9900FF"/>
            </a:solidFill>
            <a:prstDash val="solid"/>
            <a:headEnd type="none" w="med" len="med"/>
            <a:tailEnd type="triangle" w="med" len="med"/>
          </a:ln>
        </p:spPr>
      </p:sp>
      <p:graphicFrame>
        <p:nvGraphicFramePr>
          <p:cNvPr id="201776" name="Object 5"/>
          <p:cNvGraphicFramePr>
            <a:graphicFrameLocks noChangeAspect="1"/>
          </p:cNvGraphicFramePr>
          <p:nvPr/>
        </p:nvGraphicFramePr>
        <p:xfrm>
          <a:off x="5792788" y="1603375"/>
          <a:ext cx="2570162" cy="1063625"/>
        </p:xfrm>
        <a:graphic>
          <a:graphicData uri="http://schemas.openxmlformats.org/presentationml/2006/ole">
            <mc:AlternateContent xmlns:mc="http://schemas.openxmlformats.org/markup-compatibility/2006">
              <mc:Choice xmlns:v="urn:schemas-microsoft-com:vml" Requires="v">
                <p:oleObj spid="_x0000_s15430" r:id="rId22" imgW="1812290" imgH="654050" progId="Equation.DSMT4">
                  <p:embed/>
                </p:oleObj>
              </mc:Choice>
              <mc:Fallback>
                <p:oleObj r:id="rId22" imgW="1812290" imgH="654050" progId="Equation.DSMT4">
                  <p:embed/>
                  <p:pic>
                    <p:nvPicPr>
                      <p:cNvPr id="0" name="图片 3136"/>
                      <p:cNvPicPr/>
                      <p:nvPr/>
                    </p:nvPicPr>
                    <p:blipFill>
                      <a:blip r:embed="rId23">
                        <a:clrChange>
                          <a:clrFrom>
                            <a:srgbClr val="000000"/>
                          </a:clrFrom>
                          <a:clrTo>
                            <a:srgbClr val="000000"/>
                          </a:clrTo>
                        </a:clrChange>
                      </a:blip>
                      <a:stretch>
                        <a:fillRect/>
                      </a:stretch>
                    </p:blipFill>
                    <p:spPr>
                      <a:xfrm>
                        <a:off x="5792788" y="1603375"/>
                        <a:ext cx="2570162" cy="1063625"/>
                      </a:xfrm>
                      <a:prstGeom prst="rect">
                        <a:avLst/>
                      </a:prstGeom>
                      <a:noFill/>
                      <a:ln w="38100">
                        <a:noFill/>
                        <a:miter/>
                      </a:ln>
                    </p:spPr>
                  </p:pic>
                </p:oleObj>
              </mc:Fallback>
            </mc:AlternateContent>
          </a:graphicData>
        </a:graphic>
      </p:graphicFrame>
      <p:grpSp>
        <p:nvGrpSpPr>
          <p:cNvPr id="6" name="Group 51"/>
          <p:cNvGrpSpPr/>
          <p:nvPr/>
        </p:nvGrpSpPr>
        <p:grpSpPr>
          <a:xfrm>
            <a:off x="1676400" y="1704975"/>
            <a:ext cx="304800" cy="457200"/>
            <a:chOff x="1056" y="1074"/>
            <a:chExt cx="192" cy="288"/>
          </a:xfrm>
        </p:grpSpPr>
        <p:graphicFrame>
          <p:nvGraphicFramePr>
            <p:cNvPr id="31768" name="Object 10"/>
            <p:cNvGraphicFramePr>
              <a:graphicFrameLocks noChangeAspect="1"/>
            </p:cNvGraphicFramePr>
            <p:nvPr/>
          </p:nvGraphicFramePr>
          <p:xfrm>
            <a:off x="1060" y="1122"/>
            <a:ext cx="188" cy="240"/>
          </p:xfrm>
          <a:graphic>
            <a:graphicData uri="http://schemas.openxmlformats.org/presentationml/2006/ole">
              <mc:AlternateContent xmlns:mc="http://schemas.openxmlformats.org/markup-compatibility/2006">
                <mc:Choice xmlns:v="urn:schemas-microsoft-com:vml" Requires="v">
                  <p:oleObj spid="_x0000_s15431" r:id="rId24" imgW="193040" imgH="251460" progId="Equation.DSMT4">
                    <p:embed/>
                  </p:oleObj>
                </mc:Choice>
                <mc:Fallback>
                  <p:oleObj r:id="rId24" imgW="193040" imgH="251460" progId="Equation.DSMT4">
                    <p:embed/>
                    <p:pic>
                      <p:nvPicPr>
                        <p:cNvPr id="0" name="图片 3129"/>
                        <p:cNvPicPr/>
                        <p:nvPr/>
                      </p:nvPicPr>
                      <p:blipFill>
                        <a:blip r:embed="rId25">
                          <a:clrChange>
                            <a:clrFrom>
                              <a:srgbClr val="000000"/>
                            </a:clrFrom>
                            <a:clrTo>
                              <a:srgbClr val="FFFFFF"/>
                            </a:clrTo>
                          </a:clrChange>
                        </a:blip>
                        <a:stretch>
                          <a:fillRect/>
                        </a:stretch>
                      </p:blipFill>
                      <p:spPr>
                        <a:xfrm>
                          <a:off x="1060" y="1122"/>
                          <a:ext cx="188" cy="240"/>
                        </a:xfrm>
                        <a:prstGeom prst="rect">
                          <a:avLst/>
                        </a:prstGeom>
                        <a:noFill/>
                        <a:ln w="38100">
                          <a:noFill/>
                          <a:miter/>
                        </a:ln>
                      </p:spPr>
                    </p:pic>
                  </p:oleObj>
                </mc:Fallback>
              </mc:AlternateContent>
            </a:graphicData>
          </a:graphic>
        </p:graphicFrame>
        <p:sp>
          <p:nvSpPr>
            <p:cNvPr id="31769" name="Freeform 50"/>
            <p:cNvSpPr/>
            <p:nvPr/>
          </p:nvSpPr>
          <p:spPr>
            <a:xfrm>
              <a:off x="1056" y="1074"/>
              <a:ext cx="48" cy="192"/>
            </a:xfrm>
            <a:custGeom>
              <a:avLst/>
              <a:gdLst/>
              <a:ahLst/>
              <a:cxnLst>
                <a:cxn ang="0">
                  <a:pos x="0" y="0"/>
                </a:cxn>
                <a:cxn ang="0">
                  <a:pos x="48" y="96"/>
                </a:cxn>
                <a:cxn ang="0">
                  <a:pos x="0" y="192"/>
                </a:cxn>
              </a:cxnLst>
              <a:rect l="0" t="0" r="0" b="0"/>
              <a:pathLst>
                <a:path w="48" h="192">
                  <a:moveTo>
                    <a:pt x="0" y="0"/>
                  </a:moveTo>
                  <a:cubicBezTo>
                    <a:pt x="24" y="32"/>
                    <a:pt x="48" y="64"/>
                    <a:pt x="48" y="96"/>
                  </a:cubicBezTo>
                  <a:cubicBezTo>
                    <a:pt x="48" y="128"/>
                    <a:pt x="24" y="160"/>
                    <a:pt x="0" y="192"/>
                  </a:cubicBezTo>
                </a:path>
              </a:pathLst>
            </a:custGeom>
            <a:noFill/>
            <a:ln w="31750" cap="flat" cmpd="sng">
              <a:solidFill>
                <a:srgbClr val="0000FF">
                  <a:alpha val="100000"/>
                </a:srgbClr>
              </a:solidFill>
              <a:prstDash val="solid"/>
              <a:round/>
              <a:headEnd type="none" w="med" len="med"/>
              <a:tailEnd type="none" w="med" len="med"/>
            </a:ln>
          </p:spPr>
          <p:txBody>
            <a:bodyPr/>
            <a:lstStyle/>
            <a:p>
              <a:endParaRPr lang="zh-CN" altLang="en-US"/>
            </a:p>
          </p:txBody>
        </p:sp>
      </p:grpSp>
      <p:graphicFrame>
        <p:nvGraphicFramePr>
          <p:cNvPr id="201780" name="Object 6"/>
          <p:cNvGraphicFramePr>
            <a:graphicFrameLocks noChangeAspect="1"/>
          </p:cNvGraphicFramePr>
          <p:nvPr/>
        </p:nvGraphicFramePr>
        <p:xfrm>
          <a:off x="4219575" y="2349500"/>
          <a:ext cx="4381500" cy="1119188"/>
        </p:xfrm>
        <a:graphic>
          <a:graphicData uri="http://schemas.openxmlformats.org/presentationml/2006/ole">
            <mc:AlternateContent xmlns:mc="http://schemas.openxmlformats.org/markup-compatibility/2006">
              <mc:Choice xmlns:v="urn:schemas-microsoft-com:vml" Requires="v">
                <p:oleObj spid="_x0000_s15432" r:id="rId26" imgW="2810510" imgH="654050" progId="Equation.DSMT4">
                  <p:embed/>
                </p:oleObj>
              </mc:Choice>
              <mc:Fallback>
                <p:oleObj r:id="rId26" imgW="2810510" imgH="654050" progId="Equation.DSMT4">
                  <p:embed/>
                  <p:pic>
                    <p:nvPicPr>
                      <p:cNvPr id="0" name="图片 3135"/>
                      <p:cNvPicPr/>
                      <p:nvPr/>
                    </p:nvPicPr>
                    <p:blipFill>
                      <a:blip r:embed="rId27">
                        <a:clrChange>
                          <a:clrFrom>
                            <a:srgbClr val="000000"/>
                          </a:clrFrom>
                          <a:clrTo>
                            <a:srgbClr val="000000"/>
                          </a:clrTo>
                        </a:clrChange>
                      </a:blip>
                      <a:stretch>
                        <a:fillRect/>
                      </a:stretch>
                    </p:blipFill>
                    <p:spPr>
                      <a:xfrm>
                        <a:off x="4219575" y="2349500"/>
                        <a:ext cx="4381500" cy="1119188"/>
                      </a:xfrm>
                      <a:prstGeom prst="rect">
                        <a:avLst/>
                      </a:prstGeom>
                      <a:noFill/>
                      <a:ln w="38100">
                        <a:noFill/>
                        <a:miter/>
                      </a:ln>
                    </p:spPr>
                  </p:pic>
                </p:oleObj>
              </mc:Fallback>
            </mc:AlternateContent>
          </a:graphicData>
        </a:graphic>
      </p:graphicFrame>
      <p:graphicFrame>
        <p:nvGraphicFramePr>
          <p:cNvPr id="201783" name="Object 7"/>
          <p:cNvGraphicFramePr>
            <a:graphicFrameLocks noChangeAspect="1"/>
          </p:cNvGraphicFramePr>
          <p:nvPr/>
        </p:nvGraphicFramePr>
        <p:xfrm>
          <a:off x="2216150" y="1284288"/>
          <a:ext cx="449263" cy="392112"/>
        </p:xfrm>
        <a:graphic>
          <a:graphicData uri="http://schemas.openxmlformats.org/presentationml/2006/ole">
            <mc:AlternateContent xmlns:mc="http://schemas.openxmlformats.org/markup-compatibility/2006">
              <mc:Choice xmlns:v="urn:schemas-microsoft-com:vml" Requires="v">
                <p:oleObj spid="_x0000_s15433" r:id="rId28" imgW="285115" imgH="251460" progId="Equation.3">
                  <p:embed/>
                </p:oleObj>
              </mc:Choice>
              <mc:Fallback>
                <p:oleObj r:id="rId28" imgW="285115" imgH="251460" progId="Equation.3">
                  <p:embed/>
                  <p:pic>
                    <p:nvPicPr>
                      <p:cNvPr id="0" name="图片 3138"/>
                      <p:cNvPicPr/>
                      <p:nvPr/>
                    </p:nvPicPr>
                    <p:blipFill>
                      <a:blip r:embed="rId29">
                        <a:clrChange>
                          <a:clrFrom>
                            <a:srgbClr val="000000"/>
                          </a:clrFrom>
                          <a:clrTo>
                            <a:srgbClr val="0000FF"/>
                          </a:clrTo>
                        </a:clrChange>
                      </a:blip>
                      <a:stretch>
                        <a:fillRect/>
                      </a:stretch>
                    </p:blipFill>
                    <p:spPr>
                      <a:xfrm>
                        <a:off x="2216150" y="1284288"/>
                        <a:ext cx="449263" cy="392112"/>
                      </a:xfrm>
                      <a:prstGeom prst="rect">
                        <a:avLst/>
                      </a:prstGeom>
                      <a:noFill/>
                      <a:ln w="38100">
                        <a:noFill/>
                        <a:miter/>
                      </a:ln>
                    </p:spPr>
                  </p:pic>
                </p:oleObj>
              </mc:Fallback>
            </mc:AlternateContent>
          </a:graphicData>
        </a:graphic>
      </p:graphicFrame>
      <p:sp>
        <p:nvSpPr>
          <p:cNvPr id="201784" name="Line 56"/>
          <p:cNvSpPr/>
          <p:nvPr/>
        </p:nvSpPr>
        <p:spPr>
          <a:xfrm flipV="1">
            <a:off x="1517650" y="1700213"/>
            <a:ext cx="561975" cy="176212"/>
          </a:xfrm>
          <a:prstGeom prst="line">
            <a:avLst/>
          </a:prstGeom>
          <a:ln w="31750" cap="flat" cmpd="sng">
            <a:solidFill>
              <a:srgbClr val="0000FF"/>
            </a:solidFill>
            <a:prstDash val="sysDot"/>
            <a:headEnd type="none" w="sm" len="sm"/>
            <a:tailEnd type="none" w="med" len="lg"/>
          </a:ln>
        </p:spPr>
      </p:sp>
      <p:sp>
        <p:nvSpPr>
          <p:cNvPr id="201787" name="AutoShape 59"/>
          <p:cNvSpPr/>
          <p:nvPr/>
        </p:nvSpPr>
        <p:spPr>
          <a:xfrm rot="-840000">
            <a:off x="2058988" y="1320800"/>
            <a:ext cx="144462" cy="358775"/>
          </a:xfrm>
          <a:prstGeom prst="rightBrace">
            <a:avLst>
              <a:gd name="adj1" fmla="val 20684"/>
              <a:gd name="adj2" fmla="val 50000"/>
            </a:avLst>
          </a:prstGeom>
          <a:noFill/>
          <a:ln w="31750" cap="flat" cmpd="sng">
            <a:solidFill>
              <a:srgbClr val="3366FF"/>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201788" name="Line 60"/>
          <p:cNvSpPr/>
          <p:nvPr/>
        </p:nvSpPr>
        <p:spPr>
          <a:xfrm>
            <a:off x="6281738" y="3213100"/>
            <a:ext cx="2160587" cy="0"/>
          </a:xfrm>
          <a:prstGeom prst="line">
            <a:avLst/>
          </a:prstGeom>
          <a:ln w="31750" cap="flat" cmpd="sng">
            <a:solidFill>
              <a:srgbClr val="0000FF"/>
            </a:solidFill>
            <a:prstDash val="solid"/>
            <a:headEnd type="none" w="med" len="med"/>
            <a:tailEnd type="none" w="med" len="med"/>
          </a:ln>
        </p:spPr>
      </p:sp>
      <p:graphicFrame>
        <p:nvGraphicFramePr>
          <p:cNvPr id="201789" name="Object 8"/>
          <p:cNvGraphicFramePr>
            <a:graphicFrameLocks noChangeAspect="1"/>
          </p:cNvGraphicFramePr>
          <p:nvPr/>
        </p:nvGraphicFramePr>
        <p:xfrm>
          <a:off x="4341813" y="3357563"/>
          <a:ext cx="2085975" cy="1047750"/>
        </p:xfrm>
        <a:graphic>
          <a:graphicData uri="http://schemas.openxmlformats.org/presentationml/2006/ole">
            <mc:AlternateContent xmlns:mc="http://schemas.openxmlformats.org/markup-compatibility/2006">
              <mc:Choice xmlns:v="urn:schemas-microsoft-com:vml" Requires="v">
                <p:oleObj spid="_x0000_s15434" r:id="rId30" imgW="1451610" imgH="654050" progId="Equation.DSMT4">
                  <p:embed/>
                </p:oleObj>
              </mc:Choice>
              <mc:Fallback>
                <p:oleObj r:id="rId30" imgW="1451610" imgH="654050" progId="Equation.DSMT4">
                  <p:embed/>
                  <p:pic>
                    <p:nvPicPr>
                      <p:cNvPr id="0" name="图片 3137"/>
                      <p:cNvPicPr/>
                      <p:nvPr/>
                    </p:nvPicPr>
                    <p:blipFill>
                      <a:blip r:embed="rId31">
                        <a:clrChange>
                          <a:clrFrom>
                            <a:srgbClr val="000000"/>
                          </a:clrFrom>
                          <a:clrTo>
                            <a:srgbClr val="000000"/>
                          </a:clrTo>
                        </a:clrChange>
                      </a:blip>
                      <a:stretch>
                        <a:fillRect/>
                      </a:stretch>
                    </p:blipFill>
                    <p:spPr>
                      <a:xfrm>
                        <a:off x="4341813" y="3357563"/>
                        <a:ext cx="2085975" cy="1047750"/>
                      </a:xfrm>
                      <a:prstGeom prst="rect">
                        <a:avLst/>
                      </a:prstGeom>
                      <a:noFill/>
                      <a:ln w="38100">
                        <a:noFill/>
                        <a:miter/>
                      </a:ln>
                    </p:spPr>
                  </p:pic>
                </p:oleObj>
              </mc:Fallback>
            </mc:AlternateContent>
          </a:graphicData>
        </a:graphic>
      </p:graphicFrame>
      <p:graphicFrame>
        <p:nvGraphicFramePr>
          <p:cNvPr id="201790" name="Object 9"/>
          <p:cNvGraphicFramePr>
            <a:graphicFrameLocks noChangeAspect="1"/>
          </p:cNvGraphicFramePr>
          <p:nvPr/>
        </p:nvGraphicFramePr>
        <p:xfrm>
          <a:off x="379413" y="4341813"/>
          <a:ext cx="8013700" cy="1217612"/>
        </p:xfrm>
        <a:graphic>
          <a:graphicData uri="http://schemas.openxmlformats.org/presentationml/2006/ole">
            <mc:AlternateContent xmlns:mc="http://schemas.openxmlformats.org/markup-compatibility/2006">
              <mc:Choice xmlns:v="urn:schemas-microsoft-com:vml" Requires="v">
                <p:oleObj spid="_x0000_s15435" r:id="rId32" imgW="5511800" imgH="755015" progId="Equation.3">
                  <p:embed/>
                </p:oleObj>
              </mc:Choice>
              <mc:Fallback>
                <p:oleObj r:id="rId32" imgW="5511800" imgH="755015" progId="Equation.3">
                  <p:embed/>
                  <p:pic>
                    <p:nvPicPr>
                      <p:cNvPr id="0" name="图片 3128"/>
                      <p:cNvPicPr/>
                      <p:nvPr/>
                    </p:nvPicPr>
                    <p:blipFill>
                      <a:blip r:embed="rId33">
                        <a:clrChange>
                          <a:clrFrom>
                            <a:srgbClr val="000000"/>
                          </a:clrFrom>
                          <a:clrTo>
                            <a:srgbClr val="000000"/>
                          </a:clrTo>
                        </a:clrChange>
                      </a:blip>
                      <a:stretch>
                        <a:fillRect/>
                      </a:stretch>
                    </p:blipFill>
                    <p:spPr>
                      <a:xfrm>
                        <a:off x="379413" y="4341813"/>
                        <a:ext cx="8013700" cy="1217612"/>
                      </a:xfrm>
                      <a:prstGeom prst="rect">
                        <a:avLst/>
                      </a:prstGeom>
                      <a:noFill/>
                      <a:ln w="38100">
                        <a:noFill/>
                        <a:miter/>
                      </a:ln>
                    </p:spPr>
                  </p:pic>
                </p:oleObj>
              </mc:Fallback>
            </mc:AlternateContent>
          </a:graphicData>
        </a:graphic>
      </p:graphicFrame>
      <p:sp>
        <p:nvSpPr>
          <p:cNvPr id="201791" name="Text Box 63"/>
          <p:cNvSpPr txBox="1"/>
          <p:nvPr/>
        </p:nvSpPr>
        <p:spPr>
          <a:xfrm>
            <a:off x="304800" y="5572125"/>
            <a:ext cx="6869113" cy="561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结果只取决于物体的始、末位置。</a:t>
            </a:r>
          </a:p>
        </p:txBody>
      </p:sp>
      <p:sp>
        <p:nvSpPr>
          <p:cNvPr id="201792" name="Text Box 64"/>
          <p:cNvSpPr txBox="1"/>
          <p:nvPr/>
        </p:nvSpPr>
        <p:spPr>
          <a:xfrm>
            <a:off x="3429000" y="6134100"/>
            <a:ext cx="5319713" cy="561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solidFill>
                  <a:srgbClr val="0000FF"/>
                </a:solidFill>
                <a:latin typeface="黑体" panose="02010609060101010101" pitchFamily="49" charset="-122"/>
                <a:ea typeface="黑体" panose="02010609060101010101" pitchFamily="49" charset="-122"/>
              </a:rPr>
              <a:t>万有引力的功与路径无关</a:t>
            </a:r>
            <a:r>
              <a:rPr lang="en-US" altLang="zh-CN" sz="2800" b="1" dirty="0">
                <a:solidFill>
                  <a:srgbClr val="0000FF"/>
                </a:solidFill>
                <a:latin typeface="黑体" panose="02010609060101010101" pitchFamily="49" charset="-122"/>
                <a:ea typeface="黑体" panose="02010609060101010101" pitchFamily="49"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201732"/>
                                        </p:tgtEl>
                                        <p:attrNameLst>
                                          <p:attrName>style.visibility</p:attrName>
                                        </p:attrNameLst>
                                      </p:cBhvr>
                                      <p:to>
                                        <p:strVal val="visible"/>
                                      </p:to>
                                    </p:set>
                                    <p:animEffect transition="in" filter="box(in)">
                                      <p:cBhvr>
                                        <p:cTn id="7" dur="500"/>
                                        <p:tgtEl>
                                          <p:spTgt spid="2017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01765"/>
                                        </p:tgtEl>
                                        <p:attrNameLst>
                                          <p:attrName>style.visibility</p:attrName>
                                        </p:attrNameLst>
                                      </p:cBhvr>
                                      <p:to>
                                        <p:strVal val="visible"/>
                                      </p:to>
                                    </p:set>
                                    <p:animEffect transition="in" filter="box(in)">
                                      <p:cBhvr>
                                        <p:cTn id="27" dur="500"/>
                                        <p:tgtEl>
                                          <p:spTgt spid="20176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201768"/>
                                        </p:tgtEl>
                                        <p:attrNameLst>
                                          <p:attrName>style.visibility</p:attrName>
                                        </p:attrNameLst>
                                      </p:cBhvr>
                                      <p:to>
                                        <p:strVal val="visible"/>
                                      </p:to>
                                    </p:set>
                                    <p:animEffect transition="in" filter="barn(inHorizontal)">
                                      <p:cBhvr>
                                        <p:cTn id="32" dur="500"/>
                                        <p:tgtEl>
                                          <p:spTgt spid="20176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01769"/>
                                        </p:tgtEl>
                                        <p:attrNameLst>
                                          <p:attrName>style.visibility</p:attrName>
                                        </p:attrNameLst>
                                      </p:cBhvr>
                                      <p:to>
                                        <p:strVal val="visible"/>
                                      </p:to>
                                    </p:set>
                                    <p:animEffect transition="in" filter="box(in)">
                                      <p:cBhvr>
                                        <p:cTn id="37" dur="500"/>
                                        <p:tgtEl>
                                          <p:spTgt spid="20176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01776"/>
                                        </p:tgtEl>
                                        <p:attrNameLst>
                                          <p:attrName>style.visibility</p:attrName>
                                        </p:attrNameLst>
                                      </p:cBhvr>
                                      <p:to>
                                        <p:strVal val="visible"/>
                                      </p:to>
                                    </p:set>
                                    <p:animEffect transition="in" filter="box(in)">
                                      <p:cBhvr>
                                        <p:cTn id="42" dur="500"/>
                                        <p:tgtEl>
                                          <p:spTgt spid="2017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01770"/>
                                        </p:tgtEl>
                                        <p:attrNameLst>
                                          <p:attrName>style.visibility</p:attrName>
                                        </p:attrNameLst>
                                      </p:cBhvr>
                                      <p:to>
                                        <p:strVal val="visible"/>
                                      </p:to>
                                    </p:set>
                                    <p:animEffect transition="in" filter="wipe(down)">
                                      <p:cBhvr>
                                        <p:cTn id="47" dur="500"/>
                                        <p:tgtEl>
                                          <p:spTgt spid="201770"/>
                                        </p:tgtEl>
                                      </p:cBhvr>
                                    </p:animEffec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01775"/>
                                        </p:tgtEl>
                                        <p:attrNameLst>
                                          <p:attrName>style.visibility</p:attrName>
                                        </p:attrNameLst>
                                      </p:cBhvr>
                                      <p:to>
                                        <p:strVal val="visible"/>
                                      </p:to>
                                    </p:set>
                                    <p:animEffect transition="in" filter="wipe(down)">
                                      <p:cBhvr>
                                        <p:cTn id="55" dur="500"/>
                                        <p:tgtEl>
                                          <p:spTgt spid="201775"/>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32"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box(out)">
                                      <p:cBhvr>
                                        <p:cTn id="60" dur="1000"/>
                                        <p:tgtEl>
                                          <p:spTgt spid="6"/>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201780"/>
                                        </p:tgtEl>
                                        <p:attrNameLst>
                                          <p:attrName>style.visibility</p:attrName>
                                        </p:attrNameLst>
                                      </p:cBhvr>
                                      <p:to>
                                        <p:strVal val="visible"/>
                                      </p:to>
                                    </p:set>
                                    <p:animEffect transition="in" filter="barn(inVertical)">
                                      <p:cBhvr>
                                        <p:cTn id="65" dur="500"/>
                                        <p:tgtEl>
                                          <p:spTgt spid="20178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01788"/>
                                        </p:tgtEl>
                                        <p:attrNameLst>
                                          <p:attrName>style.visibility</p:attrName>
                                        </p:attrNameLst>
                                      </p:cBhvr>
                                      <p:to>
                                        <p:strVal val="visible"/>
                                      </p:to>
                                    </p:set>
                                    <p:animEffect transition="in" filter="wipe(left)">
                                      <p:cBhvr>
                                        <p:cTn id="70" dur="1000"/>
                                        <p:tgtEl>
                                          <p:spTgt spid="20178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201784"/>
                                        </p:tgtEl>
                                        <p:attrNameLst>
                                          <p:attrName>style.visibility</p:attrName>
                                        </p:attrNameLst>
                                      </p:cBhvr>
                                      <p:to>
                                        <p:strVal val="visible"/>
                                      </p:to>
                                    </p:set>
                                    <p:animEffect transition="in" filter="wipe(down)">
                                      <p:cBhvr>
                                        <p:cTn id="75" dur="1000"/>
                                        <p:tgtEl>
                                          <p:spTgt spid="20178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201787"/>
                                        </p:tgtEl>
                                        <p:attrNameLst>
                                          <p:attrName>style.visibility</p:attrName>
                                        </p:attrNameLst>
                                      </p:cBhvr>
                                      <p:to>
                                        <p:strVal val="visible"/>
                                      </p:to>
                                    </p:set>
                                    <p:animEffect transition="in" filter="wipe(up)">
                                      <p:cBhvr>
                                        <p:cTn id="80" dur="1000"/>
                                        <p:tgtEl>
                                          <p:spTgt spid="201787"/>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32" fill="hold" nodeType="clickEffect">
                                  <p:stCondLst>
                                    <p:cond delay="0"/>
                                  </p:stCondLst>
                                  <p:childTnLst>
                                    <p:set>
                                      <p:cBhvr>
                                        <p:cTn id="84" dur="1" fill="hold">
                                          <p:stCondLst>
                                            <p:cond delay="0"/>
                                          </p:stCondLst>
                                        </p:cTn>
                                        <p:tgtEl>
                                          <p:spTgt spid="201783"/>
                                        </p:tgtEl>
                                        <p:attrNameLst>
                                          <p:attrName>style.visibility</p:attrName>
                                        </p:attrNameLst>
                                      </p:cBhvr>
                                      <p:to>
                                        <p:strVal val="visible"/>
                                      </p:to>
                                    </p:set>
                                    <p:animEffect transition="in" filter="box(out)">
                                      <p:cBhvr>
                                        <p:cTn id="85" dur="500"/>
                                        <p:tgtEl>
                                          <p:spTgt spid="201783"/>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201789"/>
                                        </p:tgtEl>
                                        <p:attrNameLst>
                                          <p:attrName>style.visibility</p:attrName>
                                        </p:attrNameLst>
                                      </p:cBhvr>
                                      <p:to>
                                        <p:strVal val="visible"/>
                                      </p:to>
                                    </p:set>
                                    <p:animEffect transition="in" filter="box(in)">
                                      <p:cBhvr>
                                        <p:cTn id="90" dur="500"/>
                                        <p:tgtEl>
                                          <p:spTgt spid="201789"/>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8" fill="hold" nodeType="clickEffect">
                                  <p:stCondLst>
                                    <p:cond delay="0"/>
                                  </p:stCondLst>
                                  <p:childTnLst>
                                    <p:set>
                                      <p:cBhvr>
                                        <p:cTn id="94" dur="1" fill="hold">
                                          <p:stCondLst>
                                            <p:cond delay="0"/>
                                          </p:stCondLst>
                                        </p:cTn>
                                        <p:tgtEl>
                                          <p:spTgt spid="201790"/>
                                        </p:tgtEl>
                                        <p:attrNameLst>
                                          <p:attrName>style.visibility</p:attrName>
                                        </p:attrNameLst>
                                      </p:cBhvr>
                                      <p:to>
                                        <p:strVal val="visible"/>
                                      </p:to>
                                    </p:set>
                                    <p:anim calcmode="lin" valueType="num">
                                      <p:cBhvr additive="base">
                                        <p:cTn id="95" dur="500" fill="hold"/>
                                        <p:tgtEl>
                                          <p:spTgt spid="201790"/>
                                        </p:tgtEl>
                                        <p:attrNameLst>
                                          <p:attrName>ppt_x</p:attrName>
                                        </p:attrNameLst>
                                      </p:cBhvr>
                                      <p:tavLst>
                                        <p:tav tm="0">
                                          <p:val>
                                            <p:strVal val="0-#ppt_w/2"/>
                                          </p:val>
                                        </p:tav>
                                        <p:tav tm="100000">
                                          <p:val>
                                            <p:strVal val="#ppt_x"/>
                                          </p:val>
                                        </p:tav>
                                      </p:tavLst>
                                    </p:anim>
                                    <p:anim calcmode="lin" valueType="num">
                                      <p:cBhvr additive="base">
                                        <p:cTn id="96" dur="500" fill="hold"/>
                                        <p:tgtEl>
                                          <p:spTgt spid="201790"/>
                                        </p:tgtEl>
                                        <p:attrNameLst>
                                          <p:attrName>ppt_y</p:attrName>
                                        </p:attrNameLst>
                                      </p:cBhvr>
                                      <p:tavLst>
                                        <p:tav tm="0">
                                          <p:val>
                                            <p:strVal val="#ppt_y"/>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5" presetClass="entr" presetSubtype="10" fill="hold" nodeType="clickEffect">
                                  <p:stCondLst>
                                    <p:cond delay="0"/>
                                  </p:stCondLst>
                                  <p:childTnLst>
                                    <p:set>
                                      <p:cBhvr>
                                        <p:cTn id="100" dur="1" fill="hold">
                                          <p:stCondLst>
                                            <p:cond delay="0"/>
                                          </p:stCondLst>
                                        </p:cTn>
                                        <p:tgtEl>
                                          <p:spTgt spid="201791"/>
                                        </p:tgtEl>
                                        <p:attrNameLst>
                                          <p:attrName>style.visibility</p:attrName>
                                        </p:attrNameLst>
                                      </p:cBhvr>
                                      <p:to>
                                        <p:strVal val="visible"/>
                                      </p:to>
                                    </p:set>
                                    <p:animEffect transition="in" filter="checkerboard(across)">
                                      <p:cBhvr>
                                        <p:cTn id="101" dur="500"/>
                                        <p:tgtEl>
                                          <p:spTgt spid="201791"/>
                                        </p:tgtEl>
                                      </p:cBhvr>
                                    </p:animEffect>
                                  </p:childTnLst>
                                </p:cTn>
                              </p:par>
                            </p:childTnLst>
                          </p:cTn>
                        </p:par>
                      </p:childTnLst>
                    </p:cTn>
                  </p:par>
                  <p:par>
                    <p:cTn id="102" fill="hold">
                      <p:stCondLst>
                        <p:cond delay="indefinite"/>
                      </p:stCondLst>
                      <p:childTnLst>
                        <p:par>
                          <p:cTn id="103" fill="hold">
                            <p:stCondLst>
                              <p:cond delay="0"/>
                            </p:stCondLst>
                            <p:childTnLst>
                              <p:par>
                                <p:cTn id="104" presetID="23" presetClass="entr" presetSubtype="16" fill="hold" nodeType="clickEffect">
                                  <p:stCondLst>
                                    <p:cond delay="0"/>
                                  </p:stCondLst>
                                  <p:childTnLst>
                                    <p:set>
                                      <p:cBhvr>
                                        <p:cTn id="105" dur="1" fill="hold">
                                          <p:stCondLst>
                                            <p:cond delay="0"/>
                                          </p:stCondLst>
                                        </p:cTn>
                                        <p:tgtEl>
                                          <p:spTgt spid="201792"/>
                                        </p:tgtEl>
                                        <p:attrNameLst>
                                          <p:attrName>style.visibility</p:attrName>
                                        </p:attrNameLst>
                                      </p:cBhvr>
                                      <p:to>
                                        <p:strVal val="visible"/>
                                      </p:to>
                                    </p:set>
                                    <p:anim calcmode="lin" valueType="num">
                                      <p:cBhvr>
                                        <p:cTn id="106" dur="500" fill="hold"/>
                                        <p:tgtEl>
                                          <p:spTgt spid="201792"/>
                                        </p:tgtEl>
                                        <p:attrNameLst>
                                          <p:attrName>ppt_w</p:attrName>
                                        </p:attrNameLst>
                                      </p:cBhvr>
                                      <p:tavLst>
                                        <p:tav tm="0">
                                          <p:val>
                                            <p:fltVal val="0"/>
                                          </p:val>
                                        </p:tav>
                                        <p:tav tm="100000">
                                          <p:val>
                                            <p:strVal val="#ppt_w"/>
                                          </p:val>
                                        </p:tav>
                                      </p:tavLst>
                                    </p:anim>
                                    <p:anim calcmode="lin" valueType="num">
                                      <p:cBhvr>
                                        <p:cTn id="107" dur="500" fill="hold"/>
                                        <p:tgtEl>
                                          <p:spTgt spid="20179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2" grpId="0"/>
      <p:bldP spid="201768" grpId="0"/>
      <p:bldP spid="201787" grpId="0" animBg="1"/>
      <p:bldP spid="201791" grpId="0"/>
      <p:bldP spid="20179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14</a:t>
            </a:fld>
            <a:endParaRPr lang="en-US" altLang="zh-CN" sz="1800" dirty="0">
              <a:solidFill>
                <a:schemeClr val="accent2"/>
              </a:solidFill>
            </a:endParaRPr>
          </a:p>
        </p:txBody>
      </p:sp>
      <p:sp>
        <p:nvSpPr>
          <p:cNvPr id="144390" name="Text Box 6"/>
          <p:cNvSpPr txBox="1"/>
          <p:nvPr/>
        </p:nvSpPr>
        <p:spPr>
          <a:xfrm>
            <a:off x="266700" y="1666875"/>
            <a:ext cx="7796213" cy="5619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en-US" altLang="zh-CN" sz="2800" b="1" dirty="0">
                <a:solidFill>
                  <a:srgbClr val="0000FF"/>
                </a:solidFill>
                <a:latin typeface="黑体" panose="02010609060101010101" pitchFamily="49" charset="-122"/>
                <a:ea typeface="黑体" panose="02010609060101010101" pitchFamily="49" charset="-122"/>
              </a:rPr>
              <a:t>4</a:t>
            </a:r>
            <a:r>
              <a:rPr lang="zh-CN" altLang="en-US" sz="2800" b="1" dirty="0">
                <a:solidFill>
                  <a:srgbClr val="0000FF"/>
                </a:solidFill>
                <a:latin typeface="黑体" panose="02010609060101010101" pitchFamily="49" charset="-122"/>
                <a:ea typeface="黑体" panose="02010609060101010101" pitchFamily="49" charset="-122"/>
              </a:rPr>
              <a:t>、保守力做功与路径无关的数学表达式</a:t>
            </a:r>
          </a:p>
        </p:txBody>
      </p:sp>
      <p:grpSp>
        <p:nvGrpSpPr>
          <p:cNvPr id="2" name="Group 30"/>
          <p:cNvGrpSpPr/>
          <p:nvPr/>
        </p:nvGrpSpPr>
        <p:grpSpPr>
          <a:xfrm>
            <a:off x="749300" y="2794000"/>
            <a:ext cx="1930400" cy="942975"/>
            <a:chOff x="472" y="1920"/>
            <a:chExt cx="1216" cy="594"/>
          </a:xfrm>
        </p:grpSpPr>
        <p:sp>
          <p:nvSpPr>
            <p:cNvPr id="33834" name="Freeform 13"/>
            <p:cNvSpPr/>
            <p:nvPr/>
          </p:nvSpPr>
          <p:spPr>
            <a:xfrm>
              <a:off x="472" y="1920"/>
              <a:ext cx="1216" cy="584"/>
            </a:xfrm>
            <a:custGeom>
              <a:avLst/>
              <a:gdLst/>
              <a:ahLst/>
              <a:cxnLst>
                <a:cxn ang="0">
                  <a:pos x="8" y="248"/>
                </a:cxn>
                <a:cxn ang="0">
                  <a:pos x="152" y="296"/>
                </a:cxn>
                <a:cxn ang="0">
                  <a:pos x="440" y="152"/>
                </a:cxn>
                <a:cxn ang="0">
                  <a:pos x="728" y="8"/>
                </a:cxn>
                <a:cxn ang="0">
                  <a:pos x="1016" y="104"/>
                </a:cxn>
                <a:cxn ang="0">
                  <a:pos x="1208" y="392"/>
                </a:cxn>
                <a:cxn ang="0">
                  <a:pos x="1064" y="488"/>
                </a:cxn>
                <a:cxn ang="0">
                  <a:pos x="776" y="584"/>
                </a:cxn>
                <a:cxn ang="0">
                  <a:pos x="536" y="488"/>
                </a:cxn>
                <a:cxn ang="0">
                  <a:pos x="104" y="488"/>
                </a:cxn>
                <a:cxn ang="0">
                  <a:pos x="8" y="248"/>
                </a:cxn>
              </a:cxnLst>
              <a:rect l="0" t="0" r="0" b="0"/>
              <a:pathLst>
                <a:path w="1216" h="584">
                  <a:moveTo>
                    <a:pt x="8" y="248"/>
                  </a:moveTo>
                  <a:cubicBezTo>
                    <a:pt x="16" y="216"/>
                    <a:pt x="80" y="312"/>
                    <a:pt x="152" y="296"/>
                  </a:cubicBezTo>
                  <a:cubicBezTo>
                    <a:pt x="224" y="280"/>
                    <a:pt x="344" y="200"/>
                    <a:pt x="440" y="152"/>
                  </a:cubicBezTo>
                  <a:cubicBezTo>
                    <a:pt x="536" y="104"/>
                    <a:pt x="632" y="16"/>
                    <a:pt x="728" y="8"/>
                  </a:cubicBezTo>
                  <a:cubicBezTo>
                    <a:pt x="824" y="0"/>
                    <a:pt x="936" y="40"/>
                    <a:pt x="1016" y="104"/>
                  </a:cubicBezTo>
                  <a:cubicBezTo>
                    <a:pt x="1096" y="168"/>
                    <a:pt x="1200" y="328"/>
                    <a:pt x="1208" y="392"/>
                  </a:cubicBezTo>
                  <a:cubicBezTo>
                    <a:pt x="1216" y="456"/>
                    <a:pt x="1136" y="456"/>
                    <a:pt x="1064" y="488"/>
                  </a:cubicBezTo>
                  <a:cubicBezTo>
                    <a:pt x="992" y="520"/>
                    <a:pt x="864" y="584"/>
                    <a:pt x="776" y="584"/>
                  </a:cubicBezTo>
                  <a:cubicBezTo>
                    <a:pt x="688" y="584"/>
                    <a:pt x="648" y="504"/>
                    <a:pt x="536" y="488"/>
                  </a:cubicBezTo>
                  <a:cubicBezTo>
                    <a:pt x="424" y="472"/>
                    <a:pt x="192" y="528"/>
                    <a:pt x="104" y="488"/>
                  </a:cubicBezTo>
                  <a:cubicBezTo>
                    <a:pt x="16" y="448"/>
                    <a:pt x="0" y="280"/>
                    <a:pt x="8" y="248"/>
                  </a:cubicBezTo>
                  <a:close/>
                </a:path>
              </a:pathLst>
            </a:custGeom>
            <a:noFill/>
            <a:ln w="41275" cap="flat" cmpd="sng">
              <a:solidFill>
                <a:srgbClr val="800000">
                  <a:alpha val="100000"/>
                </a:srgbClr>
              </a:solidFill>
              <a:prstDash val="solid"/>
              <a:round/>
              <a:headEnd type="none" w="med" len="med"/>
              <a:tailEnd type="none" w="med" len="med"/>
            </a:ln>
          </p:spPr>
          <p:txBody>
            <a:bodyPr/>
            <a:lstStyle/>
            <a:p>
              <a:endParaRPr lang="zh-CN" altLang="en-US"/>
            </a:p>
          </p:txBody>
        </p:sp>
        <p:sp>
          <p:nvSpPr>
            <p:cNvPr id="33835" name="Line 14"/>
            <p:cNvSpPr/>
            <p:nvPr/>
          </p:nvSpPr>
          <p:spPr>
            <a:xfrm flipV="1">
              <a:off x="890" y="1995"/>
              <a:ext cx="136" cy="90"/>
            </a:xfrm>
            <a:prstGeom prst="line">
              <a:avLst/>
            </a:prstGeom>
            <a:ln w="41275" cap="flat" cmpd="sng">
              <a:solidFill>
                <a:srgbClr val="800000"/>
              </a:solidFill>
              <a:prstDash val="solid"/>
              <a:headEnd type="none" w="sm" len="sm"/>
              <a:tailEnd type="arrow" w="lg" len="med"/>
            </a:ln>
          </p:spPr>
        </p:sp>
        <p:sp>
          <p:nvSpPr>
            <p:cNvPr id="33836" name="Line 15"/>
            <p:cNvSpPr/>
            <p:nvPr/>
          </p:nvSpPr>
          <p:spPr>
            <a:xfrm flipH="1">
              <a:off x="1248" y="2472"/>
              <a:ext cx="135" cy="42"/>
            </a:xfrm>
            <a:prstGeom prst="line">
              <a:avLst/>
            </a:prstGeom>
            <a:ln w="41275" cap="flat" cmpd="sng">
              <a:solidFill>
                <a:srgbClr val="800000"/>
              </a:solidFill>
              <a:prstDash val="solid"/>
              <a:headEnd type="none" w="sm" len="sm"/>
              <a:tailEnd type="arrow" w="lg" len="med"/>
            </a:ln>
          </p:spPr>
        </p:sp>
      </p:grpSp>
      <p:grpSp>
        <p:nvGrpSpPr>
          <p:cNvPr id="33797" name="Group 34"/>
          <p:cNvGrpSpPr/>
          <p:nvPr/>
        </p:nvGrpSpPr>
        <p:grpSpPr>
          <a:xfrm>
            <a:off x="1371600" y="2489200"/>
            <a:ext cx="777875" cy="1658938"/>
            <a:chOff x="864" y="1728"/>
            <a:chExt cx="490" cy="1045"/>
          </a:xfrm>
        </p:grpSpPr>
        <p:sp>
          <p:nvSpPr>
            <p:cNvPr id="33832" name="Text Box 16"/>
            <p:cNvSpPr txBox="1"/>
            <p:nvPr/>
          </p:nvSpPr>
          <p:spPr>
            <a:xfrm>
              <a:off x="864" y="1728"/>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solidFill>
                    <a:schemeClr val="accent1"/>
                  </a:solidFill>
                  <a:latin typeface="Times New Roman" panose="02020603050405020304" pitchFamily="18" charset="0"/>
                </a:rPr>
                <a:t>Ⅰ</a:t>
              </a:r>
            </a:p>
          </p:txBody>
        </p:sp>
        <p:sp>
          <p:nvSpPr>
            <p:cNvPr id="33833" name="Text Box 17"/>
            <p:cNvSpPr txBox="1"/>
            <p:nvPr/>
          </p:nvSpPr>
          <p:spPr>
            <a:xfrm>
              <a:off x="1066" y="2523"/>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solidFill>
                    <a:schemeClr val="accent1"/>
                  </a:solidFill>
                  <a:latin typeface="Times New Roman" panose="02020603050405020304" pitchFamily="18" charset="0"/>
                </a:rPr>
                <a:t>Ⅱ</a:t>
              </a:r>
            </a:p>
          </p:txBody>
        </p:sp>
      </p:grpSp>
      <p:sp>
        <p:nvSpPr>
          <p:cNvPr id="144403" name="Text Box 19"/>
          <p:cNvSpPr txBox="1"/>
          <p:nvPr/>
        </p:nvSpPr>
        <p:spPr>
          <a:xfrm>
            <a:off x="3505200" y="2166938"/>
            <a:ext cx="4724400"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当质点在保守力的作用下沿闭合路径绕行一周：</a:t>
            </a:r>
          </a:p>
        </p:txBody>
      </p:sp>
      <p:sp>
        <p:nvSpPr>
          <p:cNvPr id="144404" name="Text Box 20"/>
          <p:cNvSpPr txBox="1"/>
          <p:nvPr/>
        </p:nvSpPr>
        <p:spPr>
          <a:xfrm>
            <a:off x="457200" y="4452938"/>
            <a:ext cx="3962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latin typeface="Times New Roman" panose="02020603050405020304" pitchFamily="18" charset="0"/>
              </a:rPr>
              <a:t>保守力所做的功为：</a:t>
            </a:r>
          </a:p>
        </p:txBody>
      </p:sp>
      <p:graphicFrame>
        <p:nvGraphicFramePr>
          <p:cNvPr id="144406" name="Object 3"/>
          <p:cNvGraphicFramePr>
            <a:graphicFrameLocks noChangeAspect="1"/>
          </p:cNvGraphicFramePr>
          <p:nvPr/>
        </p:nvGraphicFramePr>
        <p:xfrm>
          <a:off x="3878263" y="4165600"/>
          <a:ext cx="4587875" cy="914400"/>
        </p:xfrm>
        <a:graphic>
          <a:graphicData uri="http://schemas.openxmlformats.org/presentationml/2006/ole">
            <mc:AlternateContent xmlns:mc="http://schemas.openxmlformats.org/markup-compatibility/2006">
              <mc:Choice xmlns:v="urn:schemas-microsoft-com:vml" Requires="v">
                <p:oleObj spid="_x0000_s16401" r:id="rId4" imgW="2717800" imgH="520065" progId="Equation.DSMT4">
                  <p:embed/>
                </p:oleObj>
              </mc:Choice>
              <mc:Fallback>
                <p:oleObj r:id="rId4" imgW="2717800" imgH="520065" progId="Equation.DSMT4">
                  <p:embed/>
                  <p:pic>
                    <p:nvPicPr>
                      <p:cNvPr id="0" name="图片 3139"/>
                      <p:cNvPicPr/>
                      <p:nvPr/>
                    </p:nvPicPr>
                    <p:blipFill>
                      <a:blip r:embed="rId5">
                        <a:clrChange>
                          <a:clrFrom>
                            <a:srgbClr val="000000"/>
                          </a:clrFrom>
                          <a:clrTo>
                            <a:srgbClr val="FFFFFF"/>
                          </a:clrTo>
                        </a:clrChange>
                      </a:blip>
                      <a:stretch>
                        <a:fillRect/>
                      </a:stretch>
                    </p:blipFill>
                    <p:spPr>
                      <a:xfrm>
                        <a:off x="3878263" y="4165600"/>
                        <a:ext cx="4587875" cy="914400"/>
                      </a:xfrm>
                      <a:prstGeom prst="rect">
                        <a:avLst/>
                      </a:prstGeom>
                      <a:noFill/>
                      <a:ln w="38100">
                        <a:noFill/>
                        <a:miter/>
                      </a:ln>
                    </p:spPr>
                  </p:pic>
                </p:oleObj>
              </mc:Fallback>
            </mc:AlternateContent>
          </a:graphicData>
        </a:graphic>
      </p:graphicFrame>
      <p:sp>
        <p:nvSpPr>
          <p:cNvPr id="144407" name="Text Box 23"/>
          <p:cNvSpPr txBox="1"/>
          <p:nvPr/>
        </p:nvSpPr>
        <p:spPr>
          <a:xfrm>
            <a:off x="3843338" y="5156200"/>
            <a:ext cx="4960937" cy="11255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solidFill>
                  <a:srgbClr val="0000FF"/>
                </a:solidFill>
                <a:latin typeface="黑体" panose="02010609060101010101" pitchFamily="49" charset="-122"/>
                <a:ea typeface="黑体" panose="02010609060101010101" pitchFamily="49" charset="-122"/>
              </a:rPr>
              <a:t>保守力沿任一闭合路径的功为零，即保守力的</a:t>
            </a:r>
            <a:r>
              <a:rPr lang="zh-CN" altLang="en-US" sz="2800" b="1" dirty="0">
                <a:solidFill>
                  <a:schemeClr val="folHlink"/>
                </a:solidFill>
                <a:latin typeface="Times New Roman" panose="02020603050405020304" pitchFamily="18" charset="0"/>
                <a:ea typeface="黑体" panose="02010609060101010101" pitchFamily="49" charset="-122"/>
              </a:rPr>
              <a:t>环流</a:t>
            </a:r>
            <a:r>
              <a:rPr lang="zh-CN" altLang="en-US" sz="2800" b="1" dirty="0">
                <a:solidFill>
                  <a:srgbClr val="0000FF"/>
                </a:solidFill>
                <a:latin typeface="黑体" panose="02010609060101010101" pitchFamily="49" charset="-122"/>
                <a:ea typeface="黑体" panose="02010609060101010101" pitchFamily="49" charset="-122"/>
              </a:rPr>
              <a:t>等于零。</a:t>
            </a:r>
          </a:p>
        </p:txBody>
      </p:sp>
      <p:grpSp>
        <p:nvGrpSpPr>
          <p:cNvPr id="4" name="Group 33"/>
          <p:cNvGrpSpPr/>
          <p:nvPr/>
        </p:nvGrpSpPr>
        <p:grpSpPr>
          <a:xfrm>
            <a:off x="381000" y="2882900"/>
            <a:ext cx="2743200" cy="884238"/>
            <a:chOff x="240" y="1976"/>
            <a:chExt cx="1728" cy="557"/>
          </a:xfrm>
        </p:grpSpPr>
        <p:sp>
          <p:nvSpPr>
            <p:cNvPr id="33828" name="Text Box 11"/>
            <p:cNvSpPr txBox="1"/>
            <p:nvPr/>
          </p:nvSpPr>
          <p:spPr>
            <a:xfrm>
              <a:off x="240" y="1976"/>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p>
          </p:txBody>
        </p:sp>
        <p:sp>
          <p:nvSpPr>
            <p:cNvPr id="33829" name="Text Box 12"/>
            <p:cNvSpPr txBox="1"/>
            <p:nvPr/>
          </p:nvSpPr>
          <p:spPr>
            <a:xfrm>
              <a:off x="1680" y="2168"/>
              <a:ext cx="28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33830" name="Oval 31"/>
            <p:cNvSpPr/>
            <p:nvPr/>
          </p:nvSpPr>
          <p:spPr>
            <a:xfrm>
              <a:off x="449" y="2124"/>
              <a:ext cx="68" cy="68"/>
            </a:xfrm>
            <a:prstGeom prst="ellipse">
              <a:avLst/>
            </a:prstGeom>
            <a:gradFill rotWithShape="1">
              <a:gsLst>
                <a:gs pos="0">
                  <a:srgbClr val="FF3300"/>
                </a:gs>
                <a:gs pos="100000">
                  <a:srgbClr val="7618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3831" name="Oval 32"/>
            <p:cNvSpPr/>
            <p:nvPr/>
          </p:nvSpPr>
          <p:spPr>
            <a:xfrm>
              <a:off x="1655" y="2296"/>
              <a:ext cx="68" cy="68"/>
            </a:xfrm>
            <a:prstGeom prst="ellipse">
              <a:avLst/>
            </a:prstGeom>
            <a:gradFill rotWithShape="1">
              <a:gsLst>
                <a:gs pos="0">
                  <a:srgbClr val="FF3300"/>
                </a:gs>
                <a:gs pos="100000">
                  <a:srgbClr val="7618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graphicFrame>
        <p:nvGraphicFramePr>
          <p:cNvPr id="144419" name="Object 4"/>
          <p:cNvGraphicFramePr>
            <a:graphicFrameLocks noChangeAspect="1"/>
          </p:cNvGraphicFramePr>
          <p:nvPr/>
        </p:nvGraphicFramePr>
        <p:xfrm>
          <a:off x="6621463" y="3300413"/>
          <a:ext cx="2238375" cy="868362"/>
        </p:xfrm>
        <a:graphic>
          <a:graphicData uri="http://schemas.openxmlformats.org/presentationml/2006/ole">
            <mc:AlternateContent xmlns:mc="http://schemas.openxmlformats.org/markup-compatibility/2006">
              <mc:Choice xmlns:v="urn:schemas-microsoft-com:vml" Requires="v">
                <p:oleObj spid="_x0000_s16402" r:id="rId6" imgW="1451610" imgH="520065" progId="Equation.DSMT4">
                  <p:embed/>
                </p:oleObj>
              </mc:Choice>
              <mc:Fallback>
                <p:oleObj r:id="rId6" imgW="1451610" imgH="520065" progId="Equation.DSMT4">
                  <p:embed/>
                  <p:pic>
                    <p:nvPicPr>
                      <p:cNvPr id="0" name="图片 3140"/>
                      <p:cNvPicPr/>
                      <p:nvPr/>
                    </p:nvPicPr>
                    <p:blipFill>
                      <a:blip r:embed="rId7">
                        <a:clrChange>
                          <a:clrFrom>
                            <a:srgbClr val="000000"/>
                          </a:clrFrom>
                          <a:clrTo>
                            <a:srgbClr val="FFFFFF"/>
                          </a:clrTo>
                        </a:clrChange>
                      </a:blip>
                      <a:stretch>
                        <a:fillRect/>
                      </a:stretch>
                    </p:blipFill>
                    <p:spPr>
                      <a:xfrm>
                        <a:off x="6621463" y="3300413"/>
                        <a:ext cx="2238375" cy="868362"/>
                      </a:xfrm>
                      <a:prstGeom prst="rect">
                        <a:avLst/>
                      </a:prstGeom>
                      <a:noFill/>
                      <a:ln w="38100">
                        <a:noFill/>
                        <a:miter/>
                      </a:ln>
                    </p:spPr>
                  </p:pic>
                </p:oleObj>
              </mc:Fallback>
            </mc:AlternateContent>
          </a:graphicData>
        </a:graphic>
      </p:graphicFrame>
      <p:pic>
        <p:nvPicPr>
          <p:cNvPr id="144420" name="Picture 36"/>
          <p:cNvPicPr>
            <a:picLocks noChangeAspect="1"/>
          </p:cNvPicPr>
          <p:nvPr/>
        </p:nvPicPr>
        <p:blipFill>
          <a:blip r:embed="rId8"/>
          <a:stretch>
            <a:fillRect/>
          </a:stretch>
        </p:blipFill>
        <p:spPr>
          <a:xfrm>
            <a:off x="2008188" y="3549650"/>
            <a:ext cx="180975" cy="295275"/>
          </a:xfrm>
          <a:prstGeom prst="rect">
            <a:avLst/>
          </a:prstGeom>
          <a:noFill/>
          <a:ln w="9525">
            <a:noFill/>
          </a:ln>
        </p:spPr>
      </p:pic>
      <p:grpSp>
        <p:nvGrpSpPr>
          <p:cNvPr id="5" name="Group 37"/>
          <p:cNvGrpSpPr/>
          <p:nvPr/>
        </p:nvGrpSpPr>
        <p:grpSpPr>
          <a:xfrm>
            <a:off x="395288" y="2311400"/>
            <a:ext cx="2743200" cy="2016125"/>
            <a:chOff x="376" y="1752"/>
            <a:chExt cx="1728" cy="1270"/>
          </a:xfrm>
        </p:grpSpPr>
        <p:sp>
          <p:nvSpPr>
            <p:cNvPr id="33814" name="Rectangle 38"/>
            <p:cNvSpPr/>
            <p:nvPr/>
          </p:nvSpPr>
          <p:spPr>
            <a:xfrm>
              <a:off x="385" y="1752"/>
              <a:ext cx="1679" cy="1270"/>
            </a:xfrm>
            <a:prstGeom prst="rect">
              <a:avLst/>
            </a:prstGeom>
            <a:solidFill>
              <a:schemeClr val="bg1"/>
            </a:solidFill>
            <a:ln w="9525" cap="flat" cmpd="sng">
              <a:solidFill>
                <a:schemeClr val="bg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nvGrpSpPr>
            <p:cNvPr id="33815" name="Group 39"/>
            <p:cNvGrpSpPr/>
            <p:nvPr/>
          </p:nvGrpSpPr>
          <p:grpSpPr>
            <a:xfrm>
              <a:off x="376" y="1864"/>
              <a:ext cx="1728" cy="1045"/>
              <a:chOff x="376" y="1864"/>
              <a:chExt cx="1728" cy="1045"/>
            </a:xfrm>
          </p:grpSpPr>
          <p:grpSp>
            <p:nvGrpSpPr>
              <p:cNvPr id="33816" name="Group 40"/>
              <p:cNvGrpSpPr/>
              <p:nvPr/>
            </p:nvGrpSpPr>
            <p:grpSpPr>
              <a:xfrm>
                <a:off x="608" y="2056"/>
                <a:ext cx="1216" cy="594"/>
                <a:chOff x="472" y="1920"/>
                <a:chExt cx="1216" cy="594"/>
              </a:xfrm>
            </p:grpSpPr>
            <p:sp>
              <p:nvSpPr>
                <p:cNvPr id="33825" name="Freeform 41"/>
                <p:cNvSpPr/>
                <p:nvPr/>
              </p:nvSpPr>
              <p:spPr>
                <a:xfrm>
                  <a:off x="472" y="1920"/>
                  <a:ext cx="1216" cy="584"/>
                </a:xfrm>
                <a:custGeom>
                  <a:avLst/>
                  <a:gdLst/>
                  <a:ahLst/>
                  <a:cxnLst>
                    <a:cxn ang="0">
                      <a:pos x="8" y="248"/>
                    </a:cxn>
                    <a:cxn ang="0">
                      <a:pos x="152" y="296"/>
                    </a:cxn>
                    <a:cxn ang="0">
                      <a:pos x="440" y="152"/>
                    </a:cxn>
                    <a:cxn ang="0">
                      <a:pos x="728" y="8"/>
                    </a:cxn>
                    <a:cxn ang="0">
                      <a:pos x="1016" y="104"/>
                    </a:cxn>
                    <a:cxn ang="0">
                      <a:pos x="1208" y="392"/>
                    </a:cxn>
                    <a:cxn ang="0">
                      <a:pos x="1064" y="488"/>
                    </a:cxn>
                    <a:cxn ang="0">
                      <a:pos x="776" y="584"/>
                    </a:cxn>
                    <a:cxn ang="0">
                      <a:pos x="536" y="488"/>
                    </a:cxn>
                    <a:cxn ang="0">
                      <a:pos x="104" y="488"/>
                    </a:cxn>
                    <a:cxn ang="0">
                      <a:pos x="8" y="248"/>
                    </a:cxn>
                  </a:cxnLst>
                  <a:rect l="0" t="0" r="0" b="0"/>
                  <a:pathLst>
                    <a:path w="1216" h="584">
                      <a:moveTo>
                        <a:pt x="8" y="248"/>
                      </a:moveTo>
                      <a:cubicBezTo>
                        <a:pt x="16" y="216"/>
                        <a:pt x="80" y="312"/>
                        <a:pt x="152" y="296"/>
                      </a:cubicBezTo>
                      <a:cubicBezTo>
                        <a:pt x="224" y="280"/>
                        <a:pt x="344" y="200"/>
                        <a:pt x="440" y="152"/>
                      </a:cubicBezTo>
                      <a:cubicBezTo>
                        <a:pt x="536" y="104"/>
                        <a:pt x="632" y="16"/>
                        <a:pt x="728" y="8"/>
                      </a:cubicBezTo>
                      <a:cubicBezTo>
                        <a:pt x="824" y="0"/>
                        <a:pt x="936" y="40"/>
                        <a:pt x="1016" y="104"/>
                      </a:cubicBezTo>
                      <a:cubicBezTo>
                        <a:pt x="1096" y="168"/>
                        <a:pt x="1200" y="328"/>
                        <a:pt x="1208" y="392"/>
                      </a:cubicBezTo>
                      <a:cubicBezTo>
                        <a:pt x="1216" y="456"/>
                        <a:pt x="1136" y="456"/>
                        <a:pt x="1064" y="488"/>
                      </a:cubicBezTo>
                      <a:cubicBezTo>
                        <a:pt x="992" y="520"/>
                        <a:pt x="864" y="584"/>
                        <a:pt x="776" y="584"/>
                      </a:cubicBezTo>
                      <a:cubicBezTo>
                        <a:pt x="688" y="584"/>
                        <a:pt x="648" y="504"/>
                        <a:pt x="536" y="488"/>
                      </a:cubicBezTo>
                      <a:cubicBezTo>
                        <a:pt x="424" y="472"/>
                        <a:pt x="192" y="528"/>
                        <a:pt x="104" y="488"/>
                      </a:cubicBezTo>
                      <a:cubicBezTo>
                        <a:pt x="16" y="448"/>
                        <a:pt x="0" y="280"/>
                        <a:pt x="8" y="248"/>
                      </a:cubicBezTo>
                      <a:close/>
                    </a:path>
                  </a:pathLst>
                </a:custGeom>
                <a:noFill/>
                <a:ln w="41275" cap="flat" cmpd="sng">
                  <a:solidFill>
                    <a:srgbClr val="800000">
                      <a:alpha val="100000"/>
                    </a:srgbClr>
                  </a:solidFill>
                  <a:prstDash val="solid"/>
                  <a:round/>
                  <a:headEnd type="none" w="med" len="med"/>
                  <a:tailEnd type="none" w="med" len="med"/>
                </a:ln>
              </p:spPr>
              <p:txBody>
                <a:bodyPr/>
                <a:lstStyle/>
                <a:p>
                  <a:endParaRPr lang="zh-CN" altLang="en-US"/>
                </a:p>
              </p:txBody>
            </p:sp>
            <p:sp>
              <p:nvSpPr>
                <p:cNvPr id="33826" name="Line 42"/>
                <p:cNvSpPr/>
                <p:nvPr/>
              </p:nvSpPr>
              <p:spPr>
                <a:xfrm flipV="1">
                  <a:off x="890" y="1995"/>
                  <a:ext cx="136" cy="90"/>
                </a:xfrm>
                <a:prstGeom prst="line">
                  <a:avLst/>
                </a:prstGeom>
                <a:ln w="41275" cap="flat" cmpd="sng">
                  <a:solidFill>
                    <a:srgbClr val="800000"/>
                  </a:solidFill>
                  <a:prstDash val="solid"/>
                  <a:headEnd type="none" w="sm" len="sm"/>
                  <a:tailEnd type="arrow" w="lg" len="med"/>
                </a:ln>
              </p:spPr>
            </p:sp>
            <p:sp>
              <p:nvSpPr>
                <p:cNvPr id="33827" name="Line 43"/>
                <p:cNvSpPr/>
                <p:nvPr/>
              </p:nvSpPr>
              <p:spPr>
                <a:xfrm flipH="1">
                  <a:off x="1248" y="2472"/>
                  <a:ext cx="135" cy="42"/>
                </a:xfrm>
                <a:prstGeom prst="line">
                  <a:avLst/>
                </a:prstGeom>
                <a:ln w="41275" cap="flat" cmpd="sng">
                  <a:solidFill>
                    <a:srgbClr val="800000"/>
                  </a:solidFill>
                  <a:prstDash val="solid"/>
                  <a:headEnd type="none" w="sm" len="sm"/>
                  <a:tailEnd type="arrow" w="lg" len="med"/>
                </a:ln>
              </p:spPr>
            </p:sp>
          </p:grpSp>
          <p:grpSp>
            <p:nvGrpSpPr>
              <p:cNvPr id="33817" name="Group 44"/>
              <p:cNvGrpSpPr/>
              <p:nvPr/>
            </p:nvGrpSpPr>
            <p:grpSpPr>
              <a:xfrm>
                <a:off x="1000" y="1864"/>
                <a:ext cx="490" cy="1045"/>
                <a:chOff x="864" y="1728"/>
                <a:chExt cx="490" cy="1045"/>
              </a:xfrm>
            </p:grpSpPr>
            <p:sp>
              <p:nvSpPr>
                <p:cNvPr id="33823" name="Text Box 45"/>
                <p:cNvSpPr txBox="1"/>
                <p:nvPr/>
              </p:nvSpPr>
              <p:spPr>
                <a:xfrm>
                  <a:off x="864" y="1728"/>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solidFill>
                        <a:schemeClr val="accent1"/>
                      </a:solidFill>
                      <a:latin typeface="Times New Roman" panose="02020603050405020304" pitchFamily="18" charset="0"/>
                    </a:rPr>
                    <a:t>Ⅰ</a:t>
                  </a:r>
                </a:p>
              </p:txBody>
            </p:sp>
            <p:sp>
              <p:nvSpPr>
                <p:cNvPr id="33824" name="Text Box 46"/>
                <p:cNvSpPr txBox="1"/>
                <p:nvPr/>
              </p:nvSpPr>
              <p:spPr>
                <a:xfrm>
                  <a:off x="1066" y="2523"/>
                  <a:ext cx="288" cy="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algn="ctr" eaLnBrk="1" hangingPunct="1">
                    <a:spcBef>
                      <a:spcPct val="50000"/>
                    </a:spcBef>
                    <a:buNone/>
                  </a:pPr>
                  <a:r>
                    <a:rPr lang="en-US" altLang="zh-CN" sz="2000" b="1" dirty="0">
                      <a:solidFill>
                        <a:schemeClr val="accent1"/>
                      </a:solidFill>
                      <a:latin typeface="Times New Roman" panose="02020603050405020304" pitchFamily="18" charset="0"/>
                    </a:rPr>
                    <a:t>Ⅱ</a:t>
                  </a:r>
                </a:p>
              </p:txBody>
            </p:sp>
          </p:grpSp>
          <p:grpSp>
            <p:nvGrpSpPr>
              <p:cNvPr id="33818" name="Group 47"/>
              <p:cNvGrpSpPr/>
              <p:nvPr/>
            </p:nvGrpSpPr>
            <p:grpSpPr>
              <a:xfrm>
                <a:off x="376" y="2112"/>
                <a:ext cx="1728" cy="557"/>
                <a:chOff x="240" y="1976"/>
                <a:chExt cx="1728" cy="557"/>
              </a:xfrm>
            </p:grpSpPr>
            <p:sp>
              <p:nvSpPr>
                <p:cNvPr id="33819" name="Text Box 48"/>
                <p:cNvSpPr txBox="1"/>
                <p:nvPr/>
              </p:nvSpPr>
              <p:spPr>
                <a:xfrm>
                  <a:off x="240" y="1976"/>
                  <a:ext cx="240"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a</a:t>
                  </a:r>
                </a:p>
              </p:txBody>
            </p:sp>
            <p:sp>
              <p:nvSpPr>
                <p:cNvPr id="33820" name="Text Box 49"/>
                <p:cNvSpPr txBox="1"/>
                <p:nvPr/>
              </p:nvSpPr>
              <p:spPr>
                <a:xfrm>
                  <a:off x="1680" y="2168"/>
                  <a:ext cx="288" cy="3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b="1" i="1" dirty="0">
                      <a:latin typeface="Times New Roman" panose="02020603050405020304" pitchFamily="18" charset="0"/>
                    </a:rPr>
                    <a:t>b</a:t>
                  </a:r>
                </a:p>
              </p:txBody>
            </p:sp>
            <p:sp>
              <p:nvSpPr>
                <p:cNvPr id="33821" name="Oval 50"/>
                <p:cNvSpPr/>
                <p:nvPr/>
              </p:nvSpPr>
              <p:spPr>
                <a:xfrm>
                  <a:off x="449" y="2124"/>
                  <a:ext cx="68" cy="68"/>
                </a:xfrm>
                <a:prstGeom prst="ellipse">
                  <a:avLst/>
                </a:prstGeom>
                <a:gradFill rotWithShape="1">
                  <a:gsLst>
                    <a:gs pos="0">
                      <a:srgbClr val="FF3300"/>
                    </a:gs>
                    <a:gs pos="100000">
                      <a:srgbClr val="7618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sp>
              <p:nvSpPr>
                <p:cNvPr id="33822" name="Oval 51"/>
                <p:cNvSpPr/>
                <p:nvPr/>
              </p:nvSpPr>
              <p:spPr>
                <a:xfrm>
                  <a:off x="1655" y="2296"/>
                  <a:ext cx="68" cy="68"/>
                </a:xfrm>
                <a:prstGeom prst="ellipse">
                  <a:avLst/>
                </a:prstGeom>
                <a:gradFill rotWithShape="1">
                  <a:gsLst>
                    <a:gs pos="0">
                      <a:srgbClr val="FF3300"/>
                    </a:gs>
                    <a:gs pos="100000">
                      <a:srgbClr val="761800"/>
                    </a:gs>
                  </a:gsLst>
                  <a:path path="shape">
                    <a:fillToRect l="50000" t="50000" r="50000" b="50000"/>
                  </a:path>
                  <a:tileRect/>
                </a:gra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grpSp>
      </p:grpSp>
      <p:sp>
        <p:nvSpPr>
          <p:cNvPr id="41" name="Text Box 4"/>
          <p:cNvSpPr txBox="1"/>
          <p:nvPr/>
        </p:nvSpPr>
        <p:spPr>
          <a:xfrm>
            <a:off x="503238" y="163513"/>
            <a:ext cx="8382000" cy="527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None/>
            </a:pPr>
            <a:r>
              <a:rPr lang="zh-CN" altLang="en-US" sz="2800" b="1" dirty="0">
                <a:solidFill>
                  <a:schemeClr val="folHlink"/>
                </a:solidFill>
                <a:latin typeface="Times New Roman" panose="02020603050405020304" pitchFamily="18" charset="0"/>
                <a:ea typeface="黑体" panose="02010609060101010101" pitchFamily="49" charset="-122"/>
              </a:rPr>
              <a:t>重力、弹力、万有引力是保守力</a:t>
            </a:r>
            <a:r>
              <a:rPr lang="en-US" altLang="zh-CN" sz="2800" b="1" dirty="0">
                <a:solidFill>
                  <a:schemeClr val="folHlink"/>
                </a:solidFill>
                <a:latin typeface="Times New Roman" panose="02020603050405020304" pitchFamily="18" charset="0"/>
                <a:ea typeface="黑体" panose="02010609060101010101" pitchFamily="49" charset="-122"/>
              </a:rPr>
              <a:t>,</a:t>
            </a:r>
            <a:r>
              <a:rPr lang="zh-CN" altLang="en-US" sz="2800" b="1" dirty="0">
                <a:solidFill>
                  <a:schemeClr val="folHlink"/>
                </a:solidFill>
                <a:latin typeface="Times New Roman" panose="02020603050405020304" pitchFamily="18" charset="0"/>
                <a:ea typeface="黑体" panose="02010609060101010101" pitchFamily="49" charset="-122"/>
              </a:rPr>
              <a:t>做功与路径无关</a:t>
            </a:r>
            <a:r>
              <a:rPr lang="en-US" altLang="zh-CN" sz="2800" b="1" dirty="0">
                <a:solidFill>
                  <a:schemeClr val="folHlink"/>
                </a:solidFill>
                <a:latin typeface="Times New Roman" panose="02020603050405020304" pitchFamily="18" charset="0"/>
                <a:ea typeface="黑体" panose="02010609060101010101" pitchFamily="49" charset="-122"/>
              </a:rPr>
              <a:t>!</a:t>
            </a:r>
          </a:p>
        </p:txBody>
      </p:sp>
      <p:sp>
        <p:nvSpPr>
          <p:cNvPr id="42" name="Text Box 5"/>
          <p:cNvSpPr txBox="1"/>
          <p:nvPr/>
        </p:nvSpPr>
        <p:spPr>
          <a:xfrm>
            <a:off x="511175" y="698500"/>
            <a:ext cx="7831138" cy="1031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spcBef>
                <a:spcPct val="50000"/>
              </a:spcBef>
              <a:buNone/>
            </a:pPr>
            <a:r>
              <a:rPr lang="zh-CN" altLang="en-US" sz="2800" b="1" dirty="0">
                <a:latin typeface="Times New Roman" panose="02020603050405020304" pitchFamily="18" charset="0"/>
              </a:rPr>
              <a:t>一切有心力都是保守力，有保守力作用的场称为保守力场。</a:t>
            </a:r>
          </a:p>
        </p:txBody>
      </p:sp>
      <p:grpSp>
        <p:nvGrpSpPr>
          <p:cNvPr id="10" name="Group 43"/>
          <p:cNvGrpSpPr/>
          <p:nvPr/>
        </p:nvGrpSpPr>
        <p:grpSpPr>
          <a:xfrm>
            <a:off x="344488" y="5280025"/>
            <a:ext cx="3071812" cy="938213"/>
            <a:chOff x="344488" y="5280025"/>
            <a:chExt cx="3071812" cy="938213"/>
          </a:xfrm>
        </p:grpSpPr>
        <p:grpSp>
          <p:nvGrpSpPr>
            <p:cNvPr id="33810" name="Group 52"/>
            <p:cNvGrpSpPr/>
            <p:nvPr/>
          </p:nvGrpSpPr>
          <p:grpSpPr>
            <a:xfrm>
              <a:off x="344488" y="5280025"/>
              <a:ext cx="3071812" cy="938213"/>
              <a:chOff x="1505" y="3581"/>
              <a:chExt cx="1935" cy="591"/>
            </a:xfrm>
          </p:grpSpPr>
          <p:sp>
            <p:nvSpPr>
              <p:cNvPr id="33812" name="Text Box 24"/>
              <p:cNvSpPr txBox="1"/>
              <p:nvPr/>
            </p:nvSpPr>
            <p:spPr>
              <a:xfrm>
                <a:off x="1505" y="3719"/>
                <a:ext cx="576" cy="32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latin typeface="Times New Roman" panose="02020603050405020304" pitchFamily="18" charset="0"/>
                  </a:rPr>
                  <a:t>即：</a:t>
                </a:r>
              </a:p>
            </p:txBody>
          </p:sp>
          <p:graphicFrame>
            <p:nvGraphicFramePr>
              <p:cNvPr id="33813" name="Object 5"/>
              <p:cNvGraphicFramePr>
                <a:graphicFrameLocks noChangeAspect="1"/>
              </p:cNvGraphicFramePr>
              <p:nvPr/>
            </p:nvGraphicFramePr>
            <p:xfrm>
              <a:off x="2097" y="3581"/>
              <a:ext cx="1343" cy="591"/>
            </p:xfrm>
            <a:graphic>
              <a:graphicData uri="http://schemas.openxmlformats.org/presentationml/2006/ole">
                <mc:AlternateContent xmlns:mc="http://schemas.openxmlformats.org/markup-compatibility/2006">
                  <mc:Choice xmlns:v="urn:schemas-microsoft-com:vml" Requires="v">
                    <p:oleObj spid="_x0000_s16403" r:id="rId9" imgW="1224915" imgH="452755" progId="Equation.DSMT4">
                      <p:embed/>
                    </p:oleObj>
                  </mc:Choice>
                  <mc:Fallback>
                    <p:oleObj r:id="rId9" imgW="1224915" imgH="452755" progId="Equation.DSMT4">
                      <p:embed/>
                      <p:pic>
                        <p:nvPicPr>
                          <p:cNvPr id="0" name="图片 3142"/>
                          <p:cNvPicPr/>
                          <p:nvPr/>
                        </p:nvPicPr>
                        <p:blipFill>
                          <a:blip r:embed="rId10">
                            <a:clrChange>
                              <a:clrFrom>
                                <a:srgbClr val="000000"/>
                              </a:clrFrom>
                              <a:clrTo>
                                <a:srgbClr val="000000"/>
                              </a:clrTo>
                            </a:clrChange>
                          </a:blip>
                          <a:stretch>
                            <a:fillRect/>
                          </a:stretch>
                        </p:blipFill>
                        <p:spPr>
                          <a:xfrm>
                            <a:off x="2097" y="3581"/>
                            <a:ext cx="1343" cy="591"/>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grpSp>
        <p:sp>
          <p:nvSpPr>
            <p:cNvPr id="33811" name="Oval 42"/>
            <p:cNvSpPr/>
            <p:nvPr/>
          </p:nvSpPr>
          <p:spPr>
            <a:xfrm>
              <a:off x="1328286" y="5650030"/>
              <a:ext cx="250257" cy="250257"/>
            </a:xfrm>
            <a:prstGeom prst="ellipse">
              <a:avLst/>
            </a:prstGeom>
            <a:noFill/>
            <a:ln w="38100" cap="flat" cmpd="sng">
              <a:solidFill>
                <a:schemeClr val="tx1"/>
              </a:solidFill>
              <a:prstDash val="solid"/>
              <a:headEnd type="none" w="med" len="med"/>
              <a:tailEnd type="none" w="med" len="med"/>
            </a:ln>
          </p:spPr>
          <p:txBody>
            <a:bodyPr wrap="none"/>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0"/>
                </a:spcBef>
                <a:buNone/>
              </a:pPr>
              <a:endParaRPr lang="zh-CN" altLang="en-US" sz="1800" dirty="0"/>
            </a:p>
          </p:txBody>
        </p:sp>
      </p:grpSp>
      <p:graphicFrame>
        <p:nvGraphicFramePr>
          <p:cNvPr id="144405" name="Object 2"/>
          <p:cNvGraphicFramePr>
            <a:graphicFrameLocks noChangeAspect="1"/>
          </p:cNvGraphicFramePr>
          <p:nvPr/>
        </p:nvGraphicFramePr>
        <p:xfrm>
          <a:off x="3278188" y="3338513"/>
          <a:ext cx="3295650" cy="868362"/>
        </p:xfrm>
        <a:graphic>
          <a:graphicData uri="http://schemas.openxmlformats.org/presentationml/2006/ole">
            <mc:AlternateContent xmlns:mc="http://schemas.openxmlformats.org/markup-compatibility/2006">
              <mc:Choice xmlns:v="urn:schemas-microsoft-com:vml" Requires="v">
                <p:oleObj spid="_x0000_s16404" r:id="rId11" imgW="2340610" imgH="520065" progId="Equation.DSMT4">
                  <p:embed/>
                </p:oleObj>
              </mc:Choice>
              <mc:Fallback>
                <p:oleObj r:id="rId11" imgW="2340610" imgH="520065" progId="Equation.DSMT4">
                  <p:embed/>
                  <p:pic>
                    <p:nvPicPr>
                      <p:cNvPr id="0" name="图片 3141"/>
                      <p:cNvPicPr/>
                      <p:nvPr/>
                    </p:nvPicPr>
                    <p:blipFill>
                      <a:blip r:embed="rId12">
                        <a:clrChange>
                          <a:clrFrom>
                            <a:srgbClr val="000000"/>
                          </a:clrFrom>
                          <a:clrTo>
                            <a:srgbClr val="FFFFFF"/>
                          </a:clrTo>
                        </a:clrChange>
                      </a:blip>
                      <a:stretch>
                        <a:fillRect/>
                      </a:stretch>
                    </p:blipFill>
                    <p:spPr>
                      <a:xfrm>
                        <a:off x="3278188" y="3338513"/>
                        <a:ext cx="3295650" cy="868362"/>
                      </a:xfrm>
                      <a:prstGeom prst="rect">
                        <a:avLst/>
                      </a:prstGeom>
                      <a:noFill/>
                      <a:ln w="38100">
                        <a:noFill/>
                        <a:miter/>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0-#ppt_w/2"/>
                                          </p:val>
                                        </p:tav>
                                        <p:tav tm="100000">
                                          <p:val>
                                            <p:strVal val="#ppt_x"/>
                                          </p:val>
                                        </p:tav>
                                      </p:tavLst>
                                    </p:anim>
                                    <p:anim calcmode="lin" valueType="num">
                                      <p:cBhvr additive="base">
                                        <p:cTn id="8"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checkerboard(across)">
                                      <p:cBhvr>
                                        <p:cTn id="13" dur="500"/>
                                        <p:tgtEl>
                                          <p:spTgt spid="4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44390"/>
                                        </p:tgtEl>
                                        <p:attrNameLst>
                                          <p:attrName>style.visibility</p:attrName>
                                        </p:attrNameLst>
                                      </p:cBhvr>
                                      <p:to>
                                        <p:strVal val="visible"/>
                                      </p:to>
                                    </p:set>
                                    <p:animEffect transition="in" filter="wipe(up)">
                                      <p:cBhvr>
                                        <p:cTn id="18" dur="500"/>
                                        <p:tgtEl>
                                          <p:spTgt spid="144390"/>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44403"/>
                                        </p:tgtEl>
                                        <p:attrNameLst>
                                          <p:attrName>style.visibility</p:attrName>
                                        </p:attrNameLst>
                                      </p:cBhvr>
                                      <p:to>
                                        <p:strVal val="visible"/>
                                      </p:to>
                                    </p:set>
                                    <p:animEffect transition="in" filter="box(in)">
                                      <p:cBhvr>
                                        <p:cTn id="23" dur="500"/>
                                        <p:tgtEl>
                                          <p:spTgt spid="144403"/>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4420"/>
                                        </p:tgtEl>
                                        <p:attrNameLst>
                                          <p:attrName>style.visibility</p:attrName>
                                        </p:attrNameLst>
                                      </p:cBhvr>
                                      <p:to>
                                        <p:strVal val="visible"/>
                                      </p:to>
                                    </p:set>
                                    <p:animEffect transition="in" filter="wipe(left)">
                                      <p:cBhvr>
                                        <p:cTn id="37" dur="1000"/>
                                        <p:tgtEl>
                                          <p:spTgt spid="14442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44405"/>
                                        </p:tgtEl>
                                        <p:attrNameLst>
                                          <p:attrName>style.visibility</p:attrName>
                                        </p:attrNameLst>
                                      </p:cBhvr>
                                      <p:to>
                                        <p:strVal val="visible"/>
                                      </p:to>
                                    </p:set>
                                    <p:animEffect transition="in" filter="box(in)">
                                      <p:cBhvr>
                                        <p:cTn id="42" dur="500"/>
                                        <p:tgtEl>
                                          <p:spTgt spid="14440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144419"/>
                                        </p:tgtEl>
                                        <p:attrNameLst>
                                          <p:attrName>style.visibility</p:attrName>
                                        </p:attrNameLst>
                                      </p:cBhvr>
                                      <p:to>
                                        <p:strVal val="visible"/>
                                      </p:to>
                                    </p:set>
                                    <p:animEffect transition="in" filter="box(in)">
                                      <p:cBhvr>
                                        <p:cTn id="47" dur="500"/>
                                        <p:tgtEl>
                                          <p:spTgt spid="14441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44404"/>
                                        </p:tgtEl>
                                        <p:attrNameLst>
                                          <p:attrName>style.visibility</p:attrName>
                                        </p:attrNameLst>
                                      </p:cBhvr>
                                      <p:to>
                                        <p:strVal val="visible"/>
                                      </p:to>
                                    </p:set>
                                    <p:animEffect transition="in" filter="dissolve">
                                      <p:cBhvr>
                                        <p:cTn id="57" dur="500"/>
                                        <p:tgtEl>
                                          <p:spTgt spid="144404"/>
                                        </p:tgtEl>
                                      </p:cBhvr>
                                    </p:animEffect>
                                  </p:childTnLst>
                                </p:cTn>
                              </p:par>
                            </p:childTnLst>
                          </p:cTn>
                        </p:par>
                        <p:par>
                          <p:cTn id="58" fill="hold">
                            <p:stCondLst>
                              <p:cond delay="500"/>
                            </p:stCondLst>
                            <p:childTnLst>
                              <p:par>
                                <p:cTn id="59" presetID="4" presetClass="entr" presetSubtype="16" fill="hold" nodeType="afterEffect">
                                  <p:stCondLst>
                                    <p:cond delay="0"/>
                                  </p:stCondLst>
                                  <p:childTnLst>
                                    <p:set>
                                      <p:cBhvr>
                                        <p:cTn id="60" dur="1" fill="hold">
                                          <p:stCondLst>
                                            <p:cond delay="0"/>
                                          </p:stCondLst>
                                        </p:cTn>
                                        <p:tgtEl>
                                          <p:spTgt spid="144406"/>
                                        </p:tgtEl>
                                        <p:attrNameLst>
                                          <p:attrName>style.visibility</p:attrName>
                                        </p:attrNameLst>
                                      </p:cBhvr>
                                      <p:to>
                                        <p:strVal val="visible"/>
                                      </p:to>
                                    </p:set>
                                    <p:animEffect transition="in" filter="box(in)">
                                      <p:cBhvr>
                                        <p:cTn id="61" dur="500"/>
                                        <p:tgtEl>
                                          <p:spTgt spid="144406"/>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blinds(horizontal)">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6" fill="hold" nodeType="clickEffect">
                                  <p:stCondLst>
                                    <p:cond delay="0"/>
                                  </p:stCondLst>
                                  <p:childTnLst>
                                    <p:set>
                                      <p:cBhvr>
                                        <p:cTn id="70" dur="1" fill="hold">
                                          <p:stCondLst>
                                            <p:cond delay="0"/>
                                          </p:stCondLst>
                                        </p:cTn>
                                        <p:tgtEl>
                                          <p:spTgt spid="144407"/>
                                        </p:tgtEl>
                                        <p:attrNameLst>
                                          <p:attrName>style.visibility</p:attrName>
                                        </p:attrNameLst>
                                      </p:cBhvr>
                                      <p:to>
                                        <p:strVal val="visible"/>
                                      </p:to>
                                    </p:set>
                                    <p:animEffect transition="in" filter="barn(inHorizontal)">
                                      <p:cBhvr>
                                        <p:cTn id="71" dur="500"/>
                                        <p:tgtEl>
                                          <p:spTgt spid="144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0" grpId="0"/>
      <p:bldP spid="144403" grpId="0"/>
      <p:bldP spid="144404" grpId="0"/>
      <p:bldP spid="144407" grpId="0"/>
      <p:bldP spid="41" grpId="0"/>
      <p:bldP spid="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15</a:t>
            </a:fld>
            <a:endParaRPr lang="en-US" altLang="zh-CN" sz="1800" dirty="0">
              <a:solidFill>
                <a:schemeClr val="accent2"/>
              </a:solidFill>
            </a:endParaRPr>
          </a:p>
        </p:txBody>
      </p:sp>
      <p:sp>
        <p:nvSpPr>
          <p:cNvPr id="142338" name="Text Box 2"/>
          <p:cNvSpPr txBox="1"/>
          <p:nvPr/>
        </p:nvSpPr>
        <p:spPr>
          <a:xfrm>
            <a:off x="277813" y="82550"/>
            <a:ext cx="2438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solidFill>
                  <a:schemeClr val="folHlink"/>
                </a:solidFill>
                <a:latin typeface="Times New Roman" panose="02020603050405020304" pitchFamily="18" charset="0"/>
                <a:ea typeface="黑体" panose="02010609060101010101" pitchFamily="49" charset="-122"/>
              </a:rPr>
              <a:t>二、势能</a:t>
            </a:r>
          </a:p>
        </p:txBody>
      </p:sp>
      <p:sp>
        <p:nvSpPr>
          <p:cNvPr id="142339" name="Text Box 3"/>
          <p:cNvSpPr txBox="1"/>
          <p:nvPr/>
        </p:nvSpPr>
        <p:spPr>
          <a:xfrm>
            <a:off x="457200" y="609600"/>
            <a:ext cx="8229600" cy="6048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存在一个由质点的位置决定的函数</a:t>
            </a:r>
          </a:p>
        </p:txBody>
      </p:sp>
      <p:sp>
        <p:nvSpPr>
          <p:cNvPr id="142340" name="Text Box 4"/>
          <p:cNvSpPr txBox="1"/>
          <p:nvPr/>
        </p:nvSpPr>
        <p:spPr>
          <a:xfrm>
            <a:off x="457200" y="2286000"/>
            <a:ext cx="8382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定义</a:t>
            </a:r>
            <a:r>
              <a:rPr lang="zh-CN" altLang="en-US" sz="2800" b="1" dirty="0">
                <a:solidFill>
                  <a:schemeClr val="folHlink"/>
                </a:solidFill>
                <a:latin typeface="Times New Roman" panose="02020603050405020304" pitchFamily="18" charset="0"/>
                <a:ea typeface="黑体" panose="02010609060101010101" pitchFamily="49" charset="-122"/>
              </a:rPr>
              <a:t>保守力所做的功等于势能增量的负值：</a:t>
            </a:r>
          </a:p>
        </p:txBody>
      </p:sp>
      <p:sp>
        <p:nvSpPr>
          <p:cNvPr id="142341" name="Text Box 5"/>
          <p:cNvSpPr txBox="1">
            <a:spLocks noChangeArrowheads="1"/>
          </p:cNvSpPr>
          <p:nvPr/>
        </p:nvSpPr>
        <p:spPr bwMode="auto">
          <a:xfrm>
            <a:off x="381000" y="3581400"/>
            <a:ext cx="8077200" cy="1501775"/>
          </a:xfrm>
          <a:prstGeom prst="rect">
            <a:avLst/>
          </a:prstGeom>
          <a:noFill/>
          <a:ln w="9525">
            <a:noFill/>
            <a:miter lim="800000"/>
          </a:ln>
          <a:effectLst/>
        </p:spPr>
        <p:txBody>
          <a:bodyPr>
            <a:spAutoFit/>
          </a:bodyPr>
          <a:lstStyle/>
          <a:p>
            <a:pPr marR="0" defTabSz="914400" eaLnBrk="1" hangingPunct="1">
              <a:lnSpc>
                <a:spcPct val="110000"/>
              </a:lnSpc>
              <a:spcBef>
                <a:spcPct val="50000"/>
              </a:spcBef>
              <a:buClrTx/>
              <a:buSzTx/>
              <a:buFontTx/>
              <a:buNone/>
              <a:defRPr/>
            </a:pP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要确定质点在任一给定位置的势能值，应选某一参考位置，规定质点在参考位置时的势能为零，以它作为</a:t>
            </a: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势能零点</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，则任意位置的势能就确定了。</a:t>
            </a:r>
          </a:p>
        </p:txBody>
      </p:sp>
      <p:graphicFrame>
        <p:nvGraphicFramePr>
          <p:cNvPr id="142345" name="Object 2"/>
          <p:cNvGraphicFramePr>
            <a:graphicFrameLocks noChangeAspect="1"/>
          </p:cNvGraphicFramePr>
          <p:nvPr/>
        </p:nvGraphicFramePr>
        <p:xfrm>
          <a:off x="977900" y="2895600"/>
          <a:ext cx="3984625" cy="641350"/>
        </p:xfrm>
        <a:graphic>
          <a:graphicData uri="http://schemas.openxmlformats.org/presentationml/2006/ole">
            <mc:AlternateContent xmlns:mc="http://schemas.openxmlformats.org/markup-compatibility/2006">
              <mc:Choice xmlns:v="urn:schemas-microsoft-com:vml" Requires="v">
                <p:oleObj spid="_x0000_s17421" r:id="rId4" imgW="2550160" imgH="352425" progId="Equation.DSMT4">
                  <p:embed/>
                </p:oleObj>
              </mc:Choice>
              <mc:Fallback>
                <p:oleObj r:id="rId4" imgW="2550160" imgH="352425" progId="Equation.DSMT4">
                  <p:embed/>
                  <p:pic>
                    <p:nvPicPr>
                      <p:cNvPr id="0" name="图片 3120"/>
                      <p:cNvPicPr/>
                      <p:nvPr/>
                    </p:nvPicPr>
                    <p:blipFill>
                      <a:blip r:embed="rId5">
                        <a:clrChange>
                          <a:clrFrom>
                            <a:srgbClr val="000000"/>
                          </a:clrFrom>
                          <a:clrTo>
                            <a:srgbClr val="FFFFFF"/>
                          </a:clrTo>
                        </a:clrChange>
                      </a:blip>
                      <a:stretch>
                        <a:fillRect/>
                      </a:stretch>
                    </p:blipFill>
                    <p:spPr>
                      <a:xfrm>
                        <a:off x="977900" y="2895600"/>
                        <a:ext cx="3984625" cy="641350"/>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grpSp>
        <p:nvGrpSpPr>
          <p:cNvPr id="2" name="Group 17"/>
          <p:cNvGrpSpPr/>
          <p:nvPr/>
        </p:nvGrpSpPr>
        <p:grpSpPr>
          <a:xfrm>
            <a:off x="390525" y="5027613"/>
            <a:ext cx="7239000" cy="700087"/>
            <a:chOff x="288" y="3216"/>
            <a:chExt cx="4560" cy="441"/>
          </a:xfrm>
        </p:grpSpPr>
        <p:sp>
          <p:nvSpPr>
            <p:cNvPr id="35853" name="Text Box 6"/>
            <p:cNvSpPr txBox="1"/>
            <p:nvPr/>
          </p:nvSpPr>
          <p:spPr>
            <a:xfrm>
              <a:off x="288" y="3216"/>
              <a:ext cx="4560" cy="39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如选位置</a:t>
              </a:r>
              <a:r>
                <a:rPr lang="en-US" altLang="zh-CN" b="1" i="1" dirty="0">
                  <a:latin typeface="Times New Roman" panose="02020603050405020304" pitchFamily="18" charset="0"/>
                </a:rPr>
                <a:t>b </a:t>
              </a:r>
              <a:r>
                <a:rPr lang="zh-CN" altLang="en-US" sz="2800" b="1" dirty="0">
                  <a:latin typeface="Times New Roman" panose="02020603050405020304" pitchFamily="18" charset="0"/>
                </a:rPr>
                <a:t>为势能零点，即              ，则：</a:t>
              </a:r>
            </a:p>
          </p:txBody>
        </p:sp>
        <p:graphicFrame>
          <p:nvGraphicFramePr>
            <p:cNvPr id="35854" name="Object 4"/>
            <p:cNvGraphicFramePr>
              <a:graphicFrameLocks noChangeAspect="1"/>
            </p:cNvGraphicFramePr>
            <p:nvPr/>
          </p:nvGraphicFramePr>
          <p:xfrm>
            <a:off x="3058" y="3264"/>
            <a:ext cx="638" cy="393"/>
          </p:xfrm>
          <a:graphic>
            <a:graphicData uri="http://schemas.openxmlformats.org/presentationml/2006/ole">
              <mc:AlternateContent xmlns:mc="http://schemas.openxmlformats.org/markup-compatibility/2006">
                <mc:Choice xmlns:v="urn:schemas-microsoft-com:vml" Requires="v">
                  <p:oleObj spid="_x0000_s17422" r:id="rId6" imgW="721360" imgH="352425" progId="Equation.3">
                    <p:embed/>
                  </p:oleObj>
                </mc:Choice>
                <mc:Fallback>
                  <p:oleObj r:id="rId6" imgW="721360" imgH="352425" progId="Equation.3">
                    <p:embed/>
                    <p:pic>
                      <p:nvPicPr>
                        <p:cNvPr id="0" name="图片 3118"/>
                        <p:cNvPicPr/>
                        <p:nvPr/>
                      </p:nvPicPr>
                      <p:blipFill>
                        <a:blip r:embed="rId7">
                          <a:clrChange>
                            <a:clrFrom>
                              <a:srgbClr val="000000"/>
                            </a:clrFrom>
                            <a:clrTo>
                              <a:srgbClr val="000000"/>
                            </a:clrTo>
                          </a:clrChange>
                        </a:blip>
                        <a:stretch>
                          <a:fillRect/>
                        </a:stretch>
                      </p:blipFill>
                      <p:spPr>
                        <a:xfrm>
                          <a:off x="3058" y="3264"/>
                          <a:ext cx="638" cy="393"/>
                        </a:xfrm>
                        <a:prstGeom prst="rect">
                          <a:avLst/>
                        </a:prstGeom>
                        <a:noFill/>
                        <a:ln w="38100">
                          <a:noFill/>
                          <a:miter/>
                        </a:ln>
                      </p:spPr>
                    </p:pic>
                  </p:oleObj>
                </mc:Fallback>
              </mc:AlternateContent>
            </a:graphicData>
          </a:graphic>
        </p:graphicFrame>
      </p:grpSp>
      <p:sp>
        <p:nvSpPr>
          <p:cNvPr id="142347" name="Text Box 11"/>
          <p:cNvSpPr txBox="1">
            <a:spLocks noChangeArrowheads="1"/>
          </p:cNvSpPr>
          <p:nvPr/>
        </p:nvSpPr>
        <p:spPr bwMode="auto">
          <a:xfrm>
            <a:off x="5364163" y="2924175"/>
            <a:ext cx="4114800" cy="519113"/>
          </a:xfrm>
          <a:prstGeom prst="rect">
            <a:avLst/>
          </a:prstGeom>
          <a:noFill/>
          <a:ln w="9525">
            <a:noFill/>
            <a:miter lim="800000"/>
          </a:ln>
          <a:effectLst/>
        </p:spPr>
        <p:txBody>
          <a:bodyPr>
            <a:spAutoFit/>
          </a:bodyPr>
          <a:lstStyle/>
          <a:p>
            <a:pPr marR="0" defTabSz="914400" eaLnBrk="1" hangingPunct="1">
              <a:spcBef>
                <a:spcPct val="50000"/>
              </a:spcBef>
              <a:buClrTx/>
              <a:buSzTx/>
              <a:buFontTx/>
              <a:buNone/>
              <a:defRPr/>
            </a:pP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为</a:t>
            </a:r>
            <a:r>
              <a:rPr kumimoji="1" lang="zh-CN" altLang="en-US" sz="2800" b="1" kern="1200" cap="none" spc="0" normalizeH="0" baseline="0" noProof="0" dirty="0">
                <a:solidFill>
                  <a:srgbClr val="99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势能差</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的定义。</a:t>
            </a:r>
          </a:p>
        </p:txBody>
      </p:sp>
      <p:graphicFrame>
        <p:nvGraphicFramePr>
          <p:cNvPr id="142349" name="Object 3"/>
          <p:cNvGraphicFramePr>
            <a:graphicFrameLocks noChangeAspect="1"/>
          </p:cNvGraphicFramePr>
          <p:nvPr/>
        </p:nvGraphicFramePr>
        <p:xfrm>
          <a:off x="2647950" y="5705475"/>
          <a:ext cx="4027488" cy="904875"/>
        </p:xfrm>
        <a:graphic>
          <a:graphicData uri="http://schemas.openxmlformats.org/presentationml/2006/ole">
            <mc:AlternateContent xmlns:mc="http://schemas.openxmlformats.org/markup-compatibility/2006">
              <mc:Choice xmlns:v="urn:schemas-microsoft-com:vml" Requires="v">
                <p:oleObj spid="_x0000_s17423" r:id="rId8" imgW="2407920" imgH="520065" progId="Equation.DSMT4">
                  <p:embed/>
                </p:oleObj>
              </mc:Choice>
              <mc:Fallback>
                <p:oleObj r:id="rId8" imgW="2407920" imgH="520065" progId="Equation.DSMT4">
                  <p:embed/>
                  <p:pic>
                    <p:nvPicPr>
                      <p:cNvPr id="0" name="图片 3119"/>
                      <p:cNvPicPr/>
                      <p:nvPr/>
                    </p:nvPicPr>
                    <p:blipFill>
                      <a:blip r:embed="rId9">
                        <a:clrChange>
                          <a:clrFrom>
                            <a:srgbClr val="000000"/>
                          </a:clrFrom>
                          <a:clrTo>
                            <a:srgbClr val="FFFFFF"/>
                          </a:clrTo>
                        </a:clrChange>
                      </a:blip>
                      <a:stretch>
                        <a:fillRect/>
                      </a:stretch>
                    </p:blipFill>
                    <p:spPr>
                      <a:xfrm>
                        <a:off x="2647950" y="5705475"/>
                        <a:ext cx="4027488" cy="904875"/>
                      </a:xfrm>
                      <a:prstGeom prst="rect">
                        <a:avLst/>
                      </a:prstGeom>
                      <a:noFill/>
                      <a:ln w="38100">
                        <a:noFill/>
                        <a:miter/>
                      </a:ln>
                    </p:spPr>
                  </p:pic>
                </p:oleObj>
              </mc:Fallback>
            </mc:AlternateContent>
          </a:graphicData>
        </a:graphic>
      </p:graphicFrame>
      <p:sp>
        <p:nvSpPr>
          <p:cNvPr id="142350" name="Text Box 14"/>
          <p:cNvSpPr txBox="1">
            <a:spLocks noChangeArrowheads="1"/>
          </p:cNvSpPr>
          <p:nvPr/>
        </p:nvSpPr>
        <p:spPr bwMode="auto">
          <a:xfrm>
            <a:off x="457200" y="1143000"/>
            <a:ext cx="8229600" cy="1117600"/>
          </a:xfrm>
          <a:prstGeom prst="rect">
            <a:avLst/>
          </a:prstGeom>
          <a:noFill/>
          <a:ln w="9525">
            <a:noFill/>
            <a:miter lim="800000"/>
          </a:ln>
          <a:effectLst/>
        </p:spPr>
        <p:txBody>
          <a:bodyPr>
            <a:spAutoFit/>
          </a:bodyPr>
          <a:lstStyle/>
          <a:p>
            <a:pPr marR="0" defTabSz="914400" eaLnBrk="1" hangingPunct="1">
              <a:lnSpc>
                <a:spcPct val="120000"/>
              </a:lnSpc>
              <a:spcBef>
                <a:spcPct val="20000"/>
              </a:spcBef>
              <a:buClr>
                <a:schemeClr val="accent2"/>
              </a:buClr>
              <a:buSzPct val="80000"/>
              <a:buFont typeface="Wingdings" panose="05000000000000000000" pitchFamily="2" charset="2"/>
              <a:buNone/>
              <a:defRPr/>
            </a:pP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它说明质点在保守力场中每一位置都储存着一种能量</a:t>
            </a:r>
            <a:r>
              <a:rPr kumimoji="1" lang="en-US" altLang="zh-CN" sz="2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势能</a:t>
            </a:r>
            <a:r>
              <a:rPr kumimoji="1" lang="zh-CN" altLang="en-US" sz="2800" b="1" kern="1200" cap="none" spc="0" normalizeH="0" baseline="0" noProof="0" dirty="0">
                <a:latin typeface="Times New Roman" panose="02020603050405020304" pitchFamily="18" charset="0"/>
                <a:ea typeface="宋体" panose="02010600030101010101" pitchFamily="2" charset="-122"/>
                <a:cs typeface="+mn-cs"/>
              </a:rPr>
              <a:t>。</a:t>
            </a:r>
          </a:p>
        </p:txBody>
      </p:sp>
      <p:sp>
        <p:nvSpPr>
          <p:cNvPr id="142351" name="Text Box 15"/>
          <p:cNvSpPr txBox="1">
            <a:spLocks noChangeArrowheads="1"/>
          </p:cNvSpPr>
          <p:nvPr/>
        </p:nvSpPr>
        <p:spPr bwMode="auto">
          <a:xfrm>
            <a:off x="5916613" y="588963"/>
            <a:ext cx="3429000" cy="604838"/>
          </a:xfrm>
          <a:prstGeom prst="rect">
            <a:avLst/>
          </a:prstGeom>
          <a:noFill/>
          <a:ln w="9525">
            <a:noFill/>
            <a:miter lim="800000"/>
          </a:ln>
          <a:effectLst/>
        </p:spPr>
        <p:txBody>
          <a:bodyPr>
            <a:spAutoFit/>
          </a:bodyPr>
          <a:lstStyle/>
          <a:p>
            <a:pPr marR="0" defTabSz="914400" eaLnBrk="1" hangingPunct="1">
              <a:lnSpc>
                <a:spcPct val="120000"/>
              </a:lnSpc>
              <a:spcBef>
                <a:spcPct val="20000"/>
              </a:spcBef>
              <a:buClr>
                <a:schemeClr val="accent2"/>
              </a:buClr>
              <a:buSzPct val="80000"/>
              <a:buFont typeface="Wingdings" panose="05000000000000000000" pitchFamily="2" charset="2"/>
              <a:buNone/>
              <a:defRPr/>
            </a:pPr>
            <a:r>
              <a:rPr kumimoji="1" lang="en-US" altLang="zh-CN" sz="2800" b="1" kern="12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kern="1200" cap="none" spc="0" normalizeH="0" baseline="0" noProof="0" dirty="0">
                <a:latin typeface="Times New Roman" panose="02020603050405020304" pitchFamily="18" charset="0"/>
                <a:ea typeface="宋体" panose="02010600030101010101" pitchFamily="2" charset="-122"/>
                <a:cs typeface="+mn-cs"/>
              </a:rPr>
              <a:t> </a:t>
            </a:r>
            <a:r>
              <a:rPr kumimoji="1" lang="zh-CN" altLang="en-US" sz="2800"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势能函数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box(in)">
                                      <p:cBhvr>
                                        <p:cTn id="7" dur="500"/>
                                        <p:tgtEl>
                                          <p:spTgt spid="1423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42339"/>
                                        </p:tgtEl>
                                        <p:attrNameLst>
                                          <p:attrName>style.visibility</p:attrName>
                                        </p:attrNameLst>
                                      </p:cBhvr>
                                      <p:to>
                                        <p:strVal val="visible"/>
                                      </p:to>
                                    </p:set>
                                    <p:animEffect transition="in" filter="box(in)">
                                      <p:cBhvr>
                                        <p:cTn id="12" dur="500"/>
                                        <p:tgtEl>
                                          <p:spTgt spid="142339"/>
                                        </p:tgtEl>
                                      </p:cBhvr>
                                    </p:animEffect>
                                  </p:childTnLst>
                                </p:cTn>
                              </p:par>
                            </p:childTnLst>
                          </p:cTn>
                        </p:par>
                        <p:par>
                          <p:cTn id="13" fill="hold">
                            <p:stCondLst>
                              <p:cond delay="500"/>
                            </p:stCondLst>
                            <p:childTnLst>
                              <p:par>
                                <p:cTn id="14" presetID="4" presetClass="entr" presetSubtype="16" fill="hold" nodeType="afterEffect">
                                  <p:stCondLst>
                                    <p:cond delay="0"/>
                                  </p:stCondLst>
                                  <p:iterate type="wd">
                                    <p:tmPct val="100000"/>
                                  </p:iterate>
                                  <p:childTnLst>
                                    <p:set>
                                      <p:cBhvr>
                                        <p:cTn id="15" dur="1" fill="hold">
                                          <p:stCondLst>
                                            <p:cond delay="0"/>
                                          </p:stCondLst>
                                        </p:cTn>
                                        <p:tgtEl>
                                          <p:spTgt spid="142351"/>
                                        </p:tgtEl>
                                        <p:attrNameLst>
                                          <p:attrName>style.visibility</p:attrName>
                                        </p:attrNameLst>
                                      </p:cBhvr>
                                      <p:to>
                                        <p:strVal val="visible"/>
                                      </p:to>
                                    </p:set>
                                    <p:animEffect transition="in" filter="box(in)">
                                      <p:cBhvr>
                                        <p:cTn id="16" dur="300"/>
                                        <p:tgtEl>
                                          <p:spTgt spid="14235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142350"/>
                                        </p:tgtEl>
                                        <p:attrNameLst>
                                          <p:attrName>style.visibility</p:attrName>
                                        </p:attrNameLst>
                                      </p:cBhvr>
                                      <p:to>
                                        <p:strVal val="visible"/>
                                      </p:to>
                                    </p:set>
                                    <p:animEffect transition="in" filter="box(in)">
                                      <p:cBhvr>
                                        <p:cTn id="21" dur="500"/>
                                        <p:tgtEl>
                                          <p:spTgt spid="14235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42340"/>
                                        </p:tgtEl>
                                        <p:attrNameLst>
                                          <p:attrName>style.visibility</p:attrName>
                                        </p:attrNameLst>
                                      </p:cBhvr>
                                      <p:to>
                                        <p:strVal val="visible"/>
                                      </p:to>
                                    </p:set>
                                    <p:animEffect transition="in" filter="dissolve">
                                      <p:cBhvr>
                                        <p:cTn id="26" dur="500"/>
                                        <p:tgtEl>
                                          <p:spTgt spid="14234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42345"/>
                                        </p:tgtEl>
                                        <p:attrNameLst>
                                          <p:attrName>style.visibility</p:attrName>
                                        </p:attrNameLst>
                                      </p:cBhvr>
                                      <p:to>
                                        <p:strVal val="visible"/>
                                      </p:to>
                                    </p:set>
                                    <p:animEffect transition="in" filter="blinds(horizontal)">
                                      <p:cBhvr>
                                        <p:cTn id="31" dur="500"/>
                                        <p:tgtEl>
                                          <p:spTgt spid="14234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142347"/>
                                        </p:tgtEl>
                                        <p:attrNameLst>
                                          <p:attrName>style.visibility</p:attrName>
                                        </p:attrNameLst>
                                      </p:cBhvr>
                                      <p:to>
                                        <p:strVal val="visible"/>
                                      </p:to>
                                    </p:set>
                                    <p:animEffect transition="in" filter="dissolve">
                                      <p:cBhvr>
                                        <p:cTn id="36" dur="500"/>
                                        <p:tgtEl>
                                          <p:spTgt spid="142347"/>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6" fill="hold" nodeType="clickEffect">
                                  <p:stCondLst>
                                    <p:cond delay="0"/>
                                  </p:stCondLst>
                                  <p:childTnLst>
                                    <p:set>
                                      <p:cBhvr>
                                        <p:cTn id="40" dur="1" fill="hold">
                                          <p:stCondLst>
                                            <p:cond delay="0"/>
                                          </p:stCondLst>
                                        </p:cTn>
                                        <p:tgtEl>
                                          <p:spTgt spid="142341"/>
                                        </p:tgtEl>
                                        <p:attrNameLst>
                                          <p:attrName>style.visibility</p:attrName>
                                        </p:attrNameLst>
                                      </p:cBhvr>
                                      <p:to>
                                        <p:strVal val="visible"/>
                                      </p:to>
                                    </p:set>
                                    <p:animEffect transition="in" filter="barn(inHorizontal)">
                                      <p:cBhvr>
                                        <p:cTn id="41" dur="500"/>
                                        <p:tgtEl>
                                          <p:spTgt spid="14234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blinds(horizontal)">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142349"/>
                                        </p:tgtEl>
                                        <p:attrNameLst>
                                          <p:attrName>style.visibility</p:attrName>
                                        </p:attrNameLst>
                                      </p:cBhvr>
                                      <p:to>
                                        <p:strVal val="visible"/>
                                      </p:to>
                                    </p:set>
                                    <p:animEffect transition="in" filter="box(in)">
                                      <p:cBhvr>
                                        <p:cTn id="51" dur="500"/>
                                        <p:tgtEl>
                                          <p:spTgt spid="142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p:bldP spid="142339" grpId="0"/>
      <p:bldP spid="142340" grpId="0"/>
      <p:bldP spid="142341" grpId="0"/>
      <p:bldP spid="142347" grpId="0"/>
      <p:bldP spid="142350" grpId="0"/>
      <p:bldP spid="14235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16</a:t>
            </a:fld>
            <a:endParaRPr lang="en-US" altLang="zh-CN" sz="1800" dirty="0">
              <a:solidFill>
                <a:schemeClr val="accent2"/>
              </a:solidFill>
            </a:endParaRPr>
          </a:p>
        </p:txBody>
      </p:sp>
      <p:sp>
        <p:nvSpPr>
          <p:cNvPr id="141314" name="Text Box 2"/>
          <p:cNvSpPr txBox="1"/>
          <p:nvPr/>
        </p:nvSpPr>
        <p:spPr>
          <a:xfrm>
            <a:off x="234950" y="147638"/>
            <a:ext cx="2174875"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讨论</a:t>
            </a:r>
            <a:r>
              <a:rPr lang="en-US" altLang="zh-CN" sz="2800" b="1" dirty="0">
                <a:latin typeface="Times New Roman" panose="02020603050405020304" pitchFamily="18" charset="0"/>
              </a:rPr>
              <a:t>:</a:t>
            </a:r>
          </a:p>
        </p:txBody>
      </p:sp>
      <p:sp>
        <p:nvSpPr>
          <p:cNvPr id="141315" name="Text Box 3"/>
          <p:cNvSpPr txBox="1"/>
          <p:nvPr/>
        </p:nvSpPr>
        <p:spPr>
          <a:xfrm>
            <a:off x="219075" y="909638"/>
            <a:ext cx="57912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latin typeface="Times New Roman" panose="02020603050405020304" pitchFamily="18" charset="0"/>
              </a:rPr>
              <a:t>1</a:t>
            </a:r>
            <a:r>
              <a:rPr lang="zh-CN" altLang="en-US" sz="2800" b="1" dirty="0">
                <a:latin typeface="Times New Roman" panose="02020603050405020304" pitchFamily="18" charset="0"/>
              </a:rPr>
              <a:t>、势能是标量，为状态函数。</a:t>
            </a:r>
          </a:p>
        </p:txBody>
      </p:sp>
      <p:sp>
        <p:nvSpPr>
          <p:cNvPr id="141316" name="Text Box 4"/>
          <p:cNvSpPr txBox="1"/>
          <p:nvPr/>
        </p:nvSpPr>
        <p:spPr>
          <a:xfrm>
            <a:off x="247650" y="1671638"/>
            <a:ext cx="86868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en-US" altLang="zh-CN" sz="2800" b="1" dirty="0">
                <a:latin typeface="Times New Roman" panose="02020603050405020304" pitchFamily="18" charset="0"/>
              </a:rPr>
              <a:t>2</a:t>
            </a:r>
            <a:r>
              <a:rPr lang="zh-CN" altLang="en-US" sz="2800" b="1" dirty="0">
                <a:latin typeface="Times New Roman" panose="02020603050405020304" pitchFamily="18" charset="0"/>
              </a:rPr>
              <a:t>、势能的单位与功的单位相同，也是焦耳（</a:t>
            </a:r>
            <a:r>
              <a:rPr lang="en-US" altLang="zh-CN" sz="2800" b="1" dirty="0">
                <a:latin typeface="Times New Roman" panose="02020603050405020304" pitchFamily="18" charset="0"/>
              </a:rPr>
              <a:t>J</a:t>
            </a:r>
            <a:r>
              <a:rPr lang="zh-CN" altLang="en-US" sz="2800" b="1" dirty="0">
                <a:latin typeface="Times New Roman" panose="02020603050405020304" pitchFamily="18" charset="0"/>
              </a:rPr>
              <a:t>）。</a:t>
            </a:r>
          </a:p>
        </p:txBody>
      </p:sp>
      <p:sp>
        <p:nvSpPr>
          <p:cNvPr id="141326" name="Rectangle 14"/>
          <p:cNvSpPr/>
          <p:nvPr/>
        </p:nvSpPr>
        <p:spPr>
          <a:xfrm>
            <a:off x="239713" y="2433638"/>
            <a:ext cx="8470900" cy="11271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50000"/>
              </a:spcBef>
              <a:buNone/>
            </a:pPr>
            <a:r>
              <a:rPr lang="en-US" altLang="zh-CN" sz="2800" b="1" dirty="0">
                <a:latin typeface="Times New Roman" panose="02020603050405020304" pitchFamily="18" charset="0"/>
              </a:rPr>
              <a:t>3</a:t>
            </a:r>
            <a:r>
              <a:rPr lang="zh-CN" altLang="en-US" sz="2800" b="1" dirty="0">
                <a:latin typeface="宋体" panose="02010600030101010101" pitchFamily="2" charset="-122"/>
              </a:rPr>
              <a:t>、只要有保守力，就可引入相应的势能。</a:t>
            </a:r>
            <a:r>
              <a:rPr lang="zh-CN" altLang="en-US" sz="2800" b="1" dirty="0">
                <a:solidFill>
                  <a:srgbClr val="0000FF"/>
                </a:solidFill>
                <a:latin typeface="Times New Roman" panose="02020603050405020304" pitchFamily="18" charset="0"/>
              </a:rPr>
              <a:t>非保守力不能引入势能。</a:t>
            </a:r>
            <a:endParaRPr lang="zh-CN" altLang="en-US" sz="2800" b="1" dirty="0">
              <a:solidFill>
                <a:srgbClr val="0000FF"/>
              </a:solidFill>
              <a:latin typeface="宋体" panose="02010600030101010101" pitchFamily="2" charset="-122"/>
            </a:endParaRPr>
          </a:p>
        </p:txBody>
      </p:sp>
      <p:sp>
        <p:nvSpPr>
          <p:cNvPr id="141328" name="Rectangle 16"/>
          <p:cNvSpPr/>
          <p:nvPr/>
        </p:nvSpPr>
        <p:spPr>
          <a:xfrm>
            <a:off x="254000" y="3652838"/>
            <a:ext cx="8312150"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spcBef>
                <a:spcPct val="50000"/>
              </a:spcBef>
              <a:buNone/>
            </a:pPr>
            <a:r>
              <a:rPr lang="en-US" altLang="zh-CN" sz="2800" b="1" dirty="0">
                <a:latin typeface="Times New Roman" panose="02020603050405020304" pitchFamily="18" charset="0"/>
              </a:rPr>
              <a:t>4</a:t>
            </a:r>
            <a:r>
              <a:rPr lang="zh-CN" altLang="en-US" sz="2800" b="1" dirty="0">
                <a:latin typeface="宋体" panose="02010600030101010101" pitchFamily="2" charset="-122"/>
              </a:rPr>
              <a:t>、势能仅有相对意义，所以必须指出零势能参考点。</a:t>
            </a:r>
            <a:r>
              <a:rPr lang="zh-CN" altLang="en-US" sz="2800" b="1" dirty="0">
                <a:solidFill>
                  <a:srgbClr val="0000FF"/>
                </a:solidFill>
                <a:latin typeface="黑体" panose="02010609060101010101" pitchFamily="49" charset="-122"/>
                <a:ea typeface="黑体" panose="02010609060101010101" pitchFamily="49" charset="-122"/>
              </a:rPr>
              <a:t>两点间的势能差是绝对的。</a:t>
            </a:r>
          </a:p>
        </p:txBody>
      </p:sp>
      <p:sp>
        <p:nvSpPr>
          <p:cNvPr id="141329" name="Rectangle 17"/>
          <p:cNvSpPr/>
          <p:nvPr/>
        </p:nvSpPr>
        <p:spPr>
          <a:xfrm>
            <a:off x="249238" y="5024438"/>
            <a:ext cx="876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latin typeface="Times New Roman" panose="02020603050405020304" pitchFamily="18" charset="0"/>
              </a:rPr>
              <a:t>5</a:t>
            </a:r>
            <a:r>
              <a:rPr lang="zh-CN" altLang="en-US" sz="2800" b="1" dirty="0">
                <a:latin typeface="宋体" panose="02010600030101010101" pitchFamily="2" charset="-122"/>
              </a:rPr>
              <a:t>、势能是属于具有保守力相互作用的质点系统的。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41314"/>
                                        </p:tgtEl>
                                        <p:attrNameLst>
                                          <p:attrName>style.visibility</p:attrName>
                                        </p:attrNameLst>
                                      </p:cBhvr>
                                      <p:to>
                                        <p:strVal val="visible"/>
                                      </p:to>
                                    </p:set>
                                    <p:anim calcmode="lin" valueType="num">
                                      <p:cBhvr>
                                        <p:cTn id="7" dur="500" fill="hold"/>
                                        <p:tgtEl>
                                          <p:spTgt spid="141314"/>
                                        </p:tgtEl>
                                        <p:attrNameLst>
                                          <p:attrName>ppt_w</p:attrName>
                                        </p:attrNameLst>
                                      </p:cBhvr>
                                      <p:tavLst>
                                        <p:tav tm="0">
                                          <p:val>
                                            <p:fltVal val="0"/>
                                          </p:val>
                                        </p:tav>
                                        <p:tav tm="100000">
                                          <p:val>
                                            <p:strVal val="#ppt_w"/>
                                          </p:val>
                                        </p:tav>
                                      </p:tavLst>
                                    </p:anim>
                                    <p:anim calcmode="lin" valueType="num">
                                      <p:cBhvr>
                                        <p:cTn id="8" dur="500" fill="hold"/>
                                        <p:tgtEl>
                                          <p:spTgt spid="14131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41315"/>
                                        </p:tgtEl>
                                        <p:attrNameLst>
                                          <p:attrName>style.visibility</p:attrName>
                                        </p:attrNameLst>
                                      </p:cBhvr>
                                      <p:to>
                                        <p:strVal val="visible"/>
                                      </p:to>
                                    </p:set>
                                    <p:animEffect transition="in" filter="checkerboard(across)">
                                      <p:cBhvr>
                                        <p:cTn id="13" dur="500"/>
                                        <p:tgtEl>
                                          <p:spTgt spid="141315"/>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141316"/>
                                        </p:tgtEl>
                                        <p:attrNameLst>
                                          <p:attrName>style.visibility</p:attrName>
                                        </p:attrNameLst>
                                      </p:cBhvr>
                                      <p:to>
                                        <p:strVal val="visible"/>
                                      </p:to>
                                    </p:set>
                                    <p:animEffect transition="in" filter="barn(inHorizontal)">
                                      <p:cBhvr>
                                        <p:cTn id="18" dur="500"/>
                                        <p:tgtEl>
                                          <p:spTgt spid="14131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41326"/>
                                        </p:tgtEl>
                                        <p:attrNameLst>
                                          <p:attrName>style.visibility</p:attrName>
                                        </p:attrNameLst>
                                      </p:cBhvr>
                                      <p:to>
                                        <p:strVal val="visible"/>
                                      </p:to>
                                    </p:set>
                                    <p:animEffect transition="in" filter="box(in)">
                                      <p:cBhvr>
                                        <p:cTn id="23" dur="500"/>
                                        <p:tgtEl>
                                          <p:spTgt spid="141326"/>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141328"/>
                                        </p:tgtEl>
                                        <p:attrNameLst>
                                          <p:attrName>style.visibility</p:attrName>
                                        </p:attrNameLst>
                                      </p:cBhvr>
                                      <p:to>
                                        <p:strVal val="visible"/>
                                      </p:to>
                                    </p:set>
                                    <p:animEffect transition="in" filter="checkerboard(across)">
                                      <p:cBhvr>
                                        <p:cTn id="28" dur="500"/>
                                        <p:tgtEl>
                                          <p:spTgt spid="141328"/>
                                        </p:tgtEl>
                                      </p:cBhvr>
                                    </p:animEffec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141329"/>
                                        </p:tgtEl>
                                        <p:attrNameLst>
                                          <p:attrName>style.visibility</p:attrName>
                                        </p:attrNameLst>
                                      </p:cBhvr>
                                      <p:to>
                                        <p:strVal val="visible"/>
                                      </p:to>
                                    </p:set>
                                    <p:anim calcmode="lin" valueType="num">
                                      <p:cBhvr>
                                        <p:cTn id="33" dur="500" fill="hold"/>
                                        <p:tgtEl>
                                          <p:spTgt spid="141329"/>
                                        </p:tgtEl>
                                        <p:attrNameLst>
                                          <p:attrName>ppt_w</p:attrName>
                                        </p:attrNameLst>
                                      </p:cBhvr>
                                      <p:tavLst>
                                        <p:tav tm="0">
                                          <p:val>
                                            <p:fltVal val="0"/>
                                          </p:val>
                                        </p:tav>
                                        <p:tav tm="100000">
                                          <p:val>
                                            <p:strVal val="#ppt_w"/>
                                          </p:val>
                                        </p:tav>
                                      </p:tavLst>
                                    </p:anim>
                                    <p:anim calcmode="lin" valueType="num">
                                      <p:cBhvr>
                                        <p:cTn id="34" dur="500" fill="hold"/>
                                        <p:tgtEl>
                                          <p:spTgt spid="14132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p:bldP spid="141315" grpId="0"/>
      <p:bldP spid="141316" grpId="0"/>
      <p:bldP spid="141326" grpId="0"/>
      <p:bldP spid="141328" grpId="0"/>
      <p:bldP spid="1413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17</a:t>
            </a:fld>
            <a:endParaRPr lang="en-US" altLang="zh-CN" sz="1800" dirty="0">
              <a:solidFill>
                <a:schemeClr val="accent2"/>
              </a:solidFill>
            </a:endParaRPr>
          </a:p>
        </p:txBody>
      </p:sp>
      <p:sp>
        <p:nvSpPr>
          <p:cNvPr id="169986" name="Text Box 2"/>
          <p:cNvSpPr txBox="1"/>
          <p:nvPr/>
        </p:nvSpPr>
        <p:spPr>
          <a:xfrm>
            <a:off x="381000" y="2466975"/>
            <a:ext cx="3505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）弹性势能：</a:t>
            </a:r>
          </a:p>
        </p:txBody>
      </p:sp>
      <p:sp>
        <p:nvSpPr>
          <p:cNvPr id="169987" name="Text Box 3"/>
          <p:cNvSpPr txBox="1"/>
          <p:nvPr/>
        </p:nvSpPr>
        <p:spPr>
          <a:xfrm>
            <a:off x="304800" y="2924175"/>
            <a:ext cx="8382000" cy="1165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选弹簧无形变时的长度（</a:t>
            </a:r>
            <a:r>
              <a:rPr lang="en-US" altLang="zh-CN" b="1" i="1" dirty="0">
                <a:latin typeface="Times New Roman" panose="02020603050405020304" pitchFamily="18" charset="0"/>
              </a:rPr>
              <a:t>x=</a:t>
            </a:r>
            <a:r>
              <a:rPr lang="en-US" altLang="zh-CN" b="1" dirty="0">
                <a:latin typeface="Times New Roman" panose="02020603050405020304" pitchFamily="18" charset="0"/>
              </a:rPr>
              <a:t>0</a:t>
            </a:r>
            <a:r>
              <a:rPr lang="zh-CN" altLang="en-US" sz="2800" b="1" dirty="0">
                <a:latin typeface="Times New Roman" panose="02020603050405020304" pitchFamily="18" charset="0"/>
              </a:rPr>
              <a:t>）处弹性势能为零，弹簧具有任一伸长</a:t>
            </a:r>
            <a:r>
              <a:rPr lang="en-US" altLang="zh-CN" b="1" i="1" dirty="0">
                <a:latin typeface="Times New Roman" panose="02020603050405020304" pitchFamily="18" charset="0"/>
              </a:rPr>
              <a:t>x </a:t>
            </a:r>
            <a:r>
              <a:rPr lang="zh-CN" altLang="en-US" sz="2800" b="1" dirty="0">
                <a:latin typeface="Times New Roman" panose="02020603050405020304" pitchFamily="18" charset="0"/>
              </a:rPr>
              <a:t>时的弹性势能为：</a:t>
            </a:r>
            <a:endParaRPr lang="zh-CN" altLang="en-US" b="1" dirty="0">
              <a:latin typeface="Times New Roman" panose="02020603050405020304" pitchFamily="18" charset="0"/>
            </a:endParaRPr>
          </a:p>
        </p:txBody>
      </p:sp>
      <p:sp>
        <p:nvSpPr>
          <p:cNvPr id="169988" name="Text Box 4"/>
          <p:cNvSpPr txBox="1"/>
          <p:nvPr/>
        </p:nvSpPr>
        <p:spPr>
          <a:xfrm>
            <a:off x="381000" y="728663"/>
            <a:ext cx="5715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solidFill>
                  <a:srgbClr val="0000FF"/>
                </a:solidFill>
                <a:latin typeface="黑体" panose="02010609060101010101" pitchFamily="49" charset="-122"/>
                <a:ea typeface="黑体" panose="02010609060101010101" pitchFamily="49" charset="-122"/>
              </a:rPr>
              <a:t>1</a:t>
            </a:r>
            <a:r>
              <a:rPr lang="zh-CN" altLang="en-US" sz="2800" b="1" dirty="0">
                <a:solidFill>
                  <a:srgbClr val="0000FF"/>
                </a:solidFill>
                <a:latin typeface="黑体" panose="02010609060101010101" pitchFamily="49" charset="-122"/>
                <a:ea typeface="黑体" panose="02010609060101010101" pitchFamily="49" charset="-122"/>
              </a:rPr>
              <a:t>）重力势能：</a:t>
            </a:r>
          </a:p>
        </p:txBody>
      </p:sp>
      <p:sp>
        <p:nvSpPr>
          <p:cNvPr id="169989" name="Text Box 5"/>
          <p:cNvSpPr txBox="1"/>
          <p:nvPr/>
        </p:nvSpPr>
        <p:spPr>
          <a:xfrm>
            <a:off x="381000" y="1262063"/>
            <a:ext cx="5991225" cy="10985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spcBef>
                <a:spcPct val="50000"/>
              </a:spcBef>
              <a:buNone/>
            </a:pPr>
            <a:r>
              <a:rPr lang="zh-CN" altLang="en-US" sz="2800" b="1" dirty="0">
                <a:latin typeface="Times New Roman" panose="02020603050405020304" pitchFamily="18" charset="0"/>
              </a:rPr>
              <a:t>选地面为重力势能零值面，则质点在任一距地面高度</a:t>
            </a:r>
            <a:r>
              <a:rPr lang="en-US" altLang="zh-CN" b="1" i="1" dirty="0">
                <a:latin typeface="Times New Roman" panose="02020603050405020304" pitchFamily="18" charset="0"/>
              </a:rPr>
              <a:t>h </a:t>
            </a:r>
            <a:r>
              <a:rPr lang="zh-CN" altLang="en-US" sz="2800" b="1" dirty="0">
                <a:latin typeface="Times New Roman" panose="02020603050405020304" pitchFamily="18" charset="0"/>
              </a:rPr>
              <a:t>处的重力势能为：</a:t>
            </a:r>
          </a:p>
        </p:txBody>
      </p:sp>
      <p:graphicFrame>
        <p:nvGraphicFramePr>
          <p:cNvPr id="169990" name="Object 2"/>
          <p:cNvGraphicFramePr>
            <a:graphicFrameLocks noChangeAspect="1"/>
          </p:cNvGraphicFramePr>
          <p:nvPr/>
        </p:nvGraphicFramePr>
        <p:xfrm>
          <a:off x="6516688" y="1408113"/>
          <a:ext cx="1682750" cy="665162"/>
        </p:xfrm>
        <a:graphic>
          <a:graphicData uri="http://schemas.openxmlformats.org/presentationml/2006/ole">
            <mc:AlternateContent xmlns:mc="http://schemas.openxmlformats.org/markup-compatibility/2006">
              <mc:Choice xmlns:v="urn:schemas-microsoft-com:vml" Requires="v">
                <p:oleObj spid="_x0000_s18445" r:id="rId3" imgW="1006475" imgH="352425" progId="Equation.3">
                  <p:embed/>
                </p:oleObj>
              </mc:Choice>
              <mc:Fallback>
                <p:oleObj r:id="rId3" imgW="1006475" imgH="352425" progId="Equation.3">
                  <p:embed/>
                  <p:pic>
                    <p:nvPicPr>
                      <p:cNvPr id="0" name="图片 3145"/>
                      <p:cNvPicPr/>
                      <p:nvPr/>
                    </p:nvPicPr>
                    <p:blipFill>
                      <a:blip r:embed="rId4">
                        <a:clrChange>
                          <a:clrFrom>
                            <a:srgbClr val="000000"/>
                          </a:clrFrom>
                          <a:clrTo>
                            <a:srgbClr val="000000"/>
                          </a:clrTo>
                        </a:clrChange>
                      </a:blip>
                      <a:stretch>
                        <a:fillRect/>
                      </a:stretch>
                    </p:blipFill>
                    <p:spPr>
                      <a:xfrm>
                        <a:off x="6516688" y="1408113"/>
                        <a:ext cx="1682750" cy="665162"/>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graphicFrame>
        <p:nvGraphicFramePr>
          <p:cNvPr id="169991" name="Object 3"/>
          <p:cNvGraphicFramePr>
            <a:graphicFrameLocks noChangeAspect="1"/>
          </p:cNvGraphicFramePr>
          <p:nvPr/>
        </p:nvGraphicFramePr>
        <p:xfrm>
          <a:off x="6440488" y="3673475"/>
          <a:ext cx="1641475" cy="839788"/>
        </p:xfrm>
        <a:graphic>
          <a:graphicData uri="http://schemas.openxmlformats.org/presentationml/2006/ole">
            <mc:AlternateContent xmlns:mc="http://schemas.openxmlformats.org/markup-compatibility/2006">
              <mc:Choice xmlns:v="urn:schemas-microsoft-com:vml" Requires="v">
                <p:oleObj spid="_x0000_s18446" r:id="rId5" imgW="1048385" imgH="486410" progId="Equation.3">
                  <p:embed/>
                </p:oleObj>
              </mc:Choice>
              <mc:Fallback>
                <p:oleObj r:id="rId5" imgW="1048385" imgH="486410" progId="Equation.3">
                  <p:embed/>
                  <p:pic>
                    <p:nvPicPr>
                      <p:cNvPr id="0" name="图片 3143"/>
                      <p:cNvPicPr/>
                      <p:nvPr/>
                    </p:nvPicPr>
                    <p:blipFill>
                      <a:blip r:embed="rId6">
                        <a:clrChange>
                          <a:clrFrom>
                            <a:srgbClr val="000000"/>
                          </a:clrFrom>
                          <a:clrTo>
                            <a:srgbClr val="000000"/>
                          </a:clrTo>
                        </a:clrChange>
                      </a:blip>
                      <a:stretch>
                        <a:fillRect/>
                      </a:stretch>
                    </p:blipFill>
                    <p:spPr>
                      <a:xfrm>
                        <a:off x="6440488" y="3673475"/>
                        <a:ext cx="1641475" cy="839788"/>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sp>
        <p:nvSpPr>
          <p:cNvPr id="169992" name="Text Box 8"/>
          <p:cNvSpPr txBox="1"/>
          <p:nvPr/>
        </p:nvSpPr>
        <p:spPr>
          <a:xfrm>
            <a:off x="419100" y="4429125"/>
            <a:ext cx="3657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solidFill>
                  <a:srgbClr val="0000FF"/>
                </a:solidFill>
                <a:latin typeface="黑体" panose="02010609060101010101" pitchFamily="49" charset="-122"/>
                <a:ea typeface="黑体" panose="02010609060101010101" pitchFamily="49" charset="-122"/>
              </a:rPr>
              <a:t>3</a:t>
            </a:r>
            <a:r>
              <a:rPr lang="zh-CN" altLang="en-US" sz="2800" b="1" dirty="0">
                <a:solidFill>
                  <a:srgbClr val="0000FF"/>
                </a:solidFill>
                <a:latin typeface="黑体" panose="02010609060101010101" pitchFamily="49" charset="-122"/>
                <a:ea typeface="黑体" panose="02010609060101010101" pitchFamily="49" charset="-122"/>
              </a:rPr>
              <a:t>）万有引力势能：</a:t>
            </a:r>
          </a:p>
        </p:txBody>
      </p:sp>
      <p:graphicFrame>
        <p:nvGraphicFramePr>
          <p:cNvPr id="169993" name="Object 4"/>
          <p:cNvGraphicFramePr>
            <a:graphicFrameLocks noChangeAspect="1"/>
          </p:cNvGraphicFramePr>
          <p:nvPr/>
        </p:nvGraphicFramePr>
        <p:xfrm>
          <a:off x="6238875" y="5495925"/>
          <a:ext cx="2244725" cy="1055688"/>
        </p:xfrm>
        <a:graphic>
          <a:graphicData uri="http://schemas.openxmlformats.org/presentationml/2006/ole">
            <mc:AlternateContent xmlns:mc="http://schemas.openxmlformats.org/markup-compatibility/2006">
              <mc:Choice xmlns:v="urn:schemas-microsoft-com:vml" Requires="v">
                <p:oleObj spid="_x0000_s18447" r:id="rId7" imgW="1526540" imgH="654050" progId="Equation.DSMT4">
                  <p:embed/>
                </p:oleObj>
              </mc:Choice>
              <mc:Fallback>
                <p:oleObj r:id="rId7" imgW="1526540" imgH="654050" progId="Equation.DSMT4">
                  <p:embed/>
                  <p:pic>
                    <p:nvPicPr>
                      <p:cNvPr id="0" name="图片 3144"/>
                      <p:cNvPicPr/>
                      <p:nvPr/>
                    </p:nvPicPr>
                    <p:blipFill>
                      <a:blip r:embed="rId8">
                        <a:clrChange>
                          <a:clrFrom>
                            <a:srgbClr val="000000"/>
                          </a:clrFrom>
                          <a:clrTo>
                            <a:srgbClr val="FFFFFF"/>
                          </a:clrTo>
                        </a:clrChange>
                      </a:blip>
                      <a:stretch>
                        <a:fillRect/>
                      </a:stretch>
                    </p:blipFill>
                    <p:spPr>
                      <a:xfrm>
                        <a:off x="6238875" y="5495925"/>
                        <a:ext cx="2244725" cy="1055688"/>
                      </a:xfrm>
                      <a:prstGeom prst="rect">
                        <a:avLst/>
                      </a:prstGeom>
                      <a:solidFill>
                        <a:srgbClr val="FFCC00">
                          <a:alpha val="27843"/>
                        </a:srgbClr>
                      </a:solidFill>
                      <a:ln w="28575" cap="flat" cmpd="sng">
                        <a:solidFill>
                          <a:srgbClr val="FF0000"/>
                        </a:solidFill>
                        <a:prstDash val="solid"/>
                        <a:miter/>
                        <a:headEnd type="none" w="med" len="med"/>
                        <a:tailEnd type="none" w="med" len="med"/>
                      </a:ln>
                    </p:spPr>
                  </p:pic>
                </p:oleObj>
              </mc:Fallback>
            </mc:AlternateContent>
          </a:graphicData>
        </a:graphic>
      </p:graphicFrame>
      <p:sp>
        <p:nvSpPr>
          <p:cNvPr id="169994" name="Text Box 10"/>
          <p:cNvSpPr txBox="1"/>
          <p:nvPr/>
        </p:nvSpPr>
        <p:spPr>
          <a:xfrm>
            <a:off x="371475" y="4962525"/>
            <a:ext cx="8229600" cy="1031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1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选距引力中心无限远处势能为零，质点距引力中心任一距离</a:t>
            </a:r>
            <a:r>
              <a:rPr lang="en-US" altLang="zh-CN" sz="2800" b="1" i="1" dirty="0">
                <a:latin typeface="Times New Roman" panose="02020603050405020304" pitchFamily="18" charset="0"/>
              </a:rPr>
              <a:t>r </a:t>
            </a:r>
            <a:r>
              <a:rPr lang="zh-CN" altLang="en-US" sz="2800" b="1" dirty="0">
                <a:latin typeface="Times New Roman" panose="02020603050405020304" pitchFamily="18" charset="0"/>
              </a:rPr>
              <a:t>时的万有引力势能为：</a:t>
            </a:r>
          </a:p>
        </p:txBody>
      </p:sp>
      <p:sp>
        <p:nvSpPr>
          <p:cNvPr id="12" name="Rectangle 19"/>
          <p:cNvSpPr/>
          <p:nvPr/>
        </p:nvSpPr>
        <p:spPr>
          <a:xfrm>
            <a:off x="200025" y="185738"/>
            <a:ext cx="876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800" b="1" dirty="0">
                <a:latin typeface="Times New Roman" panose="02020603050405020304" pitchFamily="18" charset="0"/>
              </a:rPr>
              <a:t>6</a:t>
            </a:r>
            <a:r>
              <a:rPr lang="zh-CN" altLang="en-US" sz="2800" b="1" dirty="0">
                <a:latin typeface="宋体" panose="02010600030101010101" pitchFamily="2" charset="-122"/>
              </a:rPr>
              <a:t>、常用的几种势能函数：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69988"/>
                                        </p:tgtEl>
                                        <p:attrNameLst>
                                          <p:attrName>style.visibility</p:attrName>
                                        </p:attrNameLst>
                                      </p:cBhvr>
                                      <p:to>
                                        <p:strVal val="visible"/>
                                      </p:to>
                                    </p:set>
                                    <p:anim calcmode="lin" valueType="num">
                                      <p:cBhvr additive="base">
                                        <p:cTn id="13" dur="500" fill="hold"/>
                                        <p:tgtEl>
                                          <p:spTgt spid="169988"/>
                                        </p:tgtEl>
                                        <p:attrNameLst>
                                          <p:attrName>ppt_x</p:attrName>
                                        </p:attrNameLst>
                                      </p:cBhvr>
                                      <p:tavLst>
                                        <p:tav tm="0">
                                          <p:val>
                                            <p:strVal val="0-#ppt_w/2"/>
                                          </p:val>
                                        </p:tav>
                                        <p:tav tm="100000">
                                          <p:val>
                                            <p:strVal val="#ppt_x"/>
                                          </p:val>
                                        </p:tav>
                                      </p:tavLst>
                                    </p:anim>
                                    <p:anim calcmode="lin" valueType="num">
                                      <p:cBhvr additive="base">
                                        <p:cTn id="14" dur="500" fill="hold"/>
                                        <p:tgtEl>
                                          <p:spTgt spid="1699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169989"/>
                                        </p:tgtEl>
                                        <p:attrNameLst>
                                          <p:attrName>style.visibility</p:attrName>
                                        </p:attrNameLst>
                                      </p:cBhvr>
                                      <p:to>
                                        <p:strVal val="visible"/>
                                      </p:to>
                                    </p:set>
                                    <p:animEffect transition="in" filter="checkerboard(across)">
                                      <p:cBhvr>
                                        <p:cTn id="19" dur="500"/>
                                        <p:tgtEl>
                                          <p:spTgt spid="169989"/>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169990"/>
                                        </p:tgtEl>
                                        <p:attrNameLst>
                                          <p:attrName>style.visibility</p:attrName>
                                        </p:attrNameLst>
                                      </p:cBhvr>
                                      <p:to>
                                        <p:strVal val="visible"/>
                                      </p:to>
                                    </p:set>
                                    <p:animEffect transition="in" filter="box(in)">
                                      <p:cBhvr>
                                        <p:cTn id="24" dur="500"/>
                                        <p:tgtEl>
                                          <p:spTgt spid="169990"/>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69986"/>
                                        </p:tgtEl>
                                        <p:attrNameLst>
                                          <p:attrName>style.visibility</p:attrName>
                                        </p:attrNameLst>
                                      </p:cBhvr>
                                      <p:to>
                                        <p:strVal val="visible"/>
                                      </p:to>
                                    </p:set>
                                    <p:anim calcmode="lin" valueType="num">
                                      <p:cBhvr additive="base">
                                        <p:cTn id="29" dur="500" fill="hold"/>
                                        <p:tgtEl>
                                          <p:spTgt spid="169986"/>
                                        </p:tgtEl>
                                        <p:attrNameLst>
                                          <p:attrName>ppt_x</p:attrName>
                                        </p:attrNameLst>
                                      </p:cBhvr>
                                      <p:tavLst>
                                        <p:tav tm="0">
                                          <p:val>
                                            <p:strVal val="0-#ppt_w/2"/>
                                          </p:val>
                                        </p:tav>
                                        <p:tav tm="100000">
                                          <p:val>
                                            <p:strVal val="#ppt_x"/>
                                          </p:val>
                                        </p:tav>
                                      </p:tavLst>
                                    </p:anim>
                                    <p:anim calcmode="lin" valueType="num">
                                      <p:cBhvr additive="base">
                                        <p:cTn id="30" dur="500" fill="hold"/>
                                        <p:tgtEl>
                                          <p:spTgt spid="16998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69987"/>
                                        </p:tgtEl>
                                        <p:attrNameLst>
                                          <p:attrName>style.visibility</p:attrName>
                                        </p:attrNameLst>
                                      </p:cBhvr>
                                      <p:to>
                                        <p:strVal val="visible"/>
                                      </p:to>
                                    </p:set>
                                    <p:animEffect transition="in" filter="blinds(horizontal)">
                                      <p:cBhvr>
                                        <p:cTn id="35" dur="500"/>
                                        <p:tgtEl>
                                          <p:spTgt spid="169987"/>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169991"/>
                                        </p:tgtEl>
                                        <p:attrNameLst>
                                          <p:attrName>style.visibility</p:attrName>
                                        </p:attrNameLst>
                                      </p:cBhvr>
                                      <p:to>
                                        <p:strVal val="visible"/>
                                      </p:to>
                                    </p:set>
                                    <p:animEffect transition="in" filter="box(in)">
                                      <p:cBhvr>
                                        <p:cTn id="40" dur="500"/>
                                        <p:tgtEl>
                                          <p:spTgt spid="169991"/>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nodeType="clickEffect">
                                  <p:stCondLst>
                                    <p:cond delay="0"/>
                                  </p:stCondLst>
                                  <p:childTnLst>
                                    <p:set>
                                      <p:cBhvr>
                                        <p:cTn id="44" dur="1" fill="hold">
                                          <p:stCondLst>
                                            <p:cond delay="0"/>
                                          </p:stCondLst>
                                        </p:cTn>
                                        <p:tgtEl>
                                          <p:spTgt spid="169992"/>
                                        </p:tgtEl>
                                        <p:attrNameLst>
                                          <p:attrName>style.visibility</p:attrName>
                                        </p:attrNameLst>
                                      </p:cBhvr>
                                      <p:to>
                                        <p:strVal val="visible"/>
                                      </p:to>
                                    </p:set>
                                    <p:anim calcmode="lin" valueType="num">
                                      <p:cBhvr additive="base">
                                        <p:cTn id="45" dur="500" fill="hold"/>
                                        <p:tgtEl>
                                          <p:spTgt spid="169992"/>
                                        </p:tgtEl>
                                        <p:attrNameLst>
                                          <p:attrName>ppt_x</p:attrName>
                                        </p:attrNameLst>
                                      </p:cBhvr>
                                      <p:tavLst>
                                        <p:tav tm="0">
                                          <p:val>
                                            <p:strVal val="0-#ppt_w/2"/>
                                          </p:val>
                                        </p:tav>
                                        <p:tav tm="100000">
                                          <p:val>
                                            <p:strVal val="#ppt_x"/>
                                          </p:val>
                                        </p:tav>
                                      </p:tavLst>
                                    </p:anim>
                                    <p:anim calcmode="lin" valueType="num">
                                      <p:cBhvr additive="base">
                                        <p:cTn id="46" dur="500" fill="hold"/>
                                        <p:tgtEl>
                                          <p:spTgt spid="169992"/>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169994"/>
                                        </p:tgtEl>
                                        <p:attrNameLst>
                                          <p:attrName>style.visibility</p:attrName>
                                        </p:attrNameLst>
                                      </p:cBhvr>
                                      <p:to>
                                        <p:strVal val="visible"/>
                                      </p:to>
                                    </p:set>
                                    <p:animEffect transition="in" filter="blinds(horizontal)">
                                      <p:cBhvr>
                                        <p:cTn id="51" dur="500"/>
                                        <p:tgtEl>
                                          <p:spTgt spid="169994"/>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32" fill="hold" nodeType="clickEffect">
                                  <p:stCondLst>
                                    <p:cond delay="0"/>
                                  </p:stCondLst>
                                  <p:childTnLst>
                                    <p:set>
                                      <p:cBhvr>
                                        <p:cTn id="55" dur="1" fill="hold">
                                          <p:stCondLst>
                                            <p:cond delay="0"/>
                                          </p:stCondLst>
                                        </p:cTn>
                                        <p:tgtEl>
                                          <p:spTgt spid="169993"/>
                                        </p:tgtEl>
                                        <p:attrNameLst>
                                          <p:attrName>style.visibility</p:attrName>
                                        </p:attrNameLst>
                                      </p:cBhvr>
                                      <p:to>
                                        <p:strVal val="visible"/>
                                      </p:to>
                                    </p:set>
                                    <p:animEffect transition="in" filter="box(out)">
                                      <p:cBhvr>
                                        <p:cTn id="56" dur="1000"/>
                                        <p:tgtEl>
                                          <p:spTgt spid="169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p:bldP spid="169987" grpId="0"/>
      <p:bldP spid="169988" grpId="0"/>
      <p:bldP spid="169989" grpId="0"/>
      <p:bldP spid="169992" grpId="0"/>
      <p:bldP spid="169994"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18</a:t>
            </a:fld>
            <a:endParaRPr lang="en-US" altLang="zh-CN" sz="1800" dirty="0">
              <a:solidFill>
                <a:schemeClr val="accent2"/>
              </a:solidFill>
            </a:endParaRPr>
          </a:p>
        </p:txBody>
      </p:sp>
      <p:sp>
        <p:nvSpPr>
          <p:cNvPr id="160770" name="Text Box 1026"/>
          <p:cNvSpPr txBox="1"/>
          <p:nvPr/>
        </p:nvSpPr>
        <p:spPr>
          <a:xfrm>
            <a:off x="2895600" y="304800"/>
            <a:ext cx="5105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800" b="1" dirty="0">
                <a:latin typeface="Times New Roman" panose="02020603050405020304" pitchFamily="18" charset="0"/>
              </a:rPr>
              <a:t>势能随位置变化的曲线。</a:t>
            </a:r>
          </a:p>
        </p:txBody>
      </p:sp>
      <p:sp>
        <p:nvSpPr>
          <p:cNvPr id="160772" name="Text Box 1028"/>
          <p:cNvSpPr txBox="1"/>
          <p:nvPr/>
        </p:nvSpPr>
        <p:spPr>
          <a:xfrm>
            <a:off x="468313" y="4076700"/>
            <a:ext cx="9575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zh-CN" altLang="en-US" sz="2400" b="1" dirty="0">
                <a:solidFill>
                  <a:srgbClr val="0000FF"/>
                </a:solidFill>
                <a:latin typeface="Times New Roman" panose="02020603050405020304" pitchFamily="18" charset="0"/>
                <a:ea typeface="楷体_GB2312" pitchFamily="49" charset="-122"/>
              </a:rPr>
              <a:t>重力势能曲线                弹性势能曲线              万有引力势能曲线</a:t>
            </a:r>
          </a:p>
        </p:txBody>
      </p:sp>
      <p:sp>
        <p:nvSpPr>
          <p:cNvPr id="160778" name="Text Box 1034"/>
          <p:cNvSpPr txBox="1"/>
          <p:nvPr/>
        </p:nvSpPr>
        <p:spPr>
          <a:xfrm>
            <a:off x="228600" y="304800"/>
            <a:ext cx="4478338" cy="5191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solidFill>
                  <a:schemeClr val="folHlink"/>
                </a:solidFill>
                <a:latin typeface="Times New Roman" panose="02020603050405020304" pitchFamily="18" charset="0"/>
                <a:ea typeface="黑体" panose="02010609060101010101" pitchFamily="49" charset="-122"/>
              </a:rPr>
              <a:t>三、势能曲线：</a:t>
            </a:r>
          </a:p>
        </p:txBody>
      </p:sp>
      <p:sp>
        <p:nvSpPr>
          <p:cNvPr id="160779" name="Text Box 1035"/>
          <p:cNvSpPr txBox="1"/>
          <p:nvPr/>
        </p:nvSpPr>
        <p:spPr>
          <a:xfrm>
            <a:off x="385763" y="4854575"/>
            <a:ext cx="8229600" cy="1152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3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由势能曲线可以确定质点的运动范围、能量的转换关系。</a:t>
            </a:r>
          </a:p>
        </p:txBody>
      </p:sp>
      <p:grpSp>
        <p:nvGrpSpPr>
          <p:cNvPr id="2" name="Group 1084"/>
          <p:cNvGrpSpPr/>
          <p:nvPr/>
        </p:nvGrpSpPr>
        <p:grpSpPr>
          <a:xfrm>
            <a:off x="52388" y="1052513"/>
            <a:ext cx="8912225" cy="2881312"/>
            <a:chOff x="33" y="663"/>
            <a:chExt cx="5614" cy="1815"/>
          </a:xfrm>
        </p:grpSpPr>
        <p:grpSp>
          <p:nvGrpSpPr>
            <p:cNvPr id="40968" name="Group 1036"/>
            <p:cNvGrpSpPr/>
            <p:nvPr/>
          </p:nvGrpSpPr>
          <p:grpSpPr>
            <a:xfrm>
              <a:off x="33" y="663"/>
              <a:ext cx="1905" cy="1815"/>
              <a:chOff x="158" y="2069"/>
              <a:chExt cx="1905" cy="1815"/>
            </a:xfrm>
          </p:grpSpPr>
          <p:graphicFrame>
            <p:nvGraphicFramePr>
              <p:cNvPr id="41001" name="Object 14"/>
              <p:cNvGraphicFramePr>
                <a:graphicFrameLocks noChangeAspect="1"/>
              </p:cNvGraphicFramePr>
              <p:nvPr/>
            </p:nvGraphicFramePr>
            <p:xfrm>
              <a:off x="218" y="2384"/>
              <a:ext cx="253" cy="252"/>
            </p:xfrm>
            <a:graphic>
              <a:graphicData uri="http://schemas.openxmlformats.org/presentationml/2006/ole">
                <mc:AlternateContent xmlns:mc="http://schemas.openxmlformats.org/markup-compatibility/2006">
                  <mc:Choice xmlns:v="urn:schemas-microsoft-com:vml" Requires="v">
                    <p:oleObj spid="_x0000_s19529" r:id="rId3" imgW="217805" imgH="217805" progId="Equation.3">
                      <p:embed/>
                    </p:oleObj>
                  </mc:Choice>
                  <mc:Fallback>
                    <p:oleObj r:id="rId3" imgW="217805" imgH="217805" progId="Equation.3">
                      <p:embed/>
                      <p:pic>
                        <p:nvPicPr>
                          <p:cNvPr id="0" name="图片 3149"/>
                          <p:cNvPicPr/>
                          <p:nvPr/>
                        </p:nvPicPr>
                        <p:blipFill>
                          <a:blip r:embed="rId4">
                            <a:clrChange>
                              <a:clrFrom>
                                <a:srgbClr val="000000"/>
                              </a:clrFrom>
                              <a:clrTo>
                                <a:srgbClr val="000000"/>
                              </a:clrTo>
                            </a:clrChange>
                          </a:blip>
                          <a:stretch>
                            <a:fillRect/>
                          </a:stretch>
                        </p:blipFill>
                        <p:spPr>
                          <a:xfrm>
                            <a:off x="218" y="2384"/>
                            <a:ext cx="253" cy="252"/>
                          </a:xfrm>
                          <a:prstGeom prst="rect">
                            <a:avLst/>
                          </a:prstGeom>
                          <a:noFill/>
                          <a:ln w="38100">
                            <a:noFill/>
                            <a:miter/>
                          </a:ln>
                        </p:spPr>
                      </p:pic>
                    </p:oleObj>
                  </mc:Fallback>
                </mc:AlternateContent>
              </a:graphicData>
            </a:graphic>
          </p:graphicFrame>
          <p:grpSp>
            <p:nvGrpSpPr>
              <p:cNvPr id="41002" name="Group 1038"/>
              <p:cNvGrpSpPr/>
              <p:nvPr/>
            </p:nvGrpSpPr>
            <p:grpSpPr>
              <a:xfrm>
                <a:off x="158" y="2069"/>
                <a:ext cx="1905" cy="1815"/>
                <a:chOff x="158" y="2069"/>
                <a:chExt cx="1905" cy="1815"/>
              </a:xfrm>
            </p:grpSpPr>
            <p:sp>
              <p:nvSpPr>
                <p:cNvPr id="41003" name="Line 1039"/>
                <p:cNvSpPr/>
                <p:nvPr/>
              </p:nvSpPr>
              <p:spPr>
                <a:xfrm flipV="1">
                  <a:off x="476" y="2341"/>
                  <a:ext cx="0" cy="1271"/>
                </a:xfrm>
                <a:prstGeom prst="line">
                  <a:avLst/>
                </a:prstGeom>
                <a:ln w="31750" cap="flat" cmpd="sng">
                  <a:solidFill>
                    <a:schemeClr val="tx1"/>
                  </a:solidFill>
                  <a:prstDash val="solid"/>
                  <a:headEnd type="none" w="sm" len="sm"/>
                  <a:tailEnd type="triangle" w="med" len="med"/>
                </a:ln>
              </p:spPr>
            </p:sp>
            <p:graphicFrame>
              <p:nvGraphicFramePr>
                <p:cNvPr id="41004" name="Object 15"/>
                <p:cNvGraphicFramePr>
                  <a:graphicFrameLocks noChangeAspect="1"/>
                </p:cNvGraphicFramePr>
                <p:nvPr/>
              </p:nvGraphicFramePr>
              <p:xfrm>
                <a:off x="1837" y="3612"/>
                <a:ext cx="226" cy="272"/>
              </p:xfrm>
              <a:graphic>
                <a:graphicData uri="http://schemas.openxmlformats.org/presentationml/2006/ole">
                  <mc:AlternateContent xmlns:mc="http://schemas.openxmlformats.org/markup-compatibility/2006">
                    <mc:Choice xmlns:v="urn:schemas-microsoft-com:vml" Requires="v">
                      <p:oleObj spid="_x0000_s19530" r:id="rId5" imgW="151130" imgH="251460" progId="Equation.3">
                        <p:embed/>
                      </p:oleObj>
                    </mc:Choice>
                    <mc:Fallback>
                      <p:oleObj r:id="rId5" imgW="151130" imgH="251460" progId="Equation.3">
                        <p:embed/>
                        <p:pic>
                          <p:nvPicPr>
                            <p:cNvPr id="0" name="图片 3154"/>
                            <p:cNvPicPr/>
                            <p:nvPr/>
                          </p:nvPicPr>
                          <p:blipFill>
                            <a:blip r:embed="rId6">
                              <a:clrChange>
                                <a:clrFrom>
                                  <a:srgbClr val="000000"/>
                                </a:clrFrom>
                                <a:clrTo>
                                  <a:srgbClr val="000000"/>
                                </a:clrTo>
                              </a:clrChange>
                            </a:blip>
                            <a:stretch>
                              <a:fillRect/>
                            </a:stretch>
                          </p:blipFill>
                          <p:spPr>
                            <a:xfrm>
                              <a:off x="1837" y="3612"/>
                              <a:ext cx="226" cy="272"/>
                            </a:xfrm>
                            <a:prstGeom prst="rect">
                              <a:avLst/>
                            </a:prstGeom>
                            <a:noFill/>
                            <a:ln w="38100">
                              <a:noFill/>
                              <a:miter/>
                            </a:ln>
                          </p:spPr>
                        </p:pic>
                      </p:oleObj>
                    </mc:Fallback>
                  </mc:AlternateContent>
                </a:graphicData>
              </a:graphic>
            </p:graphicFrame>
            <p:graphicFrame>
              <p:nvGraphicFramePr>
                <p:cNvPr id="41005" name="Object 16"/>
                <p:cNvGraphicFramePr>
                  <a:graphicFrameLocks noChangeAspect="1"/>
                </p:cNvGraphicFramePr>
                <p:nvPr/>
              </p:nvGraphicFramePr>
              <p:xfrm>
                <a:off x="158" y="2069"/>
                <a:ext cx="510" cy="307"/>
              </p:xfrm>
              <a:graphic>
                <a:graphicData uri="http://schemas.openxmlformats.org/presentationml/2006/ole">
                  <mc:AlternateContent xmlns:mc="http://schemas.openxmlformats.org/markup-compatibility/2006">
                    <mc:Choice xmlns:v="urn:schemas-microsoft-com:vml" Requires="v">
                      <p:oleObj spid="_x0000_s19531" r:id="rId7" imgW="662940" imgH="352425" progId="Equation.3">
                        <p:embed/>
                      </p:oleObj>
                    </mc:Choice>
                    <mc:Fallback>
                      <p:oleObj r:id="rId7" imgW="662940" imgH="352425" progId="Equation.3">
                        <p:embed/>
                        <p:pic>
                          <p:nvPicPr>
                            <p:cNvPr id="0" name="图片 3148"/>
                            <p:cNvPicPr/>
                            <p:nvPr/>
                          </p:nvPicPr>
                          <p:blipFill>
                            <a:blip r:embed="rId8">
                              <a:clrChange>
                                <a:clrFrom>
                                  <a:srgbClr val="000000"/>
                                </a:clrFrom>
                                <a:clrTo>
                                  <a:srgbClr val="000000"/>
                                </a:clrTo>
                              </a:clrChange>
                            </a:blip>
                            <a:stretch>
                              <a:fillRect/>
                            </a:stretch>
                          </p:blipFill>
                          <p:spPr>
                            <a:xfrm>
                              <a:off x="158" y="2069"/>
                              <a:ext cx="510" cy="307"/>
                            </a:xfrm>
                            <a:prstGeom prst="rect">
                              <a:avLst/>
                            </a:prstGeom>
                            <a:noFill/>
                            <a:ln w="38100">
                              <a:noFill/>
                              <a:miter/>
                            </a:ln>
                          </p:spPr>
                        </p:pic>
                      </p:oleObj>
                    </mc:Fallback>
                  </mc:AlternateContent>
                </a:graphicData>
              </a:graphic>
            </p:graphicFrame>
            <p:graphicFrame>
              <p:nvGraphicFramePr>
                <p:cNvPr id="41006" name="Object 17"/>
                <p:cNvGraphicFramePr>
                  <a:graphicFrameLocks noChangeAspect="1"/>
                </p:cNvGraphicFramePr>
                <p:nvPr/>
              </p:nvGraphicFramePr>
              <p:xfrm>
                <a:off x="295" y="3566"/>
                <a:ext cx="258" cy="243"/>
              </p:xfrm>
              <a:graphic>
                <a:graphicData uri="http://schemas.openxmlformats.org/presentationml/2006/ole">
                  <mc:AlternateContent xmlns:mc="http://schemas.openxmlformats.org/markup-compatibility/2006">
                    <mc:Choice xmlns:v="urn:schemas-microsoft-com:vml" Requires="v">
                      <p:oleObj spid="_x0000_s19532" r:id="rId9" imgW="151130" imgH="193040" progId="Equation.3">
                        <p:embed/>
                      </p:oleObj>
                    </mc:Choice>
                    <mc:Fallback>
                      <p:oleObj r:id="rId9" imgW="151130" imgH="193040" progId="Equation.3">
                        <p:embed/>
                        <p:pic>
                          <p:nvPicPr>
                            <p:cNvPr id="0" name="图片 3155"/>
                            <p:cNvPicPr/>
                            <p:nvPr/>
                          </p:nvPicPr>
                          <p:blipFill>
                            <a:blip r:embed="rId10">
                              <a:clrChange>
                                <a:clrFrom>
                                  <a:srgbClr val="000000"/>
                                </a:clrFrom>
                                <a:clrTo>
                                  <a:srgbClr val="000000"/>
                                </a:clrTo>
                              </a:clrChange>
                            </a:blip>
                            <a:stretch>
                              <a:fillRect/>
                            </a:stretch>
                          </p:blipFill>
                          <p:spPr>
                            <a:xfrm>
                              <a:off x="295" y="3566"/>
                              <a:ext cx="258" cy="243"/>
                            </a:xfrm>
                            <a:prstGeom prst="rect">
                              <a:avLst/>
                            </a:prstGeom>
                            <a:noFill/>
                            <a:ln w="38100">
                              <a:noFill/>
                              <a:miter/>
                            </a:ln>
                          </p:spPr>
                        </p:pic>
                      </p:oleObj>
                    </mc:Fallback>
                  </mc:AlternateContent>
                </a:graphicData>
              </a:graphic>
            </p:graphicFrame>
            <p:sp>
              <p:nvSpPr>
                <p:cNvPr id="41007" name="Line 1043"/>
                <p:cNvSpPr/>
                <p:nvPr/>
              </p:nvSpPr>
              <p:spPr>
                <a:xfrm flipV="1">
                  <a:off x="1202" y="2523"/>
                  <a:ext cx="0" cy="410"/>
                </a:xfrm>
                <a:prstGeom prst="line">
                  <a:avLst/>
                </a:prstGeom>
                <a:ln w="28575" cap="flat" cmpd="sng">
                  <a:solidFill>
                    <a:srgbClr val="FF0000"/>
                  </a:solidFill>
                  <a:prstDash val="solid"/>
                  <a:headEnd type="triangle" w="med" len="med"/>
                  <a:tailEnd type="triangle" w="med" len="med"/>
                </a:ln>
              </p:spPr>
            </p:sp>
            <p:sp>
              <p:nvSpPr>
                <p:cNvPr id="41008" name="Text Box 1044"/>
                <p:cNvSpPr txBox="1"/>
                <p:nvPr/>
              </p:nvSpPr>
              <p:spPr>
                <a:xfrm>
                  <a:off x="1491" y="3566"/>
                  <a:ext cx="454"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H</a:t>
                  </a:r>
                </a:p>
              </p:txBody>
            </p:sp>
            <p:graphicFrame>
              <p:nvGraphicFramePr>
                <p:cNvPr id="41009" name="Object 18"/>
                <p:cNvGraphicFramePr>
                  <a:graphicFrameLocks noChangeAspect="1"/>
                </p:cNvGraphicFramePr>
                <p:nvPr/>
              </p:nvGraphicFramePr>
              <p:xfrm>
                <a:off x="884" y="2568"/>
                <a:ext cx="301" cy="318"/>
              </p:xfrm>
              <a:graphic>
                <a:graphicData uri="http://schemas.openxmlformats.org/presentationml/2006/ole">
                  <mc:AlternateContent xmlns:mc="http://schemas.openxmlformats.org/markup-compatibility/2006">
                    <mc:Choice xmlns:v="urn:schemas-microsoft-com:vml" Requires="v">
                      <p:oleObj spid="_x0000_s19533" r:id="rId11" imgW="318770" imgH="344170" progId="Equation.3">
                        <p:embed/>
                      </p:oleObj>
                    </mc:Choice>
                    <mc:Fallback>
                      <p:oleObj r:id="rId11" imgW="318770" imgH="344170" progId="Equation.3">
                        <p:embed/>
                        <p:pic>
                          <p:nvPicPr>
                            <p:cNvPr id="0" name="图片 3151"/>
                            <p:cNvPicPr/>
                            <p:nvPr/>
                          </p:nvPicPr>
                          <p:blipFill>
                            <a:blip r:embed="rId12">
                              <a:clrChange>
                                <a:clrFrom>
                                  <a:srgbClr val="000000"/>
                                </a:clrFrom>
                                <a:clrTo>
                                  <a:srgbClr val="FF3300"/>
                                </a:clrTo>
                              </a:clrChange>
                            </a:blip>
                            <a:stretch>
                              <a:fillRect/>
                            </a:stretch>
                          </p:blipFill>
                          <p:spPr>
                            <a:xfrm>
                              <a:off x="884" y="2568"/>
                              <a:ext cx="301" cy="318"/>
                            </a:xfrm>
                            <a:prstGeom prst="rect">
                              <a:avLst/>
                            </a:prstGeom>
                            <a:noFill/>
                            <a:ln w="38100">
                              <a:noFill/>
                              <a:miter/>
                            </a:ln>
                          </p:spPr>
                        </p:pic>
                      </p:oleObj>
                    </mc:Fallback>
                  </mc:AlternateContent>
                </a:graphicData>
              </a:graphic>
            </p:graphicFrame>
            <p:sp>
              <p:nvSpPr>
                <p:cNvPr id="41010" name="Line 1046"/>
                <p:cNvSpPr/>
                <p:nvPr/>
              </p:nvSpPr>
              <p:spPr>
                <a:xfrm>
                  <a:off x="476" y="3612"/>
                  <a:ext cx="1497" cy="0"/>
                </a:xfrm>
                <a:prstGeom prst="line">
                  <a:avLst/>
                </a:prstGeom>
                <a:ln w="31750" cap="flat" cmpd="sng">
                  <a:solidFill>
                    <a:schemeClr val="tx1"/>
                  </a:solidFill>
                  <a:prstDash val="solid"/>
                  <a:headEnd type="none" w="sm" len="sm"/>
                  <a:tailEnd type="triangle" w="med" len="med"/>
                </a:ln>
              </p:spPr>
            </p:sp>
            <p:sp>
              <p:nvSpPr>
                <p:cNvPr id="41011" name="Line 1047"/>
                <p:cNvSpPr/>
                <p:nvPr/>
              </p:nvSpPr>
              <p:spPr>
                <a:xfrm>
                  <a:off x="476" y="2523"/>
                  <a:ext cx="1451" cy="0"/>
                </a:xfrm>
                <a:prstGeom prst="line">
                  <a:avLst/>
                </a:prstGeom>
                <a:ln w="25400" cap="flat" cmpd="sng">
                  <a:solidFill>
                    <a:schemeClr val="tx1"/>
                  </a:solidFill>
                  <a:prstDash val="dashDot"/>
                  <a:headEnd type="none" w="med" len="med"/>
                  <a:tailEnd type="none" w="med" len="med"/>
                </a:ln>
              </p:spPr>
            </p:sp>
            <p:sp>
              <p:nvSpPr>
                <p:cNvPr id="41012" name="Line 1048"/>
                <p:cNvSpPr/>
                <p:nvPr/>
              </p:nvSpPr>
              <p:spPr>
                <a:xfrm flipV="1">
                  <a:off x="476" y="2523"/>
                  <a:ext cx="1179" cy="1089"/>
                </a:xfrm>
                <a:prstGeom prst="line">
                  <a:avLst/>
                </a:prstGeom>
                <a:ln w="31750" cap="flat" cmpd="sng">
                  <a:solidFill>
                    <a:srgbClr val="0000FF"/>
                  </a:solidFill>
                  <a:prstDash val="solid"/>
                  <a:headEnd type="none" w="med" len="med"/>
                  <a:tailEnd type="none" w="med" len="med"/>
                </a:ln>
              </p:spPr>
            </p:sp>
            <p:sp>
              <p:nvSpPr>
                <p:cNvPr id="41013" name="Line 1049"/>
                <p:cNvSpPr/>
                <p:nvPr/>
              </p:nvSpPr>
              <p:spPr>
                <a:xfrm>
                  <a:off x="1655" y="2523"/>
                  <a:ext cx="0" cy="1089"/>
                </a:xfrm>
                <a:prstGeom prst="line">
                  <a:avLst/>
                </a:prstGeom>
                <a:ln w="9525" cap="flat" cmpd="sng">
                  <a:solidFill>
                    <a:schemeClr val="tx1"/>
                  </a:solidFill>
                  <a:prstDash val="dash"/>
                  <a:headEnd type="none" w="med" len="med"/>
                  <a:tailEnd type="none" w="med" len="med"/>
                </a:ln>
              </p:spPr>
            </p:sp>
            <p:graphicFrame>
              <p:nvGraphicFramePr>
                <p:cNvPr id="41014" name="Object 19"/>
                <p:cNvGraphicFramePr>
                  <a:graphicFrameLocks noChangeAspect="1"/>
                </p:cNvGraphicFramePr>
                <p:nvPr/>
              </p:nvGraphicFramePr>
              <p:xfrm>
                <a:off x="1202" y="3113"/>
                <a:ext cx="279" cy="311"/>
              </p:xfrm>
              <a:graphic>
                <a:graphicData uri="http://schemas.openxmlformats.org/presentationml/2006/ole">
                  <mc:AlternateContent xmlns:mc="http://schemas.openxmlformats.org/markup-compatibility/2006">
                    <mc:Choice xmlns:v="urn:schemas-microsoft-com:vml" Requires="v">
                      <p:oleObj spid="_x0000_s19534" r:id="rId13" imgW="318770" imgH="352425" progId="Equation.3">
                        <p:embed/>
                      </p:oleObj>
                    </mc:Choice>
                    <mc:Fallback>
                      <p:oleObj r:id="rId13" imgW="318770" imgH="352425" progId="Equation.3">
                        <p:embed/>
                        <p:pic>
                          <p:nvPicPr>
                            <p:cNvPr id="0" name="图片 3152"/>
                            <p:cNvPicPr/>
                            <p:nvPr/>
                          </p:nvPicPr>
                          <p:blipFill>
                            <a:blip r:embed="rId14">
                              <a:clrChange>
                                <a:clrFrom>
                                  <a:srgbClr val="000000"/>
                                </a:clrFrom>
                                <a:clrTo>
                                  <a:srgbClr val="9900FF"/>
                                </a:clrTo>
                              </a:clrChange>
                            </a:blip>
                            <a:stretch>
                              <a:fillRect/>
                            </a:stretch>
                          </p:blipFill>
                          <p:spPr>
                            <a:xfrm>
                              <a:off x="1202" y="3113"/>
                              <a:ext cx="279" cy="311"/>
                            </a:xfrm>
                            <a:prstGeom prst="rect">
                              <a:avLst/>
                            </a:prstGeom>
                            <a:noFill/>
                            <a:ln w="38100">
                              <a:noFill/>
                              <a:miter/>
                            </a:ln>
                          </p:spPr>
                        </p:pic>
                      </p:oleObj>
                    </mc:Fallback>
                  </mc:AlternateContent>
                </a:graphicData>
              </a:graphic>
            </p:graphicFrame>
            <p:sp>
              <p:nvSpPr>
                <p:cNvPr id="41015" name="Line 1051"/>
                <p:cNvSpPr/>
                <p:nvPr/>
              </p:nvSpPr>
              <p:spPr>
                <a:xfrm flipH="1" flipV="1">
                  <a:off x="1202" y="2931"/>
                  <a:ext cx="0" cy="681"/>
                </a:xfrm>
                <a:prstGeom prst="line">
                  <a:avLst/>
                </a:prstGeom>
                <a:ln w="44450" cap="flat" cmpd="sng">
                  <a:solidFill>
                    <a:srgbClr val="9900FF"/>
                  </a:solidFill>
                  <a:prstDash val="solid"/>
                  <a:headEnd type="triangle" w="med" len="med"/>
                  <a:tailEnd type="triangle" w="med" len="med"/>
                </a:ln>
              </p:spPr>
            </p:sp>
          </p:grpSp>
        </p:grpSp>
        <p:grpSp>
          <p:nvGrpSpPr>
            <p:cNvPr id="40969" name="Group 1052"/>
            <p:cNvGrpSpPr/>
            <p:nvPr/>
          </p:nvGrpSpPr>
          <p:grpSpPr>
            <a:xfrm>
              <a:off x="2052" y="663"/>
              <a:ext cx="1826" cy="1786"/>
              <a:chOff x="2154" y="2069"/>
              <a:chExt cx="1826" cy="1786"/>
            </a:xfrm>
          </p:grpSpPr>
          <p:grpSp>
            <p:nvGrpSpPr>
              <p:cNvPr id="40984" name="Group 1053"/>
              <p:cNvGrpSpPr/>
              <p:nvPr/>
            </p:nvGrpSpPr>
            <p:grpSpPr>
              <a:xfrm>
                <a:off x="2154" y="2069"/>
                <a:ext cx="1826" cy="1786"/>
                <a:chOff x="2345" y="2069"/>
                <a:chExt cx="1826" cy="1786"/>
              </a:xfrm>
            </p:grpSpPr>
            <p:sp>
              <p:nvSpPr>
                <p:cNvPr id="40986" name="Line 1054"/>
                <p:cNvSpPr/>
                <p:nvPr/>
              </p:nvSpPr>
              <p:spPr>
                <a:xfrm flipV="1">
                  <a:off x="3243" y="2341"/>
                  <a:ext cx="0" cy="1271"/>
                </a:xfrm>
                <a:prstGeom prst="line">
                  <a:avLst/>
                </a:prstGeom>
                <a:ln w="31750" cap="flat" cmpd="sng">
                  <a:solidFill>
                    <a:schemeClr val="tx1"/>
                  </a:solidFill>
                  <a:prstDash val="solid"/>
                  <a:headEnd type="none" w="sm" len="sm"/>
                  <a:tailEnd type="triangle" w="med" len="med"/>
                </a:ln>
              </p:spPr>
            </p:sp>
            <p:graphicFrame>
              <p:nvGraphicFramePr>
                <p:cNvPr id="40987" name="Object 9"/>
                <p:cNvGraphicFramePr>
                  <a:graphicFrameLocks noChangeAspect="1"/>
                </p:cNvGraphicFramePr>
                <p:nvPr/>
              </p:nvGraphicFramePr>
              <p:xfrm>
                <a:off x="3913" y="3641"/>
                <a:ext cx="249" cy="214"/>
              </p:xfrm>
              <a:graphic>
                <a:graphicData uri="http://schemas.openxmlformats.org/presentationml/2006/ole">
                  <mc:AlternateContent xmlns:mc="http://schemas.openxmlformats.org/markup-compatibility/2006">
                    <mc:Choice xmlns:v="urn:schemas-microsoft-com:vml" Requires="v">
                      <p:oleObj spid="_x0000_s19535" r:id="rId15" imgW="193040" imgH="193040" progId="Equation.3">
                        <p:embed/>
                      </p:oleObj>
                    </mc:Choice>
                    <mc:Fallback>
                      <p:oleObj r:id="rId15" imgW="193040" imgH="193040" progId="Equation.3">
                        <p:embed/>
                        <p:pic>
                          <p:nvPicPr>
                            <p:cNvPr id="0" name="图片 3153"/>
                            <p:cNvPicPr/>
                            <p:nvPr/>
                          </p:nvPicPr>
                          <p:blipFill>
                            <a:blip r:embed="rId16">
                              <a:clrChange>
                                <a:clrFrom>
                                  <a:srgbClr val="000000"/>
                                </a:clrFrom>
                                <a:clrTo>
                                  <a:srgbClr val="000000"/>
                                </a:clrTo>
                              </a:clrChange>
                            </a:blip>
                            <a:stretch>
                              <a:fillRect/>
                            </a:stretch>
                          </p:blipFill>
                          <p:spPr>
                            <a:xfrm>
                              <a:off x="3913" y="3641"/>
                              <a:ext cx="249" cy="214"/>
                            </a:xfrm>
                            <a:prstGeom prst="rect">
                              <a:avLst/>
                            </a:prstGeom>
                            <a:noFill/>
                            <a:ln w="38100">
                              <a:noFill/>
                              <a:miter/>
                            </a:ln>
                          </p:spPr>
                        </p:pic>
                      </p:oleObj>
                    </mc:Fallback>
                  </mc:AlternateContent>
                </a:graphicData>
              </a:graphic>
            </p:graphicFrame>
            <p:graphicFrame>
              <p:nvGraphicFramePr>
                <p:cNvPr id="40988" name="Object 10"/>
                <p:cNvGraphicFramePr>
                  <a:graphicFrameLocks noChangeAspect="1"/>
                </p:cNvGraphicFramePr>
                <p:nvPr/>
              </p:nvGraphicFramePr>
              <p:xfrm>
                <a:off x="2925" y="2069"/>
                <a:ext cx="525" cy="307"/>
              </p:xfrm>
              <a:graphic>
                <a:graphicData uri="http://schemas.openxmlformats.org/presentationml/2006/ole">
                  <mc:AlternateContent xmlns:mc="http://schemas.openxmlformats.org/markup-compatibility/2006">
                    <mc:Choice xmlns:v="urn:schemas-microsoft-com:vml" Requires="v">
                      <p:oleObj spid="_x0000_s19536" r:id="rId17" imgW="687705" imgH="352425" progId="Equation.3">
                        <p:embed/>
                      </p:oleObj>
                    </mc:Choice>
                    <mc:Fallback>
                      <p:oleObj r:id="rId17" imgW="687705" imgH="352425" progId="Equation.3">
                        <p:embed/>
                        <p:pic>
                          <p:nvPicPr>
                            <p:cNvPr id="0" name="图片 3146"/>
                            <p:cNvPicPr/>
                            <p:nvPr/>
                          </p:nvPicPr>
                          <p:blipFill>
                            <a:blip r:embed="rId18">
                              <a:clrChange>
                                <a:clrFrom>
                                  <a:srgbClr val="000000"/>
                                </a:clrFrom>
                                <a:clrTo>
                                  <a:srgbClr val="000000"/>
                                </a:clrTo>
                              </a:clrChange>
                            </a:blip>
                            <a:stretch>
                              <a:fillRect/>
                            </a:stretch>
                          </p:blipFill>
                          <p:spPr>
                            <a:xfrm>
                              <a:off x="2925" y="2069"/>
                              <a:ext cx="525" cy="307"/>
                            </a:xfrm>
                            <a:prstGeom prst="rect">
                              <a:avLst/>
                            </a:prstGeom>
                            <a:noFill/>
                            <a:ln w="38100">
                              <a:noFill/>
                              <a:miter/>
                            </a:ln>
                          </p:spPr>
                        </p:pic>
                      </p:oleObj>
                    </mc:Fallback>
                  </mc:AlternateContent>
                </a:graphicData>
              </a:graphic>
            </p:graphicFrame>
            <p:graphicFrame>
              <p:nvGraphicFramePr>
                <p:cNvPr id="40989" name="Object 11"/>
                <p:cNvGraphicFramePr>
                  <a:graphicFrameLocks noChangeAspect="1"/>
                </p:cNvGraphicFramePr>
                <p:nvPr/>
              </p:nvGraphicFramePr>
              <p:xfrm>
                <a:off x="3136" y="3612"/>
                <a:ext cx="258" cy="243"/>
              </p:xfrm>
              <a:graphic>
                <a:graphicData uri="http://schemas.openxmlformats.org/presentationml/2006/ole">
                  <mc:AlternateContent xmlns:mc="http://schemas.openxmlformats.org/markup-compatibility/2006">
                    <mc:Choice xmlns:v="urn:schemas-microsoft-com:vml" Requires="v">
                      <p:oleObj spid="_x0000_s19537" r:id="rId19" imgW="151130" imgH="193040" progId="Equation.3">
                        <p:embed/>
                      </p:oleObj>
                    </mc:Choice>
                    <mc:Fallback>
                      <p:oleObj r:id="rId19" imgW="151130" imgH="193040" progId="Equation.3">
                        <p:embed/>
                        <p:pic>
                          <p:nvPicPr>
                            <p:cNvPr id="0" name="图片 3156"/>
                            <p:cNvPicPr/>
                            <p:nvPr/>
                          </p:nvPicPr>
                          <p:blipFill>
                            <a:blip r:embed="rId20">
                              <a:clrChange>
                                <a:clrFrom>
                                  <a:srgbClr val="000000"/>
                                </a:clrFrom>
                                <a:clrTo>
                                  <a:srgbClr val="000000"/>
                                </a:clrTo>
                              </a:clrChange>
                            </a:blip>
                            <a:stretch>
                              <a:fillRect/>
                            </a:stretch>
                          </p:blipFill>
                          <p:spPr>
                            <a:xfrm>
                              <a:off x="3136" y="3612"/>
                              <a:ext cx="258" cy="243"/>
                            </a:xfrm>
                            <a:prstGeom prst="rect">
                              <a:avLst/>
                            </a:prstGeom>
                            <a:noFill/>
                            <a:ln w="38100">
                              <a:noFill/>
                              <a:miter/>
                            </a:ln>
                          </p:spPr>
                        </p:pic>
                      </p:oleObj>
                    </mc:Fallback>
                  </mc:AlternateContent>
                </a:graphicData>
              </a:graphic>
            </p:graphicFrame>
            <p:sp>
              <p:nvSpPr>
                <p:cNvPr id="40990" name="Text Box 1058"/>
                <p:cNvSpPr txBox="1"/>
                <p:nvPr/>
              </p:nvSpPr>
              <p:spPr>
                <a:xfrm>
                  <a:off x="3854" y="3339"/>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a:t>
                  </a:r>
                </a:p>
              </p:txBody>
            </p:sp>
            <p:graphicFrame>
              <p:nvGraphicFramePr>
                <p:cNvPr id="40991" name="Object 12"/>
                <p:cNvGraphicFramePr>
                  <a:graphicFrameLocks noChangeAspect="1"/>
                </p:cNvGraphicFramePr>
                <p:nvPr/>
              </p:nvGraphicFramePr>
              <p:xfrm>
                <a:off x="3291" y="2704"/>
                <a:ext cx="301" cy="318"/>
              </p:xfrm>
              <a:graphic>
                <a:graphicData uri="http://schemas.openxmlformats.org/presentationml/2006/ole">
                  <mc:AlternateContent xmlns:mc="http://schemas.openxmlformats.org/markup-compatibility/2006">
                    <mc:Choice xmlns:v="urn:schemas-microsoft-com:vml" Requires="v">
                      <p:oleObj spid="_x0000_s19538" r:id="rId21" imgW="318770" imgH="344170" progId="Equation.3">
                        <p:embed/>
                      </p:oleObj>
                    </mc:Choice>
                    <mc:Fallback>
                      <p:oleObj r:id="rId21" imgW="318770" imgH="344170" progId="Equation.3">
                        <p:embed/>
                        <p:pic>
                          <p:nvPicPr>
                            <p:cNvPr id="0" name="图片 3147"/>
                            <p:cNvPicPr/>
                            <p:nvPr/>
                          </p:nvPicPr>
                          <p:blipFill>
                            <a:blip r:embed="rId22">
                              <a:clrChange>
                                <a:clrFrom>
                                  <a:srgbClr val="000000"/>
                                </a:clrFrom>
                                <a:clrTo>
                                  <a:srgbClr val="FF3300"/>
                                </a:clrTo>
                              </a:clrChange>
                            </a:blip>
                            <a:stretch>
                              <a:fillRect/>
                            </a:stretch>
                          </p:blipFill>
                          <p:spPr>
                            <a:xfrm>
                              <a:off x="3291" y="2704"/>
                              <a:ext cx="301" cy="318"/>
                            </a:xfrm>
                            <a:prstGeom prst="rect">
                              <a:avLst/>
                            </a:prstGeom>
                            <a:noFill/>
                            <a:ln w="38100">
                              <a:noFill/>
                              <a:miter/>
                            </a:ln>
                          </p:spPr>
                        </p:pic>
                      </p:oleObj>
                    </mc:Fallback>
                  </mc:AlternateContent>
                </a:graphicData>
              </a:graphic>
            </p:graphicFrame>
            <p:sp>
              <p:nvSpPr>
                <p:cNvPr id="40992" name="Line 1060"/>
                <p:cNvSpPr/>
                <p:nvPr/>
              </p:nvSpPr>
              <p:spPr>
                <a:xfrm>
                  <a:off x="2381" y="3612"/>
                  <a:ext cx="1679" cy="0"/>
                </a:xfrm>
                <a:prstGeom prst="line">
                  <a:avLst/>
                </a:prstGeom>
                <a:ln w="31750" cap="flat" cmpd="sng">
                  <a:solidFill>
                    <a:schemeClr val="tx1"/>
                  </a:solidFill>
                  <a:prstDash val="solid"/>
                  <a:headEnd type="none" w="sm" len="sm"/>
                  <a:tailEnd type="triangle" w="med" len="med"/>
                </a:ln>
              </p:spPr>
            </p:sp>
            <p:sp>
              <p:nvSpPr>
                <p:cNvPr id="40993" name="Line 1061"/>
                <p:cNvSpPr/>
                <p:nvPr/>
              </p:nvSpPr>
              <p:spPr>
                <a:xfrm>
                  <a:off x="2426" y="2523"/>
                  <a:ext cx="1588" cy="0"/>
                </a:xfrm>
                <a:prstGeom prst="line">
                  <a:avLst/>
                </a:prstGeom>
                <a:ln w="25400" cap="flat" cmpd="sng">
                  <a:solidFill>
                    <a:schemeClr val="tx1"/>
                  </a:solidFill>
                  <a:prstDash val="dashDot"/>
                  <a:headEnd type="none" w="med" len="med"/>
                  <a:tailEnd type="none" w="med" len="med"/>
                </a:ln>
              </p:spPr>
            </p:sp>
            <p:sp>
              <p:nvSpPr>
                <p:cNvPr id="40994" name="Line 1062"/>
                <p:cNvSpPr/>
                <p:nvPr/>
              </p:nvSpPr>
              <p:spPr>
                <a:xfrm>
                  <a:off x="3878" y="2523"/>
                  <a:ext cx="0" cy="1089"/>
                </a:xfrm>
                <a:prstGeom prst="line">
                  <a:avLst/>
                </a:prstGeom>
                <a:ln w="9525" cap="flat" cmpd="sng">
                  <a:solidFill>
                    <a:schemeClr val="tx1"/>
                  </a:solidFill>
                  <a:prstDash val="dash"/>
                  <a:headEnd type="none" w="med" len="med"/>
                  <a:tailEnd type="none" w="med" len="med"/>
                </a:ln>
              </p:spPr>
            </p:sp>
            <p:graphicFrame>
              <p:nvGraphicFramePr>
                <p:cNvPr id="40995" name="Object 13"/>
                <p:cNvGraphicFramePr>
                  <a:graphicFrameLocks noChangeAspect="1"/>
                </p:cNvGraphicFramePr>
                <p:nvPr/>
              </p:nvGraphicFramePr>
              <p:xfrm>
                <a:off x="3560" y="3213"/>
                <a:ext cx="279" cy="311"/>
              </p:xfrm>
              <a:graphic>
                <a:graphicData uri="http://schemas.openxmlformats.org/presentationml/2006/ole">
                  <mc:AlternateContent xmlns:mc="http://schemas.openxmlformats.org/markup-compatibility/2006">
                    <mc:Choice xmlns:v="urn:schemas-microsoft-com:vml" Requires="v">
                      <p:oleObj spid="_x0000_s19539" r:id="rId23" imgW="318770" imgH="352425" progId="Equation.3">
                        <p:embed/>
                      </p:oleObj>
                    </mc:Choice>
                    <mc:Fallback>
                      <p:oleObj r:id="rId23" imgW="318770" imgH="352425" progId="Equation.3">
                        <p:embed/>
                        <p:pic>
                          <p:nvPicPr>
                            <p:cNvPr id="0" name="图片 3150"/>
                            <p:cNvPicPr/>
                            <p:nvPr/>
                          </p:nvPicPr>
                          <p:blipFill>
                            <a:blip r:embed="rId24">
                              <a:clrChange>
                                <a:clrFrom>
                                  <a:srgbClr val="000000"/>
                                </a:clrFrom>
                                <a:clrTo>
                                  <a:srgbClr val="9900FF"/>
                                </a:clrTo>
                              </a:clrChange>
                            </a:blip>
                            <a:stretch>
                              <a:fillRect/>
                            </a:stretch>
                          </p:blipFill>
                          <p:spPr>
                            <a:xfrm>
                              <a:off x="3560" y="3213"/>
                              <a:ext cx="279" cy="311"/>
                            </a:xfrm>
                            <a:prstGeom prst="rect">
                              <a:avLst/>
                            </a:prstGeom>
                            <a:noFill/>
                            <a:ln w="38100">
                              <a:noFill/>
                              <a:miter/>
                            </a:ln>
                          </p:spPr>
                        </p:pic>
                      </p:oleObj>
                    </mc:Fallback>
                  </mc:AlternateContent>
                </a:graphicData>
              </a:graphic>
            </p:graphicFrame>
            <p:sp>
              <p:nvSpPr>
                <p:cNvPr id="40996" name="Line 1064"/>
                <p:cNvSpPr/>
                <p:nvPr/>
              </p:nvSpPr>
              <p:spPr>
                <a:xfrm flipH="1" flipV="1">
                  <a:off x="3560" y="3249"/>
                  <a:ext cx="0" cy="363"/>
                </a:xfrm>
                <a:prstGeom prst="line">
                  <a:avLst/>
                </a:prstGeom>
                <a:ln w="44450" cap="flat" cmpd="sng">
                  <a:solidFill>
                    <a:srgbClr val="9900FF"/>
                  </a:solidFill>
                  <a:prstDash val="solid"/>
                  <a:headEnd type="triangle" w="med" len="med"/>
                  <a:tailEnd type="triangle" w="med" len="med"/>
                </a:ln>
              </p:spPr>
            </p:sp>
            <p:sp>
              <p:nvSpPr>
                <p:cNvPr id="40997" name="Freeform 1065"/>
                <p:cNvSpPr/>
                <p:nvPr/>
              </p:nvSpPr>
              <p:spPr>
                <a:xfrm>
                  <a:off x="2608" y="2523"/>
                  <a:ext cx="1270" cy="1089"/>
                </a:xfrm>
                <a:custGeom>
                  <a:avLst/>
                  <a:gdLst/>
                  <a:ahLst/>
                  <a:cxnLst>
                    <a:cxn ang="0">
                      <a:pos x="0" y="0"/>
                    </a:cxn>
                    <a:cxn ang="0">
                      <a:pos x="851" y="3768"/>
                    </a:cxn>
                    <a:cxn ang="0">
                      <a:pos x="1701" y="0"/>
                    </a:cxn>
                  </a:cxnLst>
                  <a:rect l="0" t="0" r="0" b="0"/>
                  <a:pathLst>
                    <a:path w="1152" h="720">
                      <a:moveTo>
                        <a:pt x="0" y="0"/>
                      </a:moveTo>
                      <a:cubicBezTo>
                        <a:pt x="192" y="360"/>
                        <a:pt x="384" y="720"/>
                        <a:pt x="576" y="720"/>
                      </a:cubicBezTo>
                      <a:cubicBezTo>
                        <a:pt x="768" y="720"/>
                        <a:pt x="1056" y="120"/>
                        <a:pt x="1152" y="0"/>
                      </a:cubicBezTo>
                    </a:path>
                  </a:pathLst>
                </a:custGeom>
                <a:noFill/>
                <a:ln w="38100" cap="flat" cmpd="sng">
                  <a:solidFill>
                    <a:srgbClr val="0000FF">
                      <a:alpha val="100000"/>
                    </a:srgbClr>
                  </a:solidFill>
                  <a:prstDash val="solid"/>
                  <a:round/>
                  <a:headEnd type="none" w="sm" len="lg"/>
                  <a:tailEnd type="none" w="sm" len="lg"/>
                </a:ln>
              </p:spPr>
              <p:txBody>
                <a:bodyPr/>
                <a:lstStyle/>
                <a:p>
                  <a:endParaRPr lang="zh-CN" altLang="en-US"/>
                </a:p>
              </p:txBody>
            </p:sp>
            <p:sp>
              <p:nvSpPr>
                <p:cNvPr id="40998" name="Line 1066"/>
                <p:cNvSpPr/>
                <p:nvPr/>
              </p:nvSpPr>
              <p:spPr>
                <a:xfrm flipV="1">
                  <a:off x="3560" y="2523"/>
                  <a:ext cx="0" cy="726"/>
                </a:xfrm>
                <a:prstGeom prst="line">
                  <a:avLst/>
                </a:prstGeom>
                <a:ln w="28575" cap="flat" cmpd="sng">
                  <a:solidFill>
                    <a:srgbClr val="FF0000"/>
                  </a:solidFill>
                  <a:prstDash val="solid"/>
                  <a:headEnd type="triangle" w="med" len="med"/>
                  <a:tailEnd type="triangle" w="med" len="med"/>
                </a:ln>
              </p:spPr>
            </p:sp>
            <p:sp>
              <p:nvSpPr>
                <p:cNvPr id="40999" name="Line 1067"/>
                <p:cNvSpPr/>
                <p:nvPr/>
              </p:nvSpPr>
              <p:spPr>
                <a:xfrm>
                  <a:off x="2608" y="2523"/>
                  <a:ext cx="0" cy="1089"/>
                </a:xfrm>
                <a:prstGeom prst="line">
                  <a:avLst/>
                </a:prstGeom>
                <a:ln w="9525" cap="flat" cmpd="sng">
                  <a:solidFill>
                    <a:schemeClr val="tx1"/>
                  </a:solidFill>
                  <a:prstDash val="dash"/>
                  <a:headEnd type="none" w="med" len="med"/>
                  <a:tailEnd type="none" w="med" len="med"/>
                </a:ln>
              </p:spPr>
            </p:sp>
            <p:sp>
              <p:nvSpPr>
                <p:cNvPr id="41000" name="Text Box 1068"/>
                <p:cNvSpPr txBox="1"/>
                <p:nvPr/>
              </p:nvSpPr>
              <p:spPr>
                <a:xfrm>
                  <a:off x="2345" y="3361"/>
                  <a:ext cx="317" cy="2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spcBef>
                      <a:spcPct val="50000"/>
                    </a:spcBef>
                    <a:buNone/>
                  </a:pPr>
                  <a:r>
                    <a:rPr lang="en-US" altLang="zh-CN" sz="2400" b="1" i="1" dirty="0">
                      <a:latin typeface="Times New Roman" panose="02020603050405020304" pitchFamily="18" charset="0"/>
                    </a:rPr>
                    <a:t>-A</a:t>
                  </a:r>
                </a:p>
              </p:txBody>
            </p:sp>
          </p:grpSp>
          <p:graphicFrame>
            <p:nvGraphicFramePr>
              <p:cNvPr id="40985" name="Object 8"/>
              <p:cNvGraphicFramePr>
                <a:graphicFrameLocks noChangeAspect="1"/>
              </p:cNvGraphicFramePr>
              <p:nvPr/>
            </p:nvGraphicFramePr>
            <p:xfrm>
              <a:off x="2529" y="2275"/>
              <a:ext cx="253" cy="252"/>
            </p:xfrm>
            <a:graphic>
              <a:graphicData uri="http://schemas.openxmlformats.org/presentationml/2006/ole">
                <mc:AlternateContent xmlns:mc="http://schemas.openxmlformats.org/markup-compatibility/2006">
                  <mc:Choice xmlns:v="urn:schemas-microsoft-com:vml" Requires="v">
                    <p:oleObj spid="_x0000_s19540" r:id="rId25" imgW="217805" imgH="217805" progId="Equation.3">
                      <p:embed/>
                    </p:oleObj>
                  </mc:Choice>
                  <mc:Fallback>
                    <p:oleObj r:id="rId25" imgW="217805" imgH="217805" progId="Equation.3">
                      <p:embed/>
                      <p:pic>
                        <p:nvPicPr>
                          <p:cNvPr id="0" name="图片 3159"/>
                          <p:cNvPicPr/>
                          <p:nvPr/>
                        </p:nvPicPr>
                        <p:blipFill>
                          <a:blip r:embed="rId26">
                            <a:clrChange>
                              <a:clrFrom>
                                <a:srgbClr val="000000"/>
                              </a:clrFrom>
                              <a:clrTo>
                                <a:srgbClr val="000000"/>
                              </a:clrTo>
                            </a:clrChange>
                          </a:blip>
                          <a:stretch>
                            <a:fillRect/>
                          </a:stretch>
                        </p:blipFill>
                        <p:spPr>
                          <a:xfrm>
                            <a:off x="2529" y="2275"/>
                            <a:ext cx="253" cy="252"/>
                          </a:xfrm>
                          <a:prstGeom prst="rect">
                            <a:avLst/>
                          </a:prstGeom>
                          <a:noFill/>
                          <a:ln w="38100">
                            <a:noFill/>
                            <a:miter/>
                          </a:ln>
                        </p:spPr>
                      </p:pic>
                    </p:oleObj>
                  </mc:Fallback>
                </mc:AlternateContent>
              </a:graphicData>
            </a:graphic>
          </p:graphicFrame>
        </p:grpSp>
        <p:grpSp>
          <p:nvGrpSpPr>
            <p:cNvPr id="40970" name="Group 1070"/>
            <p:cNvGrpSpPr/>
            <p:nvPr/>
          </p:nvGrpSpPr>
          <p:grpSpPr>
            <a:xfrm>
              <a:off x="3873" y="663"/>
              <a:ext cx="1774" cy="1543"/>
              <a:chOff x="3862" y="2069"/>
              <a:chExt cx="1774" cy="1543"/>
            </a:xfrm>
          </p:grpSpPr>
          <p:sp>
            <p:nvSpPr>
              <p:cNvPr id="40971" name="Line 1071"/>
              <p:cNvSpPr/>
              <p:nvPr/>
            </p:nvSpPr>
            <p:spPr>
              <a:xfrm flipV="1">
                <a:off x="4105" y="2341"/>
                <a:ext cx="0" cy="1271"/>
              </a:xfrm>
              <a:prstGeom prst="line">
                <a:avLst/>
              </a:prstGeom>
              <a:ln w="31750" cap="flat" cmpd="sng">
                <a:solidFill>
                  <a:schemeClr val="tx1"/>
                </a:solidFill>
                <a:prstDash val="solid"/>
                <a:headEnd type="none" w="sm" len="sm"/>
                <a:tailEnd type="triangle" w="med" len="med"/>
              </a:ln>
            </p:spPr>
          </p:sp>
          <p:graphicFrame>
            <p:nvGraphicFramePr>
              <p:cNvPr id="40972" name="Object 2"/>
              <p:cNvGraphicFramePr>
                <a:graphicFrameLocks noChangeAspect="1"/>
              </p:cNvGraphicFramePr>
              <p:nvPr/>
            </p:nvGraphicFramePr>
            <p:xfrm>
              <a:off x="5432" y="2943"/>
              <a:ext cx="204" cy="194"/>
            </p:xfrm>
            <a:graphic>
              <a:graphicData uri="http://schemas.openxmlformats.org/presentationml/2006/ole">
                <mc:AlternateContent xmlns:mc="http://schemas.openxmlformats.org/markup-compatibility/2006">
                  <mc:Choice xmlns:v="urn:schemas-microsoft-com:vml" Requires="v">
                    <p:oleObj spid="_x0000_s19541" r:id="rId27" imgW="125730" imgH="151130" progId="Equation.3">
                      <p:embed/>
                    </p:oleObj>
                  </mc:Choice>
                  <mc:Fallback>
                    <p:oleObj r:id="rId27" imgW="125730" imgH="151130" progId="Equation.3">
                      <p:embed/>
                      <p:pic>
                        <p:nvPicPr>
                          <p:cNvPr id="0" name="图片 3158"/>
                          <p:cNvPicPr/>
                          <p:nvPr/>
                        </p:nvPicPr>
                        <p:blipFill>
                          <a:blip r:embed="rId28">
                            <a:clrChange>
                              <a:clrFrom>
                                <a:srgbClr val="000000"/>
                              </a:clrFrom>
                              <a:clrTo>
                                <a:srgbClr val="000000"/>
                              </a:clrTo>
                            </a:clrChange>
                          </a:blip>
                          <a:stretch>
                            <a:fillRect/>
                          </a:stretch>
                        </p:blipFill>
                        <p:spPr>
                          <a:xfrm>
                            <a:off x="5432" y="2943"/>
                            <a:ext cx="204" cy="194"/>
                          </a:xfrm>
                          <a:prstGeom prst="rect">
                            <a:avLst/>
                          </a:prstGeom>
                          <a:noFill/>
                          <a:ln w="38100">
                            <a:noFill/>
                            <a:miter/>
                          </a:ln>
                        </p:spPr>
                      </p:pic>
                    </p:oleObj>
                  </mc:Fallback>
                </mc:AlternateContent>
              </a:graphicData>
            </a:graphic>
          </p:graphicFrame>
          <p:graphicFrame>
            <p:nvGraphicFramePr>
              <p:cNvPr id="40973" name="Object 3"/>
              <p:cNvGraphicFramePr>
                <a:graphicFrameLocks noChangeAspect="1"/>
              </p:cNvGraphicFramePr>
              <p:nvPr/>
            </p:nvGraphicFramePr>
            <p:xfrm>
              <a:off x="3862" y="2069"/>
              <a:ext cx="495" cy="307"/>
            </p:xfrm>
            <a:graphic>
              <a:graphicData uri="http://schemas.openxmlformats.org/presentationml/2006/ole">
                <mc:AlternateContent xmlns:mc="http://schemas.openxmlformats.org/markup-compatibility/2006">
                  <mc:Choice xmlns:v="urn:schemas-microsoft-com:vml" Requires="v">
                    <p:oleObj spid="_x0000_s19542" r:id="rId29" imgW="654050" imgH="352425" progId="Equation.3">
                      <p:embed/>
                    </p:oleObj>
                  </mc:Choice>
                  <mc:Fallback>
                    <p:oleObj r:id="rId29" imgW="654050" imgH="352425" progId="Equation.3">
                      <p:embed/>
                      <p:pic>
                        <p:nvPicPr>
                          <p:cNvPr id="0" name="图片 3160"/>
                          <p:cNvPicPr/>
                          <p:nvPr/>
                        </p:nvPicPr>
                        <p:blipFill>
                          <a:blip r:embed="rId30">
                            <a:clrChange>
                              <a:clrFrom>
                                <a:srgbClr val="000000"/>
                              </a:clrFrom>
                              <a:clrTo>
                                <a:srgbClr val="000000"/>
                              </a:clrTo>
                            </a:clrChange>
                          </a:blip>
                          <a:stretch>
                            <a:fillRect/>
                          </a:stretch>
                        </p:blipFill>
                        <p:spPr>
                          <a:xfrm>
                            <a:off x="3862" y="2069"/>
                            <a:ext cx="495" cy="307"/>
                          </a:xfrm>
                          <a:prstGeom prst="rect">
                            <a:avLst/>
                          </a:prstGeom>
                          <a:noFill/>
                          <a:ln w="38100">
                            <a:noFill/>
                            <a:miter/>
                          </a:ln>
                        </p:spPr>
                      </p:pic>
                    </p:oleObj>
                  </mc:Fallback>
                </mc:AlternateContent>
              </a:graphicData>
            </a:graphic>
          </p:graphicFrame>
          <p:graphicFrame>
            <p:nvGraphicFramePr>
              <p:cNvPr id="40974" name="Object 4"/>
              <p:cNvGraphicFramePr>
                <a:graphicFrameLocks noChangeAspect="1"/>
              </p:cNvGraphicFramePr>
              <p:nvPr/>
            </p:nvGraphicFramePr>
            <p:xfrm>
              <a:off x="3878" y="2886"/>
              <a:ext cx="258" cy="243"/>
            </p:xfrm>
            <a:graphic>
              <a:graphicData uri="http://schemas.openxmlformats.org/presentationml/2006/ole">
                <mc:AlternateContent xmlns:mc="http://schemas.openxmlformats.org/markup-compatibility/2006">
                  <mc:Choice xmlns:v="urn:schemas-microsoft-com:vml" Requires="v">
                    <p:oleObj spid="_x0000_s19543" r:id="rId31" imgW="151130" imgH="193040" progId="Equation.3">
                      <p:embed/>
                    </p:oleObj>
                  </mc:Choice>
                  <mc:Fallback>
                    <p:oleObj r:id="rId31" imgW="151130" imgH="193040" progId="Equation.3">
                      <p:embed/>
                      <p:pic>
                        <p:nvPicPr>
                          <p:cNvPr id="0" name="图片 3161"/>
                          <p:cNvPicPr/>
                          <p:nvPr/>
                        </p:nvPicPr>
                        <p:blipFill>
                          <a:blip r:embed="rId32">
                            <a:clrChange>
                              <a:clrFrom>
                                <a:srgbClr val="000000"/>
                              </a:clrFrom>
                              <a:clrTo>
                                <a:srgbClr val="000000"/>
                              </a:clrTo>
                            </a:clrChange>
                          </a:blip>
                          <a:stretch>
                            <a:fillRect/>
                          </a:stretch>
                        </p:blipFill>
                        <p:spPr>
                          <a:xfrm>
                            <a:off x="3878" y="2886"/>
                            <a:ext cx="258" cy="243"/>
                          </a:xfrm>
                          <a:prstGeom prst="rect">
                            <a:avLst/>
                          </a:prstGeom>
                          <a:noFill/>
                          <a:ln w="38100">
                            <a:noFill/>
                            <a:miter/>
                          </a:ln>
                        </p:spPr>
                      </p:pic>
                    </p:oleObj>
                  </mc:Fallback>
                </mc:AlternateContent>
              </a:graphicData>
            </a:graphic>
          </p:graphicFrame>
          <p:sp>
            <p:nvSpPr>
              <p:cNvPr id="40975" name="Line 1075"/>
              <p:cNvSpPr/>
              <p:nvPr/>
            </p:nvSpPr>
            <p:spPr>
              <a:xfrm flipV="1">
                <a:off x="4332" y="2523"/>
                <a:ext cx="0" cy="726"/>
              </a:xfrm>
              <a:prstGeom prst="line">
                <a:avLst/>
              </a:prstGeom>
              <a:ln w="28575" cap="flat" cmpd="sng">
                <a:solidFill>
                  <a:srgbClr val="FF0000"/>
                </a:solidFill>
                <a:prstDash val="solid"/>
                <a:headEnd type="triangle" w="med" len="med"/>
                <a:tailEnd type="triangle" w="med" len="med"/>
              </a:ln>
            </p:spPr>
          </p:sp>
          <p:graphicFrame>
            <p:nvGraphicFramePr>
              <p:cNvPr id="40976" name="Object 5"/>
              <p:cNvGraphicFramePr>
                <a:graphicFrameLocks noChangeAspect="1"/>
              </p:cNvGraphicFramePr>
              <p:nvPr/>
            </p:nvGraphicFramePr>
            <p:xfrm>
              <a:off x="4332" y="2523"/>
              <a:ext cx="301" cy="318"/>
            </p:xfrm>
            <a:graphic>
              <a:graphicData uri="http://schemas.openxmlformats.org/presentationml/2006/ole">
                <mc:AlternateContent xmlns:mc="http://schemas.openxmlformats.org/markup-compatibility/2006">
                  <mc:Choice xmlns:v="urn:schemas-microsoft-com:vml" Requires="v">
                    <p:oleObj spid="_x0000_s19544" r:id="rId33" imgW="318770" imgH="344170" progId="Equation.3">
                      <p:embed/>
                    </p:oleObj>
                  </mc:Choice>
                  <mc:Fallback>
                    <p:oleObj r:id="rId33" imgW="318770" imgH="344170" progId="Equation.3">
                      <p:embed/>
                      <p:pic>
                        <p:nvPicPr>
                          <p:cNvPr id="0" name="图片 3164"/>
                          <p:cNvPicPr/>
                          <p:nvPr/>
                        </p:nvPicPr>
                        <p:blipFill>
                          <a:blip r:embed="rId34">
                            <a:clrChange>
                              <a:clrFrom>
                                <a:srgbClr val="000000"/>
                              </a:clrFrom>
                              <a:clrTo>
                                <a:srgbClr val="FF3300"/>
                              </a:clrTo>
                            </a:clrChange>
                          </a:blip>
                          <a:stretch>
                            <a:fillRect/>
                          </a:stretch>
                        </p:blipFill>
                        <p:spPr>
                          <a:xfrm>
                            <a:off x="4332" y="2523"/>
                            <a:ext cx="301" cy="318"/>
                          </a:xfrm>
                          <a:prstGeom prst="rect">
                            <a:avLst/>
                          </a:prstGeom>
                          <a:noFill/>
                          <a:ln w="38100">
                            <a:noFill/>
                            <a:miter/>
                          </a:ln>
                        </p:spPr>
                      </p:pic>
                    </p:oleObj>
                  </mc:Fallback>
                </mc:AlternateContent>
              </a:graphicData>
            </a:graphic>
          </p:graphicFrame>
          <p:sp>
            <p:nvSpPr>
              <p:cNvPr id="40977" name="Line 1077"/>
              <p:cNvSpPr/>
              <p:nvPr/>
            </p:nvSpPr>
            <p:spPr>
              <a:xfrm>
                <a:off x="4105" y="2931"/>
                <a:ext cx="1497" cy="0"/>
              </a:xfrm>
              <a:prstGeom prst="line">
                <a:avLst/>
              </a:prstGeom>
              <a:ln w="31750" cap="flat" cmpd="sng">
                <a:solidFill>
                  <a:schemeClr val="tx1"/>
                </a:solidFill>
                <a:prstDash val="solid"/>
                <a:headEnd type="none" w="sm" len="sm"/>
                <a:tailEnd type="triangle" w="med" len="med"/>
              </a:ln>
            </p:spPr>
          </p:sp>
          <p:sp>
            <p:nvSpPr>
              <p:cNvPr id="40978" name="Line 1078"/>
              <p:cNvSpPr/>
              <p:nvPr/>
            </p:nvSpPr>
            <p:spPr>
              <a:xfrm>
                <a:off x="4105" y="2523"/>
                <a:ext cx="1451" cy="0"/>
              </a:xfrm>
              <a:prstGeom prst="line">
                <a:avLst/>
              </a:prstGeom>
              <a:ln w="25400" cap="flat" cmpd="sng">
                <a:solidFill>
                  <a:schemeClr val="tx1"/>
                </a:solidFill>
                <a:prstDash val="dashDot"/>
                <a:headEnd type="none" w="med" len="med"/>
                <a:tailEnd type="none" w="med" len="med"/>
              </a:ln>
            </p:spPr>
          </p:sp>
          <p:graphicFrame>
            <p:nvGraphicFramePr>
              <p:cNvPr id="40979" name="Object 6"/>
              <p:cNvGraphicFramePr>
                <a:graphicFrameLocks noChangeAspect="1"/>
              </p:cNvGraphicFramePr>
              <p:nvPr/>
            </p:nvGraphicFramePr>
            <p:xfrm>
              <a:off x="4558" y="3034"/>
              <a:ext cx="284" cy="317"/>
            </p:xfrm>
            <a:graphic>
              <a:graphicData uri="http://schemas.openxmlformats.org/presentationml/2006/ole">
                <mc:AlternateContent xmlns:mc="http://schemas.openxmlformats.org/markup-compatibility/2006">
                  <mc:Choice xmlns:v="urn:schemas-microsoft-com:vml" Requires="v">
                    <p:oleObj spid="_x0000_s19545" r:id="rId35" imgW="318770" imgH="352425" progId="Equation.3">
                      <p:embed/>
                    </p:oleObj>
                  </mc:Choice>
                  <mc:Fallback>
                    <p:oleObj r:id="rId35" imgW="318770" imgH="352425" progId="Equation.3">
                      <p:embed/>
                      <p:pic>
                        <p:nvPicPr>
                          <p:cNvPr id="0" name="图片 3162"/>
                          <p:cNvPicPr/>
                          <p:nvPr/>
                        </p:nvPicPr>
                        <p:blipFill>
                          <a:blip r:embed="rId36">
                            <a:clrChange>
                              <a:clrFrom>
                                <a:srgbClr val="000000"/>
                              </a:clrFrom>
                              <a:clrTo>
                                <a:srgbClr val="9900FF"/>
                              </a:clrTo>
                            </a:clrChange>
                          </a:blip>
                          <a:stretch>
                            <a:fillRect/>
                          </a:stretch>
                        </p:blipFill>
                        <p:spPr>
                          <a:xfrm>
                            <a:off x="4558" y="3034"/>
                            <a:ext cx="284" cy="317"/>
                          </a:xfrm>
                          <a:prstGeom prst="rect">
                            <a:avLst/>
                          </a:prstGeom>
                          <a:noFill/>
                          <a:ln w="38100">
                            <a:noFill/>
                            <a:miter/>
                          </a:ln>
                        </p:spPr>
                      </p:pic>
                    </p:oleObj>
                  </mc:Fallback>
                </mc:AlternateContent>
              </a:graphicData>
            </a:graphic>
          </p:graphicFrame>
          <p:sp>
            <p:nvSpPr>
              <p:cNvPr id="40980" name="Line 1080"/>
              <p:cNvSpPr/>
              <p:nvPr/>
            </p:nvSpPr>
            <p:spPr>
              <a:xfrm flipH="1" flipV="1">
                <a:off x="4513" y="2931"/>
                <a:ext cx="0" cy="318"/>
              </a:xfrm>
              <a:prstGeom prst="line">
                <a:avLst/>
              </a:prstGeom>
              <a:ln w="44450" cap="flat" cmpd="sng">
                <a:solidFill>
                  <a:srgbClr val="9900FF"/>
                </a:solidFill>
                <a:prstDash val="solid"/>
                <a:headEnd type="triangle" w="med" len="med"/>
                <a:tailEnd type="triangle" w="med" len="med"/>
              </a:ln>
            </p:spPr>
          </p:sp>
          <p:sp>
            <p:nvSpPr>
              <p:cNvPr id="40981" name="Arc 1081"/>
              <p:cNvSpPr/>
              <p:nvPr/>
            </p:nvSpPr>
            <p:spPr>
              <a:xfrm flipV="1">
                <a:off x="4143" y="2962"/>
                <a:ext cx="1129" cy="638"/>
              </a:xfrm>
              <a:custGeom>
                <a:avLst/>
                <a:gdLst/>
                <a:ahLst/>
                <a:cxnLst>
                  <a:cxn ang="0">
                    <a:pos x="0" y="0"/>
                  </a:cxn>
                  <a:cxn ang="0">
                    <a:pos x="0" y="0"/>
                  </a:cxn>
                  <a:cxn ang="0">
                    <a:pos x="0" y="0"/>
                  </a:cxn>
                  <a:cxn ang="0">
                    <a:pos x="0" y="0"/>
                  </a:cxn>
                  <a:cxn ang="0">
                    <a:pos x="0" y="0"/>
                  </a:cxn>
                  <a:cxn ang="0">
                    <a:pos x="0" y="0"/>
                  </a:cxn>
                </a:cxnLst>
                <a:rect l="0" t="0" r="0" b="0"/>
                <a:pathLst>
                  <a:path w="21493" h="21600" fill="none">
                    <a:moveTo>
                      <a:pt x="21492" y="21599"/>
                    </a:moveTo>
                    <a:cubicBezTo>
                      <a:pt x="10392" y="21599"/>
                      <a:pt x="1100" y="13187"/>
                      <a:pt x="-1" y="2143"/>
                    </a:cubicBezTo>
                  </a:path>
                  <a:path w="21493" h="21600" stroke="0">
                    <a:moveTo>
                      <a:pt x="21492" y="21599"/>
                    </a:moveTo>
                    <a:cubicBezTo>
                      <a:pt x="10392" y="21599"/>
                      <a:pt x="1100" y="13187"/>
                      <a:pt x="-1" y="2143"/>
                    </a:cubicBezTo>
                    <a:lnTo>
                      <a:pt x="21493" y="0"/>
                    </a:lnTo>
                    <a:lnTo>
                      <a:pt x="21492" y="21599"/>
                    </a:lnTo>
                    <a:close/>
                  </a:path>
                </a:pathLst>
              </a:custGeom>
              <a:noFill/>
              <a:ln w="317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40982" name="Line 1082"/>
              <p:cNvSpPr/>
              <p:nvPr/>
            </p:nvSpPr>
            <p:spPr>
              <a:xfrm>
                <a:off x="4150" y="3249"/>
                <a:ext cx="499" cy="0"/>
              </a:xfrm>
              <a:prstGeom prst="line">
                <a:avLst/>
              </a:prstGeom>
              <a:ln w="9525" cap="flat" cmpd="sng">
                <a:solidFill>
                  <a:schemeClr val="tx1"/>
                </a:solidFill>
                <a:prstDash val="solid"/>
                <a:headEnd type="none" w="med" len="med"/>
                <a:tailEnd type="none" w="med" len="med"/>
              </a:ln>
            </p:spPr>
          </p:sp>
          <p:graphicFrame>
            <p:nvGraphicFramePr>
              <p:cNvPr id="40983" name="Object 7"/>
              <p:cNvGraphicFramePr>
                <a:graphicFrameLocks noChangeAspect="1"/>
              </p:cNvGraphicFramePr>
              <p:nvPr/>
            </p:nvGraphicFramePr>
            <p:xfrm>
              <a:off x="3869" y="2387"/>
              <a:ext cx="253" cy="252"/>
            </p:xfrm>
            <a:graphic>
              <a:graphicData uri="http://schemas.openxmlformats.org/presentationml/2006/ole">
                <mc:AlternateContent xmlns:mc="http://schemas.openxmlformats.org/markup-compatibility/2006">
                  <mc:Choice xmlns:v="urn:schemas-microsoft-com:vml" Requires="v">
                    <p:oleObj spid="_x0000_s19546" r:id="rId37" imgW="217805" imgH="217805" progId="Equation.3">
                      <p:embed/>
                    </p:oleObj>
                  </mc:Choice>
                  <mc:Fallback>
                    <p:oleObj r:id="rId37" imgW="217805" imgH="217805" progId="Equation.3">
                      <p:embed/>
                      <p:pic>
                        <p:nvPicPr>
                          <p:cNvPr id="0" name="图片 3165"/>
                          <p:cNvPicPr/>
                          <p:nvPr/>
                        </p:nvPicPr>
                        <p:blipFill>
                          <a:blip r:embed="rId38">
                            <a:clrChange>
                              <a:clrFrom>
                                <a:srgbClr val="000000"/>
                              </a:clrFrom>
                              <a:clrTo>
                                <a:srgbClr val="000000"/>
                              </a:clrTo>
                            </a:clrChange>
                          </a:blip>
                          <a:stretch>
                            <a:fillRect/>
                          </a:stretch>
                        </p:blipFill>
                        <p:spPr>
                          <a:xfrm>
                            <a:off x="3869" y="2387"/>
                            <a:ext cx="253" cy="252"/>
                          </a:xfrm>
                          <a:prstGeom prst="rect">
                            <a:avLst/>
                          </a:prstGeom>
                          <a:noFill/>
                          <a:ln w="38100">
                            <a:noFill/>
                            <a:miter/>
                          </a:ln>
                        </p:spPr>
                      </p:pic>
                    </p:oleObj>
                  </mc:Fallback>
                </mc:AlternateContent>
              </a:graphicData>
            </a:graphic>
          </p:graphicFrame>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60778"/>
                                        </p:tgtEl>
                                        <p:attrNameLst>
                                          <p:attrName>style.visibility</p:attrName>
                                        </p:attrNameLst>
                                      </p:cBhvr>
                                      <p:to>
                                        <p:strVal val="visible"/>
                                      </p:to>
                                    </p:set>
                                    <p:animEffect transition="in" filter="barn(outHorizontal)">
                                      <p:cBhvr>
                                        <p:cTn id="7" dur="500"/>
                                        <p:tgtEl>
                                          <p:spTgt spid="1607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iterate type="lt">
                                    <p:tmPct val="100000"/>
                                  </p:iterate>
                                  <p:childTnLst>
                                    <p:set>
                                      <p:cBhvr>
                                        <p:cTn id="11" dur="1" fill="hold">
                                          <p:stCondLst>
                                            <p:cond delay="0"/>
                                          </p:stCondLst>
                                        </p:cTn>
                                        <p:tgtEl>
                                          <p:spTgt spid="160770">
                                            <p:txEl>
                                              <p:pRg st="0" end="0"/>
                                            </p:txEl>
                                          </p:spTgt>
                                        </p:tgtEl>
                                        <p:attrNameLst>
                                          <p:attrName>style.visibility</p:attrName>
                                        </p:attrNameLst>
                                      </p:cBhvr>
                                      <p:to>
                                        <p:strVal val="visible"/>
                                      </p:to>
                                    </p:set>
                                    <p:animEffect transition="in" filter="wipe(up)">
                                      <p:cBhvr>
                                        <p:cTn id="12" dur="75"/>
                                        <p:tgtEl>
                                          <p:spTgt spid="1607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16077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42" fill="hold" nodeType="clickEffect">
                                  <p:stCondLst>
                                    <p:cond delay="0"/>
                                  </p:stCondLst>
                                  <p:childTnLst>
                                    <p:set>
                                      <p:cBhvr>
                                        <p:cTn id="24" dur="1" fill="hold">
                                          <p:stCondLst>
                                            <p:cond delay="0"/>
                                          </p:stCondLst>
                                        </p:cTn>
                                        <p:tgtEl>
                                          <p:spTgt spid="160779"/>
                                        </p:tgtEl>
                                        <p:attrNameLst>
                                          <p:attrName>style.visibility</p:attrName>
                                        </p:attrNameLst>
                                      </p:cBhvr>
                                      <p:to>
                                        <p:strVal val="visible"/>
                                      </p:to>
                                    </p:set>
                                    <p:animEffect transition="in" filter="barn(outHorizontal)">
                                      <p:cBhvr>
                                        <p:cTn id="25" dur="500"/>
                                        <p:tgtEl>
                                          <p:spTgt spid="160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build="p"/>
      <p:bldP spid="160772" grpId="0" build="allAtOnce"/>
      <p:bldP spid="160778" grpId="0"/>
      <p:bldP spid="16077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txBox="1">
            <a:spLocks noGrp="1"/>
          </p:cNvSpPr>
          <p:nvPr>
            <p:ph type="sldNum" sz="quarter" idx="4"/>
          </p:nvPr>
        </p:nvSpPr>
        <p:spPr>
          <a:ln/>
        </p:spPr>
        <p:txBody>
          <a:bodyPr/>
          <a:lstStyle/>
          <a:p>
            <a:pPr marL="0" indent="0" algn="r" eaLnBrk="1" hangingPunct="1">
              <a:spcBef>
                <a:spcPct val="0"/>
              </a:spcBef>
              <a:buNone/>
            </a:pPr>
            <a:fld id="{9A0DB2DC-4C9A-4742-B13C-FB6460FD3503}" type="slidenum">
              <a:rPr lang="en-US" altLang="zh-CN" sz="1800" dirty="0">
                <a:solidFill>
                  <a:schemeClr val="accent2"/>
                </a:solidFill>
              </a:rPr>
              <a:t>19</a:t>
            </a:fld>
            <a:endParaRPr lang="en-US" altLang="zh-CN" sz="1800" dirty="0">
              <a:solidFill>
                <a:schemeClr val="accent2"/>
              </a:solidFill>
            </a:endParaRPr>
          </a:p>
        </p:txBody>
      </p:sp>
      <p:sp>
        <p:nvSpPr>
          <p:cNvPr id="171010" name="Text Box 2"/>
          <p:cNvSpPr txBox="1"/>
          <p:nvPr/>
        </p:nvSpPr>
        <p:spPr>
          <a:xfrm>
            <a:off x="201613" y="211138"/>
            <a:ext cx="71628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buClr>
                <a:schemeClr val="accent2"/>
              </a:buClr>
              <a:buSzPct val="80000"/>
              <a:buFont typeface="Wingdings" panose="05000000000000000000" pitchFamily="2" charset="2"/>
              <a:buNone/>
            </a:pPr>
            <a:r>
              <a:rPr lang="zh-CN" altLang="en-US" sz="2800" b="1" dirty="0">
                <a:solidFill>
                  <a:schemeClr val="folHlink"/>
                </a:solidFill>
                <a:latin typeface="Times New Roman" panose="02020603050405020304" pitchFamily="18" charset="0"/>
                <a:ea typeface="黑体" panose="02010609060101010101" pitchFamily="49" charset="-122"/>
              </a:rPr>
              <a:t>四、由势能函数求保守力</a:t>
            </a:r>
          </a:p>
        </p:txBody>
      </p:sp>
      <p:sp>
        <p:nvSpPr>
          <p:cNvPr id="171013" name="Text Box 5"/>
          <p:cNvSpPr txBox="1"/>
          <p:nvPr/>
        </p:nvSpPr>
        <p:spPr>
          <a:xfrm>
            <a:off x="260350" y="5675313"/>
            <a:ext cx="8464550" cy="5603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直角坐标系中由势能求保守力的一般公式。</a:t>
            </a:r>
          </a:p>
        </p:txBody>
      </p:sp>
      <p:graphicFrame>
        <p:nvGraphicFramePr>
          <p:cNvPr id="210944" name="Object 2"/>
          <p:cNvGraphicFramePr>
            <a:graphicFrameLocks noChangeAspect="1"/>
          </p:cNvGraphicFramePr>
          <p:nvPr/>
        </p:nvGraphicFramePr>
        <p:xfrm>
          <a:off x="2770188" y="3816350"/>
          <a:ext cx="3668712" cy="668338"/>
        </p:xfrm>
        <a:graphic>
          <a:graphicData uri="http://schemas.openxmlformats.org/presentationml/2006/ole">
            <mc:AlternateContent xmlns:mc="http://schemas.openxmlformats.org/markup-compatibility/2006">
              <mc:Choice xmlns:v="urn:schemas-microsoft-com:vml" Requires="v">
                <p:oleObj spid="_x0000_s20501" r:id="rId4" imgW="2256790" imgH="419735" progId="Equation.DSMT4">
                  <p:embed/>
                </p:oleObj>
              </mc:Choice>
              <mc:Fallback>
                <p:oleObj r:id="rId4" imgW="2256790" imgH="419735" progId="Equation.DSMT4">
                  <p:embed/>
                  <p:pic>
                    <p:nvPicPr>
                      <p:cNvPr id="0" name="图片 3157"/>
                      <p:cNvPicPr/>
                      <p:nvPr/>
                    </p:nvPicPr>
                    <p:blipFill>
                      <a:blip r:embed="rId5">
                        <a:clrChange>
                          <a:clrFrom>
                            <a:srgbClr val="000000"/>
                          </a:clrFrom>
                          <a:clrTo>
                            <a:srgbClr val="000000"/>
                          </a:clrTo>
                        </a:clrChange>
                        <a:clrChange>
                          <a:clrFrom>
                            <a:srgbClr val="FFFFFF"/>
                          </a:clrFrom>
                          <a:clrTo>
                            <a:srgbClr val="000000"/>
                          </a:clrTo>
                        </a:clrChange>
                      </a:blip>
                      <a:stretch>
                        <a:fillRect/>
                      </a:stretch>
                    </p:blipFill>
                    <p:spPr>
                      <a:xfrm>
                        <a:off x="2770188" y="3816350"/>
                        <a:ext cx="3668712" cy="668338"/>
                      </a:xfrm>
                      <a:prstGeom prst="rect">
                        <a:avLst/>
                      </a:prstGeom>
                      <a:noFill/>
                      <a:ln w="38100">
                        <a:noFill/>
                        <a:miter/>
                      </a:ln>
                    </p:spPr>
                  </p:pic>
                </p:oleObj>
              </mc:Fallback>
            </mc:AlternateContent>
          </a:graphicData>
        </a:graphic>
      </p:graphicFrame>
      <p:graphicFrame>
        <p:nvGraphicFramePr>
          <p:cNvPr id="85000" name="Object 8"/>
          <p:cNvGraphicFramePr>
            <a:graphicFrameLocks noChangeAspect="1"/>
          </p:cNvGraphicFramePr>
          <p:nvPr/>
        </p:nvGraphicFramePr>
        <p:xfrm>
          <a:off x="3429000" y="936625"/>
          <a:ext cx="4386263" cy="687388"/>
        </p:xfrm>
        <a:graphic>
          <a:graphicData uri="http://schemas.openxmlformats.org/presentationml/2006/ole">
            <mc:AlternateContent xmlns:mc="http://schemas.openxmlformats.org/markup-compatibility/2006">
              <mc:Choice xmlns:v="urn:schemas-microsoft-com:vml" Requires="v">
                <p:oleObj spid="_x0000_s20502" r:id="rId6" imgW="1701800" imgH="266700" progId="Equation.DSMT4">
                  <p:embed/>
                </p:oleObj>
              </mc:Choice>
              <mc:Fallback>
                <p:oleObj r:id="rId6" imgW="1701800" imgH="266700" progId="Equation.DSMT4">
                  <p:embed/>
                  <p:pic>
                    <p:nvPicPr>
                      <p:cNvPr id="0" name="图片 3163"/>
                      <p:cNvPicPr/>
                      <p:nvPr/>
                    </p:nvPicPr>
                    <p:blipFill>
                      <a:blip r:embed="rId7"/>
                      <a:stretch>
                        <a:fillRect/>
                      </a:stretch>
                    </p:blipFill>
                    <p:spPr>
                      <a:xfrm>
                        <a:off x="3429000" y="936625"/>
                        <a:ext cx="4386263" cy="687388"/>
                      </a:xfrm>
                      <a:prstGeom prst="rect">
                        <a:avLst/>
                      </a:prstGeom>
                      <a:noFill/>
                      <a:ln w="38100">
                        <a:noFill/>
                        <a:miter/>
                      </a:ln>
                    </p:spPr>
                  </p:pic>
                </p:oleObj>
              </mc:Fallback>
            </mc:AlternateContent>
          </a:graphicData>
        </a:graphic>
      </p:graphicFrame>
      <p:sp>
        <p:nvSpPr>
          <p:cNvPr id="12" name="Text Box 5"/>
          <p:cNvSpPr txBox="1"/>
          <p:nvPr/>
        </p:nvSpPr>
        <p:spPr>
          <a:xfrm>
            <a:off x="260350" y="969963"/>
            <a:ext cx="8464550" cy="5603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根据势能公式，有</a:t>
            </a:r>
          </a:p>
        </p:txBody>
      </p:sp>
      <p:graphicFrame>
        <p:nvGraphicFramePr>
          <p:cNvPr id="85001" name="Object 9"/>
          <p:cNvGraphicFramePr>
            <a:graphicFrameLocks noChangeAspect="1"/>
          </p:cNvGraphicFramePr>
          <p:nvPr/>
        </p:nvGraphicFramePr>
        <p:xfrm>
          <a:off x="3167063" y="1616075"/>
          <a:ext cx="2225675" cy="1079500"/>
        </p:xfrm>
        <a:graphic>
          <a:graphicData uri="http://schemas.openxmlformats.org/presentationml/2006/ole">
            <mc:AlternateContent xmlns:mc="http://schemas.openxmlformats.org/markup-compatibility/2006">
              <mc:Choice xmlns:v="urn:schemas-microsoft-com:vml" Requires="v">
                <p:oleObj spid="_x0000_s20503" r:id="rId8" imgW="862965" imgH="419100" progId="Equation.DSMT4">
                  <p:embed/>
                </p:oleObj>
              </mc:Choice>
              <mc:Fallback>
                <p:oleObj r:id="rId8" imgW="862965" imgH="419100" progId="Equation.DSMT4">
                  <p:embed/>
                  <p:pic>
                    <p:nvPicPr>
                      <p:cNvPr id="0" name="图片 3167"/>
                      <p:cNvPicPr/>
                      <p:nvPr/>
                    </p:nvPicPr>
                    <p:blipFill>
                      <a:blip r:embed="rId9"/>
                      <a:stretch>
                        <a:fillRect/>
                      </a:stretch>
                    </p:blipFill>
                    <p:spPr>
                      <a:xfrm>
                        <a:off x="3167063" y="1616075"/>
                        <a:ext cx="2225675" cy="1079500"/>
                      </a:xfrm>
                      <a:prstGeom prst="rect">
                        <a:avLst/>
                      </a:prstGeom>
                      <a:noFill/>
                      <a:ln w="38100">
                        <a:noFill/>
                        <a:miter/>
                      </a:ln>
                    </p:spPr>
                  </p:pic>
                </p:oleObj>
              </mc:Fallback>
            </mc:AlternateContent>
          </a:graphicData>
        </a:graphic>
      </p:graphicFrame>
      <p:sp>
        <p:nvSpPr>
          <p:cNvPr id="14" name="Text Box 5"/>
          <p:cNvSpPr txBox="1"/>
          <p:nvPr/>
        </p:nvSpPr>
        <p:spPr>
          <a:xfrm>
            <a:off x="260350" y="2628900"/>
            <a:ext cx="8694738" cy="1076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lvl="0" indent="0" eaLnBrk="1" hangingPunct="1">
              <a:lnSpc>
                <a:spcPct val="120000"/>
              </a:lnSpc>
              <a:buClr>
                <a:schemeClr val="accent2"/>
              </a:buClr>
              <a:buSzPct val="80000"/>
              <a:buFont typeface="Wingdings" panose="05000000000000000000" pitchFamily="2" charset="2"/>
              <a:buNone/>
            </a:pPr>
            <a:r>
              <a:rPr lang="zh-CN" altLang="en-US" sz="2800" b="1" dirty="0">
                <a:latin typeface="Times New Roman" panose="02020603050405020304" pitchFamily="18" charset="0"/>
              </a:rPr>
              <a:t>保守力沿某一给定的</a:t>
            </a:r>
            <a:r>
              <a:rPr lang="en-US" altLang="zh-CN" sz="2800" b="1" i="1" dirty="0">
                <a:latin typeface="Times New Roman" panose="02020603050405020304" pitchFamily="18" charset="0"/>
              </a:rPr>
              <a:t>l</a:t>
            </a:r>
            <a:r>
              <a:rPr lang="zh-CN" altLang="en-US" sz="2800" b="1" dirty="0">
                <a:latin typeface="Times New Roman" panose="02020603050405020304" pitchFamily="18" charset="0"/>
              </a:rPr>
              <a:t>方向的分量等于此保守力相应的势能函数沿</a:t>
            </a:r>
            <a:r>
              <a:rPr lang="en-US" altLang="zh-CN" sz="2800" b="1" i="1" dirty="0">
                <a:latin typeface="Times New Roman" panose="02020603050405020304" pitchFamily="18" charset="0"/>
              </a:rPr>
              <a:t>l</a:t>
            </a:r>
            <a:r>
              <a:rPr lang="zh-CN" altLang="en-US" sz="2800" b="1" dirty="0">
                <a:latin typeface="Times New Roman" panose="02020603050405020304" pitchFamily="18" charset="0"/>
              </a:rPr>
              <a:t>方向的空间变化率的负值。</a:t>
            </a:r>
          </a:p>
        </p:txBody>
      </p:sp>
      <p:graphicFrame>
        <p:nvGraphicFramePr>
          <p:cNvPr id="3" name="Object 10"/>
          <p:cNvGraphicFramePr>
            <a:graphicFrameLocks noChangeAspect="1"/>
          </p:cNvGraphicFramePr>
          <p:nvPr/>
        </p:nvGraphicFramePr>
        <p:xfrm>
          <a:off x="3213100" y="4614863"/>
          <a:ext cx="4859338" cy="1112837"/>
        </p:xfrm>
        <a:graphic>
          <a:graphicData uri="http://schemas.openxmlformats.org/presentationml/2006/ole">
            <mc:AlternateContent xmlns:mc="http://schemas.openxmlformats.org/markup-compatibility/2006">
              <mc:Choice xmlns:v="urn:schemas-microsoft-com:vml" Requires="v">
                <p:oleObj spid="_x0000_s20504" r:id="rId10" imgW="3011805" imgH="721360" progId="Equation.DSMT4">
                  <p:embed/>
                </p:oleObj>
              </mc:Choice>
              <mc:Fallback>
                <p:oleObj r:id="rId10" imgW="3011805" imgH="721360" progId="Equation.DSMT4">
                  <p:embed/>
                  <p:pic>
                    <p:nvPicPr>
                      <p:cNvPr id="0" name="图片 3168"/>
                      <p:cNvPicPr/>
                      <p:nvPr/>
                    </p:nvPicPr>
                    <p:blipFill>
                      <a:blip r:embed="rId11">
                        <a:clrChange>
                          <a:clrFrom>
                            <a:srgbClr val="000000"/>
                          </a:clrFrom>
                          <a:clrTo>
                            <a:srgbClr val="000000"/>
                          </a:clrTo>
                        </a:clrChange>
                        <a:clrChange>
                          <a:clrFrom>
                            <a:srgbClr val="FFFFFF"/>
                          </a:clrFrom>
                          <a:clrTo>
                            <a:srgbClr val="000000"/>
                          </a:clrTo>
                        </a:clrChange>
                      </a:blip>
                      <a:stretch>
                        <a:fillRect/>
                      </a:stretch>
                    </p:blipFill>
                    <p:spPr>
                      <a:xfrm>
                        <a:off x="3213100" y="4614863"/>
                        <a:ext cx="4859338" cy="1112837"/>
                      </a:xfrm>
                      <a:prstGeom prst="rect">
                        <a:avLst/>
                      </a:prstGeom>
                      <a:noFill/>
                      <a:ln w="38100">
                        <a:noFill/>
                        <a:miter/>
                      </a:ln>
                    </p:spPr>
                  </p:pic>
                </p:oleObj>
              </mc:Fallback>
            </mc:AlternateContent>
          </a:graphicData>
        </a:graphic>
      </p:graphicFrame>
      <p:graphicFrame>
        <p:nvGraphicFramePr>
          <p:cNvPr id="41995" name="Object 11"/>
          <p:cNvGraphicFramePr>
            <a:graphicFrameLocks noChangeAspect="1"/>
          </p:cNvGraphicFramePr>
          <p:nvPr/>
        </p:nvGraphicFramePr>
        <p:xfrm>
          <a:off x="4730750" y="131763"/>
          <a:ext cx="3571875" cy="574675"/>
        </p:xfrm>
        <a:graphic>
          <a:graphicData uri="http://schemas.openxmlformats.org/presentationml/2006/ole">
            <mc:AlternateContent xmlns:mc="http://schemas.openxmlformats.org/markup-compatibility/2006">
              <mc:Choice xmlns:v="urn:schemas-microsoft-com:vml" Requires="v">
                <p:oleObj spid="_x0000_s20505" r:id="rId12" imgW="1497965" imgH="241300" progId="Equation.DSMT4">
                  <p:embed/>
                </p:oleObj>
              </mc:Choice>
              <mc:Fallback>
                <p:oleObj r:id="rId12" imgW="1497965" imgH="241300" progId="Equation.DSMT4">
                  <p:embed/>
                  <p:pic>
                    <p:nvPicPr>
                      <p:cNvPr id="0" name="图片 3166"/>
                      <p:cNvPicPr/>
                      <p:nvPr/>
                    </p:nvPicPr>
                    <p:blipFill>
                      <a:blip r:embed="rId13"/>
                      <a:stretch>
                        <a:fillRect/>
                      </a:stretch>
                    </p:blipFill>
                    <p:spPr>
                      <a:xfrm>
                        <a:off x="4730750" y="131763"/>
                        <a:ext cx="3571875" cy="574675"/>
                      </a:xfrm>
                      <a:prstGeom prst="rect">
                        <a:avLst/>
                      </a:prstGeom>
                      <a:solidFill>
                        <a:srgbClr val="FFFF00">
                          <a:alpha val="30196"/>
                        </a:srgbClr>
                      </a:solidFill>
                      <a:ln w="15875"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71010"/>
                                        </p:tgtEl>
                                        <p:attrNameLst>
                                          <p:attrName>style.visibility</p:attrName>
                                        </p:attrNameLst>
                                      </p:cBhvr>
                                      <p:to>
                                        <p:strVal val="visible"/>
                                      </p:to>
                                    </p:set>
                                    <p:animEffect transition="in" filter="box(in)">
                                      <p:cBhvr>
                                        <p:cTn id="7" dur="500"/>
                                        <p:tgtEl>
                                          <p:spTgt spid="1710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5000"/>
                                        </p:tgtEl>
                                        <p:attrNameLst>
                                          <p:attrName>style.visibility</p:attrName>
                                        </p:attrNameLst>
                                      </p:cBhvr>
                                      <p:to>
                                        <p:strVal val="visible"/>
                                      </p:to>
                                    </p:set>
                                    <p:animEffect transition="in" filter="blinds(horizontal)">
                                      <p:cBhvr>
                                        <p:cTn id="17" dur="500"/>
                                        <p:tgtEl>
                                          <p:spTgt spid="850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5001"/>
                                        </p:tgtEl>
                                        <p:attrNameLst>
                                          <p:attrName>style.visibility</p:attrName>
                                        </p:attrNameLst>
                                      </p:cBhvr>
                                      <p:to>
                                        <p:strVal val="visible"/>
                                      </p:to>
                                    </p:set>
                                    <p:animEffect transition="in" filter="blinds(horizontal)">
                                      <p:cBhvr>
                                        <p:cTn id="22" dur="500"/>
                                        <p:tgtEl>
                                          <p:spTgt spid="8500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ox(in)">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10944"/>
                                        </p:tgtEl>
                                        <p:attrNameLst>
                                          <p:attrName>style.visibility</p:attrName>
                                        </p:attrNameLst>
                                      </p:cBhvr>
                                      <p:to>
                                        <p:strVal val="visible"/>
                                      </p:to>
                                    </p:set>
                                    <p:animEffect transition="in" filter="box(in)">
                                      <p:cBhvr>
                                        <p:cTn id="32" dur="500"/>
                                        <p:tgtEl>
                                          <p:spTgt spid="21094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ox(in)">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71013"/>
                                        </p:tgtEl>
                                        <p:attrNameLst>
                                          <p:attrName>style.visibility</p:attrName>
                                        </p:attrNameLst>
                                      </p:cBhvr>
                                      <p:to>
                                        <p:strVal val="visible"/>
                                      </p:to>
                                    </p:set>
                                    <p:animEffect transition="in" filter="box(in)">
                                      <p:cBhvr>
                                        <p:cTn id="42" dur="500"/>
                                        <p:tgtEl>
                                          <p:spTgt spid="171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p:bldP spid="171013" grpId="0"/>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12D84144-E2F7-459D-B02F-2B333A94DBDA}"/>
              </a:ext>
            </a:extLst>
          </p:cNvPr>
          <p:cNvSpPr>
            <a:spLocks noGrp="1" noChangeArrowheads="1"/>
          </p:cNvSpPr>
          <p:nvPr>
            <p:ph type="sldNum" sz="quarter" idx="12"/>
          </p:nvPr>
        </p:nvSpPr>
        <p:spPr bwMode="auto">
          <a:xfrm>
            <a:off x="7010400" y="6381750"/>
            <a:ext cx="2133600"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chemeClr val="accent2"/>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A2DCD499-5E46-487E-927E-D12F13BCAB4F}" type="slidenum">
              <a:rPr lang="en-US" altLang="zh-CN" smtClean="0"/>
              <a:pPr>
                <a:defRPr/>
              </a:pPr>
              <a:t>20</a:t>
            </a:fld>
            <a:endParaRPr lang="en-US" altLang="zh-CN" sz="1800">
              <a:solidFill>
                <a:srgbClr val="333399"/>
              </a:solidFill>
            </a:endParaRPr>
          </a:p>
        </p:txBody>
      </p:sp>
      <p:sp>
        <p:nvSpPr>
          <p:cNvPr id="139266" name="Text Box 2">
            <a:extLst>
              <a:ext uri="{FF2B5EF4-FFF2-40B4-BE49-F238E27FC236}">
                <a16:creationId xmlns:a16="http://schemas.microsoft.com/office/drawing/2014/main" id="{79630E78-A715-492F-A652-7D5DA59DBF2A}"/>
              </a:ext>
            </a:extLst>
          </p:cNvPr>
          <p:cNvSpPr txBox="1">
            <a:spLocks noChangeArrowheads="1"/>
          </p:cNvSpPr>
          <p:nvPr/>
        </p:nvSpPr>
        <p:spPr bwMode="auto">
          <a:xfrm>
            <a:off x="1125538" y="0"/>
            <a:ext cx="7010400" cy="579438"/>
          </a:xfrm>
          <a:prstGeom prst="rect">
            <a:avLst/>
          </a:prstGeom>
          <a:noFill/>
          <a:ln w="9525">
            <a:noFill/>
            <a:miter lim="800000"/>
          </a:ln>
          <a:effectLst/>
        </p:spPr>
        <p:txBody>
          <a:bodyPr>
            <a:spAutoFit/>
          </a:bodyPr>
          <a:lstStyle/>
          <a:p>
            <a:pPr eaLnBrk="1" hangingPunct="1">
              <a:spcBef>
                <a:spcPct val="20000"/>
              </a:spcBef>
              <a:buClr>
                <a:srgbClr val="333399"/>
              </a:buClr>
              <a:buSzPct val="80000"/>
              <a:buFont typeface="Wingdings" panose="05000000000000000000" pitchFamily="2" charset="2"/>
              <a:buNone/>
              <a:defRPr/>
            </a:pPr>
            <a:r>
              <a:rPr kumimoji="1" lang="zh-CN" altLang="en-US" sz="3200" b="1"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第</a:t>
            </a:r>
            <a:r>
              <a:rPr kumimoji="1" lang="en-US" altLang="zh-CN" sz="3200" b="1"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11</a:t>
            </a:r>
            <a:r>
              <a:rPr kumimoji="1" lang="zh-CN" altLang="en-US" sz="3200" b="1"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节  功能原理  机械能守恒定律</a:t>
            </a:r>
          </a:p>
        </p:txBody>
      </p:sp>
      <p:sp>
        <p:nvSpPr>
          <p:cNvPr id="139267" name="Text Box 3">
            <a:extLst>
              <a:ext uri="{FF2B5EF4-FFF2-40B4-BE49-F238E27FC236}">
                <a16:creationId xmlns:a16="http://schemas.microsoft.com/office/drawing/2014/main" id="{50439E46-4E85-4620-B161-3ABB6544F151}"/>
              </a:ext>
            </a:extLst>
          </p:cNvPr>
          <p:cNvSpPr txBox="1">
            <a:spLocks noChangeArrowheads="1"/>
          </p:cNvSpPr>
          <p:nvPr/>
        </p:nvSpPr>
        <p:spPr bwMode="auto">
          <a:xfrm>
            <a:off x="165100" y="1201738"/>
            <a:ext cx="464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FF3300"/>
                </a:solidFill>
                <a:latin typeface="Times New Roman" panose="02020603050405020304" pitchFamily="18" charset="0"/>
                <a:ea typeface="黑体" panose="02010609060101010101" pitchFamily="49" charset="-122"/>
              </a:rPr>
              <a:t>一、质点系的动能定理</a:t>
            </a:r>
          </a:p>
        </p:txBody>
      </p:sp>
      <p:sp>
        <p:nvSpPr>
          <p:cNvPr id="139268" name="Text Box 4">
            <a:extLst>
              <a:ext uri="{FF2B5EF4-FFF2-40B4-BE49-F238E27FC236}">
                <a16:creationId xmlns:a16="http://schemas.microsoft.com/office/drawing/2014/main" id="{B8A5D079-356D-4DD5-84C5-1CD4710E9E34}"/>
              </a:ext>
            </a:extLst>
          </p:cNvPr>
          <p:cNvSpPr txBox="1">
            <a:spLocks noChangeArrowheads="1"/>
          </p:cNvSpPr>
          <p:nvPr/>
        </p:nvSpPr>
        <p:spPr bwMode="auto">
          <a:xfrm>
            <a:off x="457200" y="1676400"/>
            <a:ext cx="822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对质点系中的第</a:t>
            </a:r>
            <a:r>
              <a:rPr lang="en-US" altLang="zh-CN" b="1" i="1">
                <a:solidFill>
                  <a:srgbClr val="000000"/>
                </a:solidFill>
                <a:latin typeface="Times New Roman" panose="02020603050405020304" pitchFamily="18" charset="0"/>
              </a:rPr>
              <a:t>i</a:t>
            </a:r>
            <a:r>
              <a:rPr lang="zh-CN" altLang="en-US" sz="2800" b="1">
                <a:solidFill>
                  <a:srgbClr val="000000"/>
                </a:solidFill>
                <a:latin typeface="Times New Roman" panose="02020603050405020304" pitchFamily="18" charset="0"/>
              </a:rPr>
              <a:t>个质点，质点的动能定理：</a:t>
            </a:r>
          </a:p>
        </p:txBody>
      </p:sp>
      <p:graphicFrame>
        <p:nvGraphicFramePr>
          <p:cNvPr id="139273" name="Object 3">
            <a:extLst>
              <a:ext uri="{FF2B5EF4-FFF2-40B4-BE49-F238E27FC236}">
                <a16:creationId xmlns:a16="http://schemas.microsoft.com/office/drawing/2014/main" id="{54F7DBC5-F011-49BF-BD18-9B625E6EE874}"/>
              </a:ext>
            </a:extLst>
          </p:cNvPr>
          <p:cNvGraphicFramePr>
            <a:graphicFrameLocks noChangeAspect="1"/>
          </p:cNvGraphicFramePr>
          <p:nvPr/>
        </p:nvGraphicFramePr>
        <p:xfrm>
          <a:off x="3616325" y="4419600"/>
          <a:ext cx="4224338" cy="700088"/>
        </p:xfrm>
        <a:graphic>
          <a:graphicData uri="http://schemas.openxmlformats.org/presentationml/2006/ole">
            <mc:AlternateContent xmlns:mc="http://schemas.openxmlformats.org/markup-compatibility/2006">
              <mc:Choice xmlns:v="urn:schemas-microsoft-com:vml" Requires="v">
                <p:oleObj spid="_x0000_s21515" r:id="rId4" imgW="1752489" imgH="266700" progId="Equation.3">
                  <p:embed/>
                </p:oleObj>
              </mc:Choice>
              <mc:Fallback>
                <p:oleObj r:id="rId4" imgW="1752489" imgH="266700" progId="Equation.3">
                  <p:embed/>
                  <p:pic>
                    <p:nvPicPr>
                      <p:cNvPr id="139273" name="Object 3">
                        <a:extLst>
                          <a:ext uri="{FF2B5EF4-FFF2-40B4-BE49-F238E27FC236}">
                            <a16:creationId xmlns:a16="http://schemas.microsoft.com/office/drawing/2014/main" id="{54F7DBC5-F011-49BF-BD18-9B625E6EE8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6325" y="4419600"/>
                        <a:ext cx="4224338" cy="700088"/>
                      </a:xfrm>
                      <a:prstGeom prst="rect">
                        <a:avLst/>
                      </a:prstGeom>
                      <a:solidFill>
                        <a:srgbClr val="FFCC00">
                          <a:alpha val="27843"/>
                        </a:srgbClr>
                      </a:solidFill>
                      <a:ln w="28575">
                        <a:solidFill>
                          <a:srgbClr val="FF0000"/>
                        </a:solidFill>
                        <a:miter lim="800000"/>
                        <a:headEnd/>
                        <a:tailEnd/>
                      </a:ln>
                    </p:spPr>
                  </p:pic>
                </p:oleObj>
              </mc:Fallback>
            </mc:AlternateContent>
          </a:graphicData>
        </a:graphic>
      </p:graphicFrame>
      <p:sp>
        <p:nvSpPr>
          <p:cNvPr id="38919" name="AutoShape 10">
            <a:extLst>
              <a:ext uri="{FF2B5EF4-FFF2-40B4-BE49-F238E27FC236}">
                <a16:creationId xmlns:a16="http://schemas.microsoft.com/office/drawing/2014/main" id="{3AD821B6-B61D-47CE-99D5-20C6EAD1A448}"/>
              </a:ext>
            </a:extLst>
          </p:cNvPr>
          <p:cNvSpPr>
            <a:spLocks noChangeArrowheads="1"/>
          </p:cNvSpPr>
          <p:nvPr/>
        </p:nvSpPr>
        <p:spPr bwMode="auto">
          <a:xfrm rot="-10580740">
            <a:off x="5335588" y="3932238"/>
            <a:ext cx="835025" cy="469900"/>
          </a:xfrm>
          <a:prstGeom prst="wedgeRoundRectCallout">
            <a:avLst>
              <a:gd name="adj1" fmla="val 53815"/>
              <a:gd name="adj2" fmla="val -81440"/>
              <a:gd name="adj3" fmla="val 16667"/>
            </a:avLst>
          </a:prstGeom>
          <a:noFill/>
          <a:ln w="31750">
            <a:solidFill>
              <a:srgbClr val="9900FF"/>
            </a:solidFill>
            <a:miter lim="800000"/>
            <a:headEnd/>
            <a:tailEnd/>
          </a:ln>
          <a:extLst>
            <a:ext uri="{909E8E84-426E-40DD-AFC4-6F175D3DCCD1}">
              <a14:hiddenFill xmlns:a14="http://schemas.microsoft.com/office/drawing/2010/main">
                <a:solidFill>
                  <a:srgbClr val="FFFFFF"/>
                </a:solidFill>
              </a14:hiddenFill>
            </a:ext>
          </a:extLst>
        </p:spPr>
        <p:txBody>
          <a:bodyPr rot="1080000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800" b="1">
                <a:solidFill>
                  <a:srgbClr val="000000"/>
                </a:solidFill>
                <a:latin typeface="Times New Roman" panose="02020603050405020304" pitchFamily="18" charset="0"/>
              </a:rPr>
              <a:t>≠0</a:t>
            </a:r>
          </a:p>
        </p:txBody>
      </p:sp>
      <p:graphicFrame>
        <p:nvGraphicFramePr>
          <p:cNvPr id="139275" name="Object 4">
            <a:extLst>
              <a:ext uri="{FF2B5EF4-FFF2-40B4-BE49-F238E27FC236}">
                <a16:creationId xmlns:a16="http://schemas.microsoft.com/office/drawing/2014/main" id="{C39BA070-3072-4764-8C85-3D240560FF5B}"/>
              </a:ext>
            </a:extLst>
          </p:cNvPr>
          <p:cNvGraphicFramePr>
            <a:graphicFrameLocks noChangeAspect="1"/>
          </p:cNvGraphicFramePr>
          <p:nvPr/>
        </p:nvGraphicFramePr>
        <p:xfrm>
          <a:off x="1350963" y="3100388"/>
          <a:ext cx="6111875" cy="923925"/>
        </p:xfrm>
        <a:graphic>
          <a:graphicData uri="http://schemas.openxmlformats.org/presentationml/2006/ole">
            <mc:AlternateContent xmlns:mc="http://schemas.openxmlformats.org/markup-compatibility/2006">
              <mc:Choice xmlns:v="urn:schemas-microsoft-com:vml" Requires="v">
                <p:oleObj spid="_x0000_s21516" r:id="rId6" imgW="2838401" imgH="406309" progId="Equation.3">
                  <p:embed/>
                </p:oleObj>
              </mc:Choice>
              <mc:Fallback>
                <p:oleObj r:id="rId6" imgW="2838401" imgH="406309" progId="Equation.3">
                  <p:embed/>
                  <p:pic>
                    <p:nvPicPr>
                      <p:cNvPr id="139275" name="Object 4">
                        <a:extLst>
                          <a:ext uri="{FF2B5EF4-FFF2-40B4-BE49-F238E27FC236}">
                            <a16:creationId xmlns:a16="http://schemas.microsoft.com/office/drawing/2014/main" id="{C39BA070-3072-4764-8C85-3D240560FF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0963" y="3100388"/>
                        <a:ext cx="61118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9276" name="Text Box 12">
            <a:extLst>
              <a:ext uri="{FF2B5EF4-FFF2-40B4-BE49-F238E27FC236}">
                <a16:creationId xmlns:a16="http://schemas.microsoft.com/office/drawing/2014/main" id="{70DE592D-E4E8-4A48-9E01-8E28A7ED8891}"/>
              </a:ext>
            </a:extLst>
          </p:cNvPr>
          <p:cNvSpPr txBox="1">
            <a:spLocks noChangeArrowheads="1"/>
          </p:cNvSpPr>
          <p:nvPr/>
        </p:nvSpPr>
        <p:spPr bwMode="auto">
          <a:xfrm>
            <a:off x="381000" y="4495800"/>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质点系的动能定理：</a:t>
            </a:r>
            <a:endParaRPr lang="zh-CN" altLang="en-US" b="1">
              <a:solidFill>
                <a:srgbClr val="000000"/>
              </a:solidFill>
              <a:latin typeface="Times New Roman" panose="02020603050405020304" pitchFamily="18" charset="0"/>
            </a:endParaRPr>
          </a:p>
        </p:txBody>
      </p:sp>
      <p:sp>
        <p:nvSpPr>
          <p:cNvPr id="139277" name="Text Box 13">
            <a:extLst>
              <a:ext uri="{FF2B5EF4-FFF2-40B4-BE49-F238E27FC236}">
                <a16:creationId xmlns:a16="http://schemas.microsoft.com/office/drawing/2014/main" id="{FFAFA27A-C614-49E5-AD44-72B19A1F0521}"/>
              </a:ext>
            </a:extLst>
          </p:cNvPr>
          <p:cNvSpPr txBox="1">
            <a:spLocks noChangeArrowheads="1"/>
          </p:cNvSpPr>
          <p:nvPr/>
        </p:nvSpPr>
        <p:spPr bwMode="auto">
          <a:xfrm>
            <a:off x="228600" y="5287963"/>
            <a:ext cx="614362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rgbClr val="333399"/>
              </a:buClr>
              <a:buSzPct val="80000"/>
              <a:buFont typeface="Wingdings" panose="05000000000000000000" pitchFamily="2" charset="2"/>
              <a:buNone/>
            </a:pPr>
            <a:r>
              <a:rPr lang="zh-CN" altLang="en-US" sz="2800" b="1">
                <a:solidFill>
                  <a:srgbClr val="0000FF"/>
                </a:solidFill>
                <a:latin typeface="Times New Roman" panose="02020603050405020304" pitchFamily="18" charset="0"/>
                <a:ea typeface="黑体" panose="02010609060101010101" pitchFamily="49" charset="-122"/>
              </a:rPr>
              <a:t>内力能改变系统的总动能，</a:t>
            </a:r>
          </a:p>
        </p:txBody>
      </p:sp>
      <p:sp>
        <p:nvSpPr>
          <p:cNvPr id="139278" name="Text Box 14">
            <a:extLst>
              <a:ext uri="{FF2B5EF4-FFF2-40B4-BE49-F238E27FC236}">
                <a16:creationId xmlns:a16="http://schemas.microsoft.com/office/drawing/2014/main" id="{6F8ABB46-ADF9-4686-83D1-E3E09B5A5E2B}"/>
              </a:ext>
            </a:extLst>
          </p:cNvPr>
          <p:cNvSpPr txBox="1">
            <a:spLocks noChangeArrowheads="1"/>
          </p:cNvSpPr>
          <p:nvPr/>
        </p:nvSpPr>
        <p:spPr bwMode="auto">
          <a:xfrm>
            <a:off x="4498975" y="5287963"/>
            <a:ext cx="464502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rgbClr val="333399"/>
              </a:buClr>
              <a:buSzPct val="80000"/>
              <a:buFont typeface="Wingdings" panose="05000000000000000000" pitchFamily="2" charset="2"/>
              <a:buNone/>
            </a:pPr>
            <a:r>
              <a:rPr lang="zh-CN" altLang="en-US" sz="2800" b="1">
                <a:solidFill>
                  <a:srgbClr val="0000FF"/>
                </a:solidFill>
                <a:latin typeface="Times New Roman" panose="02020603050405020304" pitchFamily="18" charset="0"/>
                <a:ea typeface="黑体" panose="02010609060101010101" pitchFamily="49" charset="-122"/>
              </a:rPr>
              <a:t>但不能改变系统的总动量。</a:t>
            </a:r>
          </a:p>
        </p:txBody>
      </p:sp>
      <p:sp>
        <p:nvSpPr>
          <p:cNvPr id="139279" name="Text Box 15">
            <a:extLst>
              <a:ext uri="{FF2B5EF4-FFF2-40B4-BE49-F238E27FC236}">
                <a16:creationId xmlns:a16="http://schemas.microsoft.com/office/drawing/2014/main" id="{BBF24F67-5E18-462D-8AA0-9186FF7677F9}"/>
              </a:ext>
            </a:extLst>
          </p:cNvPr>
          <p:cNvSpPr txBox="1">
            <a:spLocks noChangeArrowheads="1"/>
          </p:cNvSpPr>
          <p:nvPr/>
        </p:nvSpPr>
        <p:spPr bwMode="auto">
          <a:xfrm>
            <a:off x="227013" y="6024563"/>
            <a:ext cx="891698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50000"/>
              </a:spcBef>
              <a:buFontTx/>
              <a:buNone/>
            </a:pPr>
            <a:r>
              <a:rPr lang="zh-CN" altLang="en-US" sz="2800" b="1">
                <a:solidFill>
                  <a:srgbClr val="000000"/>
                </a:solidFill>
                <a:latin typeface="Times New Roman" panose="02020603050405020304" pitchFamily="18" charset="0"/>
              </a:rPr>
              <a:t>动能定理适用于惯性系，非惯性系应考虑惯性力的功。</a:t>
            </a:r>
          </a:p>
        </p:txBody>
      </p:sp>
      <p:sp>
        <p:nvSpPr>
          <p:cNvPr id="16" name="Rectangle 15">
            <a:extLst>
              <a:ext uri="{FF2B5EF4-FFF2-40B4-BE49-F238E27FC236}">
                <a16:creationId xmlns:a16="http://schemas.microsoft.com/office/drawing/2014/main" id="{E364BC20-06E6-496A-A339-23EA122EB83A}"/>
              </a:ext>
            </a:extLst>
          </p:cNvPr>
          <p:cNvSpPr>
            <a:spLocks noChangeArrowheads="1"/>
          </p:cNvSpPr>
          <p:nvPr/>
        </p:nvSpPr>
        <p:spPr bwMode="auto">
          <a:xfrm>
            <a:off x="1676400" y="539750"/>
            <a:ext cx="60325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lang="en-US" altLang="zh-CN" sz="2400" b="1">
                <a:solidFill>
                  <a:srgbClr val="0000FF"/>
                </a:solidFill>
              </a:rPr>
              <a:t>Work-Kinetic Energy Theorem </a:t>
            </a:r>
          </a:p>
          <a:p>
            <a:pPr algn="ctr" eaLnBrk="1" hangingPunct="1">
              <a:lnSpc>
                <a:spcPct val="80000"/>
              </a:lnSpc>
              <a:spcBef>
                <a:spcPct val="0"/>
              </a:spcBef>
              <a:buFontTx/>
              <a:buNone/>
            </a:pPr>
            <a:r>
              <a:rPr lang="en-US" altLang="zh-CN" sz="2400" b="1">
                <a:solidFill>
                  <a:srgbClr val="0000FF"/>
                </a:solidFill>
              </a:rPr>
              <a:t>&amp; Conservation of Mechanical Energy</a:t>
            </a:r>
            <a:endParaRPr lang="en-US" altLang="zh-CN" sz="2400" b="1">
              <a:solidFill>
                <a:srgbClr val="0000FF"/>
              </a:solidFill>
              <a:ea typeface="隶书" panose="02010509060101010101" pitchFamily="49" charset="-122"/>
            </a:endParaRPr>
          </a:p>
        </p:txBody>
      </p:sp>
      <p:grpSp>
        <p:nvGrpSpPr>
          <p:cNvPr id="2" name="Group 17">
            <a:extLst>
              <a:ext uri="{FF2B5EF4-FFF2-40B4-BE49-F238E27FC236}">
                <a16:creationId xmlns:a16="http://schemas.microsoft.com/office/drawing/2014/main" id="{CFF1A225-5C07-446C-A550-583A0F03D863}"/>
              </a:ext>
            </a:extLst>
          </p:cNvPr>
          <p:cNvGrpSpPr>
            <a:grpSpLocks/>
          </p:cNvGrpSpPr>
          <p:nvPr/>
        </p:nvGrpSpPr>
        <p:grpSpPr bwMode="auto">
          <a:xfrm>
            <a:off x="2601913" y="2309813"/>
            <a:ext cx="3883025" cy="746125"/>
            <a:chOff x="2601273" y="2309567"/>
            <a:chExt cx="3883431" cy="746814"/>
          </a:xfrm>
        </p:grpSpPr>
        <p:graphicFrame>
          <p:nvGraphicFramePr>
            <p:cNvPr id="18447" name="Object 15">
              <a:extLst>
                <a:ext uri="{FF2B5EF4-FFF2-40B4-BE49-F238E27FC236}">
                  <a16:creationId xmlns:a16="http://schemas.microsoft.com/office/drawing/2014/main" id="{551E50EE-F3AF-4D53-AF84-9FD35581BEA6}"/>
                </a:ext>
              </a:extLst>
            </p:cNvPr>
            <p:cNvGraphicFramePr>
              <a:graphicFrameLocks noChangeAspect="1"/>
            </p:cNvGraphicFramePr>
            <p:nvPr/>
          </p:nvGraphicFramePr>
          <p:xfrm>
            <a:off x="2601273" y="2309567"/>
            <a:ext cx="3883431" cy="746814"/>
          </p:xfrm>
          <a:graphic>
            <a:graphicData uri="http://schemas.openxmlformats.org/presentationml/2006/ole">
              <mc:AlternateContent xmlns:mc="http://schemas.openxmlformats.org/markup-compatibility/2006">
                <mc:Choice xmlns:v="urn:schemas-microsoft-com:vml" Requires="v">
                  <p:oleObj spid="_x0000_s21517" r:id="rId8" imgW="1320227" imgH="253890" progId="Equation.DSMT4">
                    <p:embed/>
                  </p:oleObj>
                </mc:Choice>
                <mc:Fallback>
                  <p:oleObj r:id="rId8" imgW="1320227" imgH="253890" progId="Equation.DSMT4">
                    <p:embed/>
                    <p:pic>
                      <p:nvPicPr>
                        <p:cNvPr id="18447" name="Object 15">
                          <a:extLst>
                            <a:ext uri="{FF2B5EF4-FFF2-40B4-BE49-F238E27FC236}">
                              <a16:creationId xmlns:a16="http://schemas.microsoft.com/office/drawing/2014/main" id="{551E50EE-F3AF-4D53-AF84-9FD35581BE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1273" y="2309567"/>
                          <a:ext cx="3883431" cy="74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48" name="Text Box 12">
              <a:extLst>
                <a:ext uri="{FF2B5EF4-FFF2-40B4-BE49-F238E27FC236}">
                  <a16:creationId xmlns:a16="http://schemas.microsoft.com/office/drawing/2014/main" id="{DCE34DA4-ABAC-4F9C-AB8A-A7CBD542C855}"/>
                </a:ext>
              </a:extLst>
            </p:cNvPr>
            <p:cNvSpPr txBox="1">
              <a:spLocks noChangeArrowheads="1"/>
            </p:cNvSpPr>
            <p:nvPr/>
          </p:nvSpPr>
          <p:spPr bwMode="auto">
            <a:xfrm>
              <a:off x="4021318" y="2640291"/>
              <a:ext cx="5789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1600" b="1">
                  <a:solidFill>
                    <a:srgbClr val="000000"/>
                  </a:solidFill>
                  <a:latin typeface="Times New Roman" panose="02020603050405020304" pitchFamily="18" charset="0"/>
                </a:rPr>
                <a:t>内</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blinds(horizontal)">
                                      <p:cBhvr>
                                        <p:cTn id="7" dur="500"/>
                                        <p:tgtEl>
                                          <p:spTgt spid="139266"/>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139267"/>
                                        </p:tgtEl>
                                        <p:attrNameLst>
                                          <p:attrName>style.visibility</p:attrName>
                                        </p:attrNameLst>
                                      </p:cBhvr>
                                      <p:to>
                                        <p:strVal val="visible"/>
                                      </p:to>
                                    </p:set>
                                    <p:animEffect transition="in" filter="box(in)">
                                      <p:cBhvr>
                                        <p:cTn id="16" dur="500"/>
                                        <p:tgtEl>
                                          <p:spTgt spid="13926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6" fill="hold" grpId="0" nodeType="clickEffect">
                                  <p:stCondLst>
                                    <p:cond delay="0"/>
                                  </p:stCondLst>
                                  <p:childTnLst>
                                    <p:set>
                                      <p:cBhvr>
                                        <p:cTn id="20" dur="1" fill="hold">
                                          <p:stCondLst>
                                            <p:cond delay="0"/>
                                          </p:stCondLst>
                                        </p:cTn>
                                        <p:tgtEl>
                                          <p:spTgt spid="139268"/>
                                        </p:tgtEl>
                                        <p:attrNameLst>
                                          <p:attrName>style.visibility</p:attrName>
                                        </p:attrNameLst>
                                      </p:cBhvr>
                                      <p:to>
                                        <p:strVal val="visible"/>
                                      </p:to>
                                    </p:set>
                                    <p:animEffect transition="in" filter="barn(inHorizontal)">
                                      <p:cBhvr>
                                        <p:cTn id="21" dur="500"/>
                                        <p:tgtEl>
                                          <p:spTgt spid="13926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139275"/>
                                        </p:tgtEl>
                                        <p:attrNameLst>
                                          <p:attrName>style.visibility</p:attrName>
                                        </p:attrNameLst>
                                      </p:cBhvr>
                                      <p:to>
                                        <p:strVal val="visible"/>
                                      </p:to>
                                    </p:set>
                                    <p:animEffect transition="in" filter="box(in)">
                                      <p:cBhvr>
                                        <p:cTn id="31" dur="500"/>
                                        <p:tgtEl>
                                          <p:spTgt spid="1392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6" presetClass="entr" presetSubtype="42" fill="hold" grpId="0" nodeType="clickEffect">
                                  <p:stCondLst>
                                    <p:cond delay="0"/>
                                  </p:stCondLst>
                                  <p:childTnLst>
                                    <p:set>
                                      <p:cBhvr>
                                        <p:cTn id="35" dur="1" fill="hold">
                                          <p:stCondLst>
                                            <p:cond delay="0"/>
                                          </p:stCondLst>
                                        </p:cTn>
                                        <p:tgtEl>
                                          <p:spTgt spid="139276"/>
                                        </p:tgtEl>
                                        <p:attrNameLst>
                                          <p:attrName>style.visibility</p:attrName>
                                        </p:attrNameLst>
                                      </p:cBhvr>
                                      <p:to>
                                        <p:strVal val="visible"/>
                                      </p:to>
                                    </p:set>
                                    <p:animEffect transition="in" filter="barn(outHorizontal)">
                                      <p:cBhvr>
                                        <p:cTn id="36" dur="500"/>
                                        <p:tgtEl>
                                          <p:spTgt spid="139276"/>
                                        </p:tgtEl>
                                      </p:cBhvr>
                                    </p:animEffect>
                                  </p:childTnLst>
                                </p:cTn>
                              </p:par>
                            </p:childTnLst>
                          </p:cTn>
                        </p:par>
                        <p:par>
                          <p:cTn id="37" fill="hold" nodeType="afterGroup">
                            <p:stCondLst>
                              <p:cond delay="500"/>
                            </p:stCondLst>
                            <p:childTnLst>
                              <p:par>
                                <p:cTn id="38" presetID="4" presetClass="entr" presetSubtype="16" fill="hold" nodeType="afterEffect">
                                  <p:stCondLst>
                                    <p:cond delay="0"/>
                                  </p:stCondLst>
                                  <p:childTnLst>
                                    <p:set>
                                      <p:cBhvr>
                                        <p:cTn id="39" dur="1" fill="hold">
                                          <p:stCondLst>
                                            <p:cond delay="0"/>
                                          </p:stCondLst>
                                        </p:cTn>
                                        <p:tgtEl>
                                          <p:spTgt spid="139273"/>
                                        </p:tgtEl>
                                        <p:attrNameLst>
                                          <p:attrName>style.visibility</p:attrName>
                                        </p:attrNameLst>
                                      </p:cBhvr>
                                      <p:to>
                                        <p:strVal val="visible"/>
                                      </p:to>
                                    </p:set>
                                    <p:animEffect transition="in" filter="box(in)">
                                      <p:cBhvr>
                                        <p:cTn id="40" dur="500"/>
                                        <p:tgtEl>
                                          <p:spTgt spid="1392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38919"/>
                                        </p:tgtEl>
                                        <p:attrNameLst>
                                          <p:attrName>style.visibility</p:attrName>
                                        </p:attrNameLst>
                                      </p:cBhvr>
                                      <p:to>
                                        <p:strVal val="visible"/>
                                      </p:to>
                                    </p:set>
                                    <p:animEffect transition="in" filter="wipe(up)">
                                      <p:cBhvr>
                                        <p:cTn id="45" dur="500"/>
                                        <p:tgtEl>
                                          <p:spTgt spid="389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139277"/>
                                        </p:tgtEl>
                                        <p:attrNameLst>
                                          <p:attrName>style.visibility</p:attrName>
                                        </p:attrNameLst>
                                      </p:cBhvr>
                                      <p:to>
                                        <p:strVal val="visible"/>
                                      </p:to>
                                    </p:set>
                                    <p:animEffect transition="in" filter="box(in)">
                                      <p:cBhvr>
                                        <p:cTn id="50" dur="500"/>
                                        <p:tgtEl>
                                          <p:spTgt spid="13927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139278"/>
                                        </p:tgtEl>
                                        <p:attrNameLst>
                                          <p:attrName>style.visibility</p:attrName>
                                        </p:attrNameLst>
                                      </p:cBhvr>
                                      <p:to>
                                        <p:strVal val="visible"/>
                                      </p:to>
                                    </p:set>
                                    <p:animEffect transition="in" filter="box(in)">
                                      <p:cBhvr>
                                        <p:cTn id="55" dur="500"/>
                                        <p:tgtEl>
                                          <p:spTgt spid="13927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39279"/>
                                        </p:tgtEl>
                                        <p:attrNameLst>
                                          <p:attrName>style.visibility</p:attrName>
                                        </p:attrNameLst>
                                      </p:cBhvr>
                                      <p:to>
                                        <p:strVal val="visible"/>
                                      </p:to>
                                    </p:set>
                                    <p:animEffect transition="in" filter="wipe(up)">
                                      <p:cBhvr>
                                        <p:cTn id="60" dur="500"/>
                                        <p:tgtEl>
                                          <p:spTgt spid="139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p:bldP spid="139267" grpId="0"/>
      <p:bldP spid="139268" grpId="0"/>
      <p:bldP spid="38919" grpId="0" animBg="1"/>
      <p:bldP spid="139276" grpId="0"/>
      <p:bldP spid="139277" grpId="0"/>
      <p:bldP spid="139278" grpId="0"/>
      <p:bldP spid="139279"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CA437E3D-962E-4A75-9667-28A63B7F2EE8}"/>
              </a:ext>
            </a:extLst>
          </p:cNvPr>
          <p:cNvSpPr>
            <a:spLocks noGrp="1" noChangeArrowheads="1"/>
          </p:cNvSpPr>
          <p:nvPr>
            <p:ph type="sldNum" sz="quarter" idx="12"/>
          </p:nvPr>
        </p:nvSpPr>
        <p:spPr bwMode="auto">
          <a:xfrm>
            <a:off x="7010400" y="6381750"/>
            <a:ext cx="2133600"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chemeClr val="accent2"/>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A2DCD499-5E46-487E-927E-D12F13BCAB4F}" type="slidenum">
              <a:rPr lang="en-US" altLang="zh-CN" smtClean="0"/>
              <a:pPr>
                <a:defRPr/>
              </a:pPr>
              <a:t>21</a:t>
            </a:fld>
            <a:endParaRPr lang="en-US" altLang="zh-CN" sz="1800">
              <a:solidFill>
                <a:srgbClr val="333399"/>
              </a:solidFill>
            </a:endParaRPr>
          </a:p>
        </p:txBody>
      </p:sp>
      <p:sp>
        <p:nvSpPr>
          <p:cNvPr id="138244" name="Text Box 4">
            <a:extLst>
              <a:ext uri="{FF2B5EF4-FFF2-40B4-BE49-F238E27FC236}">
                <a16:creationId xmlns:a16="http://schemas.microsoft.com/office/drawing/2014/main" id="{090E6D75-2DA8-4771-8660-E1CDB6A83ABD}"/>
              </a:ext>
            </a:extLst>
          </p:cNvPr>
          <p:cNvSpPr txBox="1">
            <a:spLocks noChangeArrowheads="1"/>
          </p:cNvSpPr>
          <p:nvPr/>
        </p:nvSpPr>
        <p:spPr bwMode="auto">
          <a:xfrm>
            <a:off x="304800" y="44450"/>
            <a:ext cx="3352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rgbClr val="333399"/>
              </a:buClr>
              <a:buSzPct val="80000"/>
              <a:buFont typeface="Wingdings" panose="05000000000000000000" pitchFamily="2" charset="2"/>
              <a:buNone/>
            </a:pPr>
            <a:r>
              <a:rPr lang="zh-CN" altLang="en-US" sz="2800" b="1">
                <a:solidFill>
                  <a:srgbClr val="FF3300"/>
                </a:solidFill>
                <a:latin typeface="Times New Roman" panose="02020603050405020304" pitchFamily="18" charset="0"/>
                <a:ea typeface="黑体" panose="02010609060101010101" pitchFamily="49" charset="-122"/>
              </a:rPr>
              <a:t>二、功能原理：</a:t>
            </a:r>
          </a:p>
        </p:txBody>
      </p:sp>
      <p:grpSp>
        <p:nvGrpSpPr>
          <p:cNvPr id="2" name="Group 21">
            <a:extLst>
              <a:ext uri="{FF2B5EF4-FFF2-40B4-BE49-F238E27FC236}">
                <a16:creationId xmlns:a16="http://schemas.microsoft.com/office/drawing/2014/main" id="{C27AFD46-8A66-458D-9807-D2CF84F42432}"/>
              </a:ext>
            </a:extLst>
          </p:cNvPr>
          <p:cNvGrpSpPr>
            <a:grpSpLocks/>
          </p:cNvGrpSpPr>
          <p:nvPr/>
        </p:nvGrpSpPr>
        <p:grpSpPr bwMode="auto">
          <a:xfrm>
            <a:off x="469900" y="2868613"/>
            <a:ext cx="7772400" cy="650875"/>
            <a:chOff x="385" y="2205"/>
            <a:chExt cx="4896" cy="410"/>
          </a:xfrm>
        </p:grpSpPr>
        <p:sp>
          <p:nvSpPr>
            <p:cNvPr id="20494" name="Text Box 3">
              <a:extLst>
                <a:ext uri="{FF2B5EF4-FFF2-40B4-BE49-F238E27FC236}">
                  <a16:creationId xmlns:a16="http://schemas.microsoft.com/office/drawing/2014/main" id="{6D060CF8-92A0-4663-9D73-B5980D100FC5}"/>
                </a:ext>
              </a:extLst>
            </p:cNvPr>
            <p:cNvSpPr txBox="1">
              <a:spLocks noChangeArrowheads="1"/>
            </p:cNvSpPr>
            <p:nvPr/>
          </p:nvSpPr>
          <p:spPr bwMode="auto">
            <a:xfrm>
              <a:off x="385" y="2205"/>
              <a:ext cx="489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动能与势能之和                        称为</a:t>
              </a:r>
              <a:r>
                <a:rPr lang="zh-CN" altLang="en-US" sz="2800" b="1">
                  <a:solidFill>
                    <a:srgbClr val="0000FF"/>
                  </a:solidFill>
                  <a:latin typeface="Times New Roman" panose="02020603050405020304" pitchFamily="18" charset="0"/>
                  <a:ea typeface="黑体" panose="02010609060101010101" pitchFamily="49" charset="-122"/>
                </a:rPr>
                <a:t>机械能</a:t>
              </a:r>
              <a:r>
                <a:rPr lang="zh-CN" altLang="en-US" sz="2800" b="1">
                  <a:solidFill>
                    <a:srgbClr val="000000"/>
                  </a:solidFill>
                  <a:latin typeface="Times New Roman" panose="02020603050405020304" pitchFamily="18" charset="0"/>
                </a:rPr>
                <a:t>。</a:t>
              </a:r>
            </a:p>
          </p:txBody>
        </p:sp>
        <p:graphicFrame>
          <p:nvGraphicFramePr>
            <p:cNvPr id="20495" name="Object 7">
              <a:extLst>
                <a:ext uri="{FF2B5EF4-FFF2-40B4-BE49-F238E27FC236}">
                  <a16:creationId xmlns:a16="http://schemas.microsoft.com/office/drawing/2014/main" id="{E2FCAA79-742D-4E70-8E67-26E1FA237238}"/>
                </a:ext>
              </a:extLst>
            </p:cNvPr>
            <p:cNvGraphicFramePr>
              <a:graphicFrameLocks noChangeAspect="1"/>
            </p:cNvGraphicFramePr>
            <p:nvPr/>
          </p:nvGraphicFramePr>
          <p:xfrm>
            <a:off x="2097" y="2205"/>
            <a:ext cx="1231" cy="410"/>
          </p:xfrm>
          <a:graphic>
            <a:graphicData uri="http://schemas.openxmlformats.org/presentationml/2006/ole">
              <mc:AlternateContent xmlns:mc="http://schemas.openxmlformats.org/markup-compatibility/2006">
                <mc:Choice xmlns:v="urn:schemas-microsoft-com:vml" Requires="v">
                  <p:oleObj spid="_x0000_s22548" r:id="rId4" imgW="901568" imgH="266700" progId="Equation.3">
                    <p:embed/>
                  </p:oleObj>
                </mc:Choice>
                <mc:Fallback>
                  <p:oleObj r:id="rId4" imgW="901568" imgH="266700" progId="Equation.3">
                    <p:embed/>
                    <p:pic>
                      <p:nvPicPr>
                        <p:cNvPr id="20495" name="Object 7">
                          <a:extLst>
                            <a:ext uri="{FF2B5EF4-FFF2-40B4-BE49-F238E27FC236}">
                              <a16:creationId xmlns:a16="http://schemas.microsoft.com/office/drawing/2014/main" id="{E2FCAA79-742D-4E70-8E67-26E1FA2372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7" y="2205"/>
                          <a:ext cx="1231" cy="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138253" name="Object 4">
            <a:extLst>
              <a:ext uri="{FF2B5EF4-FFF2-40B4-BE49-F238E27FC236}">
                <a16:creationId xmlns:a16="http://schemas.microsoft.com/office/drawing/2014/main" id="{240DC94A-1460-4B3A-B098-D9F6EB90CF78}"/>
              </a:ext>
            </a:extLst>
          </p:cNvPr>
          <p:cNvGraphicFramePr>
            <a:graphicFrameLocks noChangeAspect="1"/>
          </p:cNvGraphicFramePr>
          <p:nvPr/>
        </p:nvGraphicFramePr>
        <p:xfrm>
          <a:off x="1525588" y="3536950"/>
          <a:ext cx="5943600" cy="722313"/>
        </p:xfrm>
        <a:graphic>
          <a:graphicData uri="http://schemas.openxmlformats.org/presentationml/2006/ole">
            <mc:AlternateContent xmlns:mc="http://schemas.openxmlformats.org/markup-compatibility/2006">
              <mc:Choice xmlns:v="urn:schemas-microsoft-com:vml" Requires="v">
                <p:oleObj spid="_x0000_s22549" r:id="rId6" imgW="2578087" imgH="266700" progId="Equation.3">
                  <p:embed/>
                </p:oleObj>
              </mc:Choice>
              <mc:Fallback>
                <p:oleObj r:id="rId6" imgW="2578087" imgH="266700" progId="Equation.3">
                  <p:embed/>
                  <p:pic>
                    <p:nvPicPr>
                      <p:cNvPr id="138253" name="Object 4">
                        <a:extLst>
                          <a:ext uri="{FF2B5EF4-FFF2-40B4-BE49-F238E27FC236}">
                            <a16:creationId xmlns:a16="http://schemas.microsoft.com/office/drawing/2014/main" id="{240DC94A-1460-4B3A-B098-D9F6EB90CF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5588" y="3536950"/>
                        <a:ext cx="5943600" cy="722313"/>
                      </a:xfrm>
                      <a:prstGeom prst="rect">
                        <a:avLst/>
                      </a:prstGeom>
                      <a:solidFill>
                        <a:srgbClr val="FFCC00">
                          <a:alpha val="27843"/>
                        </a:srgbClr>
                      </a:solidFill>
                      <a:ln w="28575">
                        <a:solidFill>
                          <a:srgbClr val="FF0000"/>
                        </a:solidFill>
                        <a:miter lim="800000"/>
                        <a:headEnd/>
                        <a:tailEnd/>
                      </a:ln>
                    </p:spPr>
                  </p:pic>
                </p:oleObj>
              </mc:Fallback>
            </mc:AlternateContent>
          </a:graphicData>
        </a:graphic>
      </p:graphicFrame>
      <p:sp>
        <p:nvSpPr>
          <p:cNvPr id="138255" name="Text Box 15">
            <a:extLst>
              <a:ext uri="{FF2B5EF4-FFF2-40B4-BE49-F238E27FC236}">
                <a16:creationId xmlns:a16="http://schemas.microsoft.com/office/drawing/2014/main" id="{6DD18414-2CB8-4B8E-BFB5-2C34B078D2B9}"/>
              </a:ext>
            </a:extLst>
          </p:cNvPr>
          <p:cNvSpPr txBox="1">
            <a:spLocks noChangeArrowheads="1"/>
          </p:cNvSpPr>
          <p:nvPr/>
        </p:nvSpPr>
        <p:spPr bwMode="auto">
          <a:xfrm>
            <a:off x="1265238" y="1485900"/>
            <a:ext cx="1295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因为：</a:t>
            </a:r>
          </a:p>
        </p:txBody>
      </p:sp>
      <p:sp>
        <p:nvSpPr>
          <p:cNvPr id="138257" name="Text Box 17">
            <a:extLst>
              <a:ext uri="{FF2B5EF4-FFF2-40B4-BE49-F238E27FC236}">
                <a16:creationId xmlns:a16="http://schemas.microsoft.com/office/drawing/2014/main" id="{0D680759-FD4D-4B66-A7C9-5A7DAC1D38F0}"/>
              </a:ext>
            </a:extLst>
          </p:cNvPr>
          <p:cNvSpPr txBox="1">
            <a:spLocks noChangeArrowheads="1"/>
          </p:cNvSpPr>
          <p:nvPr/>
        </p:nvSpPr>
        <p:spPr bwMode="auto">
          <a:xfrm>
            <a:off x="404813" y="4746625"/>
            <a:ext cx="8305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质点系在运动过程中，其机械能的增量等于外力的功和非保守内力的功的总和。</a:t>
            </a:r>
          </a:p>
        </p:txBody>
      </p:sp>
      <p:sp>
        <p:nvSpPr>
          <p:cNvPr id="138258" name="Text Box 18">
            <a:extLst>
              <a:ext uri="{FF2B5EF4-FFF2-40B4-BE49-F238E27FC236}">
                <a16:creationId xmlns:a16="http://schemas.microsoft.com/office/drawing/2014/main" id="{596CBDD6-DB1C-45CA-9C10-2C3BA33E74A0}"/>
              </a:ext>
            </a:extLst>
          </p:cNvPr>
          <p:cNvSpPr txBox="1">
            <a:spLocks noChangeArrowheads="1"/>
          </p:cNvSpPr>
          <p:nvPr/>
        </p:nvSpPr>
        <p:spPr bwMode="auto">
          <a:xfrm>
            <a:off x="419100" y="5867400"/>
            <a:ext cx="472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0000"/>
                </a:solidFill>
                <a:latin typeface="Times New Roman" panose="02020603050405020304" pitchFamily="18" charset="0"/>
              </a:rPr>
              <a:t>功能原理适用于惯性系。</a:t>
            </a:r>
          </a:p>
        </p:txBody>
      </p:sp>
      <p:graphicFrame>
        <p:nvGraphicFramePr>
          <p:cNvPr id="20489" name="Object 6">
            <a:extLst>
              <a:ext uri="{FF2B5EF4-FFF2-40B4-BE49-F238E27FC236}">
                <a16:creationId xmlns:a16="http://schemas.microsoft.com/office/drawing/2014/main" id="{568F1799-76E5-4FA5-9D6D-240FE6580849}"/>
              </a:ext>
            </a:extLst>
          </p:cNvPr>
          <p:cNvGraphicFramePr>
            <a:graphicFrameLocks noChangeAspect="1"/>
          </p:cNvGraphicFramePr>
          <p:nvPr/>
        </p:nvGraphicFramePr>
        <p:xfrm>
          <a:off x="3203575" y="188913"/>
          <a:ext cx="4224338" cy="700087"/>
        </p:xfrm>
        <a:graphic>
          <a:graphicData uri="http://schemas.openxmlformats.org/presentationml/2006/ole">
            <mc:AlternateContent xmlns:mc="http://schemas.openxmlformats.org/markup-compatibility/2006">
              <mc:Choice xmlns:v="urn:schemas-microsoft-com:vml" Requires="v">
                <p:oleObj spid="_x0000_s22550" r:id="rId8" imgW="1752489" imgH="266700" progId="Equation.3">
                  <p:embed/>
                </p:oleObj>
              </mc:Choice>
              <mc:Fallback>
                <p:oleObj r:id="rId8" imgW="1752489" imgH="266700" progId="Equation.3">
                  <p:embed/>
                  <p:pic>
                    <p:nvPicPr>
                      <p:cNvPr id="20489" name="Object 6">
                        <a:extLst>
                          <a:ext uri="{FF2B5EF4-FFF2-40B4-BE49-F238E27FC236}">
                            <a16:creationId xmlns:a16="http://schemas.microsoft.com/office/drawing/2014/main" id="{568F1799-76E5-4FA5-9D6D-240FE65808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575" y="188913"/>
                        <a:ext cx="4224338" cy="700087"/>
                      </a:xfrm>
                      <a:prstGeom prst="rect">
                        <a:avLst/>
                      </a:prstGeom>
                      <a:solidFill>
                        <a:srgbClr val="FFCC00">
                          <a:alpha val="27843"/>
                        </a:srgbClr>
                      </a:solidFill>
                      <a:ln w="28575">
                        <a:solidFill>
                          <a:srgbClr val="FF0000"/>
                        </a:solidFill>
                        <a:miter lim="800000"/>
                        <a:headEnd/>
                        <a:tailEnd/>
                      </a:ln>
                    </p:spPr>
                  </p:pic>
                </p:oleObj>
              </mc:Fallback>
            </mc:AlternateContent>
          </a:graphicData>
        </a:graphic>
      </p:graphicFrame>
      <p:sp>
        <p:nvSpPr>
          <p:cNvPr id="138262" name="Text Box 22">
            <a:extLst>
              <a:ext uri="{FF2B5EF4-FFF2-40B4-BE49-F238E27FC236}">
                <a16:creationId xmlns:a16="http://schemas.microsoft.com/office/drawing/2014/main" id="{696ACA86-ADFC-4514-89CB-91249D3F5D9F}"/>
              </a:ext>
            </a:extLst>
          </p:cNvPr>
          <p:cNvSpPr txBox="1">
            <a:spLocks noChangeArrowheads="1"/>
          </p:cNvSpPr>
          <p:nvPr/>
        </p:nvSpPr>
        <p:spPr bwMode="auto">
          <a:xfrm>
            <a:off x="6203950" y="4243388"/>
            <a:ext cx="2411413"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rgbClr val="333399"/>
              </a:buClr>
              <a:buSzPct val="80000"/>
              <a:buFont typeface="Wingdings" panose="05000000000000000000" pitchFamily="2" charset="2"/>
              <a:buNone/>
            </a:pPr>
            <a:r>
              <a:rPr lang="en-US" altLang="zh-CN" sz="2800" b="1">
                <a:solidFill>
                  <a:srgbClr val="0000FF"/>
                </a:solidFill>
                <a:latin typeface="Times New Roman" panose="02020603050405020304" pitchFamily="18" charset="0"/>
                <a:ea typeface="黑体" panose="02010609060101010101" pitchFamily="49" charset="-122"/>
              </a:rPr>
              <a:t>——</a:t>
            </a:r>
            <a:r>
              <a:rPr lang="zh-CN" altLang="en-US" sz="2800" b="1">
                <a:solidFill>
                  <a:srgbClr val="0000FF"/>
                </a:solidFill>
                <a:latin typeface="Times New Roman" panose="02020603050405020304" pitchFamily="18" charset="0"/>
                <a:ea typeface="黑体" panose="02010609060101010101" pitchFamily="49" charset="-122"/>
              </a:rPr>
              <a:t>功能原理</a:t>
            </a:r>
          </a:p>
        </p:txBody>
      </p:sp>
      <p:graphicFrame>
        <p:nvGraphicFramePr>
          <p:cNvPr id="79888" name="Object 16">
            <a:extLst>
              <a:ext uri="{FF2B5EF4-FFF2-40B4-BE49-F238E27FC236}">
                <a16:creationId xmlns:a16="http://schemas.microsoft.com/office/drawing/2014/main" id="{A73D481B-07E8-47BD-9FD4-7EBE810C71EA}"/>
              </a:ext>
            </a:extLst>
          </p:cNvPr>
          <p:cNvGraphicFramePr>
            <a:graphicFrameLocks noChangeAspect="1"/>
          </p:cNvGraphicFramePr>
          <p:nvPr/>
        </p:nvGraphicFramePr>
        <p:xfrm>
          <a:off x="1065213" y="2120900"/>
          <a:ext cx="6958012" cy="674688"/>
        </p:xfrm>
        <a:graphic>
          <a:graphicData uri="http://schemas.openxmlformats.org/presentationml/2006/ole">
            <mc:AlternateContent xmlns:mc="http://schemas.openxmlformats.org/markup-compatibility/2006">
              <mc:Choice xmlns:v="urn:schemas-microsoft-com:vml" Requires="v">
                <p:oleObj spid="_x0000_s22551" r:id="rId10" imgW="2489200" imgH="241300" progId="Equation.DSMT4">
                  <p:embed/>
                </p:oleObj>
              </mc:Choice>
              <mc:Fallback>
                <p:oleObj r:id="rId10" imgW="2489200" imgH="241300" progId="Equation.DSMT4">
                  <p:embed/>
                  <p:pic>
                    <p:nvPicPr>
                      <p:cNvPr id="79888" name="Object 16">
                        <a:extLst>
                          <a:ext uri="{FF2B5EF4-FFF2-40B4-BE49-F238E27FC236}">
                            <a16:creationId xmlns:a16="http://schemas.microsoft.com/office/drawing/2014/main" id="{A73D481B-07E8-47BD-9FD4-7EBE810C71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65213" y="2120900"/>
                        <a:ext cx="6958012"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889" name="Object 17">
            <a:extLst>
              <a:ext uri="{FF2B5EF4-FFF2-40B4-BE49-F238E27FC236}">
                <a16:creationId xmlns:a16="http://schemas.microsoft.com/office/drawing/2014/main" id="{D7AC20E6-CD87-4C55-B08C-52B48546951F}"/>
              </a:ext>
            </a:extLst>
          </p:cNvPr>
          <p:cNvGraphicFramePr>
            <a:graphicFrameLocks noChangeAspect="1"/>
          </p:cNvGraphicFramePr>
          <p:nvPr/>
        </p:nvGraphicFramePr>
        <p:xfrm>
          <a:off x="2716213" y="1517650"/>
          <a:ext cx="3365500" cy="623888"/>
        </p:xfrm>
        <a:graphic>
          <a:graphicData uri="http://schemas.openxmlformats.org/presentationml/2006/ole">
            <mc:AlternateContent xmlns:mc="http://schemas.openxmlformats.org/markup-compatibility/2006">
              <mc:Choice xmlns:v="urn:schemas-microsoft-com:vml" Requires="v">
                <p:oleObj spid="_x0000_s22552" r:id="rId12" imgW="1371600" imgH="254000" progId="Equation.DSMT4">
                  <p:embed/>
                </p:oleObj>
              </mc:Choice>
              <mc:Fallback>
                <p:oleObj r:id="rId12" imgW="1371600" imgH="254000" progId="Equation.DSMT4">
                  <p:embed/>
                  <p:pic>
                    <p:nvPicPr>
                      <p:cNvPr id="79889" name="Object 17">
                        <a:extLst>
                          <a:ext uri="{FF2B5EF4-FFF2-40B4-BE49-F238E27FC236}">
                            <a16:creationId xmlns:a16="http://schemas.microsoft.com/office/drawing/2014/main" id="{D7AC20E6-CD87-4C55-B08C-52B4854695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16213" y="1517650"/>
                        <a:ext cx="33655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890" name="Object 18">
            <a:extLst>
              <a:ext uri="{FF2B5EF4-FFF2-40B4-BE49-F238E27FC236}">
                <a16:creationId xmlns:a16="http://schemas.microsoft.com/office/drawing/2014/main" id="{95F27FBE-9AC7-487F-AEFA-083AE6033199}"/>
              </a:ext>
            </a:extLst>
          </p:cNvPr>
          <p:cNvGraphicFramePr>
            <a:graphicFrameLocks noChangeAspect="1"/>
          </p:cNvGraphicFramePr>
          <p:nvPr/>
        </p:nvGraphicFramePr>
        <p:xfrm>
          <a:off x="1673225" y="874713"/>
          <a:ext cx="5565775" cy="695325"/>
        </p:xfrm>
        <a:graphic>
          <a:graphicData uri="http://schemas.openxmlformats.org/presentationml/2006/ole">
            <mc:AlternateContent xmlns:mc="http://schemas.openxmlformats.org/markup-compatibility/2006">
              <mc:Choice xmlns:v="urn:schemas-microsoft-com:vml" Requires="v">
                <p:oleObj spid="_x0000_s22553" r:id="rId14" imgW="2235200" imgH="279400" progId="Equation.DSMT4">
                  <p:embed/>
                </p:oleObj>
              </mc:Choice>
              <mc:Fallback>
                <p:oleObj r:id="rId14" imgW="2235200" imgH="279400" progId="Equation.DSMT4">
                  <p:embed/>
                  <p:pic>
                    <p:nvPicPr>
                      <p:cNvPr id="79890" name="Object 18">
                        <a:extLst>
                          <a:ext uri="{FF2B5EF4-FFF2-40B4-BE49-F238E27FC236}">
                            <a16:creationId xmlns:a16="http://schemas.microsoft.com/office/drawing/2014/main" id="{95F27FBE-9AC7-487F-AEFA-083AE603319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3225" y="874713"/>
                        <a:ext cx="556577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blinds(horizontal)">
                                      <p:cBhvr>
                                        <p:cTn id="7" dur="500"/>
                                        <p:tgtEl>
                                          <p:spTgt spid="138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890"/>
                                        </p:tgtEl>
                                        <p:attrNameLst>
                                          <p:attrName>style.visibility</p:attrName>
                                        </p:attrNameLst>
                                      </p:cBhvr>
                                      <p:to>
                                        <p:strVal val="visible"/>
                                      </p:to>
                                    </p:set>
                                    <p:animEffect transition="in" filter="blinds(horizontal)">
                                      <p:cBhvr>
                                        <p:cTn id="12" dur="500"/>
                                        <p:tgtEl>
                                          <p:spTgt spid="798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8255"/>
                                        </p:tgtEl>
                                        <p:attrNameLst>
                                          <p:attrName>style.visibility</p:attrName>
                                        </p:attrNameLst>
                                      </p:cBhvr>
                                      <p:to>
                                        <p:strVal val="visible"/>
                                      </p:to>
                                    </p:set>
                                    <p:animEffect transition="in" filter="checkerboard(across)">
                                      <p:cBhvr>
                                        <p:cTn id="17" dur="500"/>
                                        <p:tgtEl>
                                          <p:spTgt spid="138255"/>
                                        </p:tgtEl>
                                      </p:cBhvr>
                                    </p:animEffect>
                                  </p:childTnLst>
                                </p:cTn>
                              </p:par>
                            </p:childTnLst>
                          </p:cTn>
                        </p:par>
                        <p:par>
                          <p:cTn id="18" fill="hold" nodeType="afterGroup">
                            <p:stCondLst>
                              <p:cond delay="500"/>
                            </p:stCondLst>
                            <p:childTnLst>
                              <p:par>
                                <p:cTn id="19" presetID="3" presetClass="entr" presetSubtype="10" fill="hold" nodeType="afterEffect">
                                  <p:stCondLst>
                                    <p:cond delay="0"/>
                                  </p:stCondLst>
                                  <p:childTnLst>
                                    <p:set>
                                      <p:cBhvr>
                                        <p:cTn id="20" dur="1" fill="hold">
                                          <p:stCondLst>
                                            <p:cond delay="0"/>
                                          </p:stCondLst>
                                        </p:cTn>
                                        <p:tgtEl>
                                          <p:spTgt spid="79889"/>
                                        </p:tgtEl>
                                        <p:attrNameLst>
                                          <p:attrName>style.visibility</p:attrName>
                                        </p:attrNameLst>
                                      </p:cBhvr>
                                      <p:to>
                                        <p:strVal val="visible"/>
                                      </p:to>
                                    </p:set>
                                    <p:animEffect transition="in" filter="blinds(horizontal)">
                                      <p:cBhvr>
                                        <p:cTn id="21" dur="500"/>
                                        <p:tgtEl>
                                          <p:spTgt spid="7988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79888"/>
                                        </p:tgtEl>
                                        <p:attrNameLst>
                                          <p:attrName>style.visibility</p:attrName>
                                        </p:attrNameLst>
                                      </p:cBhvr>
                                      <p:to>
                                        <p:strVal val="visible"/>
                                      </p:to>
                                    </p:set>
                                    <p:animEffect transition="in" filter="blinds(horizontal)">
                                      <p:cBhvr>
                                        <p:cTn id="26" dur="500"/>
                                        <p:tgtEl>
                                          <p:spTgt spid="7988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138253"/>
                                        </p:tgtEl>
                                        <p:attrNameLst>
                                          <p:attrName>style.visibility</p:attrName>
                                        </p:attrNameLst>
                                      </p:cBhvr>
                                      <p:to>
                                        <p:strVal val="visible"/>
                                      </p:to>
                                    </p:set>
                                    <p:animEffect transition="in" filter="box(in)">
                                      <p:cBhvr>
                                        <p:cTn id="36" dur="500"/>
                                        <p:tgtEl>
                                          <p:spTgt spid="138253"/>
                                        </p:tgtEl>
                                      </p:cBhvr>
                                    </p:animEffect>
                                  </p:childTnLst>
                                </p:cTn>
                              </p:par>
                            </p:childTnLst>
                          </p:cTn>
                        </p:par>
                        <p:par>
                          <p:cTn id="37" fill="hold" nodeType="afterGroup">
                            <p:stCondLst>
                              <p:cond delay="500"/>
                            </p:stCondLst>
                            <p:childTnLst>
                              <p:par>
                                <p:cTn id="38" presetID="3" presetClass="entr" presetSubtype="10" fill="hold" grpId="0" nodeType="afterEffect">
                                  <p:stCondLst>
                                    <p:cond delay="0"/>
                                  </p:stCondLst>
                                  <p:childTnLst>
                                    <p:set>
                                      <p:cBhvr>
                                        <p:cTn id="39" dur="1" fill="hold">
                                          <p:stCondLst>
                                            <p:cond delay="0"/>
                                          </p:stCondLst>
                                        </p:cTn>
                                        <p:tgtEl>
                                          <p:spTgt spid="138262"/>
                                        </p:tgtEl>
                                        <p:attrNameLst>
                                          <p:attrName>style.visibility</p:attrName>
                                        </p:attrNameLst>
                                      </p:cBhvr>
                                      <p:to>
                                        <p:strVal val="visible"/>
                                      </p:to>
                                    </p:set>
                                    <p:animEffect transition="in" filter="blinds(horizontal)">
                                      <p:cBhvr>
                                        <p:cTn id="40" dur="500"/>
                                        <p:tgtEl>
                                          <p:spTgt spid="13826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38257"/>
                                        </p:tgtEl>
                                        <p:attrNameLst>
                                          <p:attrName>style.visibility</p:attrName>
                                        </p:attrNameLst>
                                      </p:cBhvr>
                                      <p:to>
                                        <p:strVal val="visible"/>
                                      </p:to>
                                    </p:set>
                                    <p:animEffect transition="in" filter="blinds(horizontal)">
                                      <p:cBhvr>
                                        <p:cTn id="45" dur="500"/>
                                        <p:tgtEl>
                                          <p:spTgt spid="13825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38258"/>
                                        </p:tgtEl>
                                        <p:attrNameLst>
                                          <p:attrName>style.visibility</p:attrName>
                                        </p:attrNameLst>
                                      </p:cBhvr>
                                      <p:to>
                                        <p:strVal val="visible"/>
                                      </p:to>
                                    </p:set>
                                    <p:animEffect transition="in" filter="wipe(up)">
                                      <p:cBhvr>
                                        <p:cTn id="50" dur="500"/>
                                        <p:tgtEl>
                                          <p:spTgt spid="138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4" grpId="0"/>
      <p:bldP spid="138255" grpId="0"/>
      <p:bldP spid="138257" grpId="0"/>
      <p:bldP spid="138258" grpId="0"/>
      <p:bldP spid="13826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AE178CF2-F8BB-4C34-B5F0-0F7F3C268E8E}"/>
              </a:ext>
            </a:extLst>
          </p:cNvPr>
          <p:cNvSpPr>
            <a:spLocks noGrp="1" noChangeArrowheads="1"/>
          </p:cNvSpPr>
          <p:nvPr>
            <p:ph type="sldNum" sz="quarter" idx="12"/>
          </p:nvPr>
        </p:nvSpPr>
        <p:spPr bwMode="auto">
          <a:xfrm>
            <a:off x="7010400" y="6381750"/>
            <a:ext cx="2133600"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chemeClr val="accent2"/>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A2DCD499-5E46-487E-927E-D12F13BCAB4F}" type="slidenum">
              <a:rPr lang="en-US" altLang="zh-CN" smtClean="0"/>
              <a:pPr>
                <a:defRPr/>
              </a:pPr>
              <a:t>22</a:t>
            </a:fld>
            <a:endParaRPr lang="en-US" altLang="zh-CN" sz="1800">
              <a:solidFill>
                <a:srgbClr val="333399"/>
              </a:solidFill>
            </a:endParaRPr>
          </a:p>
        </p:txBody>
      </p:sp>
      <p:sp>
        <p:nvSpPr>
          <p:cNvPr id="137218" name="Text Box 2">
            <a:extLst>
              <a:ext uri="{FF2B5EF4-FFF2-40B4-BE49-F238E27FC236}">
                <a16:creationId xmlns:a16="http://schemas.microsoft.com/office/drawing/2014/main" id="{3BE8130D-226A-4E6F-9AD9-5B797C0F2FCF}"/>
              </a:ext>
            </a:extLst>
          </p:cNvPr>
          <p:cNvSpPr txBox="1">
            <a:spLocks noChangeArrowheads="1"/>
          </p:cNvSpPr>
          <p:nvPr/>
        </p:nvSpPr>
        <p:spPr bwMode="auto">
          <a:xfrm>
            <a:off x="3348038" y="4375150"/>
            <a:ext cx="55784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rgbClr val="333399"/>
              </a:buClr>
              <a:buSzPct val="80000"/>
              <a:buFont typeface="Wingdings" panose="05000000000000000000" pitchFamily="2" charset="2"/>
              <a:buNone/>
            </a:pPr>
            <a:r>
              <a:rPr lang="en-US" altLang="zh-CN" sz="2800" b="1">
                <a:solidFill>
                  <a:srgbClr val="0000FF"/>
                </a:solidFill>
                <a:latin typeface="Times New Roman" panose="02020603050405020304" pitchFamily="18" charset="0"/>
                <a:ea typeface="黑体" panose="02010609060101010101" pitchFamily="49" charset="-122"/>
              </a:rPr>
              <a:t>——</a:t>
            </a:r>
            <a:r>
              <a:rPr lang="zh-CN" altLang="en-US" sz="2800" b="1">
                <a:solidFill>
                  <a:srgbClr val="0000FF"/>
                </a:solidFill>
                <a:latin typeface="Times New Roman" panose="02020603050405020304" pitchFamily="18" charset="0"/>
                <a:ea typeface="黑体" panose="02010609060101010101" pitchFamily="49" charset="-122"/>
              </a:rPr>
              <a:t>质点系的机械能守恒定律</a:t>
            </a:r>
          </a:p>
        </p:txBody>
      </p:sp>
      <p:sp>
        <p:nvSpPr>
          <p:cNvPr id="137219" name="Text Box 3">
            <a:extLst>
              <a:ext uri="{FF2B5EF4-FFF2-40B4-BE49-F238E27FC236}">
                <a16:creationId xmlns:a16="http://schemas.microsoft.com/office/drawing/2014/main" id="{E14034B6-878B-4389-860E-D2C6C2B2064A}"/>
              </a:ext>
            </a:extLst>
          </p:cNvPr>
          <p:cNvSpPr txBox="1">
            <a:spLocks noChangeArrowheads="1"/>
          </p:cNvSpPr>
          <p:nvPr/>
        </p:nvSpPr>
        <p:spPr bwMode="auto">
          <a:xfrm>
            <a:off x="487363" y="3540125"/>
            <a:ext cx="8001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lang="zh-CN" altLang="en-US" sz="2800" b="1">
                <a:solidFill>
                  <a:srgbClr val="000000"/>
                </a:solidFill>
                <a:latin typeface="Times New Roman" panose="02020603050405020304" pitchFamily="18" charset="0"/>
              </a:rPr>
              <a:t>当</a:t>
            </a:r>
            <a:r>
              <a:rPr lang="zh-CN" altLang="en-US" sz="2800" b="1">
                <a:solidFill>
                  <a:srgbClr val="FF3300"/>
                </a:solidFill>
                <a:latin typeface="Times New Roman" panose="02020603050405020304" pitchFamily="18" charset="0"/>
                <a:ea typeface="黑体" panose="02010609060101010101" pitchFamily="49" charset="-122"/>
              </a:rPr>
              <a:t>只有保守内力做功</a:t>
            </a:r>
            <a:r>
              <a:rPr lang="zh-CN" altLang="en-US" sz="2800" b="1">
                <a:solidFill>
                  <a:srgbClr val="000000"/>
                </a:solidFill>
                <a:latin typeface="Times New Roman" panose="02020603050405020304" pitchFamily="18" charset="0"/>
              </a:rPr>
              <a:t>时，质点系的总机械能保持恒定。</a:t>
            </a:r>
            <a:endParaRPr lang="zh-CN" altLang="en-US" b="1">
              <a:solidFill>
                <a:srgbClr val="FF3300"/>
              </a:solidFill>
              <a:latin typeface="Times New Roman" panose="02020603050405020304" pitchFamily="18" charset="0"/>
            </a:endParaRPr>
          </a:p>
        </p:txBody>
      </p:sp>
      <p:sp>
        <p:nvSpPr>
          <p:cNvPr id="137220" name="Text Box 4">
            <a:extLst>
              <a:ext uri="{FF2B5EF4-FFF2-40B4-BE49-F238E27FC236}">
                <a16:creationId xmlns:a16="http://schemas.microsoft.com/office/drawing/2014/main" id="{A95BEB89-3A51-4804-A6CB-B01F82ABA178}"/>
              </a:ext>
            </a:extLst>
          </p:cNvPr>
          <p:cNvSpPr txBox="1">
            <a:spLocks noChangeArrowheads="1"/>
          </p:cNvSpPr>
          <p:nvPr/>
        </p:nvSpPr>
        <p:spPr bwMode="auto">
          <a:xfrm>
            <a:off x="1033463" y="1955800"/>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若</a:t>
            </a:r>
          </a:p>
        </p:txBody>
      </p:sp>
      <p:sp>
        <p:nvSpPr>
          <p:cNvPr id="137221" name="Text Box 5">
            <a:extLst>
              <a:ext uri="{FF2B5EF4-FFF2-40B4-BE49-F238E27FC236}">
                <a16:creationId xmlns:a16="http://schemas.microsoft.com/office/drawing/2014/main" id="{37655B7C-3B97-4405-A24D-58E248E1AD15}"/>
              </a:ext>
            </a:extLst>
          </p:cNvPr>
          <p:cNvSpPr txBox="1">
            <a:spLocks noChangeArrowheads="1"/>
          </p:cNvSpPr>
          <p:nvPr/>
        </p:nvSpPr>
        <p:spPr bwMode="auto">
          <a:xfrm>
            <a:off x="2049463" y="2852738"/>
            <a:ext cx="160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即：</a:t>
            </a:r>
          </a:p>
        </p:txBody>
      </p:sp>
      <p:sp>
        <p:nvSpPr>
          <p:cNvPr id="137225" name="Text Box 9">
            <a:extLst>
              <a:ext uri="{FF2B5EF4-FFF2-40B4-BE49-F238E27FC236}">
                <a16:creationId xmlns:a16="http://schemas.microsoft.com/office/drawing/2014/main" id="{14745D22-8CE4-45DB-B734-B2DD4ECC6DB7}"/>
              </a:ext>
            </a:extLst>
          </p:cNvPr>
          <p:cNvSpPr txBox="1">
            <a:spLocks noChangeArrowheads="1"/>
          </p:cNvSpPr>
          <p:nvPr/>
        </p:nvSpPr>
        <p:spPr bwMode="auto">
          <a:xfrm>
            <a:off x="411163" y="1254125"/>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FF3300"/>
                </a:solidFill>
                <a:latin typeface="Times New Roman" panose="02020603050405020304" pitchFamily="18" charset="0"/>
                <a:ea typeface="黑体" panose="02010609060101010101" pitchFamily="49" charset="-122"/>
              </a:rPr>
              <a:t>三、机械能守恒定律：</a:t>
            </a:r>
          </a:p>
        </p:txBody>
      </p:sp>
      <p:graphicFrame>
        <p:nvGraphicFramePr>
          <p:cNvPr id="137226" name="Object 2">
            <a:extLst>
              <a:ext uri="{FF2B5EF4-FFF2-40B4-BE49-F238E27FC236}">
                <a16:creationId xmlns:a16="http://schemas.microsoft.com/office/drawing/2014/main" id="{A591872D-1802-47A3-B7E7-8AE8ED9B2A74}"/>
              </a:ext>
            </a:extLst>
          </p:cNvPr>
          <p:cNvGraphicFramePr>
            <a:graphicFrameLocks noChangeAspect="1"/>
          </p:cNvGraphicFramePr>
          <p:nvPr/>
        </p:nvGraphicFramePr>
        <p:xfrm>
          <a:off x="1555750" y="1957388"/>
          <a:ext cx="2989263" cy="617537"/>
        </p:xfrm>
        <a:graphic>
          <a:graphicData uri="http://schemas.openxmlformats.org/presentationml/2006/ole">
            <mc:AlternateContent xmlns:mc="http://schemas.openxmlformats.org/markup-compatibility/2006">
              <mc:Choice xmlns:v="urn:schemas-microsoft-com:vml" Requires="v">
                <p:oleObj spid="_x0000_s23566" r:id="rId4" imgW="1498711" imgH="260441" progId="Equation.3">
                  <p:embed/>
                </p:oleObj>
              </mc:Choice>
              <mc:Fallback>
                <p:oleObj r:id="rId4" imgW="1498711" imgH="260441" progId="Equation.3">
                  <p:embed/>
                  <p:pic>
                    <p:nvPicPr>
                      <p:cNvPr id="137226" name="Object 2">
                        <a:extLst>
                          <a:ext uri="{FF2B5EF4-FFF2-40B4-BE49-F238E27FC236}">
                            <a16:creationId xmlns:a16="http://schemas.microsoft.com/office/drawing/2014/main" id="{A591872D-1802-47A3-B7E7-8AE8ED9B2A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750" y="1957388"/>
                        <a:ext cx="2989263"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7227" name="Object 3">
            <a:extLst>
              <a:ext uri="{FF2B5EF4-FFF2-40B4-BE49-F238E27FC236}">
                <a16:creationId xmlns:a16="http://schemas.microsoft.com/office/drawing/2014/main" id="{77F03FD7-D64C-409F-B3B3-9BB30E140AE6}"/>
              </a:ext>
            </a:extLst>
          </p:cNvPr>
          <p:cNvGraphicFramePr>
            <a:graphicFrameLocks noChangeAspect="1"/>
          </p:cNvGraphicFramePr>
          <p:nvPr/>
        </p:nvGraphicFramePr>
        <p:xfrm>
          <a:off x="2963863" y="2816225"/>
          <a:ext cx="3246437" cy="692150"/>
        </p:xfrm>
        <a:graphic>
          <a:graphicData uri="http://schemas.openxmlformats.org/presentationml/2006/ole">
            <mc:AlternateContent xmlns:mc="http://schemas.openxmlformats.org/markup-compatibility/2006">
              <mc:Choice xmlns:v="urn:schemas-microsoft-com:vml" Requires="v">
                <p:oleObj spid="_x0000_s23567" r:id="rId6" imgW="1447791" imgH="266700" progId="Equation.3">
                  <p:embed/>
                </p:oleObj>
              </mc:Choice>
              <mc:Fallback>
                <p:oleObj r:id="rId6" imgW="1447791" imgH="266700" progId="Equation.3">
                  <p:embed/>
                  <p:pic>
                    <p:nvPicPr>
                      <p:cNvPr id="137227" name="Object 3">
                        <a:extLst>
                          <a:ext uri="{FF2B5EF4-FFF2-40B4-BE49-F238E27FC236}">
                            <a16:creationId xmlns:a16="http://schemas.microsoft.com/office/drawing/2014/main" id="{77F03FD7-D64C-409F-B3B3-9BB30E140A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3863" y="2816225"/>
                        <a:ext cx="324643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7230" name="Text Box 14">
            <a:extLst>
              <a:ext uri="{FF2B5EF4-FFF2-40B4-BE49-F238E27FC236}">
                <a16:creationId xmlns:a16="http://schemas.microsoft.com/office/drawing/2014/main" id="{386F5D1D-0DD7-430F-9363-4A97CD0F1378}"/>
              </a:ext>
            </a:extLst>
          </p:cNvPr>
          <p:cNvSpPr txBox="1">
            <a:spLocks noChangeArrowheads="1"/>
          </p:cNvSpPr>
          <p:nvPr/>
        </p:nvSpPr>
        <p:spPr bwMode="auto">
          <a:xfrm>
            <a:off x="4779963" y="1939925"/>
            <a:ext cx="1219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rgbClr val="333399"/>
              </a:buClr>
              <a:buSzPct val="80000"/>
              <a:buFont typeface="Wingdings" panose="05000000000000000000" pitchFamily="2" charset="2"/>
              <a:buNone/>
            </a:pPr>
            <a:r>
              <a:rPr lang="zh-CN" altLang="en-US" sz="2800" b="1">
                <a:solidFill>
                  <a:srgbClr val="000000"/>
                </a:solidFill>
                <a:latin typeface="Times New Roman" panose="02020603050405020304" pitchFamily="18" charset="0"/>
              </a:rPr>
              <a:t>则有：</a:t>
            </a:r>
          </a:p>
        </p:txBody>
      </p:sp>
      <p:graphicFrame>
        <p:nvGraphicFramePr>
          <p:cNvPr id="22539" name="Object 5">
            <a:extLst>
              <a:ext uri="{FF2B5EF4-FFF2-40B4-BE49-F238E27FC236}">
                <a16:creationId xmlns:a16="http://schemas.microsoft.com/office/drawing/2014/main" id="{083A832D-B30D-4270-8EB4-8F54C7A57673}"/>
              </a:ext>
            </a:extLst>
          </p:cNvPr>
          <p:cNvGraphicFramePr>
            <a:graphicFrameLocks noChangeAspect="1"/>
          </p:cNvGraphicFramePr>
          <p:nvPr/>
        </p:nvGraphicFramePr>
        <p:xfrm>
          <a:off x="3190875" y="158750"/>
          <a:ext cx="5548313" cy="722313"/>
        </p:xfrm>
        <a:graphic>
          <a:graphicData uri="http://schemas.openxmlformats.org/presentationml/2006/ole">
            <mc:AlternateContent xmlns:mc="http://schemas.openxmlformats.org/markup-compatibility/2006">
              <mc:Choice xmlns:v="urn:schemas-microsoft-com:vml" Requires="v">
                <p:oleObj spid="_x0000_s23568" r:id="rId8" imgW="2578087" imgH="266700" progId="Equation.3">
                  <p:embed/>
                </p:oleObj>
              </mc:Choice>
              <mc:Fallback>
                <p:oleObj r:id="rId8" imgW="2578087" imgH="266700" progId="Equation.3">
                  <p:embed/>
                  <p:pic>
                    <p:nvPicPr>
                      <p:cNvPr id="22539" name="Object 5">
                        <a:extLst>
                          <a:ext uri="{FF2B5EF4-FFF2-40B4-BE49-F238E27FC236}">
                            <a16:creationId xmlns:a16="http://schemas.microsoft.com/office/drawing/2014/main" id="{083A832D-B30D-4270-8EB4-8F54C7A576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90875" y="158750"/>
                        <a:ext cx="5548313" cy="722313"/>
                      </a:xfrm>
                      <a:prstGeom prst="rect">
                        <a:avLst/>
                      </a:prstGeom>
                      <a:solidFill>
                        <a:srgbClr val="FFCC00">
                          <a:alpha val="27843"/>
                        </a:srgbClr>
                      </a:solidFill>
                      <a:ln w="28575">
                        <a:solidFill>
                          <a:srgbClr val="FF0000"/>
                        </a:solidFill>
                        <a:miter lim="800000"/>
                        <a:headEnd/>
                        <a:tailEnd/>
                      </a:ln>
                    </p:spPr>
                  </p:pic>
                </p:oleObj>
              </mc:Fallback>
            </mc:AlternateContent>
          </a:graphicData>
        </a:graphic>
      </p:graphicFrame>
      <p:sp>
        <p:nvSpPr>
          <p:cNvPr id="137233" name="Text Box 17">
            <a:extLst>
              <a:ext uri="{FF2B5EF4-FFF2-40B4-BE49-F238E27FC236}">
                <a16:creationId xmlns:a16="http://schemas.microsoft.com/office/drawing/2014/main" id="{D5EB97A2-182C-4797-B670-7F9AF528E0FE}"/>
              </a:ext>
            </a:extLst>
          </p:cNvPr>
          <p:cNvSpPr txBox="1">
            <a:spLocks noChangeArrowheads="1"/>
          </p:cNvSpPr>
          <p:nvPr/>
        </p:nvSpPr>
        <p:spPr bwMode="auto">
          <a:xfrm>
            <a:off x="549275" y="5303838"/>
            <a:ext cx="76898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1">
                <a:solidFill>
                  <a:srgbClr val="000000"/>
                </a:solidFill>
              </a:rPr>
              <a:t>更普遍地，孤立系统能量守恒。</a:t>
            </a:r>
          </a:p>
        </p:txBody>
      </p:sp>
      <p:graphicFrame>
        <p:nvGraphicFramePr>
          <p:cNvPr id="80910" name="Object 14">
            <a:extLst>
              <a:ext uri="{FF2B5EF4-FFF2-40B4-BE49-F238E27FC236}">
                <a16:creationId xmlns:a16="http://schemas.microsoft.com/office/drawing/2014/main" id="{21CF3880-DF8E-4B25-81A8-BD72BF8D8CFB}"/>
              </a:ext>
            </a:extLst>
          </p:cNvPr>
          <p:cNvGraphicFramePr>
            <a:graphicFrameLocks noChangeAspect="1"/>
          </p:cNvGraphicFramePr>
          <p:nvPr/>
        </p:nvGraphicFramePr>
        <p:xfrm>
          <a:off x="5840413" y="1935163"/>
          <a:ext cx="2051050" cy="558800"/>
        </p:xfrm>
        <a:graphic>
          <a:graphicData uri="http://schemas.openxmlformats.org/presentationml/2006/ole">
            <mc:AlternateContent xmlns:mc="http://schemas.openxmlformats.org/markup-compatibility/2006">
              <mc:Choice xmlns:v="urn:schemas-microsoft-com:vml" Requires="v">
                <p:oleObj spid="_x0000_s23569" r:id="rId10" imgW="838200" imgH="228600" progId="Equation.DSMT4">
                  <p:embed/>
                </p:oleObj>
              </mc:Choice>
              <mc:Fallback>
                <p:oleObj r:id="rId10" imgW="838200" imgH="228600" progId="Equation.DSMT4">
                  <p:embed/>
                  <p:pic>
                    <p:nvPicPr>
                      <p:cNvPr id="80910" name="Object 14">
                        <a:extLst>
                          <a:ext uri="{FF2B5EF4-FFF2-40B4-BE49-F238E27FC236}">
                            <a16:creationId xmlns:a16="http://schemas.microsoft.com/office/drawing/2014/main" id="{21CF3880-DF8E-4B25-81A8-BD72BF8D8C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40413" y="1935163"/>
                        <a:ext cx="20510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225"/>
                                        </p:tgtEl>
                                        <p:attrNameLst>
                                          <p:attrName>style.visibility</p:attrName>
                                        </p:attrNameLst>
                                      </p:cBhvr>
                                      <p:to>
                                        <p:strVal val="visible"/>
                                      </p:to>
                                    </p:set>
                                    <p:animEffect transition="in" filter="blinds(horizontal)">
                                      <p:cBhvr>
                                        <p:cTn id="7" dur="500"/>
                                        <p:tgtEl>
                                          <p:spTgt spid="1372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7220"/>
                                        </p:tgtEl>
                                        <p:attrNameLst>
                                          <p:attrName>style.visibility</p:attrName>
                                        </p:attrNameLst>
                                      </p:cBhvr>
                                      <p:to>
                                        <p:strVal val="visible"/>
                                      </p:to>
                                    </p:set>
                                    <p:animEffect transition="in" filter="blinds(horizontal)">
                                      <p:cBhvr>
                                        <p:cTn id="12" dur="500"/>
                                        <p:tgtEl>
                                          <p:spTgt spid="137220"/>
                                        </p:tgtEl>
                                      </p:cBhvr>
                                    </p:animEffect>
                                  </p:childTnLst>
                                </p:cTn>
                              </p:par>
                            </p:childTnLst>
                          </p:cTn>
                        </p:par>
                        <p:par>
                          <p:cTn id="13" fill="hold" nodeType="afterGroup">
                            <p:stCondLst>
                              <p:cond delay="500"/>
                            </p:stCondLst>
                            <p:childTnLst>
                              <p:par>
                                <p:cTn id="14" presetID="4" presetClass="entr" presetSubtype="16" fill="hold" nodeType="afterEffect">
                                  <p:stCondLst>
                                    <p:cond delay="0"/>
                                  </p:stCondLst>
                                  <p:childTnLst>
                                    <p:set>
                                      <p:cBhvr>
                                        <p:cTn id="15" dur="1" fill="hold">
                                          <p:stCondLst>
                                            <p:cond delay="0"/>
                                          </p:stCondLst>
                                        </p:cTn>
                                        <p:tgtEl>
                                          <p:spTgt spid="137226"/>
                                        </p:tgtEl>
                                        <p:attrNameLst>
                                          <p:attrName>style.visibility</p:attrName>
                                        </p:attrNameLst>
                                      </p:cBhvr>
                                      <p:to>
                                        <p:strVal val="visible"/>
                                      </p:to>
                                    </p:set>
                                    <p:animEffect transition="in" filter="box(in)">
                                      <p:cBhvr>
                                        <p:cTn id="16" dur="500"/>
                                        <p:tgtEl>
                                          <p:spTgt spid="1372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7230"/>
                                        </p:tgtEl>
                                        <p:attrNameLst>
                                          <p:attrName>style.visibility</p:attrName>
                                        </p:attrNameLst>
                                      </p:cBhvr>
                                      <p:to>
                                        <p:strVal val="visible"/>
                                      </p:to>
                                    </p:set>
                                    <p:animEffect transition="in" filter="blinds(horizontal)">
                                      <p:cBhvr>
                                        <p:cTn id="21" dur="500"/>
                                        <p:tgtEl>
                                          <p:spTgt spid="137230"/>
                                        </p:tgtEl>
                                      </p:cBhvr>
                                    </p:animEffect>
                                  </p:childTnLst>
                                </p:cTn>
                              </p:par>
                            </p:childTnLst>
                          </p:cTn>
                        </p:par>
                        <p:par>
                          <p:cTn id="22" fill="hold" nodeType="afterGroup">
                            <p:stCondLst>
                              <p:cond delay="500"/>
                            </p:stCondLst>
                            <p:childTnLst>
                              <p:par>
                                <p:cTn id="23" presetID="3" presetClass="entr" presetSubtype="10" fill="hold" nodeType="afterEffect">
                                  <p:stCondLst>
                                    <p:cond delay="0"/>
                                  </p:stCondLst>
                                  <p:childTnLst>
                                    <p:set>
                                      <p:cBhvr>
                                        <p:cTn id="24" dur="1" fill="hold">
                                          <p:stCondLst>
                                            <p:cond delay="0"/>
                                          </p:stCondLst>
                                        </p:cTn>
                                        <p:tgtEl>
                                          <p:spTgt spid="80910"/>
                                        </p:tgtEl>
                                        <p:attrNameLst>
                                          <p:attrName>style.visibility</p:attrName>
                                        </p:attrNameLst>
                                      </p:cBhvr>
                                      <p:to>
                                        <p:strVal val="visible"/>
                                      </p:to>
                                    </p:set>
                                    <p:animEffect transition="in" filter="blinds(horizontal)">
                                      <p:cBhvr>
                                        <p:cTn id="25" dur="500"/>
                                        <p:tgtEl>
                                          <p:spTgt spid="809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137221"/>
                                        </p:tgtEl>
                                        <p:attrNameLst>
                                          <p:attrName>style.visibility</p:attrName>
                                        </p:attrNameLst>
                                      </p:cBhvr>
                                      <p:to>
                                        <p:strVal val="visible"/>
                                      </p:to>
                                    </p:set>
                                    <p:animEffect transition="in" filter="checkerboard(across)">
                                      <p:cBhvr>
                                        <p:cTn id="30" dur="500"/>
                                        <p:tgtEl>
                                          <p:spTgt spid="137221"/>
                                        </p:tgtEl>
                                      </p:cBhvr>
                                    </p:animEffect>
                                  </p:childTnLst>
                                </p:cTn>
                              </p:par>
                            </p:childTnLst>
                          </p:cTn>
                        </p:par>
                        <p:par>
                          <p:cTn id="31" fill="hold" nodeType="afterGroup">
                            <p:stCondLst>
                              <p:cond delay="500"/>
                            </p:stCondLst>
                            <p:childTnLst>
                              <p:par>
                                <p:cTn id="32" presetID="4" presetClass="entr" presetSubtype="16" fill="hold" nodeType="afterEffect">
                                  <p:stCondLst>
                                    <p:cond delay="0"/>
                                  </p:stCondLst>
                                  <p:childTnLst>
                                    <p:set>
                                      <p:cBhvr>
                                        <p:cTn id="33" dur="1" fill="hold">
                                          <p:stCondLst>
                                            <p:cond delay="0"/>
                                          </p:stCondLst>
                                        </p:cTn>
                                        <p:tgtEl>
                                          <p:spTgt spid="137227"/>
                                        </p:tgtEl>
                                        <p:attrNameLst>
                                          <p:attrName>style.visibility</p:attrName>
                                        </p:attrNameLst>
                                      </p:cBhvr>
                                      <p:to>
                                        <p:strVal val="visible"/>
                                      </p:to>
                                    </p:set>
                                    <p:animEffect transition="in" filter="box(in)">
                                      <p:cBhvr>
                                        <p:cTn id="34" dur="500"/>
                                        <p:tgtEl>
                                          <p:spTgt spid="13722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37219"/>
                                        </p:tgtEl>
                                        <p:attrNameLst>
                                          <p:attrName>style.visibility</p:attrName>
                                        </p:attrNameLst>
                                      </p:cBhvr>
                                      <p:to>
                                        <p:strVal val="visible"/>
                                      </p:to>
                                    </p:set>
                                    <p:animEffect transition="in" filter="dissolve">
                                      <p:cBhvr>
                                        <p:cTn id="39" dur="500"/>
                                        <p:tgtEl>
                                          <p:spTgt spid="137219"/>
                                        </p:tgtEl>
                                      </p:cBhvr>
                                    </p:animEffect>
                                  </p:childTnLst>
                                </p:cTn>
                              </p:par>
                              <p:par>
                                <p:cTn id="40" presetID="16" presetClass="entr" presetSubtype="26" fill="hold" grpId="0" nodeType="withEffect">
                                  <p:stCondLst>
                                    <p:cond delay="0"/>
                                  </p:stCondLst>
                                  <p:childTnLst>
                                    <p:set>
                                      <p:cBhvr>
                                        <p:cTn id="41" dur="1" fill="hold">
                                          <p:stCondLst>
                                            <p:cond delay="0"/>
                                          </p:stCondLst>
                                        </p:cTn>
                                        <p:tgtEl>
                                          <p:spTgt spid="137218"/>
                                        </p:tgtEl>
                                        <p:attrNameLst>
                                          <p:attrName>style.visibility</p:attrName>
                                        </p:attrNameLst>
                                      </p:cBhvr>
                                      <p:to>
                                        <p:strVal val="visible"/>
                                      </p:to>
                                    </p:set>
                                    <p:animEffect transition="in" filter="barn(inHorizontal)">
                                      <p:cBhvr>
                                        <p:cTn id="42" dur="500"/>
                                        <p:tgtEl>
                                          <p:spTgt spid="1372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37233"/>
                                        </p:tgtEl>
                                        <p:attrNameLst>
                                          <p:attrName>style.visibility</p:attrName>
                                        </p:attrNameLst>
                                      </p:cBhvr>
                                      <p:to>
                                        <p:strVal val="visible"/>
                                      </p:to>
                                    </p:set>
                                    <p:animEffect transition="in" filter="wipe(up)">
                                      <p:cBhvr>
                                        <p:cTn id="47" dur="500"/>
                                        <p:tgtEl>
                                          <p:spTgt spid="137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p:bldP spid="137219" grpId="0"/>
      <p:bldP spid="137220" grpId="0"/>
      <p:bldP spid="137221" grpId="0"/>
      <p:bldP spid="137225" grpId="0"/>
      <p:bldP spid="137230" grpId="0"/>
      <p:bldP spid="1372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A1C873EB-BED1-4C43-8F80-6754E917A793}"/>
              </a:ext>
            </a:extLst>
          </p:cNvPr>
          <p:cNvSpPr>
            <a:spLocks noGrp="1"/>
          </p:cNvSpPr>
          <p:nvPr>
            <p:ph type="sldNum" sz="quarter" idx="12"/>
          </p:nvPr>
        </p:nvSpPr>
        <p:spPr bwMode="auto">
          <a:xfrm>
            <a:off x="7010400" y="6381750"/>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0000FF"/>
                </a:solidFill>
                <a:latin typeface="Times New Roman" panose="02020603050405020304" pitchFamily="18" charset="0"/>
                <a:ea typeface="宋体" panose="02010600030101010101" pitchFamily="2" charset="-122"/>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fld id="{A374227B-FE15-4B84-84CF-E3D59E44619F}" type="slidenum">
              <a:rPr lang="en-US" altLang="zh-CN" smtClean="0"/>
              <a:pPr>
                <a:defRPr/>
              </a:pPr>
              <a:t>23</a:t>
            </a:fld>
            <a:endParaRPr lang="en-US" altLang="zh-CN" sz="1800">
              <a:solidFill>
                <a:schemeClr val="accent2"/>
              </a:solidFill>
            </a:endParaRPr>
          </a:p>
        </p:txBody>
      </p:sp>
      <p:grpSp>
        <p:nvGrpSpPr>
          <p:cNvPr id="2" name="Group 66">
            <a:extLst>
              <a:ext uri="{FF2B5EF4-FFF2-40B4-BE49-F238E27FC236}">
                <a16:creationId xmlns:a16="http://schemas.microsoft.com/office/drawing/2014/main" id="{86BA779C-12BD-44B1-B554-8393773C933E}"/>
              </a:ext>
            </a:extLst>
          </p:cNvPr>
          <p:cNvGrpSpPr>
            <a:grpSpLocks/>
          </p:cNvGrpSpPr>
          <p:nvPr/>
        </p:nvGrpSpPr>
        <p:grpSpPr bwMode="auto">
          <a:xfrm>
            <a:off x="5254625" y="2439988"/>
            <a:ext cx="3889375" cy="1944687"/>
            <a:chOff x="3212" y="528"/>
            <a:chExt cx="2450" cy="1225"/>
          </a:xfrm>
        </p:grpSpPr>
        <p:sp>
          <p:nvSpPr>
            <p:cNvPr id="24618" name="Oval 48">
              <a:extLst>
                <a:ext uri="{FF2B5EF4-FFF2-40B4-BE49-F238E27FC236}">
                  <a16:creationId xmlns:a16="http://schemas.microsoft.com/office/drawing/2014/main" id="{5B9702CE-55F2-4A91-993C-E2086C2AEA0A}"/>
                </a:ext>
              </a:extLst>
            </p:cNvPr>
            <p:cNvSpPr>
              <a:spLocks noChangeArrowheads="1"/>
            </p:cNvSpPr>
            <p:nvPr/>
          </p:nvSpPr>
          <p:spPr bwMode="auto">
            <a:xfrm>
              <a:off x="3648" y="528"/>
              <a:ext cx="1724" cy="1225"/>
            </a:xfrm>
            <a:prstGeom prst="ellipse">
              <a:avLst/>
            </a:prstGeom>
            <a:noFill/>
            <a:ln w="38100">
              <a:solidFill>
                <a:schemeClr val="tx1"/>
              </a:solidFill>
              <a:prstDash val="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19" name="Line 56">
              <a:extLst>
                <a:ext uri="{FF2B5EF4-FFF2-40B4-BE49-F238E27FC236}">
                  <a16:creationId xmlns:a16="http://schemas.microsoft.com/office/drawing/2014/main" id="{B2F70E2F-8845-48FF-B7A5-D5EFC8F2C21A}"/>
                </a:ext>
              </a:extLst>
            </p:cNvPr>
            <p:cNvSpPr>
              <a:spLocks noChangeShapeType="1"/>
            </p:cNvSpPr>
            <p:nvPr/>
          </p:nvSpPr>
          <p:spPr bwMode="auto">
            <a:xfrm>
              <a:off x="3212" y="1117"/>
              <a:ext cx="2450" cy="0"/>
            </a:xfrm>
            <a:prstGeom prst="line">
              <a:avLst/>
            </a:prstGeom>
            <a:noFill/>
            <a:ln w="12700">
              <a:solidFill>
                <a:schemeClr val="tx1"/>
              </a:solidFill>
              <a:prstDash val="lgDashDot"/>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70">
            <a:extLst>
              <a:ext uri="{FF2B5EF4-FFF2-40B4-BE49-F238E27FC236}">
                <a16:creationId xmlns:a16="http://schemas.microsoft.com/office/drawing/2014/main" id="{95CFF5A9-C629-46F1-B71B-7C14FBD8A3A6}"/>
              </a:ext>
            </a:extLst>
          </p:cNvPr>
          <p:cNvGrpSpPr>
            <a:grpSpLocks/>
          </p:cNvGrpSpPr>
          <p:nvPr/>
        </p:nvGrpSpPr>
        <p:grpSpPr bwMode="auto">
          <a:xfrm>
            <a:off x="7146925" y="2466975"/>
            <a:ext cx="1768475" cy="1620838"/>
            <a:chOff x="4404" y="545"/>
            <a:chExt cx="1114" cy="1021"/>
          </a:xfrm>
        </p:grpSpPr>
        <p:graphicFrame>
          <p:nvGraphicFramePr>
            <p:cNvPr id="24610" name="Object 13">
              <a:extLst>
                <a:ext uri="{FF2B5EF4-FFF2-40B4-BE49-F238E27FC236}">
                  <a16:creationId xmlns:a16="http://schemas.microsoft.com/office/drawing/2014/main" id="{46963677-F486-4098-A297-F9AEB10B4F71}"/>
                </a:ext>
              </a:extLst>
            </p:cNvPr>
            <p:cNvGraphicFramePr>
              <a:graphicFrameLocks noChangeAspect="1"/>
            </p:cNvGraphicFramePr>
            <p:nvPr/>
          </p:nvGraphicFramePr>
          <p:xfrm>
            <a:off x="4404" y="545"/>
            <a:ext cx="242" cy="317"/>
          </p:xfrm>
          <a:graphic>
            <a:graphicData uri="http://schemas.openxmlformats.org/presentationml/2006/ole">
              <mc:AlternateContent xmlns:mc="http://schemas.openxmlformats.org/markup-compatibility/2006">
                <mc:Choice xmlns:v="urn:schemas-microsoft-com:vml" Requires="v">
                  <p:oleObj spid="_x0000_s24617" name="公式" r:id="rId3" imgW="114364" imgH="177709" progId="Equation.3">
                    <p:embed/>
                  </p:oleObj>
                </mc:Choice>
                <mc:Fallback>
                  <p:oleObj name="公式" r:id="rId3" imgW="114364" imgH="177709" progId="Equation.3">
                    <p:embed/>
                    <p:pic>
                      <p:nvPicPr>
                        <p:cNvPr id="24610" name="Object 13">
                          <a:extLst>
                            <a:ext uri="{FF2B5EF4-FFF2-40B4-BE49-F238E27FC236}">
                              <a16:creationId xmlns:a16="http://schemas.microsoft.com/office/drawing/2014/main" id="{46963677-F486-4098-A297-F9AEB10B4F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4" y="545"/>
                          <a:ext cx="242"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611" name="Group 69">
              <a:extLst>
                <a:ext uri="{FF2B5EF4-FFF2-40B4-BE49-F238E27FC236}">
                  <a16:creationId xmlns:a16="http://schemas.microsoft.com/office/drawing/2014/main" id="{8F6BFB00-B293-4F2E-B483-49790AA3A475}"/>
                </a:ext>
              </a:extLst>
            </p:cNvPr>
            <p:cNvGrpSpPr>
              <a:grpSpLocks/>
            </p:cNvGrpSpPr>
            <p:nvPr/>
          </p:nvGrpSpPr>
          <p:grpSpPr bwMode="auto">
            <a:xfrm>
              <a:off x="4582" y="627"/>
              <a:ext cx="936" cy="939"/>
              <a:chOff x="4582" y="627"/>
              <a:chExt cx="936" cy="939"/>
            </a:xfrm>
          </p:grpSpPr>
          <p:graphicFrame>
            <p:nvGraphicFramePr>
              <p:cNvPr id="24612" name="Object 14">
                <a:extLst>
                  <a:ext uri="{FF2B5EF4-FFF2-40B4-BE49-F238E27FC236}">
                    <a16:creationId xmlns:a16="http://schemas.microsoft.com/office/drawing/2014/main" id="{AB167373-3031-4432-BA5F-8266B1E1401D}"/>
                  </a:ext>
                </a:extLst>
              </p:cNvPr>
              <p:cNvGraphicFramePr>
                <a:graphicFrameLocks noChangeAspect="1"/>
              </p:cNvGraphicFramePr>
              <p:nvPr/>
            </p:nvGraphicFramePr>
            <p:xfrm>
              <a:off x="4775" y="799"/>
              <a:ext cx="283" cy="274"/>
            </p:xfrm>
            <a:graphic>
              <a:graphicData uri="http://schemas.openxmlformats.org/presentationml/2006/ole">
                <mc:AlternateContent xmlns:mc="http://schemas.openxmlformats.org/markup-compatibility/2006">
                  <mc:Choice xmlns:v="urn:schemas-microsoft-com:vml" Requires="v">
                    <p:oleObj spid="_x0000_s24618" name="Equation" r:id="rId5" imgW="139687" imgH="177709" progId="Equation.DSMT4">
                      <p:embed/>
                    </p:oleObj>
                  </mc:Choice>
                  <mc:Fallback>
                    <p:oleObj name="Equation" r:id="rId5" imgW="139687" imgH="177709" progId="Equation.DSMT4">
                      <p:embed/>
                      <p:pic>
                        <p:nvPicPr>
                          <p:cNvPr id="24612" name="Object 14">
                            <a:extLst>
                              <a:ext uri="{FF2B5EF4-FFF2-40B4-BE49-F238E27FC236}">
                                <a16:creationId xmlns:a16="http://schemas.microsoft.com/office/drawing/2014/main" id="{AB167373-3031-4432-BA5F-8266B1E140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5" y="799"/>
                            <a:ext cx="28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3" name="Oval 45">
                <a:extLst>
                  <a:ext uri="{FF2B5EF4-FFF2-40B4-BE49-F238E27FC236}">
                    <a16:creationId xmlns:a16="http://schemas.microsoft.com/office/drawing/2014/main" id="{071F3DDA-F4AE-4D85-A084-635AAB31DF89}"/>
                  </a:ext>
                </a:extLst>
              </p:cNvPr>
              <p:cNvSpPr>
                <a:spLocks noChangeArrowheads="1"/>
              </p:cNvSpPr>
              <p:nvPr/>
            </p:nvSpPr>
            <p:spPr bwMode="auto">
              <a:xfrm>
                <a:off x="5021" y="1071"/>
                <a:ext cx="91" cy="91"/>
              </a:xfrm>
              <a:prstGeom prst="ellipse">
                <a:avLst/>
              </a:prstGeom>
              <a:gradFill rotWithShape="1">
                <a:gsLst>
                  <a:gs pos="0">
                    <a:srgbClr val="FF9933"/>
                  </a:gs>
                  <a:gs pos="100000">
                    <a:srgbClr val="000000"/>
                  </a:gs>
                </a:gsLst>
                <a:path path="shape">
                  <a:fillToRect l="50000" t="50000" r="50000" b="50000"/>
                </a:path>
              </a:gra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14" name="Oval 47">
                <a:extLst>
                  <a:ext uri="{FF2B5EF4-FFF2-40B4-BE49-F238E27FC236}">
                    <a16:creationId xmlns:a16="http://schemas.microsoft.com/office/drawing/2014/main" id="{8B692CD7-0183-4FC5-A702-2193F74BC73F}"/>
                  </a:ext>
                </a:extLst>
              </p:cNvPr>
              <p:cNvSpPr>
                <a:spLocks noChangeArrowheads="1"/>
              </p:cNvSpPr>
              <p:nvPr/>
            </p:nvSpPr>
            <p:spPr bwMode="auto">
              <a:xfrm>
                <a:off x="4611" y="659"/>
                <a:ext cx="907" cy="907"/>
              </a:xfrm>
              <a:prstGeom prst="ellipse">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15" name="Line 50">
                <a:extLst>
                  <a:ext uri="{FF2B5EF4-FFF2-40B4-BE49-F238E27FC236}">
                    <a16:creationId xmlns:a16="http://schemas.microsoft.com/office/drawing/2014/main" id="{00BC8A67-D90D-429C-A2FB-F3985689CD6A}"/>
                  </a:ext>
                </a:extLst>
              </p:cNvPr>
              <p:cNvSpPr>
                <a:spLocks noChangeShapeType="1"/>
              </p:cNvSpPr>
              <p:nvPr/>
            </p:nvSpPr>
            <p:spPr bwMode="auto">
              <a:xfrm flipH="1">
                <a:off x="4582" y="664"/>
                <a:ext cx="499" cy="0"/>
              </a:xfrm>
              <a:prstGeom prst="line">
                <a:avLst/>
              </a:prstGeom>
              <a:noFill/>
              <a:ln w="3175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616" name="Line 57">
                <a:extLst>
                  <a:ext uri="{FF2B5EF4-FFF2-40B4-BE49-F238E27FC236}">
                    <a16:creationId xmlns:a16="http://schemas.microsoft.com/office/drawing/2014/main" id="{31A118EA-1EE8-4CE7-83B5-DE78A45EB183}"/>
                  </a:ext>
                </a:extLst>
              </p:cNvPr>
              <p:cNvSpPr>
                <a:spLocks noChangeShapeType="1"/>
              </p:cNvSpPr>
              <p:nvPr/>
            </p:nvSpPr>
            <p:spPr bwMode="auto">
              <a:xfrm flipV="1">
                <a:off x="5063" y="664"/>
                <a:ext cx="0" cy="453"/>
              </a:xfrm>
              <a:prstGeom prst="line">
                <a:avLst/>
              </a:prstGeom>
              <a:noFill/>
              <a:ln w="28575"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4617" name="Oval 32">
                <a:extLst>
                  <a:ext uri="{FF2B5EF4-FFF2-40B4-BE49-F238E27FC236}">
                    <a16:creationId xmlns:a16="http://schemas.microsoft.com/office/drawing/2014/main" id="{0A83D3CA-146E-47D9-ACE6-20854A7277E5}"/>
                  </a:ext>
                </a:extLst>
              </p:cNvPr>
              <p:cNvSpPr>
                <a:spLocks noChangeArrowheads="1"/>
              </p:cNvSpPr>
              <p:nvPr/>
            </p:nvSpPr>
            <p:spPr bwMode="auto">
              <a:xfrm>
                <a:off x="5030" y="627"/>
                <a:ext cx="68" cy="68"/>
              </a:xfrm>
              <a:prstGeom prst="ellipse">
                <a:avLst/>
              </a:prstGeom>
              <a:gradFill rotWithShape="1">
                <a:gsLst>
                  <a:gs pos="0">
                    <a:srgbClr val="FF3300"/>
                  </a:gs>
                  <a:gs pos="100000">
                    <a:srgbClr val="761800"/>
                  </a:gs>
                </a:gsLst>
                <a:path path="shape">
                  <a:fillToRect l="50000" t="50000" r="50000" b="50000"/>
                </a:path>
              </a:gradFill>
              <a:ln w="9525" algn="ctr">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grpSp>
        <p:nvGrpSpPr>
          <p:cNvPr id="5" name="Group 64">
            <a:extLst>
              <a:ext uri="{FF2B5EF4-FFF2-40B4-BE49-F238E27FC236}">
                <a16:creationId xmlns:a16="http://schemas.microsoft.com/office/drawing/2014/main" id="{015FBE8F-C73E-4DAC-BFD6-9C47116E4356}"/>
              </a:ext>
            </a:extLst>
          </p:cNvPr>
          <p:cNvGrpSpPr>
            <a:grpSpLocks/>
          </p:cNvGrpSpPr>
          <p:nvPr/>
        </p:nvGrpSpPr>
        <p:grpSpPr bwMode="auto">
          <a:xfrm>
            <a:off x="8183563" y="1862138"/>
            <a:ext cx="393700" cy="793750"/>
            <a:chOff x="5057" y="164"/>
            <a:chExt cx="248" cy="500"/>
          </a:xfrm>
        </p:grpSpPr>
        <p:sp>
          <p:nvSpPr>
            <p:cNvPr id="24608" name="Line 49">
              <a:extLst>
                <a:ext uri="{FF2B5EF4-FFF2-40B4-BE49-F238E27FC236}">
                  <a16:creationId xmlns:a16="http://schemas.microsoft.com/office/drawing/2014/main" id="{70792E7B-2747-4334-8658-D762BFDFE832}"/>
                </a:ext>
              </a:extLst>
            </p:cNvPr>
            <p:cNvSpPr>
              <a:spLocks noChangeShapeType="1"/>
            </p:cNvSpPr>
            <p:nvPr/>
          </p:nvSpPr>
          <p:spPr bwMode="auto">
            <a:xfrm flipV="1">
              <a:off x="5063" y="346"/>
              <a:ext cx="0" cy="318"/>
            </a:xfrm>
            <a:prstGeom prst="line">
              <a:avLst/>
            </a:prstGeom>
            <a:noFill/>
            <a:ln w="31750">
              <a:solidFill>
                <a:srgbClr val="0000FF"/>
              </a:solidFill>
              <a:round/>
              <a:headEnd type="none" w="sm" len="sm"/>
              <a:tailEnd type="arrow" w="med" len="lg"/>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4609" name="Object 12">
              <a:extLst>
                <a:ext uri="{FF2B5EF4-FFF2-40B4-BE49-F238E27FC236}">
                  <a16:creationId xmlns:a16="http://schemas.microsoft.com/office/drawing/2014/main" id="{42E627A4-0AAD-41C9-AFF8-2EB4415FA6C5}"/>
                </a:ext>
              </a:extLst>
            </p:cNvPr>
            <p:cNvGraphicFramePr>
              <a:graphicFrameLocks noChangeAspect="1"/>
            </p:cNvGraphicFramePr>
            <p:nvPr/>
          </p:nvGraphicFramePr>
          <p:xfrm>
            <a:off x="5057" y="164"/>
            <a:ext cx="248" cy="307"/>
          </p:xfrm>
          <a:graphic>
            <a:graphicData uri="http://schemas.openxmlformats.org/presentationml/2006/ole">
              <mc:AlternateContent xmlns:mc="http://schemas.openxmlformats.org/markup-compatibility/2006">
                <mc:Choice xmlns:v="urn:schemas-microsoft-com:vml" Requires="v">
                  <p:oleObj spid="_x0000_s24619" name="公式" r:id="rId7" imgW="114364" imgH="165191" progId="Equation.3">
                    <p:embed/>
                  </p:oleObj>
                </mc:Choice>
                <mc:Fallback>
                  <p:oleObj name="公式" r:id="rId7" imgW="114364" imgH="165191" progId="Equation.3">
                    <p:embed/>
                    <p:pic>
                      <p:nvPicPr>
                        <p:cNvPr id="24609" name="Object 12">
                          <a:extLst>
                            <a:ext uri="{FF2B5EF4-FFF2-40B4-BE49-F238E27FC236}">
                              <a16:creationId xmlns:a16="http://schemas.microsoft.com/office/drawing/2014/main" id="{42E627A4-0AAD-41C9-AFF8-2EB4415FA6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7" y="164"/>
                          <a:ext cx="248"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65">
            <a:extLst>
              <a:ext uri="{FF2B5EF4-FFF2-40B4-BE49-F238E27FC236}">
                <a16:creationId xmlns:a16="http://schemas.microsoft.com/office/drawing/2014/main" id="{DD87AFC4-859E-4782-A1FC-56A4E4AF7600}"/>
              </a:ext>
            </a:extLst>
          </p:cNvPr>
          <p:cNvGrpSpPr>
            <a:grpSpLocks/>
          </p:cNvGrpSpPr>
          <p:nvPr/>
        </p:nvGrpSpPr>
        <p:grpSpPr bwMode="auto">
          <a:xfrm>
            <a:off x="7232650" y="1862138"/>
            <a:ext cx="950913" cy="792162"/>
            <a:chOff x="4458" y="164"/>
            <a:chExt cx="599" cy="499"/>
          </a:xfrm>
        </p:grpSpPr>
        <p:sp>
          <p:nvSpPr>
            <p:cNvPr id="24604" name="Line 52">
              <a:extLst>
                <a:ext uri="{FF2B5EF4-FFF2-40B4-BE49-F238E27FC236}">
                  <a16:creationId xmlns:a16="http://schemas.microsoft.com/office/drawing/2014/main" id="{8AADB262-3406-44B9-9BB4-9DF9D0DEDDC7}"/>
                </a:ext>
              </a:extLst>
            </p:cNvPr>
            <p:cNvSpPr>
              <a:spLocks noChangeShapeType="1"/>
            </p:cNvSpPr>
            <p:nvPr/>
          </p:nvSpPr>
          <p:spPr bwMode="auto">
            <a:xfrm flipH="1" flipV="1">
              <a:off x="4586" y="337"/>
              <a:ext cx="468" cy="318"/>
            </a:xfrm>
            <a:prstGeom prst="line">
              <a:avLst/>
            </a:prstGeom>
            <a:noFill/>
            <a:ln w="31750" cap="sq">
              <a:solidFill>
                <a:srgbClr val="80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605" name="Line 60">
              <a:extLst>
                <a:ext uri="{FF2B5EF4-FFF2-40B4-BE49-F238E27FC236}">
                  <a16:creationId xmlns:a16="http://schemas.microsoft.com/office/drawing/2014/main" id="{8ACC39E0-82EA-4CC5-BB1D-CCE2284AF68D}"/>
                </a:ext>
              </a:extLst>
            </p:cNvPr>
            <p:cNvSpPr>
              <a:spLocks noChangeShapeType="1"/>
            </p:cNvSpPr>
            <p:nvPr/>
          </p:nvSpPr>
          <p:spPr bwMode="auto">
            <a:xfrm>
              <a:off x="4604" y="347"/>
              <a:ext cx="453" cy="0"/>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4606" name="Line 61">
              <a:extLst>
                <a:ext uri="{FF2B5EF4-FFF2-40B4-BE49-F238E27FC236}">
                  <a16:creationId xmlns:a16="http://schemas.microsoft.com/office/drawing/2014/main" id="{D0C0E6BA-F4DF-46AF-B8B0-B18AE691226D}"/>
                </a:ext>
              </a:extLst>
            </p:cNvPr>
            <p:cNvSpPr>
              <a:spLocks noChangeShapeType="1"/>
            </p:cNvSpPr>
            <p:nvPr/>
          </p:nvSpPr>
          <p:spPr bwMode="auto">
            <a:xfrm>
              <a:off x="4595" y="346"/>
              <a:ext cx="0" cy="317"/>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4607" name="Object 11">
              <a:extLst>
                <a:ext uri="{FF2B5EF4-FFF2-40B4-BE49-F238E27FC236}">
                  <a16:creationId xmlns:a16="http://schemas.microsoft.com/office/drawing/2014/main" id="{E91452D0-984B-49E7-8AA7-AEEF00A44A81}"/>
                </a:ext>
              </a:extLst>
            </p:cNvPr>
            <p:cNvGraphicFramePr>
              <a:graphicFrameLocks noChangeAspect="1"/>
            </p:cNvGraphicFramePr>
            <p:nvPr/>
          </p:nvGraphicFramePr>
          <p:xfrm>
            <a:off x="4458" y="164"/>
            <a:ext cx="187" cy="247"/>
          </p:xfrm>
          <a:graphic>
            <a:graphicData uri="http://schemas.openxmlformats.org/presentationml/2006/ole">
              <mc:AlternateContent xmlns:mc="http://schemas.openxmlformats.org/markup-compatibility/2006">
                <mc:Choice xmlns:v="urn:schemas-microsoft-com:vml" Requires="v">
                  <p:oleObj spid="_x0000_s24620" name="公式" r:id="rId9" imgW="69980" imgH="127091" progId="Equation.3">
                    <p:embed/>
                  </p:oleObj>
                </mc:Choice>
                <mc:Fallback>
                  <p:oleObj name="公式" r:id="rId9" imgW="69980" imgH="127091" progId="Equation.3">
                    <p:embed/>
                    <p:pic>
                      <p:nvPicPr>
                        <p:cNvPr id="24607" name="Object 11">
                          <a:extLst>
                            <a:ext uri="{FF2B5EF4-FFF2-40B4-BE49-F238E27FC236}">
                              <a16:creationId xmlns:a16="http://schemas.microsoft.com/office/drawing/2014/main" id="{E91452D0-984B-49E7-8AA7-AEEF00A44A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8" y="164"/>
                          <a:ext cx="187"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82">
            <a:extLst>
              <a:ext uri="{FF2B5EF4-FFF2-40B4-BE49-F238E27FC236}">
                <a16:creationId xmlns:a16="http://schemas.microsoft.com/office/drawing/2014/main" id="{54E544BF-549B-4E09-AF21-3B34310F1C35}"/>
              </a:ext>
            </a:extLst>
          </p:cNvPr>
          <p:cNvGrpSpPr>
            <a:grpSpLocks/>
          </p:cNvGrpSpPr>
          <p:nvPr/>
        </p:nvGrpSpPr>
        <p:grpSpPr bwMode="auto">
          <a:xfrm>
            <a:off x="8197850" y="2438400"/>
            <a:ext cx="874713" cy="1381125"/>
            <a:chOff x="5066" y="527"/>
            <a:chExt cx="551" cy="870"/>
          </a:xfrm>
        </p:grpSpPr>
        <p:graphicFrame>
          <p:nvGraphicFramePr>
            <p:cNvPr id="24600" name="Object 9">
              <a:extLst>
                <a:ext uri="{FF2B5EF4-FFF2-40B4-BE49-F238E27FC236}">
                  <a16:creationId xmlns:a16="http://schemas.microsoft.com/office/drawing/2014/main" id="{4CEF71B4-5C70-45E8-AF8D-8DAA978E9BB6}"/>
                </a:ext>
              </a:extLst>
            </p:cNvPr>
            <p:cNvGraphicFramePr>
              <a:graphicFrameLocks noChangeAspect="1"/>
            </p:cNvGraphicFramePr>
            <p:nvPr/>
          </p:nvGraphicFramePr>
          <p:xfrm>
            <a:off x="5121" y="1062"/>
            <a:ext cx="208" cy="335"/>
          </p:xfrm>
          <a:graphic>
            <a:graphicData uri="http://schemas.openxmlformats.org/presentationml/2006/ole">
              <mc:AlternateContent xmlns:mc="http://schemas.openxmlformats.org/markup-compatibility/2006">
                <mc:Choice xmlns:v="urn:schemas-microsoft-com:vml" Requires="v">
                  <p:oleObj spid="_x0000_s24621" name="公式" r:id="rId11" imgW="69980" imgH="165191" progId="Equation.3">
                    <p:embed/>
                  </p:oleObj>
                </mc:Choice>
                <mc:Fallback>
                  <p:oleObj name="公式" r:id="rId11" imgW="69980" imgH="165191" progId="Equation.3">
                    <p:embed/>
                    <p:pic>
                      <p:nvPicPr>
                        <p:cNvPr id="24600" name="Object 9">
                          <a:extLst>
                            <a:ext uri="{FF2B5EF4-FFF2-40B4-BE49-F238E27FC236}">
                              <a16:creationId xmlns:a16="http://schemas.microsoft.com/office/drawing/2014/main" id="{4CEF71B4-5C70-45E8-AF8D-8DAA978E9BB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21" y="1062"/>
                          <a:ext cx="208" cy="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1" name="Line 11">
              <a:extLst>
                <a:ext uri="{FF2B5EF4-FFF2-40B4-BE49-F238E27FC236}">
                  <a16:creationId xmlns:a16="http://schemas.microsoft.com/office/drawing/2014/main" id="{8E1CFAEC-36A6-431C-A78B-05E60773D749}"/>
                </a:ext>
              </a:extLst>
            </p:cNvPr>
            <p:cNvSpPr>
              <a:spLocks noChangeShapeType="1"/>
            </p:cNvSpPr>
            <p:nvPr/>
          </p:nvSpPr>
          <p:spPr bwMode="auto">
            <a:xfrm>
              <a:off x="5066" y="1117"/>
              <a:ext cx="318" cy="0"/>
            </a:xfrm>
            <a:prstGeom prst="line">
              <a:avLst/>
            </a:prstGeom>
            <a:noFill/>
            <a:ln w="31750">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4602" name="Object 10">
              <a:extLst>
                <a:ext uri="{FF2B5EF4-FFF2-40B4-BE49-F238E27FC236}">
                  <a16:creationId xmlns:a16="http://schemas.microsoft.com/office/drawing/2014/main" id="{83A74F0F-0C29-4E2C-8450-E58509A2F74E}"/>
                </a:ext>
              </a:extLst>
            </p:cNvPr>
            <p:cNvGraphicFramePr>
              <a:graphicFrameLocks noChangeAspect="1"/>
            </p:cNvGraphicFramePr>
            <p:nvPr/>
          </p:nvGraphicFramePr>
          <p:xfrm>
            <a:off x="5375" y="527"/>
            <a:ext cx="242" cy="299"/>
          </p:xfrm>
          <a:graphic>
            <a:graphicData uri="http://schemas.openxmlformats.org/presentationml/2006/ole">
              <mc:AlternateContent xmlns:mc="http://schemas.openxmlformats.org/markup-compatibility/2006">
                <mc:Choice xmlns:v="urn:schemas-microsoft-com:vml" Requires="v">
                  <p:oleObj spid="_x0000_s24622" name="公式" r:id="rId13" imgW="114364" imgH="165191" progId="Equation.3">
                    <p:embed/>
                  </p:oleObj>
                </mc:Choice>
                <mc:Fallback>
                  <p:oleObj name="公式" r:id="rId13" imgW="114364" imgH="165191" progId="Equation.3">
                    <p:embed/>
                    <p:pic>
                      <p:nvPicPr>
                        <p:cNvPr id="24602" name="Object 10">
                          <a:extLst>
                            <a:ext uri="{FF2B5EF4-FFF2-40B4-BE49-F238E27FC236}">
                              <a16:creationId xmlns:a16="http://schemas.microsoft.com/office/drawing/2014/main" id="{83A74F0F-0C29-4E2C-8450-E58509A2F74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75" y="527"/>
                          <a:ext cx="242"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3" name="Line 68">
              <a:extLst>
                <a:ext uri="{FF2B5EF4-FFF2-40B4-BE49-F238E27FC236}">
                  <a16:creationId xmlns:a16="http://schemas.microsoft.com/office/drawing/2014/main" id="{252401CB-062B-4CEC-9932-F5E94B8439F2}"/>
                </a:ext>
              </a:extLst>
            </p:cNvPr>
            <p:cNvSpPr>
              <a:spLocks noChangeShapeType="1"/>
            </p:cNvSpPr>
            <p:nvPr/>
          </p:nvSpPr>
          <p:spPr bwMode="auto">
            <a:xfrm flipH="1" flipV="1">
              <a:off x="5375" y="663"/>
              <a:ext cx="0" cy="454"/>
            </a:xfrm>
            <a:prstGeom prst="line">
              <a:avLst/>
            </a:prstGeom>
            <a:noFill/>
            <a:ln w="3175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83">
            <a:extLst>
              <a:ext uri="{FF2B5EF4-FFF2-40B4-BE49-F238E27FC236}">
                <a16:creationId xmlns:a16="http://schemas.microsoft.com/office/drawing/2014/main" id="{D0D7AAC1-CE06-43E5-A6A3-25454D5936CF}"/>
              </a:ext>
            </a:extLst>
          </p:cNvPr>
          <p:cNvGrpSpPr>
            <a:grpSpLocks/>
          </p:cNvGrpSpPr>
          <p:nvPr/>
        </p:nvGrpSpPr>
        <p:grpSpPr bwMode="auto">
          <a:xfrm>
            <a:off x="5619750" y="3302000"/>
            <a:ext cx="2563813" cy="992188"/>
            <a:chOff x="3442" y="1071"/>
            <a:chExt cx="1615" cy="625"/>
          </a:xfrm>
        </p:grpSpPr>
        <p:graphicFrame>
          <p:nvGraphicFramePr>
            <p:cNvPr id="24596" name="Object 7">
              <a:extLst>
                <a:ext uri="{FF2B5EF4-FFF2-40B4-BE49-F238E27FC236}">
                  <a16:creationId xmlns:a16="http://schemas.microsoft.com/office/drawing/2014/main" id="{5E7102E0-6FF6-4B45-A891-906E4163789B}"/>
                </a:ext>
              </a:extLst>
            </p:cNvPr>
            <p:cNvGraphicFramePr>
              <a:graphicFrameLocks noChangeAspect="1"/>
            </p:cNvGraphicFramePr>
            <p:nvPr/>
          </p:nvGraphicFramePr>
          <p:xfrm>
            <a:off x="4105" y="1071"/>
            <a:ext cx="219" cy="339"/>
          </p:xfrm>
          <a:graphic>
            <a:graphicData uri="http://schemas.openxmlformats.org/presentationml/2006/ole">
              <mc:AlternateContent xmlns:mc="http://schemas.openxmlformats.org/markup-compatibility/2006">
                <mc:Choice xmlns:v="urn:schemas-microsoft-com:vml" Requires="v">
                  <p:oleObj spid="_x0000_s24623" name="公式" r:id="rId15" imgW="88768" imgH="165191" progId="Equation.3">
                    <p:embed/>
                  </p:oleObj>
                </mc:Choice>
                <mc:Fallback>
                  <p:oleObj name="公式" r:id="rId15" imgW="88768" imgH="165191" progId="Equation.3">
                    <p:embed/>
                    <p:pic>
                      <p:nvPicPr>
                        <p:cNvPr id="24596" name="Object 7">
                          <a:extLst>
                            <a:ext uri="{FF2B5EF4-FFF2-40B4-BE49-F238E27FC236}">
                              <a16:creationId xmlns:a16="http://schemas.microsoft.com/office/drawing/2014/main" id="{5E7102E0-6FF6-4B45-A891-906E4163789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05" y="1071"/>
                          <a:ext cx="21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7" name="Line 28">
              <a:extLst>
                <a:ext uri="{FF2B5EF4-FFF2-40B4-BE49-F238E27FC236}">
                  <a16:creationId xmlns:a16="http://schemas.microsoft.com/office/drawing/2014/main" id="{FA29CFEE-2FF4-4DFE-893F-0D9EABA0B6F2}"/>
                </a:ext>
              </a:extLst>
            </p:cNvPr>
            <p:cNvSpPr>
              <a:spLocks noChangeShapeType="1"/>
            </p:cNvSpPr>
            <p:nvPr/>
          </p:nvSpPr>
          <p:spPr bwMode="auto">
            <a:xfrm>
              <a:off x="3651" y="1108"/>
              <a:ext cx="0" cy="453"/>
            </a:xfrm>
            <a:prstGeom prst="line">
              <a:avLst/>
            </a:prstGeom>
            <a:noFill/>
            <a:ln w="31750">
              <a:solidFill>
                <a:srgbClr val="0000FF"/>
              </a:solidFill>
              <a:round/>
              <a:headEnd type="none" w="sm" len="sm"/>
              <a:tailEnd type="triangle"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24598" name="Line 31">
              <a:extLst>
                <a:ext uri="{FF2B5EF4-FFF2-40B4-BE49-F238E27FC236}">
                  <a16:creationId xmlns:a16="http://schemas.microsoft.com/office/drawing/2014/main" id="{AEDD11DE-A1C1-4090-B4C4-2F8A47C63BBE}"/>
                </a:ext>
              </a:extLst>
            </p:cNvPr>
            <p:cNvSpPr>
              <a:spLocks noChangeShapeType="1"/>
            </p:cNvSpPr>
            <p:nvPr/>
          </p:nvSpPr>
          <p:spPr bwMode="auto">
            <a:xfrm flipH="1">
              <a:off x="3651" y="1117"/>
              <a:ext cx="1406" cy="0"/>
            </a:xfrm>
            <a:prstGeom prst="line">
              <a:avLst/>
            </a:prstGeom>
            <a:noFill/>
            <a:ln w="31750">
              <a:solidFill>
                <a:srgbClr val="0000FF"/>
              </a:solidFill>
              <a:round/>
              <a:headEnd type="none" w="sm" len="sm"/>
              <a:tailEnd type="arrow" w="med" len="lg"/>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4599" name="Object 8">
              <a:extLst>
                <a:ext uri="{FF2B5EF4-FFF2-40B4-BE49-F238E27FC236}">
                  <a16:creationId xmlns:a16="http://schemas.microsoft.com/office/drawing/2014/main" id="{A962DC14-4B3B-4CB7-9E26-87ED3EFA19D4}"/>
                </a:ext>
              </a:extLst>
            </p:cNvPr>
            <p:cNvGraphicFramePr>
              <a:graphicFrameLocks noChangeAspect="1"/>
            </p:cNvGraphicFramePr>
            <p:nvPr/>
          </p:nvGraphicFramePr>
          <p:xfrm>
            <a:off x="3442" y="1389"/>
            <a:ext cx="248" cy="307"/>
          </p:xfrm>
          <a:graphic>
            <a:graphicData uri="http://schemas.openxmlformats.org/presentationml/2006/ole">
              <mc:AlternateContent xmlns:mc="http://schemas.openxmlformats.org/markup-compatibility/2006">
                <mc:Choice xmlns:v="urn:schemas-microsoft-com:vml" Requires="v">
                  <p:oleObj spid="_x0000_s24624" name="公式" r:id="rId17" imgW="114364" imgH="165191" progId="Equation.3">
                    <p:embed/>
                  </p:oleObj>
                </mc:Choice>
                <mc:Fallback>
                  <p:oleObj name="公式" r:id="rId17" imgW="114364" imgH="165191" progId="Equation.3">
                    <p:embed/>
                    <p:pic>
                      <p:nvPicPr>
                        <p:cNvPr id="24599" name="Object 8">
                          <a:extLst>
                            <a:ext uri="{FF2B5EF4-FFF2-40B4-BE49-F238E27FC236}">
                              <a16:creationId xmlns:a16="http://schemas.microsoft.com/office/drawing/2014/main" id="{A962DC14-4B3B-4CB7-9E26-87ED3EFA19D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42" y="1389"/>
                          <a:ext cx="248"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7946" name="Text Box 74">
            <a:extLst>
              <a:ext uri="{FF2B5EF4-FFF2-40B4-BE49-F238E27FC236}">
                <a16:creationId xmlns:a16="http://schemas.microsoft.com/office/drawing/2014/main" id="{7B87F83E-ED12-4833-88ED-0DAEF0229191}"/>
              </a:ext>
            </a:extLst>
          </p:cNvPr>
          <p:cNvSpPr txBox="1">
            <a:spLocks noChangeArrowheads="1"/>
          </p:cNvSpPr>
          <p:nvPr/>
        </p:nvSpPr>
        <p:spPr bwMode="auto">
          <a:xfrm>
            <a:off x="179388" y="0"/>
            <a:ext cx="8964612" cy="1816100"/>
          </a:xfrm>
          <a:prstGeom prst="rect">
            <a:avLst/>
          </a:prstGeom>
          <a:noFill/>
          <a:ln w="9525">
            <a:noFill/>
            <a:miter lim="800000"/>
            <a:headEnd/>
            <a:tailEnd/>
          </a:ln>
          <a:effectLst/>
        </p:spPr>
        <p:txBody>
          <a:bodyPr>
            <a:spAutoFit/>
          </a:bodyPr>
          <a:lstStyle/>
          <a:p>
            <a:pPr eaLnBrk="1" hangingPunct="1">
              <a:defRPr/>
            </a:pPr>
            <a:r>
              <a:rPr kumimoji="1" lang="zh-CN" altLang="en-US" sz="2800" b="1" dirty="0">
                <a:solidFill>
                  <a:schemeClr val="folHlink"/>
                </a:solidFill>
                <a:effectLst>
                  <a:outerShdw blurRad="38100" dist="38100" dir="2700000" algn="tl">
                    <a:srgbClr val="C0C0C0"/>
                  </a:outerShdw>
                </a:effectLst>
                <a:latin typeface="Times New Roman" pitchFamily="18" charset="0"/>
                <a:ea typeface="楷体_GB2312" pitchFamily="49" charset="-122"/>
                <a:cs typeface="Times New Roman" pitchFamily="18" charset="0"/>
              </a:rPr>
              <a:t>例、</a:t>
            </a:r>
            <a:r>
              <a:rPr kumimoji="1" lang="zh-CN" altLang="en-US" sz="28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一飞船环绕某星体作圆轨道运动，半径</a:t>
            </a:r>
            <a:r>
              <a:rPr kumimoji="1" lang="en-US" altLang="zh-CN" sz="2800" b="1" i="1" dirty="0">
                <a:effectLst>
                  <a:outerShdw blurRad="38100" dist="38100" dir="2700000" algn="tl">
                    <a:srgbClr val="C0C0C0"/>
                  </a:outerShdw>
                </a:effectLst>
                <a:latin typeface="Times New Roman" pitchFamily="18" charset="0"/>
                <a:ea typeface="楷体_GB2312" pitchFamily="49" charset="-122"/>
                <a:cs typeface="Times New Roman" pitchFamily="18" charset="0"/>
              </a:rPr>
              <a:t>R</a:t>
            </a:r>
            <a:r>
              <a:rPr kumimoji="1" lang="en-US" altLang="zh-CN" sz="2800" b="1" baseline="-25000" dirty="0">
                <a:effectLst>
                  <a:outerShdw blurRad="38100" dist="38100" dir="2700000" algn="tl">
                    <a:srgbClr val="C0C0C0"/>
                  </a:outerShdw>
                </a:effectLst>
                <a:latin typeface="Times New Roman" pitchFamily="18" charset="0"/>
                <a:ea typeface="楷体_GB2312" pitchFamily="49" charset="-122"/>
                <a:cs typeface="Times New Roman" pitchFamily="18" charset="0"/>
              </a:rPr>
              <a:t>0</a:t>
            </a:r>
            <a:r>
              <a:rPr kumimoji="1" lang="zh-CN" altLang="en-US" sz="28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，速率为</a:t>
            </a:r>
            <a:r>
              <a:rPr kumimoji="1" lang="en-US" altLang="zh-CN" sz="2800" b="1" i="1" dirty="0">
                <a:effectLst>
                  <a:outerShdw blurRad="38100" dist="38100" dir="2700000" algn="tl">
                    <a:srgbClr val="C0C0C0"/>
                  </a:outerShdw>
                </a:effectLst>
                <a:latin typeface="Book Antiqua" pitchFamily="18" charset="0"/>
                <a:ea typeface="楷体_GB2312" pitchFamily="49" charset="-122"/>
                <a:cs typeface="Times New Roman" pitchFamily="18" charset="0"/>
              </a:rPr>
              <a:t>v</a:t>
            </a:r>
            <a:r>
              <a:rPr kumimoji="1" lang="en-US" altLang="zh-CN" sz="2800" b="1" baseline="-25000" dirty="0">
                <a:effectLst>
                  <a:outerShdw blurRad="38100" dist="38100" dir="2700000" algn="tl">
                    <a:srgbClr val="C0C0C0"/>
                  </a:outerShdw>
                </a:effectLst>
                <a:latin typeface="Times New Roman" pitchFamily="18" charset="0"/>
                <a:ea typeface="楷体_GB2312" pitchFamily="49" charset="-122"/>
                <a:cs typeface="Times New Roman" pitchFamily="18" charset="0"/>
              </a:rPr>
              <a:t>0</a:t>
            </a:r>
            <a:r>
              <a:rPr kumimoji="1" lang="zh-CN" altLang="en-US" sz="28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。突然点燃一火箭，其冲力使飞船增加了向外的径向速度分量</a:t>
            </a:r>
            <a:r>
              <a:rPr kumimoji="1" lang="en-US" altLang="zh-CN" sz="2800" b="1" i="1" dirty="0" err="1">
                <a:effectLst>
                  <a:outerShdw blurRad="38100" dist="38100" dir="2700000" algn="tl">
                    <a:srgbClr val="C0C0C0"/>
                  </a:outerShdw>
                </a:effectLst>
                <a:latin typeface="Book Antiqua" pitchFamily="18" charset="0"/>
                <a:ea typeface="楷体_GB2312" pitchFamily="49" charset="-122"/>
                <a:cs typeface="Times New Roman" pitchFamily="18" charset="0"/>
              </a:rPr>
              <a:t>v</a:t>
            </a:r>
            <a:r>
              <a:rPr kumimoji="1" lang="en-US" altLang="zh-CN" sz="2800" b="1" baseline="-25000" dirty="0" err="1">
                <a:effectLst>
                  <a:outerShdw blurRad="38100" dist="38100" dir="2700000" algn="tl">
                    <a:srgbClr val="C0C0C0"/>
                  </a:outerShdw>
                </a:effectLst>
                <a:latin typeface="Times New Roman" pitchFamily="18" charset="0"/>
                <a:ea typeface="楷体_GB2312" pitchFamily="49" charset="-122"/>
                <a:cs typeface="Times New Roman" pitchFamily="18" charset="0"/>
              </a:rPr>
              <a:t>r</a:t>
            </a:r>
            <a:r>
              <a:rPr kumimoji="1" lang="en-US" altLang="zh-CN" sz="2800" b="1" baseline="-25000" dirty="0">
                <a:effectLst>
                  <a:outerShdw blurRad="38100" dist="38100" dir="2700000" algn="tl">
                    <a:srgbClr val="C0C0C0"/>
                  </a:outerShdw>
                </a:effectLst>
                <a:latin typeface="Times New Roman" pitchFamily="18" charset="0"/>
                <a:ea typeface="楷体_GB2312" pitchFamily="49" charset="-122"/>
                <a:cs typeface="Times New Roman" pitchFamily="18" charset="0"/>
              </a:rPr>
              <a:t> </a:t>
            </a:r>
            <a:r>
              <a:rPr kumimoji="1" lang="zh-CN" altLang="en-US" sz="28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（设</a:t>
            </a:r>
            <a:r>
              <a:rPr kumimoji="1" lang="en-US" altLang="zh-CN" sz="2800" b="1" i="1" dirty="0" err="1">
                <a:effectLst>
                  <a:outerShdw blurRad="38100" dist="38100" dir="2700000" algn="tl">
                    <a:srgbClr val="C0C0C0"/>
                  </a:outerShdw>
                </a:effectLst>
                <a:latin typeface="Book Antiqua" pitchFamily="18" charset="0"/>
                <a:ea typeface="楷体_GB2312" pitchFamily="49" charset="-122"/>
                <a:cs typeface="Times New Roman" pitchFamily="18" charset="0"/>
              </a:rPr>
              <a:t>v</a:t>
            </a:r>
            <a:r>
              <a:rPr kumimoji="1" lang="en-US" altLang="zh-CN" sz="2800" b="1" baseline="-25000" dirty="0" err="1">
                <a:effectLst>
                  <a:outerShdw blurRad="38100" dist="38100" dir="2700000" algn="tl">
                    <a:srgbClr val="C0C0C0"/>
                  </a:outerShdw>
                </a:effectLst>
                <a:latin typeface="Times New Roman" pitchFamily="18" charset="0"/>
                <a:ea typeface="楷体_GB2312" pitchFamily="49" charset="-122"/>
                <a:cs typeface="Times New Roman" pitchFamily="18" charset="0"/>
              </a:rPr>
              <a:t>r</a:t>
            </a:r>
            <a:r>
              <a:rPr kumimoji="1" lang="en-US" altLang="zh-CN" sz="2800" b="1" baseline="-25000" dirty="0">
                <a:effectLst>
                  <a:outerShdw blurRad="38100" dist="38100" dir="2700000" algn="tl">
                    <a:srgbClr val="C0C0C0"/>
                  </a:outerShdw>
                </a:effectLst>
                <a:latin typeface="Times New Roman" pitchFamily="18" charset="0"/>
                <a:ea typeface="楷体_GB2312" pitchFamily="49" charset="-122"/>
                <a:cs typeface="Times New Roman" pitchFamily="18" charset="0"/>
              </a:rPr>
              <a:t> </a:t>
            </a:r>
            <a:r>
              <a:rPr kumimoji="1" lang="en-US" altLang="zh-CN" sz="28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&lt;</a:t>
            </a:r>
            <a:r>
              <a:rPr kumimoji="1" lang="en-US" altLang="zh-CN" sz="2800" b="1" i="1" dirty="0">
                <a:effectLst>
                  <a:outerShdw blurRad="38100" dist="38100" dir="2700000" algn="tl">
                    <a:srgbClr val="C0C0C0"/>
                  </a:outerShdw>
                </a:effectLst>
                <a:latin typeface="Book Antiqua" pitchFamily="18" charset="0"/>
                <a:ea typeface="楷体_GB2312" pitchFamily="49" charset="-122"/>
                <a:cs typeface="Times New Roman" pitchFamily="18" charset="0"/>
              </a:rPr>
              <a:t> v</a:t>
            </a:r>
            <a:r>
              <a:rPr kumimoji="1" lang="en-US" altLang="zh-CN" sz="2800" b="1" baseline="-25000" dirty="0">
                <a:effectLst>
                  <a:outerShdw blurRad="38100" dist="38100" dir="2700000" algn="tl">
                    <a:srgbClr val="C0C0C0"/>
                  </a:outerShdw>
                </a:effectLst>
                <a:latin typeface="Times New Roman" pitchFamily="18" charset="0"/>
                <a:ea typeface="楷体_GB2312" pitchFamily="49" charset="-122"/>
                <a:cs typeface="Times New Roman" pitchFamily="18" charset="0"/>
              </a:rPr>
              <a:t>0 </a:t>
            </a:r>
            <a:r>
              <a:rPr kumimoji="1" lang="zh-CN" altLang="en-US" sz="2800" b="1" dirty="0">
                <a:effectLst>
                  <a:outerShdw blurRad="38100" dist="38100" dir="2700000" algn="tl">
                    <a:srgbClr val="C0C0C0"/>
                  </a:outerShdw>
                </a:effectLst>
                <a:latin typeface="Times New Roman" pitchFamily="18" charset="0"/>
                <a:ea typeface="楷体_GB2312" pitchFamily="49" charset="-122"/>
                <a:cs typeface="Times New Roman" pitchFamily="18" charset="0"/>
              </a:rPr>
              <a:t>），因此飞船轨道变椭圆形。求飞船与星体的最远与最近距离。</a:t>
            </a:r>
            <a:endParaRPr kumimoji="1" lang="en-US" altLang="zh-CN" sz="2800" b="1" dirty="0">
              <a:effectLst>
                <a:outerShdw blurRad="38100" dist="38100" dir="2700000" algn="tl">
                  <a:srgbClr val="C0C0C0"/>
                </a:outerShdw>
              </a:effectLst>
              <a:latin typeface="Times New Roman" pitchFamily="18" charset="0"/>
              <a:ea typeface="楷体_GB2312" pitchFamily="49" charset="-122"/>
              <a:cs typeface="Times New Roman" pitchFamily="18" charset="0"/>
            </a:endParaRPr>
          </a:p>
        </p:txBody>
      </p:sp>
      <p:sp>
        <p:nvSpPr>
          <p:cNvPr id="207947" name="Text Box 75">
            <a:extLst>
              <a:ext uri="{FF2B5EF4-FFF2-40B4-BE49-F238E27FC236}">
                <a16:creationId xmlns:a16="http://schemas.microsoft.com/office/drawing/2014/main" id="{9ABA6E9E-7511-40B9-8C2D-085CDE0475FB}"/>
              </a:ext>
            </a:extLst>
          </p:cNvPr>
          <p:cNvSpPr txBox="1">
            <a:spLocks noChangeArrowheads="1"/>
          </p:cNvSpPr>
          <p:nvPr/>
        </p:nvSpPr>
        <p:spPr bwMode="auto">
          <a:xfrm>
            <a:off x="325438" y="1851025"/>
            <a:ext cx="2879725" cy="519113"/>
          </a:xfrm>
          <a:prstGeom prst="rect">
            <a:avLst/>
          </a:prstGeom>
          <a:noFill/>
          <a:ln w="9525">
            <a:noFill/>
            <a:miter lim="800000"/>
            <a:headEnd/>
            <a:tailEnd/>
          </a:ln>
          <a:effectLst/>
        </p:spPr>
        <p:txBody>
          <a:bodyPr>
            <a:spAutoFit/>
          </a:bodyPr>
          <a:lstStyle/>
          <a:p>
            <a:pPr eaLnBrk="1" hangingPunct="1">
              <a:defRPr/>
            </a:pPr>
            <a:r>
              <a:rPr kumimoji="1" lang="zh-CN" altLang="en-US" sz="2800" b="1" dirty="0">
                <a:solidFill>
                  <a:schemeClr val="folHlink"/>
                </a:solidFill>
                <a:effectLst>
                  <a:outerShdw blurRad="38100" dist="38100" dir="2700000" algn="tl">
                    <a:srgbClr val="C0C0C0"/>
                  </a:outerShdw>
                </a:effectLst>
                <a:latin typeface="楷体_GB2312" pitchFamily="49" charset="-122"/>
                <a:ea typeface="楷体_GB2312" pitchFamily="49" charset="-122"/>
              </a:rPr>
              <a:t>解：</a:t>
            </a:r>
          </a:p>
        </p:txBody>
      </p:sp>
      <p:graphicFrame>
        <p:nvGraphicFramePr>
          <p:cNvPr id="207948" name="Object 2">
            <a:extLst>
              <a:ext uri="{FF2B5EF4-FFF2-40B4-BE49-F238E27FC236}">
                <a16:creationId xmlns:a16="http://schemas.microsoft.com/office/drawing/2014/main" id="{C0B9EFFD-0FEF-4B0C-808A-ABE7F715DA69}"/>
              </a:ext>
            </a:extLst>
          </p:cNvPr>
          <p:cNvGraphicFramePr>
            <a:graphicFrameLocks noChangeAspect="1"/>
          </p:cNvGraphicFramePr>
          <p:nvPr/>
        </p:nvGraphicFramePr>
        <p:xfrm>
          <a:off x="1304925" y="1704975"/>
          <a:ext cx="3603625" cy="944563"/>
        </p:xfrm>
        <a:graphic>
          <a:graphicData uri="http://schemas.openxmlformats.org/presentationml/2006/ole">
            <mc:AlternateContent xmlns:mc="http://schemas.openxmlformats.org/markup-compatibility/2006">
              <mc:Choice xmlns:v="urn:schemas-microsoft-com:vml" Requires="v">
                <p:oleObj spid="_x0000_s24625" name="公式" r:id="rId19" imgW="1244660" imgH="355691" progId="Equation.3">
                  <p:embed/>
                </p:oleObj>
              </mc:Choice>
              <mc:Fallback>
                <p:oleObj name="公式" r:id="rId19" imgW="1244660" imgH="355691" progId="Equation.3">
                  <p:embed/>
                  <p:pic>
                    <p:nvPicPr>
                      <p:cNvPr id="207948" name="Object 2">
                        <a:extLst>
                          <a:ext uri="{FF2B5EF4-FFF2-40B4-BE49-F238E27FC236}">
                            <a16:creationId xmlns:a16="http://schemas.microsoft.com/office/drawing/2014/main" id="{C0B9EFFD-0FEF-4B0C-808A-ABE7F715DA6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04925" y="1704975"/>
                        <a:ext cx="3603625"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49" name="Text Box 77">
            <a:extLst>
              <a:ext uri="{FF2B5EF4-FFF2-40B4-BE49-F238E27FC236}">
                <a16:creationId xmlns:a16="http://schemas.microsoft.com/office/drawing/2014/main" id="{F9F8C21A-C912-4239-94CD-3A6125C551D8}"/>
              </a:ext>
            </a:extLst>
          </p:cNvPr>
          <p:cNvSpPr txBox="1">
            <a:spLocks noChangeArrowheads="1"/>
          </p:cNvSpPr>
          <p:nvPr/>
        </p:nvSpPr>
        <p:spPr bwMode="auto">
          <a:xfrm>
            <a:off x="558800" y="2608263"/>
            <a:ext cx="4927600" cy="1031875"/>
          </a:xfrm>
          <a:prstGeom prst="rect">
            <a:avLst/>
          </a:prstGeom>
          <a:noFill/>
          <a:ln w="12700" cap="sq">
            <a:noFill/>
            <a:miter lim="800000"/>
            <a:headEnd type="none" w="sm" len="sm"/>
            <a:tailEnd type="none" w="sm" len="sm"/>
          </a:ln>
          <a:effectLst/>
        </p:spPr>
        <p:txBody>
          <a:bodyPr>
            <a:spAutoFit/>
          </a:bodyPr>
          <a:lstStyle/>
          <a:p>
            <a:pPr>
              <a:lnSpc>
                <a:spcPct val="110000"/>
              </a:lnSpc>
              <a:spcBef>
                <a:spcPct val="50000"/>
              </a:spcBef>
              <a:defRPr/>
            </a:pPr>
            <a:r>
              <a:rPr kumimoji="1" lang="zh-CN" altLang="en-US" sz="2800" b="1" dirty="0">
                <a:latin typeface="华文宋体" pitchFamily="2" charset="-122"/>
                <a:ea typeface="华文宋体" pitchFamily="2" charset="-122"/>
              </a:rPr>
              <a:t>飞船在火箭点燃前或后对星体的</a:t>
            </a:r>
            <a:r>
              <a:rPr kumimoji="1" lang="zh-CN" altLang="en-US" sz="2800" b="1" dirty="0">
                <a:solidFill>
                  <a:schemeClr val="folHlink"/>
                </a:solidFill>
                <a:effectLst>
                  <a:outerShdw blurRad="38100" dist="38100" dir="2700000" algn="tl">
                    <a:srgbClr val="C0C0C0"/>
                  </a:outerShdw>
                </a:effectLst>
                <a:latin typeface="黑体" pitchFamily="2" charset="-122"/>
                <a:ea typeface="黑体" pitchFamily="2" charset="-122"/>
              </a:rPr>
              <a:t>角动量守恒</a:t>
            </a:r>
            <a:r>
              <a:rPr kumimoji="1" lang="zh-CN" altLang="en-US" sz="2800" b="1" dirty="0">
                <a:latin typeface="华文宋体" pitchFamily="2" charset="-122"/>
                <a:ea typeface="华文宋体" pitchFamily="2" charset="-122"/>
              </a:rPr>
              <a:t>。</a:t>
            </a:r>
          </a:p>
        </p:txBody>
      </p:sp>
      <p:graphicFrame>
        <p:nvGraphicFramePr>
          <p:cNvPr id="207950" name="Object 3">
            <a:extLst>
              <a:ext uri="{FF2B5EF4-FFF2-40B4-BE49-F238E27FC236}">
                <a16:creationId xmlns:a16="http://schemas.microsoft.com/office/drawing/2014/main" id="{F96A71BE-B2A4-4E59-86EF-D7A4D4255DBF}"/>
              </a:ext>
            </a:extLst>
          </p:cNvPr>
          <p:cNvGraphicFramePr>
            <a:graphicFrameLocks noChangeAspect="1"/>
          </p:cNvGraphicFramePr>
          <p:nvPr/>
        </p:nvGraphicFramePr>
        <p:xfrm>
          <a:off x="1631950" y="4005263"/>
          <a:ext cx="2914650" cy="584200"/>
        </p:xfrm>
        <a:graphic>
          <a:graphicData uri="http://schemas.openxmlformats.org/presentationml/2006/ole">
            <mc:AlternateContent xmlns:mc="http://schemas.openxmlformats.org/markup-compatibility/2006">
              <mc:Choice xmlns:v="urn:schemas-microsoft-com:vml" Requires="v">
                <p:oleObj spid="_x0000_s24626" name="公式" r:id="rId21" imgW="1092174" imgH="177709" progId="Equation.3">
                  <p:embed/>
                </p:oleObj>
              </mc:Choice>
              <mc:Fallback>
                <p:oleObj name="公式" r:id="rId21" imgW="1092174" imgH="177709" progId="Equation.3">
                  <p:embed/>
                  <p:pic>
                    <p:nvPicPr>
                      <p:cNvPr id="207950" name="Object 3">
                        <a:extLst>
                          <a:ext uri="{FF2B5EF4-FFF2-40B4-BE49-F238E27FC236}">
                            <a16:creationId xmlns:a16="http://schemas.microsoft.com/office/drawing/2014/main" id="{F96A71BE-B2A4-4E59-86EF-D7A4D4255DB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31950" y="4005263"/>
                        <a:ext cx="291465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51" name="Text Box 79">
            <a:extLst>
              <a:ext uri="{FF2B5EF4-FFF2-40B4-BE49-F238E27FC236}">
                <a16:creationId xmlns:a16="http://schemas.microsoft.com/office/drawing/2014/main" id="{68847985-2566-4CF2-9D1C-4374C61D5855}"/>
              </a:ext>
            </a:extLst>
          </p:cNvPr>
          <p:cNvSpPr txBox="1">
            <a:spLocks noChangeArrowheads="1"/>
          </p:cNvSpPr>
          <p:nvPr/>
        </p:nvSpPr>
        <p:spPr bwMode="auto">
          <a:xfrm>
            <a:off x="477838" y="4533900"/>
            <a:ext cx="6840537" cy="561975"/>
          </a:xfrm>
          <a:prstGeom prst="rect">
            <a:avLst/>
          </a:prstGeom>
          <a:noFill/>
          <a:ln w="12700" cap="sq">
            <a:noFill/>
            <a:miter lim="800000"/>
            <a:headEnd type="none" w="sm" len="sm"/>
            <a:tailEnd type="none" w="sm" len="sm"/>
          </a:ln>
          <a:effectLst/>
        </p:spPr>
        <p:txBody>
          <a:bodyPr>
            <a:spAutoFit/>
          </a:bodyPr>
          <a:lstStyle/>
          <a:p>
            <a:pPr>
              <a:lnSpc>
                <a:spcPct val="110000"/>
              </a:lnSpc>
              <a:spcBef>
                <a:spcPct val="50000"/>
              </a:spcBef>
              <a:defRPr/>
            </a:pPr>
            <a:r>
              <a:rPr kumimoji="1" lang="zh-CN" altLang="en-US" sz="2800" b="1" dirty="0">
                <a:latin typeface="华文宋体" pitchFamily="2" charset="-122"/>
                <a:ea typeface="华文宋体" pitchFamily="2" charset="-122"/>
              </a:rPr>
              <a:t>飞船在椭圆轨道上运动</a:t>
            </a:r>
            <a:r>
              <a:rPr kumimoji="1" lang="zh-CN" altLang="en-US" sz="2800" b="1" dirty="0">
                <a:solidFill>
                  <a:schemeClr val="folHlink"/>
                </a:solidFill>
                <a:effectLst>
                  <a:outerShdw blurRad="38100" dist="38100" dir="2700000" algn="tl">
                    <a:srgbClr val="C0C0C0"/>
                  </a:outerShdw>
                </a:effectLst>
                <a:latin typeface="黑体" pitchFamily="2" charset="-122"/>
                <a:ea typeface="黑体" pitchFamily="2" charset="-122"/>
              </a:rPr>
              <a:t>机械能守恒</a:t>
            </a:r>
            <a:r>
              <a:rPr kumimoji="1" lang="zh-CN" altLang="en-US" sz="2800" b="1" dirty="0">
                <a:latin typeface="华文宋体" pitchFamily="2" charset="-122"/>
                <a:ea typeface="华文宋体" pitchFamily="2" charset="-122"/>
              </a:rPr>
              <a:t>。</a:t>
            </a:r>
          </a:p>
        </p:txBody>
      </p:sp>
      <p:graphicFrame>
        <p:nvGraphicFramePr>
          <p:cNvPr id="207952" name="Object 4">
            <a:extLst>
              <a:ext uri="{FF2B5EF4-FFF2-40B4-BE49-F238E27FC236}">
                <a16:creationId xmlns:a16="http://schemas.microsoft.com/office/drawing/2014/main" id="{197173F7-F950-4577-BA3B-06086BE1BD83}"/>
              </a:ext>
            </a:extLst>
          </p:cNvPr>
          <p:cNvGraphicFramePr>
            <a:graphicFrameLocks noChangeAspect="1"/>
          </p:cNvGraphicFramePr>
          <p:nvPr/>
        </p:nvGraphicFramePr>
        <p:xfrm>
          <a:off x="622300" y="5149850"/>
          <a:ext cx="6732588" cy="879475"/>
        </p:xfrm>
        <a:graphic>
          <a:graphicData uri="http://schemas.openxmlformats.org/presentationml/2006/ole">
            <mc:AlternateContent xmlns:mc="http://schemas.openxmlformats.org/markup-compatibility/2006">
              <mc:Choice xmlns:v="urn:schemas-microsoft-com:vml" Requires="v">
                <p:oleObj spid="_x0000_s24627" name="公式" r:id="rId23" imgW="2648067" imgH="317591" progId="Equation.3">
                  <p:embed/>
                </p:oleObj>
              </mc:Choice>
              <mc:Fallback>
                <p:oleObj name="公式" r:id="rId23" imgW="2648067" imgH="317591" progId="Equation.3">
                  <p:embed/>
                  <p:pic>
                    <p:nvPicPr>
                      <p:cNvPr id="207952" name="Object 4">
                        <a:extLst>
                          <a:ext uri="{FF2B5EF4-FFF2-40B4-BE49-F238E27FC236}">
                            <a16:creationId xmlns:a16="http://schemas.microsoft.com/office/drawing/2014/main" id="{197173F7-F950-4577-BA3B-06086BE1BD8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22300" y="5149850"/>
                        <a:ext cx="6732588"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53" name="Text Box 81">
            <a:extLst>
              <a:ext uri="{FF2B5EF4-FFF2-40B4-BE49-F238E27FC236}">
                <a16:creationId xmlns:a16="http://schemas.microsoft.com/office/drawing/2014/main" id="{8239C1BB-591E-42C0-98B8-D7DFE10B6942}"/>
              </a:ext>
            </a:extLst>
          </p:cNvPr>
          <p:cNvSpPr txBox="1">
            <a:spLocks noChangeArrowheads="1"/>
          </p:cNvSpPr>
          <p:nvPr/>
        </p:nvSpPr>
        <p:spPr bwMode="auto">
          <a:xfrm>
            <a:off x="555625" y="3530600"/>
            <a:ext cx="55451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Tx/>
              <a:buNone/>
            </a:pPr>
            <a:r>
              <a:rPr kumimoji="1" lang="zh-CN" altLang="en-US" sz="2800" b="1">
                <a:latin typeface="华文宋体" panose="02010600040101010101" pitchFamily="2" charset="-122"/>
                <a:ea typeface="华文宋体" panose="02010600040101010101" pitchFamily="2" charset="-122"/>
              </a:rPr>
              <a:t>对近星体点或远星体点有：</a:t>
            </a:r>
          </a:p>
        </p:txBody>
      </p:sp>
      <p:graphicFrame>
        <p:nvGraphicFramePr>
          <p:cNvPr id="207956" name="Object 5">
            <a:extLst>
              <a:ext uri="{FF2B5EF4-FFF2-40B4-BE49-F238E27FC236}">
                <a16:creationId xmlns:a16="http://schemas.microsoft.com/office/drawing/2014/main" id="{A2B36501-929E-4295-A77B-729BE7B2FE42}"/>
              </a:ext>
            </a:extLst>
          </p:cNvPr>
          <p:cNvGraphicFramePr>
            <a:graphicFrameLocks noChangeAspect="1"/>
          </p:cNvGraphicFramePr>
          <p:nvPr/>
        </p:nvGraphicFramePr>
        <p:xfrm>
          <a:off x="577850" y="5942013"/>
          <a:ext cx="5616575" cy="792162"/>
        </p:xfrm>
        <a:graphic>
          <a:graphicData uri="http://schemas.openxmlformats.org/presentationml/2006/ole">
            <mc:AlternateContent xmlns:mc="http://schemas.openxmlformats.org/markup-compatibility/2006">
              <mc:Choice xmlns:v="urn:schemas-microsoft-com:vml" Requires="v">
                <p:oleObj spid="_x0000_s24628" name="公式" r:id="rId25" imgW="1892177" imgH="266700" progId="Equation.3">
                  <p:embed/>
                </p:oleObj>
              </mc:Choice>
              <mc:Fallback>
                <p:oleObj name="公式" r:id="rId25" imgW="1892177" imgH="266700" progId="Equation.3">
                  <p:embed/>
                  <p:pic>
                    <p:nvPicPr>
                      <p:cNvPr id="207956" name="Object 5">
                        <a:extLst>
                          <a:ext uri="{FF2B5EF4-FFF2-40B4-BE49-F238E27FC236}">
                            <a16:creationId xmlns:a16="http://schemas.microsoft.com/office/drawing/2014/main" id="{A2B36501-929E-4295-A77B-729BE7B2FE42}"/>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77850" y="5942013"/>
                        <a:ext cx="5616575"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957" name="Object 6">
            <a:extLst>
              <a:ext uri="{FF2B5EF4-FFF2-40B4-BE49-F238E27FC236}">
                <a16:creationId xmlns:a16="http://schemas.microsoft.com/office/drawing/2014/main" id="{427FDCDB-F8EC-4C57-9FF5-89C8EE2590DC}"/>
              </a:ext>
            </a:extLst>
          </p:cNvPr>
          <p:cNvGraphicFramePr>
            <a:graphicFrameLocks noChangeAspect="1"/>
          </p:cNvGraphicFramePr>
          <p:nvPr/>
        </p:nvGraphicFramePr>
        <p:xfrm>
          <a:off x="6684963" y="5802313"/>
          <a:ext cx="406400" cy="955675"/>
        </p:xfrm>
        <a:graphic>
          <a:graphicData uri="http://schemas.openxmlformats.org/presentationml/2006/ole">
            <mc:AlternateContent xmlns:mc="http://schemas.openxmlformats.org/markup-compatibility/2006">
              <mc:Choice xmlns:v="urn:schemas-microsoft-com:vml" Requires="v">
                <p:oleObj spid="_x0000_s24629" name="Equation" r:id="rId27" imgW="88768" imgH="355691" progId="Equation.DSMT4">
                  <p:embed/>
                </p:oleObj>
              </mc:Choice>
              <mc:Fallback>
                <p:oleObj name="Equation" r:id="rId27" imgW="88768" imgH="355691" progId="Equation.DSMT4">
                  <p:embed/>
                  <p:pic>
                    <p:nvPicPr>
                      <p:cNvPr id="207957" name="Object 6">
                        <a:extLst>
                          <a:ext uri="{FF2B5EF4-FFF2-40B4-BE49-F238E27FC236}">
                            <a16:creationId xmlns:a16="http://schemas.microsoft.com/office/drawing/2014/main" id="{427FDCDB-F8EC-4C57-9FF5-89C8EE2590DC}"/>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684963" y="5802313"/>
                        <a:ext cx="406400"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958" name="Text Box 86">
            <a:extLst>
              <a:ext uri="{FF2B5EF4-FFF2-40B4-BE49-F238E27FC236}">
                <a16:creationId xmlns:a16="http://schemas.microsoft.com/office/drawing/2014/main" id="{88369499-2AF5-45CB-A8FB-3097537D625A}"/>
              </a:ext>
            </a:extLst>
          </p:cNvPr>
          <p:cNvSpPr txBox="1">
            <a:spLocks noChangeArrowheads="1"/>
          </p:cNvSpPr>
          <p:nvPr/>
        </p:nvSpPr>
        <p:spPr bwMode="auto">
          <a:xfrm>
            <a:off x="7045325" y="5905500"/>
            <a:ext cx="1511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0000FF"/>
                </a:solidFill>
                <a:latin typeface="Times New Roman" panose="02020603050405020304" pitchFamily="18" charset="0"/>
                <a:ea typeface="黑体" panose="02010609060101010101" pitchFamily="49" charset="-122"/>
              </a:rPr>
              <a:t>的两根即为所求</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07946"/>
                                        </p:tgtEl>
                                        <p:attrNameLst>
                                          <p:attrName>style.visibility</p:attrName>
                                        </p:attrNameLst>
                                      </p:cBhvr>
                                      <p:to>
                                        <p:strVal val="visible"/>
                                      </p:to>
                                    </p:set>
                                    <p:animEffect transition="in" filter="box(in)">
                                      <p:cBhvr>
                                        <p:cTn id="7" dur="500"/>
                                        <p:tgtEl>
                                          <p:spTgt spid="207946"/>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07947"/>
                                        </p:tgtEl>
                                        <p:attrNameLst>
                                          <p:attrName>style.visibility</p:attrName>
                                        </p:attrNameLst>
                                      </p:cBhvr>
                                      <p:to>
                                        <p:strVal val="visible"/>
                                      </p:to>
                                    </p:set>
                                    <p:animEffect transition="in" filter="blinds(horizontal)">
                                      <p:cBhvr>
                                        <p:cTn id="31" dur="500"/>
                                        <p:tgtEl>
                                          <p:spTgt spid="20794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07948"/>
                                        </p:tgtEl>
                                        <p:attrNameLst>
                                          <p:attrName>style.visibility</p:attrName>
                                        </p:attrNameLst>
                                      </p:cBhvr>
                                      <p:to>
                                        <p:strVal val="visible"/>
                                      </p:to>
                                    </p:set>
                                    <p:animEffect transition="in" filter="wipe(left)">
                                      <p:cBhvr>
                                        <p:cTn id="36" dur="500"/>
                                        <p:tgtEl>
                                          <p:spTgt spid="20794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07949"/>
                                        </p:tgtEl>
                                        <p:attrNameLst>
                                          <p:attrName>style.visibility</p:attrName>
                                        </p:attrNameLst>
                                      </p:cBhvr>
                                      <p:to>
                                        <p:strVal val="visible"/>
                                      </p:to>
                                    </p:set>
                                    <p:animEffect transition="in" filter="blinds(horizontal)">
                                      <p:cBhvr>
                                        <p:cTn id="41" dur="500"/>
                                        <p:tgtEl>
                                          <p:spTgt spid="20794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07953"/>
                                        </p:tgtEl>
                                        <p:attrNameLst>
                                          <p:attrName>style.visibility</p:attrName>
                                        </p:attrNameLst>
                                      </p:cBhvr>
                                      <p:to>
                                        <p:strVal val="visible"/>
                                      </p:to>
                                    </p:set>
                                    <p:animEffect transition="in" filter="blinds(horizontal)">
                                      <p:cBhvr>
                                        <p:cTn id="46" dur="500"/>
                                        <p:tgtEl>
                                          <p:spTgt spid="20795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blinds(horizontal)">
                                      <p:cBhvr>
                                        <p:cTn id="56" dur="500"/>
                                        <p:tgtEl>
                                          <p:spTgt spid="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4" fill="hold" nodeType="clickEffect">
                                  <p:stCondLst>
                                    <p:cond delay="0"/>
                                  </p:stCondLst>
                                  <p:childTnLst>
                                    <p:set>
                                      <p:cBhvr>
                                        <p:cTn id="60" dur="1" fill="hold">
                                          <p:stCondLst>
                                            <p:cond delay="0"/>
                                          </p:stCondLst>
                                        </p:cTn>
                                        <p:tgtEl>
                                          <p:spTgt spid="207950"/>
                                        </p:tgtEl>
                                        <p:attrNameLst>
                                          <p:attrName>style.visibility</p:attrName>
                                        </p:attrNameLst>
                                      </p:cBhvr>
                                      <p:to>
                                        <p:strVal val="visible"/>
                                      </p:to>
                                    </p:set>
                                    <p:animEffect transition="in" filter="slide(fromBottom)">
                                      <p:cBhvr>
                                        <p:cTn id="61" dur="500"/>
                                        <p:tgtEl>
                                          <p:spTgt spid="20795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07951"/>
                                        </p:tgtEl>
                                        <p:attrNameLst>
                                          <p:attrName>style.visibility</p:attrName>
                                        </p:attrNameLst>
                                      </p:cBhvr>
                                      <p:to>
                                        <p:strVal val="visible"/>
                                      </p:to>
                                    </p:set>
                                    <p:animEffect transition="in" filter="blinds(horizontal)">
                                      <p:cBhvr>
                                        <p:cTn id="66" dur="500"/>
                                        <p:tgtEl>
                                          <p:spTgt spid="20795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4" fill="hold" nodeType="clickEffect">
                                  <p:stCondLst>
                                    <p:cond delay="0"/>
                                  </p:stCondLst>
                                  <p:childTnLst>
                                    <p:set>
                                      <p:cBhvr>
                                        <p:cTn id="70" dur="1" fill="hold">
                                          <p:stCondLst>
                                            <p:cond delay="0"/>
                                          </p:stCondLst>
                                        </p:cTn>
                                        <p:tgtEl>
                                          <p:spTgt spid="207952"/>
                                        </p:tgtEl>
                                        <p:attrNameLst>
                                          <p:attrName>style.visibility</p:attrName>
                                        </p:attrNameLst>
                                      </p:cBhvr>
                                      <p:to>
                                        <p:strVal val="visible"/>
                                      </p:to>
                                    </p:set>
                                    <p:animEffect transition="in" filter="slide(fromBottom)">
                                      <p:cBhvr>
                                        <p:cTn id="71" dur="500"/>
                                        <p:tgtEl>
                                          <p:spTgt spid="20795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2" presetClass="entr" presetSubtype="4" fill="hold" nodeType="clickEffect">
                                  <p:stCondLst>
                                    <p:cond delay="0"/>
                                  </p:stCondLst>
                                  <p:childTnLst>
                                    <p:set>
                                      <p:cBhvr>
                                        <p:cTn id="75" dur="1" fill="hold">
                                          <p:stCondLst>
                                            <p:cond delay="0"/>
                                          </p:stCondLst>
                                        </p:cTn>
                                        <p:tgtEl>
                                          <p:spTgt spid="207956"/>
                                        </p:tgtEl>
                                        <p:attrNameLst>
                                          <p:attrName>style.visibility</p:attrName>
                                        </p:attrNameLst>
                                      </p:cBhvr>
                                      <p:to>
                                        <p:strVal val="visible"/>
                                      </p:to>
                                    </p:set>
                                    <p:animEffect transition="in" filter="slide(fromBottom)">
                                      <p:cBhvr>
                                        <p:cTn id="76" dur="500"/>
                                        <p:tgtEl>
                                          <p:spTgt spid="20795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16" fill="hold" nodeType="clickEffect">
                                  <p:stCondLst>
                                    <p:cond delay="0"/>
                                  </p:stCondLst>
                                  <p:childTnLst>
                                    <p:set>
                                      <p:cBhvr>
                                        <p:cTn id="80" dur="1" fill="hold">
                                          <p:stCondLst>
                                            <p:cond delay="0"/>
                                          </p:stCondLst>
                                        </p:cTn>
                                        <p:tgtEl>
                                          <p:spTgt spid="207957"/>
                                        </p:tgtEl>
                                        <p:attrNameLst>
                                          <p:attrName>style.visibility</p:attrName>
                                        </p:attrNameLst>
                                      </p:cBhvr>
                                      <p:to>
                                        <p:strVal val="visible"/>
                                      </p:to>
                                    </p:set>
                                    <p:animEffect transition="in" filter="box(in)">
                                      <p:cBhvr>
                                        <p:cTn id="81" dur="500"/>
                                        <p:tgtEl>
                                          <p:spTgt spid="207957"/>
                                        </p:tgtEl>
                                      </p:cBhvr>
                                    </p:animEffect>
                                  </p:childTnLst>
                                </p:cTn>
                              </p:par>
                            </p:childTnLst>
                          </p:cTn>
                        </p:par>
                        <p:par>
                          <p:cTn id="82" fill="hold" nodeType="afterGroup">
                            <p:stCondLst>
                              <p:cond delay="500"/>
                            </p:stCondLst>
                            <p:childTnLst>
                              <p:par>
                                <p:cTn id="83" presetID="2" presetClass="entr" presetSubtype="2" fill="hold" grpId="0" nodeType="afterEffect">
                                  <p:stCondLst>
                                    <p:cond delay="0"/>
                                  </p:stCondLst>
                                  <p:childTnLst>
                                    <p:set>
                                      <p:cBhvr>
                                        <p:cTn id="84" dur="1" fill="hold">
                                          <p:stCondLst>
                                            <p:cond delay="0"/>
                                          </p:stCondLst>
                                        </p:cTn>
                                        <p:tgtEl>
                                          <p:spTgt spid="207958"/>
                                        </p:tgtEl>
                                        <p:attrNameLst>
                                          <p:attrName>style.visibility</p:attrName>
                                        </p:attrNameLst>
                                      </p:cBhvr>
                                      <p:to>
                                        <p:strVal val="visible"/>
                                      </p:to>
                                    </p:set>
                                    <p:anim calcmode="lin" valueType="num">
                                      <p:cBhvr additive="base">
                                        <p:cTn id="85" dur="500" fill="hold"/>
                                        <p:tgtEl>
                                          <p:spTgt spid="207958"/>
                                        </p:tgtEl>
                                        <p:attrNameLst>
                                          <p:attrName>ppt_x</p:attrName>
                                        </p:attrNameLst>
                                      </p:cBhvr>
                                      <p:tavLst>
                                        <p:tav tm="0">
                                          <p:val>
                                            <p:strVal val="1+#ppt_w/2"/>
                                          </p:val>
                                        </p:tav>
                                        <p:tav tm="100000">
                                          <p:val>
                                            <p:strVal val="#ppt_x"/>
                                          </p:val>
                                        </p:tav>
                                      </p:tavLst>
                                    </p:anim>
                                    <p:anim calcmode="lin" valueType="num">
                                      <p:cBhvr additive="base">
                                        <p:cTn id="86" dur="500" fill="hold"/>
                                        <p:tgtEl>
                                          <p:spTgt spid="2079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46" grpId="0"/>
      <p:bldP spid="207947" grpId="0"/>
      <p:bldP spid="207949" grpId="0" autoUpdateAnimBg="0"/>
      <p:bldP spid="207951" grpId="0" autoUpdateAnimBg="0"/>
      <p:bldP spid="207953" grpId="0" autoUpdateAnimBg="0"/>
      <p:bldP spid="20795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FC804AC9-ED3B-443A-9B21-C2B5B5C198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7152EF3-4FF1-4FB0-8913-EF659F05F53F}" type="slidenum">
              <a:rPr kumimoji="0" lang="en-US" altLang="zh-CN" sz="2400" b="1" i="0" u="none" strike="noStrike" kern="1200" cap="none" spc="0" normalizeH="0" baseline="0" noProof="0" smtClean="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CN" sz="24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74" name="Rectangle 2">
            <a:extLst>
              <a:ext uri="{FF2B5EF4-FFF2-40B4-BE49-F238E27FC236}">
                <a16:creationId xmlns:a16="http://schemas.microsoft.com/office/drawing/2014/main" id="{493D7316-1D1A-4D72-8288-B7CC1F77A16B}"/>
              </a:ext>
            </a:extLst>
          </p:cNvPr>
          <p:cNvSpPr>
            <a:spLocks noGrp="1" noChangeArrowheads="1"/>
          </p:cNvSpPr>
          <p:nvPr>
            <p:ph type="title"/>
          </p:nvPr>
        </p:nvSpPr>
        <p:spPr>
          <a:xfrm>
            <a:off x="611188" y="0"/>
            <a:ext cx="7772400" cy="714375"/>
          </a:xfrm>
        </p:spPr>
        <p:txBody>
          <a:bodyPr/>
          <a:lstStyle/>
          <a:p>
            <a:pPr eaLnBrk="1" hangingPunct="1">
              <a:defRPr/>
            </a:pPr>
            <a:r>
              <a:rPr lang="zh-CN" altLang="en-US" sz="3200" b="1" dirty="0">
                <a:effectLst>
                  <a:outerShdw blurRad="38100" dist="38100" dir="2700000" algn="tl">
                    <a:srgbClr val="000000">
                      <a:alpha val="43137"/>
                    </a:srgbClr>
                  </a:outerShdw>
                </a:effectLst>
                <a:latin typeface="黑体" pitchFamily="2" charset="-122"/>
                <a:ea typeface="黑体" pitchFamily="2" charset="-122"/>
              </a:rPr>
              <a:t>第</a:t>
            </a:r>
            <a:r>
              <a:rPr lang="en-US" altLang="zh-CN" sz="3200" b="1" dirty="0">
                <a:effectLst>
                  <a:outerShdw blurRad="38100" dist="38100" dir="2700000" algn="tl">
                    <a:srgbClr val="000000">
                      <a:alpha val="43137"/>
                    </a:srgbClr>
                  </a:outerShdw>
                </a:effectLst>
                <a:latin typeface="黑体" pitchFamily="2" charset="-122"/>
                <a:ea typeface="黑体" pitchFamily="2" charset="-122"/>
              </a:rPr>
              <a:t>3</a:t>
            </a:r>
            <a:r>
              <a:rPr lang="zh-CN" altLang="en-US" sz="3200" b="1" dirty="0">
                <a:effectLst>
                  <a:outerShdw blurRad="38100" dist="38100" dir="2700000" algn="tl">
                    <a:srgbClr val="000000">
                      <a:alpha val="43137"/>
                    </a:srgbClr>
                  </a:outerShdw>
                </a:effectLst>
                <a:latin typeface="黑体" pitchFamily="2" charset="-122"/>
                <a:ea typeface="黑体" pitchFamily="2" charset="-122"/>
              </a:rPr>
              <a:t>章  刚体的定轴转动</a:t>
            </a:r>
          </a:p>
        </p:txBody>
      </p:sp>
      <p:sp>
        <p:nvSpPr>
          <p:cNvPr id="3075" name="Text Box 3">
            <a:extLst>
              <a:ext uri="{FF2B5EF4-FFF2-40B4-BE49-F238E27FC236}">
                <a16:creationId xmlns:a16="http://schemas.microsoft.com/office/drawing/2014/main" id="{EFD51988-AEF2-43CA-9C45-A86DE34CD9CF}"/>
              </a:ext>
            </a:extLst>
          </p:cNvPr>
          <p:cNvSpPr txBox="1">
            <a:spLocks noChangeArrowheads="1"/>
          </p:cNvSpPr>
          <p:nvPr/>
        </p:nvSpPr>
        <p:spPr bwMode="auto">
          <a:xfrm>
            <a:off x="652463" y="1208088"/>
            <a:ext cx="7847012" cy="111760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黑体" pitchFamily="2" charset="-122"/>
                <a:cs typeface="+mn-cs"/>
              </a:rPr>
              <a:t>刚体</a:t>
            </a:r>
            <a:r>
              <a:rPr kumimoji="1" lang="zh-CN" altLang="en-US" sz="2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mn-cs"/>
              </a:rPr>
              <a:t>在任何情况下，形状和大小都不发生变化的物体。</a:t>
            </a:r>
          </a:p>
        </p:txBody>
      </p:sp>
      <p:sp>
        <p:nvSpPr>
          <p:cNvPr id="3076" name="Text Box 4">
            <a:extLst>
              <a:ext uri="{FF2B5EF4-FFF2-40B4-BE49-F238E27FC236}">
                <a16:creationId xmlns:a16="http://schemas.microsoft.com/office/drawing/2014/main" id="{5F9DCAD4-E21E-40F2-9B62-F6639516CEAF}"/>
              </a:ext>
            </a:extLst>
          </p:cNvPr>
          <p:cNvSpPr txBox="1">
            <a:spLocks noChangeArrowheads="1"/>
          </p:cNvSpPr>
          <p:nvPr/>
        </p:nvSpPr>
        <p:spPr bwMode="auto">
          <a:xfrm>
            <a:off x="652463" y="2414588"/>
            <a:ext cx="7848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
                <a:srgbClr val="333399"/>
              </a:buClr>
              <a:buSzPct val="80000"/>
              <a:buFont typeface="Wingdings" panose="05000000000000000000" pitchFamily="2" charset="2"/>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把刚体分割成许多微小的部分（称为</a:t>
            </a:r>
            <a:r>
              <a:rPr kumimoji="1" lang="zh-CN" altLang="en-US" sz="2800" b="1" i="0" u="none" strike="noStrike" kern="1200" cap="none" spc="0" normalizeH="0" baseline="0" noProof="0">
                <a:ln>
                  <a:noFill/>
                </a:ln>
                <a:solidFill>
                  <a:srgbClr val="0000FF"/>
                </a:solidFill>
                <a:effectLst/>
                <a:uLnTx/>
                <a:uFillTx/>
                <a:latin typeface="Times New Roman" panose="02020603050405020304" pitchFamily="18" charset="0"/>
                <a:ea typeface="黑体" panose="02010609060101010101" pitchFamily="49" charset="-122"/>
                <a:cs typeface="+mn-cs"/>
              </a:rPr>
              <a:t>质元</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），每一个质元都可看作质点。</a:t>
            </a:r>
            <a:endParaRPr kumimoji="1" lang="zh-CN" altLang="en-US" sz="2800" b="1" i="0" u="none" strike="noStrike" kern="1200" cap="none" spc="0" normalizeH="0" baseline="0" noProof="0">
              <a:ln>
                <a:noFill/>
              </a:ln>
              <a:solidFill>
                <a:srgbClr val="00FF00"/>
              </a:solidFill>
              <a:effectLst/>
              <a:uLnTx/>
              <a:uFillTx/>
              <a:latin typeface="Times New Roman" panose="02020603050405020304" pitchFamily="18" charset="0"/>
              <a:ea typeface="宋体" panose="02010600030101010101" pitchFamily="2" charset="-122"/>
              <a:cs typeface="+mn-cs"/>
            </a:endParaRPr>
          </a:p>
        </p:txBody>
      </p:sp>
      <p:sp>
        <p:nvSpPr>
          <p:cNvPr id="3077" name="Text Box 5">
            <a:extLst>
              <a:ext uri="{FF2B5EF4-FFF2-40B4-BE49-F238E27FC236}">
                <a16:creationId xmlns:a16="http://schemas.microsoft.com/office/drawing/2014/main" id="{79EEDE99-C6AA-44FA-8514-61CAEA46088A}"/>
              </a:ext>
            </a:extLst>
          </p:cNvPr>
          <p:cNvSpPr txBox="1">
            <a:spLocks noChangeArrowheads="1"/>
          </p:cNvSpPr>
          <p:nvPr/>
        </p:nvSpPr>
        <p:spPr bwMode="auto">
          <a:xfrm>
            <a:off x="652463" y="5216525"/>
            <a:ext cx="7848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50000"/>
              </a:spcBef>
              <a:spcAft>
                <a:spcPct val="0"/>
              </a:spcAft>
              <a:buClrTx/>
              <a:buSzTx/>
              <a:buFontTx/>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可运用质点系的基本定律结合这一特点来研究刚体的运动。</a:t>
            </a:r>
          </a:p>
        </p:txBody>
      </p:sp>
      <p:sp>
        <p:nvSpPr>
          <p:cNvPr id="3081" name="Text Box 9">
            <a:extLst>
              <a:ext uri="{FF2B5EF4-FFF2-40B4-BE49-F238E27FC236}">
                <a16:creationId xmlns:a16="http://schemas.microsoft.com/office/drawing/2014/main" id="{B7D93E05-5167-4C57-B7A7-10A07E98CB8A}"/>
              </a:ext>
            </a:extLst>
          </p:cNvPr>
          <p:cNvSpPr txBox="1">
            <a:spLocks noChangeArrowheads="1"/>
          </p:cNvSpPr>
          <p:nvPr/>
        </p:nvSpPr>
        <p:spPr bwMode="auto">
          <a:xfrm>
            <a:off x="652463" y="4530725"/>
            <a:ext cx="8491537" cy="56197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10000"/>
              </a:lnSpc>
              <a:spcBef>
                <a:spcPct val="20000"/>
              </a:spcBef>
              <a:spcAft>
                <a:spcPct val="0"/>
              </a:spcAft>
              <a:buClr>
                <a:srgbClr val="333399"/>
              </a:buClr>
              <a:buSzPct val="80000"/>
              <a:buFont typeface="Wingdings" pitchFamily="2" charset="2"/>
              <a:buNone/>
              <a:tabLst/>
              <a:defRPr/>
            </a:pPr>
            <a:r>
              <a:rPr kumimoji="1" lang="zh-CN" altLang="en-US" sz="28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Times New Roman" pitchFamily="18" charset="0"/>
                <a:ea typeface="黑体" pitchFamily="2" charset="-122"/>
                <a:cs typeface="+mn-cs"/>
              </a:rPr>
              <a:t>特点：</a:t>
            </a:r>
            <a:r>
              <a:rPr kumimoji="1" lang="zh-CN" altLang="en-US" sz="2800" b="1" i="0" u="none" strike="noStrike" kern="1200" cap="none" spc="0" normalizeH="0" baseline="0" noProof="0" dirty="0">
                <a:ln>
                  <a:noFill/>
                </a:ln>
                <a:solidFill>
                  <a:srgbClr val="0000FF"/>
                </a:solidFill>
                <a:effectLst/>
                <a:uLnTx/>
                <a:uFillTx/>
                <a:latin typeface="Times New Roman" pitchFamily="18" charset="0"/>
                <a:ea typeface="黑体" pitchFamily="2" charset="-122"/>
                <a:cs typeface="+mn-cs"/>
              </a:rPr>
              <a:t>刚体在运动中各质点之间的距离保持不变。</a:t>
            </a:r>
          </a:p>
        </p:txBody>
      </p:sp>
      <p:sp>
        <p:nvSpPr>
          <p:cNvPr id="3082" name="Text Box 10">
            <a:extLst>
              <a:ext uri="{FF2B5EF4-FFF2-40B4-BE49-F238E27FC236}">
                <a16:creationId xmlns:a16="http://schemas.microsoft.com/office/drawing/2014/main" id="{218F911F-B8BC-4482-BFBA-F7765147B1B0}"/>
              </a:ext>
            </a:extLst>
          </p:cNvPr>
          <p:cNvSpPr txBox="1">
            <a:spLocks noChangeArrowheads="1"/>
          </p:cNvSpPr>
          <p:nvPr/>
        </p:nvSpPr>
        <p:spPr bwMode="auto">
          <a:xfrm>
            <a:off x="652463" y="3768725"/>
            <a:ext cx="78486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10000"/>
              </a:lnSpc>
              <a:spcBef>
                <a:spcPct val="20000"/>
              </a:spcBef>
              <a:spcAft>
                <a:spcPct val="0"/>
              </a:spcAft>
              <a:buClr>
                <a:srgbClr val="333399"/>
              </a:buClr>
              <a:buSzPct val="80000"/>
              <a:buFont typeface="Wingdings" panose="05000000000000000000" pitchFamily="2" charset="2"/>
              <a:buNone/>
              <a:tabLst/>
              <a:defRPr/>
            </a:pP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刚体可看作一个特殊的质点系。</a:t>
            </a:r>
            <a:endParaRPr kumimoji="1" lang="zh-CN" altLang="en-US" sz="2800" b="1" i="0" u="none" strike="noStrike" kern="1200" cap="none" spc="0" normalizeH="0" baseline="0" noProof="0">
              <a:ln>
                <a:noFill/>
              </a:ln>
              <a:solidFill>
                <a:srgbClr val="00FF00"/>
              </a:solidFill>
              <a:effectLst/>
              <a:uLnTx/>
              <a:uFillTx/>
              <a:latin typeface="Times New Roman" panose="02020603050405020304" pitchFamily="18" charset="0"/>
              <a:ea typeface="宋体" panose="02010600030101010101" pitchFamily="2" charset="-122"/>
              <a:cs typeface="+mn-cs"/>
            </a:endParaRPr>
          </a:p>
        </p:txBody>
      </p:sp>
      <p:sp>
        <p:nvSpPr>
          <p:cNvPr id="9" name="Rectangle 5">
            <a:extLst>
              <a:ext uri="{FF2B5EF4-FFF2-40B4-BE49-F238E27FC236}">
                <a16:creationId xmlns:a16="http://schemas.microsoft.com/office/drawing/2014/main" id="{2197D8B3-E333-45B8-A6B1-1F77DDFF004E}"/>
              </a:ext>
            </a:extLst>
          </p:cNvPr>
          <p:cNvSpPr>
            <a:spLocks noChangeArrowheads="1"/>
          </p:cNvSpPr>
          <p:nvPr/>
        </p:nvSpPr>
        <p:spPr bwMode="auto">
          <a:xfrm>
            <a:off x="876300" y="642938"/>
            <a:ext cx="823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0000FF"/>
                </a:solidFill>
                <a:effectLst/>
                <a:uLnTx/>
                <a:uFillTx/>
                <a:latin typeface="Arial" panose="020B0604020202020204" pitchFamily="34" charset="0"/>
                <a:ea typeface="隶书" panose="02010509060101010101" pitchFamily="49" charset="-122"/>
                <a:cs typeface="+mn-cs"/>
              </a:rPr>
              <a:t>Rotation of a Rigid Body About a Fixed Axis</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500" fill="hold"/>
                                        <p:tgtEl>
                                          <p:spTgt spid="3074"/>
                                        </p:tgtEl>
                                        <p:attrNameLst>
                                          <p:attrName>ppt_w</p:attrName>
                                        </p:attrNameLst>
                                      </p:cBhvr>
                                      <p:tavLst>
                                        <p:tav tm="0">
                                          <p:val>
                                            <p:fltVal val="0"/>
                                          </p:val>
                                        </p:tav>
                                        <p:tav tm="100000">
                                          <p:val>
                                            <p:strVal val="#ppt_w"/>
                                          </p:val>
                                        </p:tav>
                                      </p:tavLst>
                                    </p:anim>
                                    <p:anim calcmode="lin" valueType="num">
                                      <p:cBhvr>
                                        <p:cTn id="8" dur="500" fill="hold"/>
                                        <p:tgtEl>
                                          <p:spTgt spid="3074"/>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5"/>
                                        </p:tgtEl>
                                        <p:attrNameLst>
                                          <p:attrName>style.visibility</p:attrName>
                                        </p:attrNameLst>
                                      </p:cBhvr>
                                      <p:to>
                                        <p:strVal val="visible"/>
                                      </p:to>
                                    </p:set>
                                    <p:animEffect transition="in" filter="blinds(horizontal)">
                                      <p:cBhvr>
                                        <p:cTn id="17" dur="500"/>
                                        <p:tgtEl>
                                          <p:spTgt spid="30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ox(in)">
                                      <p:cBhvr>
                                        <p:cTn id="22" dur="500"/>
                                        <p:tgtEl>
                                          <p:spTgt spid="30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082"/>
                                        </p:tgtEl>
                                        <p:attrNameLst>
                                          <p:attrName>style.visibility</p:attrName>
                                        </p:attrNameLst>
                                      </p:cBhvr>
                                      <p:to>
                                        <p:strVal val="visible"/>
                                      </p:to>
                                    </p:set>
                                    <p:animEffect transition="in" filter="box(in)">
                                      <p:cBhvr>
                                        <p:cTn id="27" dur="500"/>
                                        <p:tgtEl>
                                          <p:spTgt spid="3082"/>
                                        </p:tgtEl>
                                      </p:cBhvr>
                                    </p:animEffect>
                                  </p:childTnLst>
                                </p:cTn>
                              </p:par>
                            </p:childTnLst>
                          </p:cTn>
                        </p:par>
                        <p:par>
                          <p:cTn id="28" fill="hold" nodeType="afterGroup">
                            <p:stCondLst>
                              <p:cond delay="500"/>
                            </p:stCondLst>
                            <p:childTnLst>
                              <p:par>
                                <p:cTn id="29" presetID="23" presetClass="entr" presetSubtype="16" fill="hold" grpId="0" nodeType="afterEffect">
                                  <p:stCondLst>
                                    <p:cond delay="0"/>
                                  </p:stCondLst>
                                  <p:childTnLst>
                                    <p:set>
                                      <p:cBhvr>
                                        <p:cTn id="30" dur="1" fill="hold">
                                          <p:stCondLst>
                                            <p:cond delay="0"/>
                                          </p:stCondLst>
                                        </p:cTn>
                                        <p:tgtEl>
                                          <p:spTgt spid="3081"/>
                                        </p:tgtEl>
                                        <p:attrNameLst>
                                          <p:attrName>style.visibility</p:attrName>
                                        </p:attrNameLst>
                                      </p:cBhvr>
                                      <p:to>
                                        <p:strVal val="visible"/>
                                      </p:to>
                                    </p:set>
                                    <p:anim calcmode="lin" valueType="num">
                                      <p:cBhvr>
                                        <p:cTn id="31" dur="500" fill="hold"/>
                                        <p:tgtEl>
                                          <p:spTgt spid="3081"/>
                                        </p:tgtEl>
                                        <p:attrNameLst>
                                          <p:attrName>ppt_w</p:attrName>
                                        </p:attrNameLst>
                                      </p:cBhvr>
                                      <p:tavLst>
                                        <p:tav tm="0">
                                          <p:val>
                                            <p:fltVal val="0"/>
                                          </p:val>
                                        </p:tav>
                                        <p:tav tm="100000">
                                          <p:val>
                                            <p:strVal val="#ppt_w"/>
                                          </p:val>
                                        </p:tav>
                                      </p:tavLst>
                                    </p:anim>
                                    <p:anim calcmode="lin" valueType="num">
                                      <p:cBhvr>
                                        <p:cTn id="32" dur="500" fill="hold"/>
                                        <p:tgtEl>
                                          <p:spTgt spid="3081"/>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077"/>
                                        </p:tgtEl>
                                        <p:attrNameLst>
                                          <p:attrName>style.visibility</p:attrName>
                                        </p:attrNameLst>
                                      </p:cBhvr>
                                      <p:to>
                                        <p:strVal val="visible"/>
                                      </p:to>
                                    </p:set>
                                    <p:animEffect transition="in" filter="checkerboard(across)">
                                      <p:cBhvr>
                                        <p:cTn id="37" dur="500"/>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utoUpdateAnimBg="0"/>
      <p:bldP spid="3075" grpId="0" autoUpdateAnimBg="0"/>
      <p:bldP spid="3076" grpId="0" autoUpdateAnimBg="0"/>
      <p:bldP spid="3077" grpId="0" autoUpdateAnimBg="0"/>
      <p:bldP spid="3081" grpId="0" autoUpdateAnimBg="0"/>
      <p:bldP spid="3082" grpId="0" autoUpdateAnimBg="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a:extLst>
              <a:ext uri="{FF2B5EF4-FFF2-40B4-BE49-F238E27FC236}">
                <a16:creationId xmlns:a16="http://schemas.microsoft.com/office/drawing/2014/main" id="{D739B946-D93C-4F0A-B79E-94D333CBDEDB}"/>
              </a:ext>
            </a:extLst>
          </p:cNvPr>
          <p:cNvSpPr txBox="1">
            <a:spLocks noChangeArrowheads="1"/>
          </p:cNvSpPr>
          <p:nvPr/>
        </p:nvSpPr>
        <p:spPr bwMode="auto">
          <a:xfrm>
            <a:off x="928688" y="134938"/>
            <a:ext cx="6858000" cy="579437"/>
          </a:xfrm>
          <a:prstGeom prst="rect">
            <a:avLst/>
          </a:prstGeom>
          <a:noFill/>
          <a:ln w="9525">
            <a:noFill/>
            <a:miter lim="800000"/>
            <a:headEnd/>
            <a:tailEnd/>
          </a:ln>
        </p:spPr>
        <p:txBody>
          <a:bodyPr>
            <a:spAutoFit/>
          </a:bodyPr>
          <a:lstStyle/>
          <a:p>
            <a:pPr algn="ctr" eaLnBrk="1" hangingPunct="1">
              <a:spcBef>
                <a:spcPct val="50000"/>
              </a:spcBef>
              <a:defRPr/>
            </a:pPr>
            <a:r>
              <a:rPr lang="zh-CN" altLang="en-US" sz="3200" b="1" dirty="0">
                <a:solidFill>
                  <a:schemeClr val="tx2"/>
                </a:solidFill>
                <a:effectLst>
                  <a:outerShdw blurRad="38100" dist="38100" dir="2700000" algn="tl">
                    <a:srgbClr val="000000">
                      <a:alpha val="43137"/>
                    </a:srgbClr>
                  </a:outerShdw>
                </a:effectLst>
                <a:latin typeface="黑体" pitchFamily="2" charset="-122"/>
                <a:ea typeface="黑体" pitchFamily="2" charset="-122"/>
              </a:rPr>
              <a:t>第</a:t>
            </a:r>
            <a:r>
              <a:rPr lang="en-US" altLang="zh-CN" sz="3200" b="1" dirty="0">
                <a:solidFill>
                  <a:schemeClr val="tx2"/>
                </a:solidFill>
                <a:effectLst>
                  <a:outerShdw blurRad="38100" dist="38100" dir="2700000" algn="tl">
                    <a:srgbClr val="000000">
                      <a:alpha val="43137"/>
                    </a:srgbClr>
                  </a:outerShdw>
                </a:effectLst>
                <a:latin typeface="黑体" pitchFamily="2" charset="-122"/>
                <a:ea typeface="黑体" pitchFamily="2" charset="-122"/>
              </a:rPr>
              <a:t>1</a:t>
            </a:r>
            <a:r>
              <a:rPr lang="zh-CN" altLang="en-US" sz="3200" b="1" dirty="0">
                <a:solidFill>
                  <a:schemeClr val="tx2"/>
                </a:solidFill>
                <a:effectLst>
                  <a:outerShdw blurRad="38100" dist="38100" dir="2700000" algn="tl">
                    <a:srgbClr val="000000">
                      <a:alpha val="43137"/>
                    </a:srgbClr>
                  </a:outerShdw>
                </a:effectLst>
                <a:latin typeface="黑体" pitchFamily="2" charset="-122"/>
                <a:ea typeface="黑体" pitchFamily="2" charset="-122"/>
              </a:rPr>
              <a:t>节  刚体的平动和转动</a:t>
            </a:r>
          </a:p>
        </p:txBody>
      </p:sp>
      <p:sp>
        <p:nvSpPr>
          <p:cNvPr id="4099" name="Text Box 3">
            <a:extLst>
              <a:ext uri="{FF2B5EF4-FFF2-40B4-BE49-F238E27FC236}">
                <a16:creationId xmlns:a16="http://schemas.microsoft.com/office/drawing/2014/main" id="{8E0713FD-9945-44AC-A36E-E0141012F063}"/>
              </a:ext>
            </a:extLst>
          </p:cNvPr>
          <p:cNvSpPr txBox="1">
            <a:spLocks noChangeArrowheads="1"/>
          </p:cNvSpPr>
          <p:nvPr/>
        </p:nvSpPr>
        <p:spPr bwMode="auto">
          <a:xfrm>
            <a:off x="395288" y="1304925"/>
            <a:ext cx="8266112"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50000"/>
              </a:spcBef>
              <a:buFontTx/>
              <a:buNone/>
            </a:pPr>
            <a:r>
              <a:rPr kumimoji="1" lang="zh-CN" altLang="en-US" sz="2800" b="1">
                <a:latin typeface="Times New Roman" panose="02020603050405020304" pitchFamily="18" charset="0"/>
              </a:rPr>
              <a:t>刚体的运动形式有时相当复杂，但总可以看作两种最简单的运动的组合。</a:t>
            </a:r>
          </a:p>
        </p:txBody>
      </p:sp>
      <p:sp>
        <p:nvSpPr>
          <p:cNvPr id="4100" name="Text Box 4">
            <a:extLst>
              <a:ext uri="{FF2B5EF4-FFF2-40B4-BE49-F238E27FC236}">
                <a16:creationId xmlns:a16="http://schemas.microsoft.com/office/drawing/2014/main" id="{B0852B8D-E141-4D9D-9D70-8899436BD034}"/>
              </a:ext>
            </a:extLst>
          </p:cNvPr>
          <p:cNvSpPr txBox="1">
            <a:spLocks noChangeArrowheads="1"/>
          </p:cNvSpPr>
          <p:nvPr/>
        </p:nvSpPr>
        <p:spPr bwMode="auto">
          <a:xfrm>
            <a:off x="395288" y="2447925"/>
            <a:ext cx="8085137" cy="1073150"/>
          </a:xfrm>
          <a:prstGeom prst="rect">
            <a:avLst/>
          </a:prstGeom>
          <a:noFill/>
          <a:ln w="9525">
            <a:noFill/>
            <a:miter lim="800000"/>
            <a:headEnd/>
            <a:tailEnd/>
          </a:ln>
          <a:effectLst/>
        </p:spPr>
        <p:txBody>
          <a:bodyPr>
            <a:spAutoFit/>
          </a:bodyPr>
          <a:lstStyle/>
          <a:p>
            <a:pPr eaLnBrk="1" hangingPunct="1">
              <a:lnSpc>
                <a:spcPct val="115000"/>
              </a:lnSpc>
              <a:spcBef>
                <a:spcPct val="50000"/>
              </a:spcBef>
              <a:defRPr/>
            </a:pPr>
            <a:r>
              <a:rPr kumimoji="1" lang="en-US" altLang="zh-CN" sz="2800" b="1" dirty="0">
                <a:solidFill>
                  <a:schemeClr val="folHlink"/>
                </a:solidFill>
                <a:effectLst>
                  <a:outerShdw blurRad="38100" dist="38100" dir="2700000" algn="tl">
                    <a:srgbClr val="C0C0C0"/>
                  </a:outerShdw>
                </a:effectLst>
                <a:latin typeface="Times New Roman" pitchFamily="18" charset="0"/>
                <a:ea typeface="黑体" pitchFamily="2" charset="-122"/>
              </a:rPr>
              <a:t>1</a:t>
            </a:r>
            <a:r>
              <a:rPr kumimoji="1" lang="zh-CN" altLang="en-US" sz="2800" b="1" dirty="0">
                <a:solidFill>
                  <a:schemeClr val="folHlink"/>
                </a:solidFill>
                <a:effectLst>
                  <a:outerShdw blurRad="38100" dist="38100" dir="2700000" algn="tl">
                    <a:srgbClr val="C0C0C0"/>
                  </a:outerShdw>
                </a:effectLst>
                <a:latin typeface="Times New Roman" pitchFamily="18" charset="0"/>
                <a:ea typeface="黑体" pitchFamily="2" charset="-122"/>
              </a:rPr>
              <a:t>、平动：</a:t>
            </a:r>
            <a:r>
              <a:rPr kumimoji="1" lang="zh-CN" altLang="en-US" sz="2800" b="1" dirty="0">
                <a:latin typeface="Times New Roman" pitchFamily="18" charset="0"/>
              </a:rPr>
              <a:t>刚体中所有质元的运动轨迹都一样，或刚体内任意两点的连线总保持平行。</a:t>
            </a:r>
          </a:p>
        </p:txBody>
      </p:sp>
      <p:sp>
        <p:nvSpPr>
          <p:cNvPr id="4106" name="Text Box 10">
            <a:extLst>
              <a:ext uri="{FF2B5EF4-FFF2-40B4-BE49-F238E27FC236}">
                <a16:creationId xmlns:a16="http://schemas.microsoft.com/office/drawing/2014/main" id="{08434748-5420-4C7C-B8DF-9E7791B9DF0A}"/>
              </a:ext>
            </a:extLst>
          </p:cNvPr>
          <p:cNvSpPr txBox="1">
            <a:spLocks noChangeArrowheads="1"/>
          </p:cNvSpPr>
          <p:nvPr/>
        </p:nvSpPr>
        <p:spPr bwMode="auto">
          <a:xfrm>
            <a:off x="395288" y="3608388"/>
            <a:ext cx="4367212"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50000"/>
              </a:spcBef>
              <a:buFontTx/>
              <a:buNone/>
            </a:pPr>
            <a:r>
              <a:rPr kumimoji="1" lang="zh-CN" altLang="en-US" sz="2800" b="1">
                <a:latin typeface="Times New Roman" panose="02020603050405020304" pitchFamily="18" charset="0"/>
              </a:rPr>
              <a:t>刚体的平动可用任意一点的运动来代表，</a:t>
            </a:r>
            <a:endParaRPr kumimoji="1" lang="zh-CN" altLang="en-US" sz="2400">
              <a:latin typeface="Times New Roman" panose="02020603050405020304" pitchFamily="18" charset="0"/>
            </a:endParaRPr>
          </a:p>
        </p:txBody>
      </p:sp>
      <p:sp>
        <p:nvSpPr>
          <p:cNvPr id="4110" name="Text Box 14">
            <a:extLst>
              <a:ext uri="{FF2B5EF4-FFF2-40B4-BE49-F238E27FC236}">
                <a16:creationId xmlns:a16="http://schemas.microsoft.com/office/drawing/2014/main" id="{399C0744-8A05-4F8A-8E4A-446BDB75BD31}"/>
              </a:ext>
            </a:extLst>
          </p:cNvPr>
          <p:cNvSpPr txBox="1">
            <a:spLocks noChangeArrowheads="1"/>
          </p:cNvSpPr>
          <p:nvPr/>
        </p:nvSpPr>
        <p:spPr bwMode="auto">
          <a:xfrm>
            <a:off x="395288" y="4832350"/>
            <a:ext cx="4105275"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50000"/>
              </a:spcBef>
              <a:buFontTx/>
              <a:buNone/>
            </a:pPr>
            <a:r>
              <a:rPr kumimoji="1" lang="zh-CN" altLang="en-US" sz="2800" b="1">
                <a:latin typeface="Times New Roman" panose="02020603050405020304" pitchFamily="18" charset="0"/>
              </a:rPr>
              <a:t>通常选其</a:t>
            </a:r>
            <a:r>
              <a:rPr kumimoji="1" lang="zh-CN" altLang="en-US" sz="2800" b="1">
                <a:solidFill>
                  <a:srgbClr val="0000FF"/>
                </a:solidFill>
                <a:latin typeface="Times New Roman" panose="02020603050405020304" pitchFamily="18" charset="0"/>
                <a:ea typeface="黑体" panose="02010609060101010101" pitchFamily="49" charset="-122"/>
              </a:rPr>
              <a:t>质心。</a:t>
            </a:r>
            <a:endParaRPr kumimoji="1" lang="zh-CN" altLang="en-US" sz="2400">
              <a:latin typeface="Times New Roman" panose="02020603050405020304" pitchFamily="18" charset="0"/>
            </a:endParaRPr>
          </a:p>
        </p:txBody>
      </p:sp>
      <p:grpSp>
        <p:nvGrpSpPr>
          <p:cNvPr id="2" name="Group 21">
            <a:extLst>
              <a:ext uri="{FF2B5EF4-FFF2-40B4-BE49-F238E27FC236}">
                <a16:creationId xmlns:a16="http://schemas.microsoft.com/office/drawing/2014/main" id="{2AF40F2C-9302-41BA-A91C-9F48ACB394F3}"/>
              </a:ext>
            </a:extLst>
          </p:cNvPr>
          <p:cNvGrpSpPr>
            <a:grpSpLocks/>
          </p:cNvGrpSpPr>
          <p:nvPr/>
        </p:nvGrpSpPr>
        <p:grpSpPr bwMode="auto">
          <a:xfrm>
            <a:off x="395288" y="5738813"/>
            <a:ext cx="4248150" cy="588962"/>
            <a:chOff x="249" y="3411"/>
            <a:chExt cx="2676" cy="371"/>
          </a:xfrm>
        </p:grpSpPr>
        <p:sp>
          <p:nvSpPr>
            <p:cNvPr id="27659" name="Text Box 19">
              <a:extLst>
                <a:ext uri="{FF2B5EF4-FFF2-40B4-BE49-F238E27FC236}">
                  <a16:creationId xmlns:a16="http://schemas.microsoft.com/office/drawing/2014/main" id="{917EF42B-0B9E-4FF1-9DEA-92252841DE5C}"/>
                </a:ext>
              </a:extLst>
            </p:cNvPr>
            <p:cNvSpPr txBox="1">
              <a:spLocks noChangeArrowheads="1"/>
            </p:cNvSpPr>
            <p:nvPr/>
          </p:nvSpPr>
          <p:spPr bwMode="auto">
            <a:xfrm>
              <a:off x="249" y="3411"/>
              <a:ext cx="2676" cy="371"/>
            </a:xfrm>
            <a:prstGeom prst="rect">
              <a:avLst/>
            </a:prstGeom>
            <a:gradFill rotWithShape="0">
              <a:gsLst>
                <a:gs pos="0">
                  <a:srgbClr val="BBE0E3"/>
                </a:gs>
                <a:gs pos="50000">
                  <a:srgbClr val="FFFFFF"/>
                </a:gs>
                <a:gs pos="100000">
                  <a:srgbClr val="BBE0E3"/>
                </a:gs>
              </a:gsLst>
              <a:lin ang="5400000" scaled="1"/>
            </a:gradFill>
            <a:ln w="9525">
              <a:solidFill>
                <a:srgbClr val="000000"/>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b="1">
                  <a:solidFill>
                    <a:srgbClr val="000000"/>
                  </a:solidFill>
                  <a:latin typeface="Times New Roman" panose="02020603050405020304" pitchFamily="18" charset="0"/>
                </a:rPr>
                <a:t>  </a:t>
              </a:r>
              <a:r>
                <a:rPr kumimoji="1" lang="zh-CN" altLang="en-US" sz="2800" b="1">
                  <a:solidFill>
                    <a:srgbClr val="000000"/>
                  </a:solidFill>
                  <a:latin typeface="Times New Roman" panose="02020603050405020304" pitchFamily="18" charset="0"/>
                </a:rPr>
                <a:t>刚体平动        质点运动</a:t>
              </a:r>
            </a:p>
          </p:txBody>
        </p:sp>
        <p:sp>
          <p:nvSpPr>
            <p:cNvPr id="27660" name="AutoShape 20">
              <a:extLst>
                <a:ext uri="{FF2B5EF4-FFF2-40B4-BE49-F238E27FC236}">
                  <a16:creationId xmlns:a16="http://schemas.microsoft.com/office/drawing/2014/main" id="{44F5FC0F-4E04-4342-9322-6183F9C7198E}"/>
                </a:ext>
              </a:extLst>
            </p:cNvPr>
            <p:cNvSpPr>
              <a:spLocks noChangeArrowheads="1"/>
            </p:cNvSpPr>
            <p:nvPr/>
          </p:nvSpPr>
          <p:spPr bwMode="auto">
            <a:xfrm>
              <a:off x="1345" y="3541"/>
              <a:ext cx="410" cy="109"/>
            </a:xfrm>
            <a:prstGeom prst="rightArrow">
              <a:avLst>
                <a:gd name="adj1" fmla="val 38889"/>
                <a:gd name="adj2" fmla="val 140393"/>
              </a:avLst>
            </a:prstGeom>
            <a:gradFill rotWithShape="1">
              <a:gsLst>
                <a:gs pos="0">
                  <a:srgbClr val="AD5B32"/>
                </a:gs>
                <a:gs pos="50000">
                  <a:srgbClr val="993300"/>
                </a:gs>
                <a:gs pos="100000">
                  <a:srgbClr val="AD5B3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27656" name="灯片编号占位符 5">
            <a:extLst>
              <a:ext uri="{FF2B5EF4-FFF2-40B4-BE49-F238E27FC236}">
                <a16:creationId xmlns:a16="http://schemas.microsoft.com/office/drawing/2014/main" id="{D74BCCA2-4A2C-4E40-9BBE-870E87DD0C9C}"/>
              </a:ext>
            </a:extLst>
          </p:cNvPr>
          <p:cNvSpPr txBox="1">
            <a:spLocks/>
          </p:cNvSpPr>
          <p:nvPr/>
        </p:nvSpPr>
        <p:spPr bwMode="auto">
          <a:xfrm>
            <a:off x="701040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E543AB33-141C-4D3D-BE5E-B03B9C7FC89D}" type="slidenum">
              <a:rPr lang="en-US" altLang="zh-CN" sz="2400" b="1">
                <a:solidFill>
                  <a:srgbClr val="0000FF"/>
                </a:solidFill>
                <a:latin typeface="Times New Roman" panose="02020603050405020304" pitchFamily="18" charset="0"/>
                <a:cs typeface="Times New Roman" panose="02020603050405020304" pitchFamily="18" charset="0"/>
              </a:rPr>
              <a:pPr algn="r" eaLnBrk="1" hangingPunct="1">
                <a:spcBef>
                  <a:spcPct val="0"/>
                </a:spcBef>
                <a:buFontTx/>
                <a:buNone/>
              </a:pPr>
              <a:t>25</a:t>
            </a:fld>
            <a:endParaRPr lang="en-US" altLang="zh-CN" sz="2400" b="1">
              <a:solidFill>
                <a:srgbClr val="0000FF"/>
              </a:solidFill>
              <a:latin typeface="Times New Roman" panose="02020603050405020304" pitchFamily="18" charset="0"/>
              <a:cs typeface="Times New Roman" panose="02020603050405020304" pitchFamily="18" charset="0"/>
            </a:endParaRPr>
          </a:p>
        </p:txBody>
      </p:sp>
      <p:sp>
        <p:nvSpPr>
          <p:cNvPr id="13" name="Rectangle 61">
            <a:extLst>
              <a:ext uri="{FF2B5EF4-FFF2-40B4-BE49-F238E27FC236}">
                <a16:creationId xmlns:a16="http://schemas.microsoft.com/office/drawing/2014/main" id="{7D0B7429-B182-41A3-ABDD-976029D9616A}"/>
              </a:ext>
            </a:extLst>
          </p:cNvPr>
          <p:cNvSpPr>
            <a:spLocks noChangeArrowheads="1"/>
          </p:cNvSpPr>
          <p:nvPr/>
        </p:nvSpPr>
        <p:spPr bwMode="auto">
          <a:xfrm>
            <a:off x="1114425" y="714375"/>
            <a:ext cx="8029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0000FF"/>
                </a:solidFill>
              </a:rPr>
              <a:t>Translation and Rotation of a Rigid Body</a:t>
            </a:r>
            <a:endParaRPr lang="en-US" altLang="zh-CN" sz="2800" b="1">
              <a:solidFill>
                <a:srgbClr val="0000FF"/>
              </a:solidFill>
              <a:ea typeface="隶书" panose="02010509060101010101" pitchFamily="49" charset="-122"/>
            </a:endParaRPr>
          </a:p>
        </p:txBody>
      </p:sp>
    </p:spTree>
    <p:controls>
      <mc:AlternateContent xmlns:mc="http://schemas.openxmlformats.org/markup-compatibility/2006">
        <mc:Choice xmlns:v="urn:schemas-microsoft-com:vml" Requires="v">
          <p:control spid="25605" r:id="rId2" imgW="0" imgH="0"/>
        </mc:Choice>
        <mc:Fallback>
          <p:control r:id="rId2" imgW="0" imgH="0">
            <p:pic>
              <p:nvPicPr>
                <p:cNvPr id="27658" name="ShockwaveFlash1">
                  <a:extLst>
                    <a:ext uri="{FF2B5EF4-FFF2-40B4-BE49-F238E27FC236}">
                      <a16:creationId xmlns:a16="http://schemas.microsoft.com/office/drawing/2014/main" id="{B2F6C5A3-1906-47F1-98BF-DD229620C097}"/>
                    </a:ext>
                  </a:extLst>
                </p:cNvPr>
                <p:cNvPicPr preferRelativeResize="0">
                  <a:picLocks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3617913"/>
                  <a:ext cx="3743325" cy="3240087"/>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3" presetClass="entr" presetSubtype="1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99"/>
                                        </p:tgtEl>
                                        <p:attrNameLst>
                                          <p:attrName>style.visibility</p:attrName>
                                        </p:attrNameLst>
                                      </p:cBhvr>
                                      <p:to>
                                        <p:strVal val="visible"/>
                                      </p:to>
                                    </p:set>
                                    <p:animEffect transition="in" filter="blinds(horizontal)">
                                      <p:cBhvr>
                                        <p:cTn id="17" dur="500"/>
                                        <p:tgtEl>
                                          <p:spTgt spid="40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100"/>
                                        </p:tgtEl>
                                        <p:attrNameLst>
                                          <p:attrName>style.visibility</p:attrName>
                                        </p:attrNameLst>
                                      </p:cBhvr>
                                      <p:to>
                                        <p:strVal val="visible"/>
                                      </p:to>
                                    </p:set>
                                    <p:animEffect transition="in" filter="box(in)">
                                      <p:cBhvr>
                                        <p:cTn id="22" dur="500"/>
                                        <p:tgtEl>
                                          <p:spTgt spid="41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106"/>
                                        </p:tgtEl>
                                        <p:attrNameLst>
                                          <p:attrName>style.visibility</p:attrName>
                                        </p:attrNameLst>
                                      </p:cBhvr>
                                      <p:to>
                                        <p:strVal val="visible"/>
                                      </p:to>
                                    </p:set>
                                    <p:animEffect transition="in" filter="dissolve">
                                      <p:cBhvr>
                                        <p:cTn id="27" dur="500"/>
                                        <p:tgtEl>
                                          <p:spTgt spid="41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110"/>
                                        </p:tgtEl>
                                        <p:attrNameLst>
                                          <p:attrName>style.visibility</p:attrName>
                                        </p:attrNameLst>
                                      </p:cBhvr>
                                      <p:to>
                                        <p:strVal val="visible"/>
                                      </p:to>
                                    </p:set>
                                    <p:animEffect transition="in" filter="dissolve">
                                      <p:cBhvr>
                                        <p:cTn id="32" dur="500"/>
                                        <p:tgtEl>
                                          <p:spTgt spid="41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099" grpId="0" autoUpdateAnimBg="0"/>
      <p:bldP spid="4100" grpId="0" autoUpdateAnimBg="0"/>
      <p:bldP spid="4106" grpId="0" autoUpdateAnimBg="0"/>
      <p:bldP spid="4110" grpId="0" autoUpdateAnimBg="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a:extLst>
              <a:ext uri="{FF2B5EF4-FFF2-40B4-BE49-F238E27FC236}">
                <a16:creationId xmlns:a16="http://schemas.microsoft.com/office/drawing/2014/main" id="{81E8A364-512F-491D-AC3E-2FB9BFB7E10B}"/>
              </a:ext>
            </a:extLst>
          </p:cNvPr>
          <p:cNvSpPr>
            <a:spLocks noGrp="1"/>
          </p:cNvSpPr>
          <p:nvPr>
            <p:ph type="sldNum" sz="quarter" idx="12"/>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818646E5-64BE-4165-9848-54DDC1CFEB55}" type="slidenum">
              <a:rPr lang="en-US" altLang="zh-CN" smtClean="0"/>
              <a:pPr>
                <a:spcBef>
                  <a:spcPct val="0"/>
                </a:spcBef>
                <a:buFontTx/>
                <a:buNone/>
                <a:defRPr/>
              </a:pPr>
              <a:t>26</a:t>
            </a:fld>
            <a:endParaRPr lang="en-US" altLang="zh-CN" sz="1400">
              <a:solidFill>
                <a:srgbClr val="000000"/>
              </a:solidFill>
            </a:endParaRPr>
          </a:p>
        </p:txBody>
      </p:sp>
      <p:sp>
        <p:nvSpPr>
          <p:cNvPr id="28675" name="Freeform 2">
            <a:extLst>
              <a:ext uri="{FF2B5EF4-FFF2-40B4-BE49-F238E27FC236}">
                <a16:creationId xmlns:a16="http://schemas.microsoft.com/office/drawing/2014/main" id="{ECFCF3BB-D83C-4798-B387-F8F9CFE58853}"/>
              </a:ext>
            </a:extLst>
          </p:cNvPr>
          <p:cNvSpPr>
            <a:spLocks/>
          </p:cNvSpPr>
          <p:nvPr/>
        </p:nvSpPr>
        <p:spPr bwMode="auto">
          <a:xfrm>
            <a:off x="2016125" y="1989138"/>
            <a:ext cx="6157913" cy="2501900"/>
          </a:xfrm>
          <a:custGeom>
            <a:avLst/>
            <a:gdLst>
              <a:gd name="T0" fmla="*/ 0 w 3879"/>
              <a:gd name="T1" fmla="*/ 2147483646 h 1576"/>
              <a:gd name="T2" fmla="*/ 2147483646 w 3879"/>
              <a:gd name="T3" fmla="*/ 2147483646 h 1576"/>
              <a:gd name="T4" fmla="*/ 2147483646 w 3879"/>
              <a:gd name="T5" fmla="*/ 2147483646 h 1576"/>
              <a:gd name="T6" fmla="*/ 2147483646 w 3879"/>
              <a:gd name="T7" fmla="*/ 2147483646 h 1576"/>
              <a:gd name="T8" fmla="*/ 2147483646 w 3879"/>
              <a:gd name="T9" fmla="*/ 2147483646 h 15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79" h="1576">
                <a:moveTo>
                  <a:pt x="0" y="1576"/>
                </a:moveTo>
                <a:cubicBezTo>
                  <a:pt x="164" y="1279"/>
                  <a:pt x="329" y="983"/>
                  <a:pt x="567" y="737"/>
                </a:cubicBezTo>
                <a:cubicBezTo>
                  <a:pt x="805" y="491"/>
                  <a:pt x="1040" y="204"/>
                  <a:pt x="1429" y="102"/>
                </a:cubicBezTo>
                <a:cubicBezTo>
                  <a:pt x="1818" y="0"/>
                  <a:pt x="2495" y="61"/>
                  <a:pt x="2903" y="125"/>
                </a:cubicBezTo>
                <a:cubicBezTo>
                  <a:pt x="3311" y="189"/>
                  <a:pt x="3595" y="338"/>
                  <a:pt x="3879" y="488"/>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76" name="AutoShape 3">
            <a:extLst>
              <a:ext uri="{FF2B5EF4-FFF2-40B4-BE49-F238E27FC236}">
                <a16:creationId xmlns:a16="http://schemas.microsoft.com/office/drawing/2014/main" id="{AA3297A0-0EFF-4E2B-AF6A-8CF0406D411C}"/>
              </a:ext>
            </a:extLst>
          </p:cNvPr>
          <p:cNvSpPr>
            <a:spLocks noChangeArrowheads="1"/>
          </p:cNvSpPr>
          <p:nvPr/>
        </p:nvSpPr>
        <p:spPr bwMode="auto">
          <a:xfrm>
            <a:off x="2265363" y="2913063"/>
            <a:ext cx="719137" cy="1081087"/>
          </a:xfrm>
          <a:prstGeom prst="cube">
            <a:avLst>
              <a:gd name="adj"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endParaRPr>
          </a:p>
        </p:txBody>
      </p:sp>
      <p:sp>
        <p:nvSpPr>
          <p:cNvPr id="28677" name="AutoShape 4">
            <a:extLst>
              <a:ext uri="{FF2B5EF4-FFF2-40B4-BE49-F238E27FC236}">
                <a16:creationId xmlns:a16="http://schemas.microsoft.com/office/drawing/2014/main" id="{CFB13749-3A95-4F7B-9B5E-398A7069B0C1}"/>
              </a:ext>
            </a:extLst>
          </p:cNvPr>
          <p:cNvSpPr>
            <a:spLocks noChangeArrowheads="1"/>
          </p:cNvSpPr>
          <p:nvPr/>
        </p:nvSpPr>
        <p:spPr bwMode="auto">
          <a:xfrm rot="2638770">
            <a:off x="4067175" y="1435100"/>
            <a:ext cx="719138" cy="1081088"/>
          </a:xfrm>
          <a:prstGeom prst="cube">
            <a:avLst>
              <a:gd name="adj"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endParaRPr>
          </a:p>
        </p:txBody>
      </p:sp>
      <p:sp>
        <p:nvSpPr>
          <p:cNvPr id="28678" name="AutoShape 5">
            <a:extLst>
              <a:ext uri="{FF2B5EF4-FFF2-40B4-BE49-F238E27FC236}">
                <a16:creationId xmlns:a16="http://schemas.microsoft.com/office/drawing/2014/main" id="{F85CDD7A-5216-4F03-803B-EB9E56C05C4D}"/>
              </a:ext>
            </a:extLst>
          </p:cNvPr>
          <p:cNvSpPr>
            <a:spLocks noChangeArrowheads="1"/>
          </p:cNvSpPr>
          <p:nvPr/>
        </p:nvSpPr>
        <p:spPr bwMode="auto">
          <a:xfrm rot="7378176">
            <a:off x="6550025" y="1652588"/>
            <a:ext cx="719137" cy="1081088"/>
          </a:xfrm>
          <a:prstGeom prst="cube">
            <a:avLst>
              <a:gd name="adj"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000000"/>
              </a:solidFill>
            </a:endParaRPr>
          </a:p>
        </p:txBody>
      </p:sp>
      <p:grpSp>
        <p:nvGrpSpPr>
          <p:cNvPr id="8198" name="Group 6">
            <a:extLst>
              <a:ext uri="{FF2B5EF4-FFF2-40B4-BE49-F238E27FC236}">
                <a16:creationId xmlns:a16="http://schemas.microsoft.com/office/drawing/2014/main" id="{E82143C9-CC94-4BA2-BD05-67C72D2635F0}"/>
              </a:ext>
            </a:extLst>
          </p:cNvPr>
          <p:cNvGrpSpPr>
            <a:grpSpLocks/>
          </p:cNvGrpSpPr>
          <p:nvPr/>
        </p:nvGrpSpPr>
        <p:grpSpPr bwMode="auto">
          <a:xfrm>
            <a:off x="2087563" y="2528888"/>
            <a:ext cx="1450975" cy="1443037"/>
            <a:chOff x="907" y="1548"/>
            <a:chExt cx="914" cy="909"/>
          </a:xfrm>
        </p:grpSpPr>
        <p:sp>
          <p:nvSpPr>
            <p:cNvPr id="28710" name="Line 7">
              <a:extLst>
                <a:ext uri="{FF2B5EF4-FFF2-40B4-BE49-F238E27FC236}">
                  <a16:creationId xmlns:a16="http://schemas.microsoft.com/office/drawing/2014/main" id="{142C58CF-83D2-440F-B3D6-359404A61ECD}"/>
                </a:ext>
              </a:extLst>
            </p:cNvPr>
            <p:cNvSpPr>
              <a:spLocks noChangeShapeType="1"/>
            </p:cNvSpPr>
            <p:nvPr/>
          </p:nvSpPr>
          <p:spPr bwMode="auto">
            <a:xfrm>
              <a:off x="1231" y="2170"/>
              <a:ext cx="590"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1" name="Line 8">
              <a:extLst>
                <a:ext uri="{FF2B5EF4-FFF2-40B4-BE49-F238E27FC236}">
                  <a16:creationId xmlns:a16="http://schemas.microsoft.com/office/drawing/2014/main" id="{69249ED6-362A-4185-8CE4-D25E062E55A4}"/>
                </a:ext>
              </a:extLst>
            </p:cNvPr>
            <p:cNvSpPr>
              <a:spLocks noChangeShapeType="1"/>
            </p:cNvSpPr>
            <p:nvPr/>
          </p:nvSpPr>
          <p:spPr bwMode="auto">
            <a:xfrm flipV="1">
              <a:off x="1231" y="1548"/>
              <a:ext cx="0" cy="6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2" name="Line 9">
              <a:extLst>
                <a:ext uri="{FF2B5EF4-FFF2-40B4-BE49-F238E27FC236}">
                  <a16:creationId xmlns:a16="http://schemas.microsoft.com/office/drawing/2014/main" id="{679C1B50-F96A-429B-8C29-80D479009457}"/>
                </a:ext>
              </a:extLst>
            </p:cNvPr>
            <p:cNvSpPr>
              <a:spLocks noChangeShapeType="1"/>
            </p:cNvSpPr>
            <p:nvPr/>
          </p:nvSpPr>
          <p:spPr bwMode="auto">
            <a:xfrm flipH="1">
              <a:off x="907" y="2162"/>
              <a:ext cx="317" cy="29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02" name="Group 10">
            <a:extLst>
              <a:ext uri="{FF2B5EF4-FFF2-40B4-BE49-F238E27FC236}">
                <a16:creationId xmlns:a16="http://schemas.microsoft.com/office/drawing/2014/main" id="{60DF9B5E-F234-45E0-83B4-E301F5606314}"/>
              </a:ext>
            </a:extLst>
          </p:cNvPr>
          <p:cNvGrpSpPr>
            <a:grpSpLocks/>
          </p:cNvGrpSpPr>
          <p:nvPr/>
        </p:nvGrpSpPr>
        <p:grpSpPr bwMode="auto">
          <a:xfrm>
            <a:off x="3829050" y="1052513"/>
            <a:ext cx="1450975" cy="1443037"/>
            <a:chOff x="907" y="1548"/>
            <a:chExt cx="914" cy="909"/>
          </a:xfrm>
        </p:grpSpPr>
        <p:sp>
          <p:nvSpPr>
            <p:cNvPr id="28707" name="Line 11">
              <a:extLst>
                <a:ext uri="{FF2B5EF4-FFF2-40B4-BE49-F238E27FC236}">
                  <a16:creationId xmlns:a16="http://schemas.microsoft.com/office/drawing/2014/main" id="{AF9796C2-516C-45B3-9792-8D3B87F27580}"/>
                </a:ext>
              </a:extLst>
            </p:cNvPr>
            <p:cNvSpPr>
              <a:spLocks noChangeShapeType="1"/>
            </p:cNvSpPr>
            <p:nvPr/>
          </p:nvSpPr>
          <p:spPr bwMode="auto">
            <a:xfrm>
              <a:off x="1231" y="2170"/>
              <a:ext cx="590"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8" name="Line 12">
              <a:extLst>
                <a:ext uri="{FF2B5EF4-FFF2-40B4-BE49-F238E27FC236}">
                  <a16:creationId xmlns:a16="http://schemas.microsoft.com/office/drawing/2014/main" id="{C7BB846F-10B5-48EF-85BF-95F4623B10CF}"/>
                </a:ext>
              </a:extLst>
            </p:cNvPr>
            <p:cNvSpPr>
              <a:spLocks noChangeShapeType="1"/>
            </p:cNvSpPr>
            <p:nvPr/>
          </p:nvSpPr>
          <p:spPr bwMode="auto">
            <a:xfrm flipV="1">
              <a:off x="1231" y="1548"/>
              <a:ext cx="0" cy="6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9" name="Line 13">
              <a:extLst>
                <a:ext uri="{FF2B5EF4-FFF2-40B4-BE49-F238E27FC236}">
                  <a16:creationId xmlns:a16="http://schemas.microsoft.com/office/drawing/2014/main" id="{C9A58B42-1335-45C0-8478-A244A444FC69}"/>
                </a:ext>
              </a:extLst>
            </p:cNvPr>
            <p:cNvSpPr>
              <a:spLocks noChangeShapeType="1"/>
            </p:cNvSpPr>
            <p:nvPr/>
          </p:nvSpPr>
          <p:spPr bwMode="auto">
            <a:xfrm flipH="1">
              <a:off x="907" y="2162"/>
              <a:ext cx="317" cy="29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06" name="Group 14">
            <a:extLst>
              <a:ext uri="{FF2B5EF4-FFF2-40B4-BE49-F238E27FC236}">
                <a16:creationId xmlns:a16="http://schemas.microsoft.com/office/drawing/2014/main" id="{A6882C04-8C0D-470A-B277-0EAB8889CF49}"/>
              </a:ext>
            </a:extLst>
          </p:cNvPr>
          <p:cNvGrpSpPr>
            <a:grpSpLocks/>
          </p:cNvGrpSpPr>
          <p:nvPr/>
        </p:nvGrpSpPr>
        <p:grpSpPr bwMode="auto">
          <a:xfrm>
            <a:off x="6372225" y="1160463"/>
            <a:ext cx="1450975" cy="1443037"/>
            <a:chOff x="907" y="1548"/>
            <a:chExt cx="914" cy="909"/>
          </a:xfrm>
        </p:grpSpPr>
        <p:sp>
          <p:nvSpPr>
            <p:cNvPr id="28704" name="Line 15">
              <a:extLst>
                <a:ext uri="{FF2B5EF4-FFF2-40B4-BE49-F238E27FC236}">
                  <a16:creationId xmlns:a16="http://schemas.microsoft.com/office/drawing/2014/main" id="{9EC8094E-82F0-4FCE-A191-5C4E9F84D41C}"/>
                </a:ext>
              </a:extLst>
            </p:cNvPr>
            <p:cNvSpPr>
              <a:spLocks noChangeShapeType="1"/>
            </p:cNvSpPr>
            <p:nvPr/>
          </p:nvSpPr>
          <p:spPr bwMode="auto">
            <a:xfrm>
              <a:off x="1231" y="2170"/>
              <a:ext cx="590" cy="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5" name="Line 16">
              <a:extLst>
                <a:ext uri="{FF2B5EF4-FFF2-40B4-BE49-F238E27FC236}">
                  <a16:creationId xmlns:a16="http://schemas.microsoft.com/office/drawing/2014/main" id="{D651DB67-3509-4F9A-A624-D8E1A622560E}"/>
                </a:ext>
              </a:extLst>
            </p:cNvPr>
            <p:cNvSpPr>
              <a:spLocks noChangeShapeType="1"/>
            </p:cNvSpPr>
            <p:nvPr/>
          </p:nvSpPr>
          <p:spPr bwMode="auto">
            <a:xfrm flipV="1">
              <a:off x="1231" y="1548"/>
              <a:ext cx="0" cy="612"/>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6" name="Line 17">
              <a:extLst>
                <a:ext uri="{FF2B5EF4-FFF2-40B4-BE49-F238E27FC236}">
                  <a16:creationId xmlns:a16="http://schemas.microsoft.com/office/drawing/2014/main" id="{16B51002-604E-403C-9D2F-D0AE9E437E40}"/>
                </a:ext>
              </a:extLst>
            </p:cNvPr>
            <p:cNvSpPr>
              <a:spLocks noChangeShapeType="1"/>
            </p:cNvSpPr>
            <p:nvPr/>
          </p:nvSpPr>
          <p:spPr bwMode="auto">
            <a:xfrm flipH="1">
              <a:off x="907" y="2162"/>
              <a:ext cx="317" cy="29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682" name="Line 18">
            <a:extLst>
              <a:ext uri="{FF2B5EF4-FFF2-40B4-BE49-F238E27FC236}">
                <a16:creationId xmlns:a16="http://schemas.microsoft.com/office/drawing/2014/main" id="{DA901110-EC4C-435A-9433-3D40443F53BC}"/>
              </a:ext>
            </a:extLst>
          </p:cNvPr>
          <p:cNvSpPr>
            <a:spLocks noChangeShapeType="1"/>
          </p:cNvSpPr>
          <p:nvPr/>
        </p:nvSpPr>
        <p:spPr bwMode="auto">
          <a:xfrm>
            <a:off x="1366838" y="5214938"/>
            <a:ext cx="72009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3" name="Line 19">
            <a:extLst>
              <a:ext uri="{FF2B5EF4-FFF2-40B4-BE49-F238E27FC236}">
                <a16:creationId xmlns:a16="http://schemas.microsoft.com/office/drawing/2014/main" id="{3780A5CB-EB6F-4BCB-8F0F-4F98B3E5D169}"/>
              </a:ext>
            </a:extLst>
          </p:cNvPr>
          <p:cNvSpPr>
            <a:spLocks noChangeShapeType="1"/>
          </p:cNvSpPr>
          <p:nvPr/>
        </p:nvSpPr>
        <p:spPr bwMode="auto">
          <a:xfrm flipV="1">
            <a:off x="1366838" y="1109663"/>
            <a:ext cx="0" cy="41052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4" name="Line 20">
            <a:extLst>
              <a:ext uri="{FF2B5EF4-FFF2-40B4-BE49-F238E27FC236}">
                <a16:creationId xmlns:a16="http://schemas.microsoft.com/office/drawing/2014/main" id="{90B6355E-9C24-4ECB-A056-A14516C52A08}"/>
              </a:ext>
            </a:extLst>
          </p:cNvPr>
          <p:cNvSpPr>
            <a:spLocks noChangeShapeType="1"/>
          </p:cNvSpPr>
          <p:nvPr/>
        </p:nvSpPr>
        <p:spPr bwMode="auto">
          <a:xfrm flipH="1">
            <a:off x="358775" y="5214938"/>
            <a:ext cx="1008063" cy="9001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3" name="Line 21">
            <a:extLst>
              <a:ext uri="{FF2B5EF4-FFF2-40B4-BE49-F238E27FC236}">
                <a16:creationId xmlns:a16="http://schemas.microsoft.com/office/drawing/2014/main" id="{E11E4BD8-BA58-45C0-9177-6393040A2094}"/>
              </a:ext>
            </a:extLst>
          </p:cNvPr>
          <p:cNvSpPr>
            <a:spLocks noChangeShapeType="1"/>
          </p:cNvSpPr>
          <p:nvPr/>
        </p:nvSpPr>
        <p:spPr bwMode="auto">
          <a:xfrm flipV="1">
            <a:off x="1368425" y="3536950"/>
            <a:ext cx="1187450" cy="169227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4" name="Line 22">
            <a:extLst>
              <a:ext uri="{FF2B5EF4-FFF2-40B4-BE49-F238E27FC236}">
                <a16:creationId xmlns:a16="http://schemas.microsoft.com/office/drawing/2014/main" id="{AC85BADF-54FD-4772-BACD-5F71832033D1}"/>
              </a:ext>
            </a:extLst>
          </p:cNvPr>
          <p:cNvSpPr>
            <a:spLocks noChangeShapeType="1"/>
          </p:cNvSpPr>
          <p:nvPr/>
        </p:nvSpPr>
        <p:spPr bwMode="auto">
          <a:xfrm flipV="1">
            <a:off x="1368425" y="2024063"/>
            <a:ext cx="2951163" cy="320516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5" name="Line 23">
            <a:extLst>
              <a:ext uri="{FF2B5EF4-FFF2-40B4-BE49-F238E27FC236}">
                <a16:creationId xmlns:a16="http://schemas.microsoft.com/office/drawing/2014/main" id="{4E013105-94A6-4D65-A7DE-E91F98B88874}"/>
              </a:ext>
            </a:extLst>
          </p:cNvPr>
          <p:cNvSpPr>
            <a:spLocks noChangeShapeType="1"/>
          </p:cNvSpPr>
          <p:nvPr/>
        </p:nvSpPr>
        <p:spPr bwMode="auto">
          <a:xfrm flipH="1" flipV="1">
            <a:off x="2232025" y="3068638"/>
            <a:ext cx="323850" cy="431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216" name="Object 24">
            <a:extLst>
              <a:ext uri="{FF2B5EF4-FFF2-40B4-BE49-F238E27FC236}">
                <a16:creationId xmlns:a16="http://schemas.microsoft.com/office/drawing/2014/main" id="{ADBBBAFC-7FB1-4DD5-9324-A88138D17192}"/>
              </a:ext>
            </a:extLst>
          </p:cNvPr>
          <p:cNvGraphicFramePr>
            <a:graphicFrameLocks noChangeAspect="1"/>
          </p:cNvGraphicFramePr>
          <p:nvPr/>
        </p:nvGraphicFramePr>
        <p:xfrm>
          <a:off x="1943100" y="4365625"/>
          <a:ext cx="893763" cy="576263"/>
        </p:xfrm>
        <a:graphic>
          <a:graphicData uri="http://schemas.openxmlformats.org/presentationml/2006/ole">
            <mc:AlternateContent xmlns:mc="http://schemas.openxmlformats.org/markup-compatibility/2006">
              <mc:Choice xmlns:v="urn:schemas-microsoft-com:vml" Requires="v">
                <p:oleObj spid="_x0000_s26653" name="公式" r:id="rId3" imgW="355446" imgH="228501" progId="Equation.3">
                  <p:embed/>
                </p:oleObj>
              </mc:Choice>
              <mc:Fallback>
                <p:oleObj name="公式" r:id="rId3" imgW="355446" imgH="228501" progId="Equation.3">
                  <p:embed/>
                  <p:pic>
                    <p:nvPicPr>
                      <p:cNvPr id="8216" name="Object 24">
                        <a:extLst>
                          <a:ext uri="{FF2B5EF4-FFF2-40B4-BE49-F238E27FC236}">
                            <a16:creationId xmlns:a16="http://schemas.microsoft.com/office/drawing/2014/main" id="{ADBBBAFC-7FB1-4DD5-9324-A88138D171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4365625"/>
                        <a:ext cx="893763"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7" name="Object 25">
            <a:extLst>
              <a:ext uri="{FF2B5EF4-FFF2-40B4-BE49-F238E27FC236}">
                <a16:creationId xmlns:a16="http://schemas.microsoft.com/office/drawing/2014/main" id="{BF360A68-712B-4CE6-A0AD-31C7A24D982F}"/>
              </a:ext>
            </a:extLst>
          </p:cNvPr>
          <p:cNvGraphicFramePr>
            <a:graphicFrameLocks noChangeAspect="1"/>
          </p:cNvGraphicFramePr>
          <p:nvPr/>
        </p:nvGraphicFramePr>
        <p:xfrm>
          <a:off x="3492500" y="2816225"/>
          <a:ext cx="955675" cy="576263"/>
        </p:xfrm>
        <a:graphic>
          <a:graphicData uri="http://schemas.openxmlformats.org/presentationml/2006/ole">
            <mc:AlternateContent xmlns:mc="http://schemas.openxmlformats.org/markup-compatibility/2006">
              <mc:Choice xmlns:v="urn:schemas-microsoft-com:vml" Requires="v">
                <p:oleObj spid="_x0000_s26654" name="公式" r:id="rId5" imgW="381000" imgH="228600" progId="Equation.3">
                  <p:embed/>
                </p:oleObj>
              </mc:Choice>
              <mc:Fallback>
                <p:oleObj name="公式" r:id="rId5" imgW="381000" imgH="228600" progId="Equation.3">
                  <p:embed/>
                  <p:pic>
                    <p:nvPicPr>
                      <p:cNvPr id="8217" name="Object 25">
                        <a:extLst>
                          <a:ext uri="{FF2B5EF4-FFF2-40B4-BE49-F238E27FC236}">
                            <a16:creationId xmlns:a16="http://schemas.microsoft.com/office/drawing/2014/main" id="{BF360A68-712B-4CE6-A0AD-31C7A24D98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2816225"/>
                        <a:ext cx="955675"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8" name="Text Box 26">
            <a:extLst>
              <a:ext uri="{FF2B5EF4-FFF2-40B4-BE49-F238E27FC236}">
                <a16:creationId xmlns:a16="http://schemas.microsoft.com/office/drawing/2014/main" id="{D204F26A-263D-4BB2-B7BE-0280DA5DD342}"/>
              </a:ext>
            </a:extLst>
          </p:cNvPr>
          <p:cNvSpPr txBox="1">
            <a:spLocks noChangeArrowheads="1"/>
          </p:cNvSpPr>
          <p:nvPr/>
        </p:nvSpPr>
        <p:spPr bwMode="auto">
          <a:xfrm>
            <a:off x="1617663" y="5538788"/>
            <a:ext cx="7526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00"/>
                </a:solidFill>
                <a:latin typeface="Times New Roman" panose="02020603050405020304" pitchFamily="18" charset="0"/>
              </a:rPr>
              <a:t>刚体的运动</a:t>
            </a:r>
          </a:p>
        </p:txBody>
      </p:sp>
      <p:graphicFrame>
        <p:nvGraphicFramePr>
          <p:cNvPr id="8219" name="Object 27">
            <a:extLst>
              <a:ext uri="{FF2B5EF4-FFF2-40B4-BE49-F238E27FC236}">
                <a16:creationId xmlns:a16="http://schemas.microsoft.com/office/drawing/2014/main" id="{1FB8FE33-C0CA-4781-984F-A7F244CDF02B}"/>
              </a:ext>
            </a:extLst>
          </p:cNvPr>
          <p:cNvGraphicFramePr>
            <a:graphicFrameLocks noChangeAspect="1"/>
          </p:cNvGraphicFramePr>
          <p:nvPr/>
        </p:nvGraphicFramePr>
        <p:xfrm>
          <a:off x="4319588" y="3897313"/>
          <a:ext cx="3486150" cy="1057275"/>
        </p:xfrm>
        <a:graphic>
          <a:graphicData uri="http://schemas.openxmlformats.org/presentationml/2006/ole">
            <mc:AlternateContent xmlns:mc="http://schemas.openxmlformats.org/markup-compatibility/2006">
              <mc:Choice xmlns:v="urn:schemas-microsoft-com:vml" Requires="v">
                <p:oleObj spid="_x0000_s26655" name="公式" r:id="rId7" imgW="1384300" imgH="419100" progId="Equation.3">
                  <p:embed/>
                </p:oleObj>
              </mc:Choice>
              <mc:Fallback>
                <p:oleObj name="公式" r:id="rId7" imgW="1384300" imgH="419100" progId="Equation.3">
                  <p:embed/>
                  <p:pic>
                    <p:nvPicPr>
                      <p:cNvPr id="8219" name="Object 27">
                        <a:extLst>
                          <a:ext uri="{FF2B5EF4-FFF2-40B4-BE49-F238E27FC236}">
                            <a16:creationId xmlns:a16="http://schemas.microsoft.com/office/drawing/2014/main" id="{1FB8FE33-C0CA-4781-984F-A7F244CDF0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9588" y="3897313"/>
                        <a:ext cx="3486150" cy="105727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0" name="Rectangle 28">
            <a:extLst>
              <a:ext uri="{FF2B5EF4-FFF2-40B4-BE49-F238E27FC236}">
                <a16:creationId xmlns:a16="http://schemas.microsoft.com/office/drawing/2014/main" id="{189DEF3A-2866-4969-A327-B7FC59D7508E}"/>
              </a:ext>
            </a:extLst>
          </p:cNvPr>
          <p:cNvSpPr>
            <a:spLocks noChangeArrowheads="1"/>
          </p:cNvSpPr>
          <p:nvPr/>
        </p:nvSpPr>
        <p:spPr bwMode="auto">
          <a:xfrm>
            <a:off x="3670300" y="5610225"/>
            <a:ext cx="387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00"/>
                </a:solidFill>
                <a:latin typeface="Times New Roman" panose="02020603050405020304" pitchFamily="18" charset="0"/>
              </a:rPr>
              <a:t>=</a:t>
            </a:r>
          </a:p>
        </p:txBody>
      </p:sp>
      <p:sp>
        <p:nvSpPr>
          <p:cNvPr id="8221" name="Rectangle 29">
            <a:extLst>
              <a:ext uri="{FF2B5EF4-FFF2-40B4-BE49-F238E27FC236}">
                <a16:creationId xmlns:a16="http://schemas.microsoft.com/office/drawing/2014/main" id="{678B461E-E0A9-435B-86F0-7267DC985C50}"/>
              </a:ext>
            </a:extLst>
          </p:cNvPr>
          <p:cNvSpPr>
            <a:spLocks noChangeArrowheads="1"/>
          </p:cNvSpPr>
          <p:nvPr/>
        </p:nvSpPr>
        <p:spPr bwMode="auto">
          <a:xfrm>
            <a:off x="4138613" y="5538788"/>
            <a:ext cx="230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00"/>
                </a:solidFill>
                <a:latin typeface="Times New Roman" panose="02020603050405020304" pitchFamily="18" charset="0"/>
              </a:rPr>
              <a:t>质心运动</a:t>
            </a:r>
          </a:p>
        </p:txBody>
      </p:sp>
      <p:sp>
        <p:nvSpPr>
          <p:cNvPr id="8222" name="Rectangle 30">
            <a:extLst>
              <a:ext uri="{FF2B5EF4-FFF2-40B4-BE49-F238E27FC236}">
                <a16:creationId xmlns:a16="http://schemas.microsoft.com/office/drawing/2014/main" id="{56C58DFD-4E52-4628-8A71-782826A304CA}"/>
              </a:ext>
            </a:extLst>
          </p:cNvPr>
          <p:cNvSpPr>
            <a:spLocks noChangeArrowheads="1"/>
          </p:cNvSpPr>
          <p:nvPr/>
        </p:nvSpPr>
        <p:spPr bwMode="auto">
          <a:xfrm>
            <a:off x="5721350" y="5575300"/>
            <a:ext cx="34226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solidFill>
                  <a:srgbClr val="000000"/>
                </a:solidFill>
                <a:latin typeface="Times New Roman" panose="02020603050405020304" pitchFamily="18" charset="0"/>
              </a:rPr>
              <a:t>+</a:t>
            </a:r>
            <a:r>
              <a:rPr kumimoji="1" lang="zh-CN" altLang="en-US" sz="2800" b="1">
                <a:solidFill>
                  <a:srgbClr val="000000"/>
                </a:solidFill>
                <a:latin typeface="Times New Roman" panose="02020603050405020304" pitchFamily="18" charset="0"/>
              </a:rPr>
              <a:t>绕质心的转动</a:t>
            </a:r>
          </a:p>
        </p:txBody>
      </p:sp>
      <p:graphicFrame>
        <p:nvGraphicFramePr>
          <p:cNvPr id="8223" name="Object 31">
            <a:extLst>
              <a:ext uri="{FF2B5EF4-FFF2-40B4-BE49-F238E27FC236}">
                <a16:creationId xmlns:a16="http://schemas.microsoft.com/office/drawing/2014/main" id="{DF4D4B51-F6B8-4821-BF46-686A97668844}"/>
              </a:ext>
            </a:extLst>
          </p:cNvPr>
          <p:cNvGraphicFramePr>
            <a:graphicFrameLocks noChangeAspect="1"/>
          </p:cNvGraphicFramePr>
          <p:nvPr/>
        </p:nvGraphicFramePr>
        <p:xfrm>
          <a:off x="971550" y="333375"/>
          <a:ext cx="1568450" cy="576263"/>
        </p:xfrm>
        <a:graphic>
          <a:graphicData uri="http://schemas.openxmlformats.org/presentationml/2006/ole">
            <mc:AlternateContent xmlns:mc="http://schemas.openxmlformats.org/markup-compatibility/2006">
              <mc:Choice xmlns:v="urn:schemas-microsoft-com:vml" Requires="v">
                <p:oleObj spid="_x0000_s26656" name="公式" r:id="rId9" imgW="622030" imgH="228501" progId="Equation.3">
                  <p:embed/>
                </p:oleObj>
              </mc:Choice>
              <mc:Fallback>
                <p:oleObj name="公式" r:id="rId9" imgW="622030" imgH="228501" progId="Equation.3">
                  <p:embed/>
                  <p:pic>
                    <p:nvPicPr>
                      <p:cNvPr id="8223" name="Object 31">
                        <a:extLst>
                          <a:ext uri="{FF2B5EF4-FFF2-40B4-BE49-F238E27FC236}">
                            <a16:creationId xmlns:a16="http://schemas.microsoft.com/office/drawing/2014/main" id="{DF4D4B51-F6B8-4821-BF46-686A9766884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333375"/>
                        <a:ext cx="156845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4" name="Object 32">
            <a:extLst>
              <a:ext uri="{FF2B5EF4-FFF2-40B4-BE49-F238E27FC236}">
                <a16:creationId xmlns:a16="http://schemas.microsoft.com/office/drawing/2014/main" id="{9A754EBE-F362-4ACF-A3A4-45B2814FE1C3}"/>
              </a:ext>
            </a:extLst>
          </p:cNvPr>
          <p:cNvGraphicFramePr>
            <a:graphicFrameLocks noChangeAspect="1"/>
          </p:cNvGraphicFramePr>
          <p:nvPr/>
        </p:nvGraphicFramePr>
        <p:xfrm>
          <a:off x="4032250" y="296863"/>
          <a:ext cx="1792288" cy="576262"/>
        </p:xfrm>
        <a:graphic>
          <a:graphicData uri="http://schemas.openxmlformats.org/presentationml/2006/ole">
            <mc:AlternateContent xmlns:mc="http://schemas.openxmlformats.org/markup-compatibility/2006">
              <mc:Choice xmlns:v="urn:schemas-microsoft-com:vml" Requires="v">
                <p:oleObj spid="_x0000_s26657" name="公式" r:id="rId11" imgW="711200" imgH="228600" progId="Equation.3">
                  <p:embed/>
                </p:oleObj>
              </mc:Choice>
              <mc:Fallback>
                <p:oleObj name="公式" r:id="rId11" imgW="711200" imgH="228600" progId="Equation.3">
                  <p:embed/>
                  <p:pic>
                    <p:nvPicPr>
                      <p:cNvPr id="8224" name="Object 32">
                        <a:extLst>
                          <a:ext uri="{FF2B5EF4-FFF2-40B4-BE49-F238E27FC236}">
                            <a16:creationId xmlns:a16="http://schemas.microsoft.com/office/drawing/2014/main" id="{9A754EBE-F362-4ACF-A3A4-45B2814FE1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2250" y="296863"/>
                        <a:ext cx="1792288"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5" name="Text Box 33">
            <a:extLst>
              <a:ext uri="{FF2B5EF4-FFF2-40B4-BE49-F238E27FC236}">
                <a16:creationId xmlns:a16="http://schemas.microsoft.com/office/drawing/2014/main" id="{4DDF4871-9577-40AF-8B09-1602AD49F4FC}"/>
              </a:ext>
            </a:extLst>
          </p:cNvPr>
          <p:cNvSpPr txBox="1">
            <a:spLocks noChangeArrowheads="1"/>
          </p:cNvSpPr>
          <p:nvPr/>
        </p:nvSpPr>
        <p:spPr bwMode="auto">
          <a:xfrm>
            <a:off x="2879725" y="333375"/>
            <a:ext cx="1604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00"/>
                </a:solidFill>
                <a:latin typeface="Times New Roman" panose="02020603050405020304" pitchFamily="18" charset="0"/>
              </a:rPr>
              <a:t>刚体：</a:t>
            </a:r>
          </a:p>
        </p:txBody>
      </p:sp>
      <p:graphicFrame>
        <p:nvGraphicFramePr>
          <p:cNvPr id="8226" name="Object 34">
            <a:extLst>
              <a:ext uri="{FF2B5EF4-FFF2-40B4-BE49-F238E27FC236}">
                <a16:creationId xmlns:a16="http://schemas.microsoft.com/office/drawing/2014/main" id="{92262FC2-F228-44A4-8091-3760EB5645DB}"/>
              </a:ext>
            </a:extLst>
          </p:cNvPr>
          <p:cNvGraphicFramePr>
            <a:graphicFrameLocks noChangeAspect="1"/>
          </p:cNvGraphicFramePr>
          <p:nvPr/>
        </p:nvGraphicFramePr>
        <p:xfrm>
          <a:off x="6100763" y="296863"/>
          <a:ext cx="2432050" cy="608012"/>
        </p:xfrm>
        <a:graphic>
          <a:graphicData uri="http://schemas.openxmlformats.org/presentationml/2006/ole">
            <mc:AlternateContent xmlns:mc="http://schemas.openxmlformats.org/markup-compatibility/2006">
              <mc:Choice xmlns:v="urn:schemas-microsoft-com:vml" Requires="v">
                <p:oleObj spid="_x0000_s26658" name="公式" r:id="rId13" imgW="965200" imgH="241300" progId="Equation.3">
                  <p:embed/>
                </p:oleObj>
              </mc:Choice>
              <mc:Fallback>
                <p:oleObj name="公式" r:id="rId13" imgW="965200" imgH="241300" progId="Equation.3">
                  <p:embed/>
                  <p:pic>
                    <p:nvPicPr>
                      <p:cNvPr id="8226" name="Object 34">
                        <a:extLst>
                          <a:ext uri="{FF2B5EF4-FFF2-40B4-BE49-F238E27FC236}">
                            <a16:creationId xmlns:a16="http://schemas.microsoft.com/office/drawing/2014/main" id="{92262FC2-F228-44A4-8091-3760EB5645D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00763" y="296863"/>
                        <a:ext cx="243205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7" name="Line 35">
            <a:extLst>
              <a:ext uri="{FF2B5EF4-FFF2-40B4-BE49-F238E27FC236}">
                <a16:creationId xmlns:a16="http://schemas.microsoft.com/office/drawing/2014/main" id="{60A3E4A2-4E30-48F3-B8AB-9DC1C7AEDCE5}"/>
              </a:ext>
            </a:extLst>
          </p:cNvPr>
          <p:cNvSpPr>
            <a:spLocks noChangeShapeType="1"/>
          </p:cNvSpPr>
          <p:nvPr/>
        </p:nvSpPr>
        <p:spPr bwMode="auto">
          <a:xfrm flipV="1">
            <a:off x="1368425" y="3141663"/>
            <a:ext cx="900113" cy="20875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228" name="Object 36">
            <a:extLst>
              <a:ext uri="{FF2B5EF4-FFF2-40B4-BE49-F238E27FC236}">
                <a16:creationId xmlns:a16="http://schemas.microsoft.com/office/drawing/2014/main" id="{0686F5EE-38C6-4F50-B33A-094EA069CD67}"/>
              </a:ext>
            </a:extLst>
          </p:cNvPr>
          <p:cNvGraphicFramePr>
            <a:graphicFrameLocks noChangeAspect="1"/>
          </p:cNvGraphicFramePr>
          <p:nvPr/>
        </p:nvGraphicFramePr>
        <p:xfrm>
          <a:off x="1619250" y="3357563"/>
          <a:ext cx="320675" cy="576262"/>
        </p:xfrm>
        <a:graphic>
          <a:graphicData uri="http://schemas.openxmlformats.org/presentationml/2006/ole">
            <mc:AlternateContent xmlns:mc="http://schemas.openxmlformats.org/markup-compatibility/2006">
              <mc:Choice xmlns:v="urn:schemas-microsoft-com:vml" Requires="v">
                <p:oleObj spid="_x0000_s26659" name="公式" r:id="rId15" imgW="126890" imgH="228402" progId="Equation.3">
                  <p:embed/>
                </p:oleObj>
              </mc:Choice>
              <mc:Fallback>
                <p:oleObj name="公式" r:id="rId15" imgW="126890" imgH="228402" progId="Equation.3">
                  <p:embed/>
                  <p:pic>
                    <p:nvPicPr>
                      <p:cNvPr id="8228" name="Object 36">
                        <a:extLst>
                          <a:ext uri="{FF2B5EF4-FFF2-40B4-BE49-F238E27FC236}">
                            <a16:creationId xmlns:a16="http://schemas.microsoft.com/office/drawing/2014/main" id="{0686F5EE-38C6-4F50-B33A-094EA069CD6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19250" y="3357563"/>
                        <a:ext cx="3206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9" name="Object 37">
            <a:extLst>
              <a:ext uri="{FF2B5EF4-FFF2-40B4-BE49-F238E27FC236}">
                <a16:creationId xmlns:a16="http://schemas.microsoft.com/office/drawing/2014/main" id="{20D09E35-6F73-43BD-8EEF-340F21F35D2A}"/>
              </a:ext>
            </a:extLst>
          </p:cNvPr>
          <p:cNvGraphicFramePr>
            <a:graphicFrameLocks noChangeAspect="1"/>
          </p:cNvGraphicFramePr>
          <p:nvPr/>
        </p:nvGraphicFramePr>
        <p:xfrm>
          <a:off x="2087563" y="2528888"/>
          <a:ext cx="447675" cy="576262"/>
        </p:xfrm>
        <a:graphic>
          <a:graphicData uri="http://schemas.openxmlformats.org/presentationml/2006/ole">
            <mc:AlternateContent xmlns:mc="http://schemas.openxmlformats.org/markup-compatibility/2006">
              <mc:Choice xmlns:v="urn:schemas-microsoft-com:vml" Requires="v">
                <p:oleObj spid="_x0000_s26660" name="公式" r:id="rId17" imgW="177646" imgH="228402" progId="Equation.3">
                  <p:embed/>
                </p:oleObj>
              </mc:Choice>
              <mc:Fallback>
                <p:oleObj name="公式" r:id="rId17" imgW="177646" imgH="228402" progId="Equation.3">
                  <p:embed/>
                  <p:pic>
                    <p:nvPicPr>
                      <p:cNvPr id="8229" name="Object 37">
                        <a:extLst>
                          <a:ext uri="{FF2B5EF4-FFF2-40B4-BE49-F238E27FC236}">
                            <a16:creationId xmlns:a16="http://schemas.microsoft.com/office/drawing/2014/main" id="{20D09E35-6F73-43BD-8EEF-340F21F35D2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7563" y="2528888"/>
                        <a:ext cx="4476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30" name="Line 38">
            <a:extLst>
              <a:ext uri="{FF2B5EF4-FFF2-40B4-BE49-F238E27FC236}">
                <a16:creationId xmlns:a16="http://schemas.microsoft.com/office/drawing/2014/main" id="{55B804D0-2578-4E49-B41A-475EBAB12B6C}"/>
              </a:ext>
            </a:extLst>
          </p:cNvPr>
          <p:cNvSpPr>
            <a:spLocks noChangeShapeType="1"/>
          </p:cNvSpPr>
          <p:nvPr/>
        </p:nvSpPr>
        <p:spPr bwMode="auto">
          <a:xfrm flipV="1">
            <a:off x="4319588" y="1484313"/>
            <a:ext cx="107950" cy="5048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231" name="Object 39">
            <a:extLst>
              <a:ext uri="{FF2B5EF4-FFF2-40B4-BE49-F238E27FC236}">
                <a16:creationId xmlns:a16="http://schemas.microsoft.com/office/drawing/2014/main" id="{063209FD-E6FF-4EF5-B876-DB674D77B24C}"/>
              </a:ext>
            </a:extLst>
          </p:cNvPr>
          <p:cNvGraphicFramePr>
            <a:graphicFrameLocks noChangeAspect="1"/>
          </p:cNvGraphicFramePr>
          <p:nvPr/>
        </p:nvGraphicFramePr>
        <p:xfrm>
          <a:off x="4427538" y="944563"/>
          <a:ext cx="1055687" cy="576262"/>
        </p:xfrm>
        <a:graphic>
          <a:graphicData uri="http://schemas.openxmlformats.org/presentationml/2006/ole">
            <mc:AlternateContent xmlns:mc="http://schemas.openxmlformats.org/markup-compatibility/2006">
              <mc:Choice xmlns:v="urn:schemas-microsoft-com:vml" Requires="v">
                <p:oleObj spid="_x0000_s26661" name="公式" r:id="rId19" imgW="419100" imgH="228600" progId="Equation.3">
                  <p:embed/>
                </p:oleObj>
              </mc:Choice>
              <mc:Fallback>
                <p:oleObj name="公式" r:id="rId19" imgW="419100" imgH="228600" progId="Equation.3">
                  <p:embed/>
                  <p:pic>
                    <p:nvPicPr>
                      <p:cNvPr id="8231" name="Object 39">
                        <a:extLst>
                          <a:ext uri="{FF2B5EF4-FFF2-40B4-BE49-F238E27FC236}">
                            <a16:creationId xmlns:a16="http://schemas.microsoft.com/office/drawing/2014/main" id="{063209FD-E6FF-4EF5-B876-DB674D77B24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27538" y="944563"/>
                        <a:ext cx="1055687"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213"/>
                                        </p:tgtEl>
                                        <p:attrNameLst>
                                          <p:attrName>style.visibility</p:attrName>
                                        </p:attrNameLst>
                                      </p:cBhvr>
                                      <p:to>
                                        <p:strVal val="visible"/>
                                      </p:to>
                                    </p:set>
                                    <p:animEffect transition="in" filter="wipe(down)">
                                      <p:cBhvr>
                                        <p:cTn id="7" dur="500"/>
                                        <p:tgtEl>
                                          <p:spTgt spid="821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216"/>
                                        </p:tgtEl>
                                        <p:attrNameLst>
                                          <p:attrName>style.visibility</p:attrName>
                                        </p:attrNameLst>
                                      </p:cBhvr>
                                      <p:to>
                                        <p:strVal val="visible"/>
                                      </p:to>
                                    </p:set>
                                    <p:animEffect transition="in" filter="wipe(left)">
                                      <p:cBhvr>
                                        <p:cTn id="11" dur="500"/>
                                        <p:tgtEl>
                                          <p:spTgt spid="82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8214"/>
                                        </p:tgtEl>
                                        <p:attrNameLst>
                                          <p:attrName>style.visibility</p:attrName>
                                        </p:attrNameLst>
                                      </p:cBhvr>
                                      <p:to>
                                        <p:strVal val="visible"/>
                                      </p:to>
                                    </p:set>
                                    <p:animEffect transition="in" filter="wipe(down)">
                                      <p:cBhvr>
                                        <p:cTn id="16" dur="500"/>
                                        <p:tgtEl>
                                          <p:spTgt spid="821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8217"/>
                                        </p:tgtEl>
                                        <p:attrNameLst>
                                          <p:attrName>style.visibility</p:attrName>
                                        </p:attrNameLst>
                                      </p:cBhvr>
                                      <p:to>
                                        <p:strVal val="visible"/>
                                      </p:to>
                                    </p:set>
                                    <p:animEffect transition="in" filter="wipe(left)">
                                      <p:cBhvr>
                                        <p:cTn id="20" dur="500"/>
                                        <p:tgtEl>
                                          <p:spTgt spid="821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8219"/>
                                        </p:tgtEl>
                                        <p:attrNameLst>
                                          <p:attrName>style.visibility</p:attrName>
                                        </p:attrNameLst>
                                      </p:cBhvr>
                                      <p:to>
                                        <p:strVal val="visible"/>
                                      </p:to>
                                    </p:set>
                                    <p:animEffect transition="in" filter="wipe(left)">
                                      <p:cBhvr>
                                        <p:cTn id="25" dur="500"/>
                                        <p:tgtEl>
                                          <p:spTgt spid="82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8227"/>
                                        </p:tgtEl>
                                        <p:attrNameLst>
                                          <p:attrName>style.visibility</p:attrName>
                                        </p:attrNameLst>
                                      </p:cBhvr>
                                      <p:to>
                                        <p:strVal val="visible"/>
                                      </p:to>
                                    </p:set>
                                    <p:animEffect transition="in" filter="wipe(down)">
                                      <p:cBhvr>
                                        <p:cTn id="30" dur="500"/>
                                        <p:tgtEl>
                                          <p:spTgt spid="8227"/>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8228"/>
                                        </p:tgtEl>
                                        <p:attrNameLst>
                                          <p:attrName>style.visibility</p:attrName>
                                        </p:attrNameLst>
                                      </p:cBhvr>
                                      <p:to>
                                        <p:strVal val="visible"/>
                                      </p:to>
                                    </p:set>
                                    <p:animEffect transition="in" filter="wipe(left)">
                                      <p:cBhvr>
                                        <p:cTn id="34" dur="500"/>
                                        <p:tgtEl>
                                          <p:spTgt spid="822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8198"/>
                                        </p:tgtEl>
                                        <p:attrNameLst>
                                          <p:attrName>style.visibility</p:attrName>
                                        </p:attrNameLst>
                                      </p:cBhvr>
                                      <p:to>
                                        <p:strVal val="visible"/>
                                      </p:to>
                                    </p:set>
                                    <p:animEffect transition="in" filter="fade">
                                      <p:cBhvr>
                                        <p:cTn id="39" dur="500"/>
                                        <p:tgtEl>
                                          <p:spTgt spid="8198"/>
                                        </p:tgtEl>
                                      </p:cBhvr>
                                    </p:animEffect>
                                  </p:childTnLst>
                                </p:cTn>
                              </p:par>
                            </p:childTnLst>
                          </p:cTn>
                        </p:par>
                        <p:par>
                          <p:cTn id="40" fill="hold" nodeType="afterGroup">
                            <p:stCondLst>
                              <p:cond delay="500"/>
                            </p:stCondLst>
                            <p:childTnLst>
                              <p:par>
                                <p:cTn id="41" presetID="22" presetClass="entr" presetSubtype="4" fill="hold" nodeType="afterEffect">
                                  <p:stCondLst>
                                    <p:cond delay="0"/>
                                  </p:stCondLst>
                                  <p:childTnLst>
                                    <p:set>
                                      <p:cBhvr>
                                        <p:cTn id="42" dur="1" fill="hold">
                                          <p:stCondLst>
                                            <p:cond delay="0"/>
                                          </p:stCondLst>
                                        </p:cTn>
                                        <p:tgtEl>
                                          <p:spTgt spid="8215"/>
                                        </p:tgtEl>
                                        <p:attrNameLst>
                                          <p:attrName>style.visibility</p:attrName>
                                        </p:attrNameLst>
                                      </p:cBhvr>
                                      <p:to>
                                        <p:strVal val="visible"/>
                                      </p:to>
                                    </p:set>
                                    <p:animEffect transition="in" filter="wipe(down)">
                                      <p:cBhvr>
                                        <p:cTn id="43" dur="500"/>
                                        <p:tgtEl>
                                          <p:spTgt spid="8215"/>
                                        </p:tgtEl>
                                      </p:cBhvr>
                                    </p:animEffect>
                                  </p:childTnLst>
                                </p:cTn>
                              </p:par>
                            </p:childTnLst>
                          </p:cTn>
                        </p:par>
                        <p:par>
                          <p:cTn id="44" fill="hold" nodeType="afterGroup">
                            <p:stCondLst>
                              <p:cond delay="1000"/>
                            </p:stCondLst>
                            <p:childTnLst>
                              <p:par>
                                <p:cTn id="45" presetID="22" presetClass="entr" presetSubtype="8" fill="hold" nodeType="afterEffect">
                                  <p:stCondLst>
                                    <p:cond delay="0"/>
                                  </p:stCondLst>
                                  <p:childTnLst>
                                    <p:set>
                                      <p:cBhvr>
                                        <p:cTn id="46" dur="1" fill="hold">
                                          <p:stCondLst>
                                            <p:cond delay="0"/>
                                          </p:stCondLst>
                                        </p:cTn>
                                        <p:tgtEl>
                                          <p:spTgt spid="8229"/>
                                        </p:tgtEl>
                                        <p:attrNameLst>
                                          <p:attrName>style.visibility</p:attrName>
                                        </p:attrNameLst>
                                      </p:cBhvr>
                                      <p:to>
                                        <p:strVal val="visible"/>
                                      </p:to>
                                    </p:set>
                                    <p:animEffect transition="in" filter="wipe(left)">
                                      <p:cBhvr>
                                        <p:cTn id="47" dur="500"/>
                                        <p:tgtEl>
                                          <p:spTgt spid="8229"/>
                                        </p:tgtEl>
                                      </p:cBhvr>
                                    </p:animEffect>
                                  </p:childTnLst>
                                </p:cTn>
                              </p:par>
                            </p:childTnLst>
                          </p:cTn>
                        </p:par>
                        <p:par>
                          <p:cTn id="48" fill="hold" nodeType="afterGroup">
                            <p:stCondLst>
                              <p:cond delay="1500"/>
                            </p:stCondLst>
                            <p:childTnLst>
                              <p:par>
                                <p:cTn id="49" presetID="22" presetClass="entr" presetSubtype="8" fill="hold" nodeType="afterEffect">
                                  <p:stCondLst>
                                    <p:cond delay="0"/>
                                  </p:stCondLst>
                                  <p:childTnLst>
                                    <p:set>
                                      <p:cBhvr>
                                        <p:cTn id="50" dur="1" fill="hold">
                                          <p:stCondLst>
                                            <p:cond delay="0"/>
                                          </p:stCondLst>
                                        </p:cTn>
                                        <p:tgtEl>
                                          <p:spTgt spid="8223"/>
                                        </p:tgtEl>
                                        <p:attrNameLst>
                                          <p:attrName>style.visibility</p:attrName>
                                        </p:attrNameLst>
                                      </p:cBhvr>
                                      <p:to>
                                        <p:strVal val="visible"/>
                                      </p:to>
                                    </p:set>
                                    <p:animEffect transition="in" filter="wipe(left)">
                                      <p:cBhvr>
                                        <p:cTn id="51" dur="500"/>
                                        <p:tgtEl>
                                          <p:spTgt spid="822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225"/>
                                        </p:tgtEl>
                                        <p:attrNameLst>
                                          <p:attrName>style.visibility</p:attrName>
                                        </p:attrNameLst>
                                      </p:cBhvr>
                                      <p:to>
                                        <p:strVal val="visible"/>
                                      </p:to>
                                    </p:set>
                                    <p:animEffect transition="in" filter="wipe(left)">
                                      <p:cBhvr>
                                        <p:cTn id="56" dur="500"/>
                                        <p:tgtEl>
                                          <p:spTgt spid="8225"/>
                                        </p:tgtEl>
                                      </p:cBhvr>
                                    </p:animEffect>
                                  </p:childTnLst>
                                </p:cTn>
                              </p:par>
                            </p:childTnLst>
                          </p:cTn>
                        </p:par>
                        <p:par>
                          <p:cTn id="57" fill="hold" nodeType="afterGroup">
                            <p:stCondLst>
                              <p:cond delay="500"/>
                            </p:stCondLst>
                            <p:childTnLst>
                              <p:par>
                                <p:cTn id="58" presetID="22" presetClass="entr" presetSubtype="8" fill="hold" nodeType="afterEffect">
                                  <p:stCondLst>
                                    <p:cond delay="0"/>
                                  </p:stCondLst>
                                  <p:childTnLst>
                                    <p:set>
                                      <p:cBhvr>
                                        <p:cTn id="59" dur="1" fill="hold">
                                          <p:stCondLst>
                                            <p:cond delay="0"/>
                                          </p:stCondLst>
                                        </p:cTn>
                                        <p:tgtEl>
                                          <p:spTgt spid="8224"/>
                                        </p:tgtEl>
                                        <p:attrNameLst>
                                          <p:attrName>style.visibility</p:attrName>
                                        </p:attrNameLst>
                                      </p:cBhvr>
                                      <p:to>
                                        <p:strVal val="visible"/>
                                      </p:to>
                                    </p:set>
                                    <p:animEffect transition="in" filter="wipe(left)">
                                      <p:cBhvr>
                                        <p:cTn id="60" dur="500"/>
                                        <p:tgtEl>
                                          <p:spTgt spid="8224"/>
                                        </p:tgtEl>
                                      </p:cBhvr>
                                    </p:animEffect>
                                  </p:childTnLst>
                                </p:cTn>
                              </p:par>
                            </p:childTnLst>
                          </p:cTn>
                        </p:par>
                        <p:par>
                          <p:cTn id="61" fill="hold" nodeType="afterGroup">
                            <p:stCondLst>
                              <p:cond delay="1000"/>
                            </p:stCondLst>
                            <p:childTnLst>
                              <p:par>
                                <p:cTn id="62" presetID="22" presetClass="entr" presetSubtype="8" fill="hold" nodeType="afterEffect">
                                  <p:stCondLst>
                                    <p:cond delay="0"/>
                                  </p:stCondLst>
                                  <p:childTnLst>
                                    <p:set>
                                      <p:cBhvr>
                                        <p:cTn id="63" dur="1" fill="hold">
                                          <p:stCondLst>
                                            <p:cond delay="0"/>
                                          </p:stCondLst>
                                        </p:cTn>
                                        <p:tgtEl>
                                          <p:spTgt spid="8226"/>
                                        </p:tgtEl>
                                        <p:attrNameLst>
                                          <p:attrName>style.visibility</p:attrName>
                                        </p:attrNameLst>
                                      </p:cBhvr>
                                      <p:to>
                                        <p:strVal val="visible"/>
                                      </p:to>
                                    </p:set>
                                    <p:animEffect transition="in" filter="wipe(left)">
                                      <p:cBhvr>
                                        <p:cTn id="64" dur="500"/>
                                        <p:tgtEl>
                                          <p:spTgt spid="822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8218"/>
                                        </p:tgtEl>
                                        <p:attrNameLst>
                                          <p:attrName>style.visibility</p:attrName>
                                        </p:attrNameLst>
                                      </p:cBhvr>
                                      <p:to>
                                        <p:strVal val="visible"/>
                                      </p:to>
                                    </p:set>
                                    <p:animEffect transition="in" filter="wipe(left)">
                                      <p:cBhvr>
                                        <p:cTn id="69" dur="500"/>
                                        <p:tgtEl>
                                          <p:spTgt spid="8218"/>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8220"/>
                                        </p:tgtEl>
                                        <p:attrNameLst>
                                          <p:attrName>style.visibility</p:attrName>
                                        </p:attrNameLst>
                                      </p:cBhvr>
                                      <p:to>
                                        <p:strVal val="visible"/>
                                      </p:to>
                                    </p:set>
                                    <p:animEffect transition="in" filter="wipe(left)">
                                      <p:cBhvr>
                                        <p:cTn id="72" dur="500"/>
                                        <p:tgtEl>
                                          <p:spTgt spid="8220"/>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8221"/>
                                        </p:tgtEl>
                                        <p:attrNameLst>
                                          <p:attrName>style.visibility</p:attrName>
                                        </p:attrNameLst>
                                      </p:cBhvr>
                                      <p:to>
                                        <p:strVal val="visible"/>
                                      </p:to>
                                    </p:set>
                                    <p:animEffect transition="in" filter="wipe(left)">
                                      <p:cBhvr>
                                        <p:cTn id="75" dur="500"/>
                                        <p:tgtEl>
                                          <p:spTgt spid="8221"/>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8222"/>
                                        </p:tgtEl>
                                        <p:attrNameLst>
                                          <p:attrName>style.visibility</p:attrName>
                                        </p:attrNameLst>
                                      </p:cBhvr>
                                      <p:to>
                                        <p:strVal val="visible"/>
                                      </p:to>
                                    </p:set>
                                    <p:animEffect transition="in" filter="wipe(left)">
                                      <p:cBhvr>
                                        <p:cTn id="78" dur="500"/>
                                        <p:tgtEl>
                                          <p:spTgt spid="822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8230"/>
                                        </p:tgtEl>
                                        <p:attrNameLst>
                                          <p:attrName>style.visibility</p:attrName>
                                        </p:attrNameLst>
                                      </p:cBhvr>
                                      <p:to>
                                        <p:strVal val="visible"/>
                                      </p:to>
                                    </p:set>
                                    <p:animEffect transition="in" filter="wipe(down)">
                                      <p:cBhvr>
                                        <p:cTn id="83" dur="500"/>
                                        <p:tgtEl>
                                          <p:spTgt spid="8230"/>
                                        </p:tgtEl>
                                      </p:cBhvr>
                                    </p:animEffect>
                                  </p:childTnLst>
                                </p:cTn>
                              </p:par>
                              <p:par>
                                <p:cTn id="84" presetID="10" presetClass="entr" presetSubtype="0" fill="hold" nodeType="withEffect">
                                  <p:stCondLst>
                                    <p:cond delay="0"/>
                                  </p:stCondLst>
                                  <p:childTnLst>
                                    <p:set>
                                      <p:cBhvr>
                                        <p:cTn id="85" dur="1" fill="hold">
                                          <p:stCondLst>
                                            <p:cond delay="0"/>
                                          </p:stCondLst>
                                        </p:cTn>
                                        <p:tgtEl>
                                          <p:spTgt spid="8202"/>
                                        </p:tgtEl>
                                        <p:attrNameLst>
                                          <p:attrName>style.visibility</p:attrName>
                                        </p:attrNameLst>
                                      </p:cBhvr>
                                      <p:to>
                                        <p:strVal val="visible"/>
                                      </p:to>
                                    </p:set>
                                    <p:animEffect transition="in" filter="fade">
                                      <p:cBhvr>
                                        <p:cTn id="86" dur="500"/>
                                        <p:tgtEl>
                                          <p:spTgt spid="8202"/>
                                        </p:tgtEl>
                                      </p:cBhvr>
                                    </p:animEffect>
                                  </p:childTnLst>
                                </p:cTn>
                              </p:par>
                              <p:par>
                                <p:cTn id="87" presetID="10" presetClass="entr" presetSubtype="0" fill="hold" nodeType="withEffect">
                                  <p:stCondLst>
                                    <p:cond delay="0"/>
                                  </p:stCondLst>
                                  <p:childTnLst>
                                    <p:set>
                                      <p:cBhvr>
                                        <p:cTn id="88" dur="1" fill="hold">
                                          <p:stCondLst>
                                            <p:cond delay="0"/>
                                          </p:stCondLst>
                                        </p:cTn>
                                        <p:tgtEl>
                                          <p:spTgt spid="8206"/>
                                        </p:tgtEl>
                                        <p:attrNameLst>
                                          <p:attrName>style.visibility</p:attrName>
                                        </p:attrNameLst>
                                      </p:cBhvr>
                                      <p:to>
                                        <p:strVal val="visible"/>
                                      </p:to>
                                    </p:set>
                                    <p:animEffect transition="in" filter="fade">
                                      <p:cBhvr>
                                        <p:cTn id="89" dur="500"/>
                                        <p:tgtEl>
                                          <p:spTgt spid="8206"/>
                                        </p:tgtEl>
                                      </p:cBhvr>
                                    </p:animEffect>
                                  </p:childTnLst>
                                </p:cTn>
                              </p:par>
                            </p:childTnLst>
                          </p:cTn>
                        </p:par>
                        <p:par>
                          <p:cTn id="90" fill="hold" nodeType="afterGroup">
                            <p:stCondLst>
                              <p:cond delay="500"/>
                            </p:stCondLst>
                            <p:childTnLst>
                              <p:par>
                                <p:cTn id="91" presetID="22" presetClass="entr" presetSubtype="8" fill="hold" nodeType="afterEffect">
                                  <p:stCondLst>
                                    <p:cond delay="0"/>
                                  </p:stCondLst>
                                  <p:childTnLst>
                                    <p:set>
                                      <p:cBhvr>
                                        <p:cTn id="92" dur="1" fill="hold">
                                          <p:stCondLst>
                                            <p:cond delay="0"/>
                                          </p:stCondLst>
                                        </p:cTn>
                                        <p:tgtEl>
                                          <p:spTgt spid="8231"/>
                                        </p:tgtEl>
                                        <p:attrNameLst>
                                          <p:attrName>style.visibility</p:attrName>
                                        </p:attrNameLst>
                                      </p:cBhvr>
                                      <p:to>
                                        <p:strVal val="visible"/>
                                      </p:to>
                                    </p:set>
                                    <p:animEffect transition="in" filter="wipe(left)">
                                      <p:cBhvr>
                                        <p:cTn id="93" dur="500"/>
                                        <p:tgtEl>
                                          <p:spTgt spid="8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8" grpId="0"/>
      <p:bldP spid="8220" grpId="0"/>
      <p:bldP spid="8221" grpId="0"/>
      <p:bldP spid="8222" grpId="0"/>
      <p:bldP spid="82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a:extLst>
              <a:ext uri="{FF2B5EF4-FFF2-40B4-BE49-F238E27FC236}">
                <a16:creationId xmlns:a16="http://schemas.microsoft.com/office/drawing/2014/main" id="{7CE06072-9FE9-414A-A3A7-FB9FAD15A5D9}"/>
              </a:ext>
            </a:extLst>
          </p:cNvPr>
          <p:cNvSpPr>
            <a:spLocks noGrp="1"/>
          </p:cNvSpPr>
          <p:nvPr>
            <p:ph type="sldNum" sz="quarter" idx="12"/>
          </p:nvPr>
        </p:nvSpPr>
        <p:spPr bwMode="auto">
          <a:xfrm>
            <a:off x="7010400" y="6381750"/>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0000FF"/>
                </a:solidFill>
                <a:latin typeface="Times New Roman" panose="02020603050405020304" pitchFamily="18" charset="0"/>
                <a:ea typeface="宋体" panose="02010600030101010101" pitchFamily="2" charset="-122"/>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A374227B-FE15-4B84-84CF-E3D59E44619F}" type="slidenum">
              <a:rPr lang="en-US" altLang="zh-CN" smtClean="0"/>
              <a:pPr>
                <a:spcBef>
                  <a:spcPct val="0"/>
                </a:spcBef>
                <a:buFontTx/>
                <a:buNone/>
                <a:defRPr/>
              </a:pPr>
              <a:t>27</a:t>
            </a:fld>
            <a:endParaRPr lang="en-US" altLang="zh-CN" sz="2400">
              <a:solidFill>
                <a:srgbClr val="0000FF"/>
              </a:solidFill>
              <a:latin typeface="Times New Roman" panose="02020603050405020304" pitchFamily="18" charset="0"/>
            </a:endParaRPr>
          </a:p>
        </p:txBody>
      </p:sp>
      <p:sp>
        <p:nvSpPr>
          <p:cNvPr id="32771" name="Text Box 3">
            <a:extLst>
              <a:ext uri="{FF2B5EF4-FFF2-40B4-BE49-F238E27FC236}">
                <a16:creationId xmlns:a16="http://schemas.microsoft.com/office/drawing/2014/main" id="{A7CF493D-1CE7-4D49-A88C-220D339781A9}"/>
              </a:ext>
            </a:extLst>
          </p:cNvPr>
          <p:cNvSpPr txBox="1">
            <a:spLocks noChangeArrowheads="1"/>
          </p:cNvSpPr>
          <p:nvPr/>
        </p:nvSpPr>
        <p:spPr bwMode="auto">
          <a:xfrm>
            <a:off x="381000" y="228600"/>
            <a:ext cx="5410200" cy="519113"/>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sz="2800" b="1" dirty="0">
                <a:solidFill>
                  <a:schemeClr val="folHlink"/>
                </a:solidFill>
                <a:effectLst>
                  <a:outerShdw blurRad="38100" dist="38100" dir="2700000" algn="tl">
                    <a:srgbClr val="C0C0C0"/>
                  </a:outerShdw>
                </a:effectLst>
                <a:latin typeface="Times New Roman" pitchFamily="18" charset="0"/>
                <a:ea typeface="黑体" pitchFamily="2" charset="-122"/>
              </a:rPr>
              <a:t>一、刚体的平动     质心</a:t>
            </a:r>
          </a:p>
        </p:txBody>
      </p:sp>
      <p:sp>
        <p:nvSpPr>
          <p:cNvPr id="32772" name="Text Box 4">
            <a:extLst>
              <a:ext uri="{FF2B5EF4-FFF2-40B4-BE49-F238E27FC236}">
                <a16:creationId xmlns:a16="http://schemas.microsoft.com/office/drawing/2014/main" id="{778E94A2-990C-4DF4-9561-D6AAEE66BD62}"/>
              </a:ext>
            </a:extLst>
          </p:cNvPr>
          <p:cNvSpPr txBox="1">
            <a:spLocks noChangeArrowheads="1"/>
          </p:cNvSpPr>
          <p:nvPr/>
        </p:nvSpPr>
        <p:spPr bwMode="auto">
          <a:xfrm>
            <a:off x="381000" y="838200"/>
            <a:ext cx="2462213" cy="519113"/>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800" b="1">
                <a:solidFill>
                  <a:srgbClr val="0000FF"/>
                </a:solidFill>
                <a:effectLst>
                  <a:outerShdw blurRad="38100" dist="38100" dir="2700000" algn="tl">
                    <a:srgbClr val="C0C0C0"/>
                  </a:outerShdw>
                </a:effectLst>
                <a:latin typeface="黑体" pitchFamily="2" charset="-122"/>
                <a:ea typeface="黑体" pitchFamily="2" charset="-122"/>
              </a:rPr>
              <a:t>1</a:t>
            </a:r>
            <a:r>
              <a:rPr kumimoji="1" lang="zh-CN" altLang="en-US" sz="2800" b="1">
                <a:solidFill>
                  <a:srgbClr val="0000FF"/>
                </a:solidFill>
                <a:effectLst>
                  <a:outerShdw blurRad="38100" dist="38100" dir="2700000" algn="tl">
                    <a:srgbClr val="C0C0C0"/>
                  </a:outerShdw>
                </a:effectLst>
                <a:latin typeface="黑体" pitchFamily="2" charset="-122"/>
                <a:ea typeface="黑体" pitchFamily="2" charset="-122"/>
              </a:rPr>
              <a:t>、质心：</a:t>
            </a:r>
            <a:endParaRPr kumimoji="1" lang="zh-CN" altLang="en-US" sz="2800" b="1">
              <a:latin typeface="宋体" pitchFamily="2" charset="-122"/>
            </a:endParaRPr>
          </a:p>
        </p:txBody>
      </p:sp>
      <p:sp>
        <p:nvSpPr>
          <p:cNvPr id="32773" name="Text Box 5">
            <a:extLst>
              <a:ext uri="{FF2B5EF4-FFF2-40B4-BE49-F238E27FC236}">
                <a16:creationId xmlns:a16="http://schemas.microsoft.com/office/drawing/2014/main" id="{6B059A7F-5104-47F1-B311-911DF6B4F142}"/>
              </a:ext>
            </a:extLst>
          </p:cNvPr>
          <p:cNvSpPr txBox="1">
            <a:spLocks noChangeArrowheads="1"/>
          </p:cNvSpPr>
          <p:nvPr/>
        </p:nvSpPr>
        <p:spPr bwMode="auto">
          <a:xfrm>
            <a:off x="547688" y="1500188"/>
            <a:ext cx="266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chemeClr val="accent1"/>
                </a:solidFill>
                <a:latin typeface="宋体" panose="02010600030101010101" pitchFamily="2" charset="-122"/>
              </a:rPr>
              <a:t>质心的位矢：</a:t>
            </a:r>
          </a:p>
        </p:txBody>
      </p:sp>
      <p:graphicFrame>
        <p:nvGraphicFramePr>
          <p:cNvPr id="32774" name="Object 6">
            <a:extLst>
              <a:ext uri="{FF2B5EF4-FFF2-40B4-BE49-F238E27FC236}">
                <a16:creationId xmlns:a16="http://schemas.microsoft.com/office/drawing/2014/main" id="{3451FB2B-406D-4AAF-8BDF-E3296DA9211E}"/>
              </a:ext>
            </a:extLst>
          </p:cNvPr>
          <p:cNvGraphicFramePr>
            <a:graphicFrameLocks noChangeAspect="1"/>
          </p:cNvGraphicFramePr>
          <p:nvPr/>
        </p:nvGraphicFramePr>
        <p:xfrm>
          <a:off x="685800" y="2057400"/>
          <a:ext cx="4419600" cy="1293813"/>
        </p:xfrm>
        <a:graphic>
          <a:graphicData uri="http://schemas.openxmlformats.org/presentationml/2006/ole">
            <mc:AlternateContent xmlns:mc="http://schemas.openxmlformats.org/markup-compatibility/2006">
              <mc:Choice xmlns:v="urn:schemas-microsoft-com:vml" Requires="v">
                <p:oleObj spid="_x0000_s27683" name="公式" r:id="rId3" imgW="1511236" imgH="431891" progId="Equation.3">
                  <p:embed/>
                </p:oleObj>
              </mc:Choice>
              <mc:Fallback>
                <p:oleObj name="公式" r:id="rId3" imgW="1511236" imgH="431891" progId="Equation.3">
                  <p:embed/>
                  <p:pic>
                    <p:nvPicPr>
                      <p:cNvPr id="32774" name="Object 6">
                        <a:extLst>
                          <a:ext uri="{FF2B5EF4-FFF2-40B4-BE49-F238E27FC236}">
                            <a16:creationId xmlns:a16="http://schemas.microsoft.com/office/drawing/2014/main" id="{3451FB2B-406D-4AAF-8BDF-E3296DA921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057400"/>
                        <a:ext cx="4419600" cy="12938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5" name="Text Box 7">
            <a:extLst>
              <a:ext uri="{FF2B5EF4-FFF2-40B4-BE49-F238E27FC236}">
                <a16:creationId xmlns:a16="http://schemas.microsoft.com/office/drawing/2014/main" id="{4ABFDCC2-F467-4A86-B098-B58AF6447AEC}"/>
              </a:ext>
            </a:extLst>
          </p:cNvPr>
          <p:cNvSpPr txBox="1">
            <a:spLocks noChangeArrowheads="1"/>
          </p:cNvSpPr>
          <p:nvPr/>
        </p:nvSpPr>
        <p:spPr bwMode="auto">
          <a:xfrm>
            <a:off x="457200" y="5486400"/>
            <a:ext cx="80772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50000"/>
              </a:spcBef>
              <a:buFontTx/>
              <a:buNone/>
            </a:pPr>
            <a:r>
              <a:rPr kumimoji="1" lang="zh-CN" altLang="en-US" sz="2800" b="1">
                <a:latin typeface="Times New Roman" panose="02020603050405020304" pitchFamily="18" charset="0"/>
              </a:rPr>
              <a:t>质心的位矢随坐标系的选取而变化，但对一个质点系，质心的位置是固定的。</a:t>
            </a:r>
            <a:endParaRPr kumimoji="1" lang="zh-CN" altLang="en-US" sz="2000" b="1">
              <a:latin typeface="Times New Roman" panose="02020603050405020304" pitchFamily="18" charset="0"/>
            </a:endParaRPr>
          </a:p>
        </p:txBody>
      </p:sp>
      <p:sp>
        <p:nvSpPr>
          <p:cNvPr id="32778" name="Text Box 10">
            <a:extLst>
              <a:ext uri="{FF2B5EF4-FFF2-40B4-BE49-F238E27FC236}">
                <a16:creationId xmlns:a16="http://schemas.microsoft.com/office/drawing/2014/main" id="{814D3D4B-A86E-4BAC-818D-B164FE4B0C08}"/>
              </a:ext>
            </a:extLst>
          </p:cNvPr>
          <p:cNvSpPr txBox="1">
            <a:spLocks noChangeArrowheads="1"/>
          </p:cNvSpPr>
          <p:nvPr/>
        </p:nvSpPr>
        <p:spPr bwMode="auto">
          <a:xfrm>
            <a:off x="381000" y="3429000"/>
            <a:ext cx="5127625" cy="519113"/>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sz="2800" b="1">
                <a:effectLst>
                  <a:outerShdw blurRad="38100" dist="38100" dir="2700000" algn="tl">
                    <a:srgbClr val="C0C0C0"/>
                  </a:outerShdw>
                </a:effectLst>
                <a:latin typeface="Times New Roman" pitchFamily="18" charset="0"/>
                <a:ea typeface="楷体_GB2312" pitchFamily="49" charset="-122"/>
              </a:rPr>
              <a:t>直角坐标系中的分量式为：</a:t>
            </a:r>
          </a:p>
        </p:txBody>
      </p:sp>
      <p:graphicFrame>
        <p:nvGraphicFramePr>
          <p:cNvPr id="32779" name="Object 11">
            <a:extLst>
              <a:ext uri="{FF2B5EF4-FFF2-40B4-BE49-F238E27FC236}">
                <a16:creationId xmlns:a16="http://schemas.microsoft.com/office/drawing/2014/main" id="{58A6464B-B27D-40D0-9004-E82C1F2B6D35}"/>
              </a:ext>
            </a:extLst>
          </p:cNvPr>
          <p:cNvGraphicFramePr>
            <a:graphicFrameLocks noChangeAspect="1"/>
          </p:cNvGraphicFramePr>
          <p:nvPr/>
        </p:nvGraphicFramePr>
        <p:xfrm>
          <a:off x="609600" y="4070350"/>
          <a:ext cx="7551738" cy="1246188"/>
        </p:xfrm>
        <a:graphic>
          <a:graphicData uri="http://schemas.openxmlformats.org/presentationml/2006/ole">
            <mc:AlternateContent xmlns:mc="http://schemas.openxmlformats.org/markup-compatibility/2006">
              <mc:Choice xmlns:v="urn:schemas-microsoft-com:vml" Requires="v">
                <p:oleObj spid="_x0000_s27684" name="公式" r:id="rId5" imgW="2806815" imgH="444409" progId="Equation.3">
                  <p:embed/>
                </p:oleObj>
              </mc:Choice>
              <mc:Fallback>
                <p:oleObj name="公式" r:id="rId5" imgW="2806815" imgH="444409" progId="Equation.3">
                  <p:embed/>
                  <p:pic>
                    <p:nvPicPr>
                      <p:cNvPr id="32779" name="Object 11">
                        <a:extLst>
                          <a:ext uri="{FF2B5EF4-FFF2-40B4-BE49-F238E27FC236}">
                            <a16:creationId xmlns:a16="http://schemas.microsoft.com/office/drawing/2014/main" id="{58A6464B-B27D-40D0-9004-E82C1F2B6D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070350"/>
                        <a:ext cx="7551738" cy="124618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810" name="Text Box 42">
            <a:extLst>
              <a:ext uri="{FF2B5EF4-FFF2-40B4-BE49-F238E27FC236}">
                <a16:creationId xmlns:a16="http://schemas.microsoft.com/office/drawing/2014/main" id="{B3C54598-2C04-4AD4-A38E-0269A27D5978}"/>
              </a:ext>
            </a:extLst>
          </p:cNvPr>
          <p:cNvSpPr txBox="1">
            <a:spLocks noChangeArrowheads="1"/>
          </p:cNvSpPr>
          <p:nvPr/>
        </p:nvSpPr>
        <p:spPr bwMode="auto">
          <a:xfrm>
            <a:off x="2124075" y="836613"/>
            <a:ext cx="594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宋体" panose="02010600030101010101" pitchFamily="2" charset="-122"/>
              </a:rPr>
              <a:t>质点系质量分布的中心。</a:t>
            </a:r>
          </a:p>
        </p:txBody>
      </p:sp>
      <p:grpSp>
        <p:nvGrpSpPr>
          <p:cNvPr id="2" name="Group 59">
            <a:extLst>
              <a:ext uri="{FF2B5EF4-FFF2-40B4-BE49-F238E27FC236}">
                <a16:creationId xmlns:a16="http://schemas.microsoft.com/office/drawing/2014/main" id="{F24FEF17-E65F-4922-A73A-215A893DD6AE}"/>
              </a:ext>
            </a:extLst>
          </p:cNvPr>
          <p:cNvGrpSpPr>
            <a:grpSpLocks/>
          </p:cNvGrpSpPr>
          <p:nvPr/>
        </p:nvGrpSpPr>
        <p:grpSpPr bwMode="auto">
          <a:xfrm>
            <a:off x="6732588" y="1989138"/>
            <a:ext cx="457200" cy="719137"/>
            <a:chOff x="4241" y="1253"/>
            <a:chExt cx="288" cy="453"/>
          </a:xfrm>
        </p:grpSpPr>
        <p:graphicFrame>
          <p:nvGraphicFramePr>
            <p:cNvPr id="29736" name="Object 20">
              <a:extLst>
                <a:ext uri="{FF2B5EF4-FFF2-40B4-BE49-F238E27FC236}">
                  <a16:creationId xmlns:a16="http://schemas.microsoft.com/office/drawing/2014/main" id="{4CD57308-C9B0-43F7-B310-493033FD9D46}"/>
                </a:ext>
              </a:extLst>
            </p:cNvPr>
            <p:cNvGraphicFramePr>
              <a:graphicFrameLocks noChangeAspect="1"/>
            </p:cNvGraphicFramePr>
            <p:nvPr/>
          </p:nvGraphicFramePr>
          <p:xfrm>
            <a:off x="4286" y="1253"/>
            <a:ext cx="136" cy="288"/>
          </p:xfrm>
          <a:graphic>
            <a:graphicData uri="http://schemas.openxmlformats.org/presentationml/2006/ole">
              <mc:AlternateContent xmlns:mc="http://schemas.openxmlformats.org/markup-compatibility/2006">
                <mc:Choice xmlns:v="urn:schemas-microsoft-com:vml" Requires="v">
                  <p:oleObj spid="_x0000_s27685" name="Equation" r:id="rId7" imgW="88768" imgH="177709" progId="Equation.3">
                    <p:embed/>
                  </p:oleObj>
                </mc:Choice>
                <mc:Fallback>
                  <p:oleObj name="Equation" r:id="rId7" imgW="88768" imgH="177709" progId="Equation.3">
                    <p:embed/>
                    <p:pic>
                      <p:nvPicPr>
                        <p:cNvPr id="29736" name="Object 20">
                          <a:extLst>
                            <a:ext uri="{FF2B5EF4-FFF2-40B4-BE49-F238E27FC236}">
                              <a16:creationId xmlns:a16="http://schemas.microsoft.com/office/drawing/2014/main" id="{4CD57308-C9B0-43F7-B310-493033FD9D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6" y="1253"/>
                          <a:ext cx="13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7" name="Line 18">
              <a:extLst>
                <a:ext uri="{FF2B5EF4-FFF2-40B4-BE49-F238E27FC236}">
                  <a16:creationId xmlns:a16="http://schemas.microsoft.com/office/drawing/2014/main" id="{6EB6CD88-52C1-45E2-9DAF-7D799CD48E17}"/>
                </a:ext>
              </a:extLst>
            </p:cNvPr>
            <p:cNvSpPr>
              <a:spLocks noChangeShapeType="1"/>
            </p:cNvSpPr>
            <p:nvPr/>
          </p:nvSpPr>
          <p:spPr bwMode="auto">
            <a:xfrm flipV="1">
              <a:off x="4241" y="1335"/>
              <a:ext cx="288" cy="371"/>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1">
            <a:extLst>
              <a:ext uri="{FF2B5EF4-FFF2-40B4-BE49-F238E27FC236}">
                <a16:creationId xmlns:a16="http://schemas.microsoft.com/office/drawing/2014/main" id="{EF186CE8-ED94-486E-AB67-F85BCFE3121B}"/>
              </a:ext>
            </a:extLst>
          </p:cNvPr>
          <p:cNvGrpSpPr>
            <a:grpSpLocks/>
          </p:cNvGrpSpPr>
          <p:nvPr/>
        </p:nvGrpSpPr>
        <p:grpSpPr bwMode="auto">
          <a:xfrm>
            <a:off x="5795963" y="660400"/>
            <a:ext cx="2806700" cy="2840038"/>
            <a:chOff x="3651" y="416"/>
            <a:chExt cx="1768" cy="1789"/>
          </a:xfrm>
        </p:grpSpPr>
        <p:sp>
          <p:nvSpPr>
            <p:cNvPr id="29712" name="Line 14">
              <a:extLst>
                <a:ext uri="{FF2B5EF4-FFF2-40B4-BE49-F238E27FC236}">
                  <a16:creationId xmlns:a16="http://schemas.microsoft.com/office/drawing/2014/main" id="{9B4354A5-A45C-42ED-8AF8-1415CF04513B}"/>
                </a:ext>
              </a:extLst>
            </p:cNvPr>
            <p:cNvSpPr>
              <a:spLocks noChangeShapeType="1"/>
            </p:cNvSpPr>
            <p:nvPr/>
          </p:nvSpPr>
          <p:spPr bwMode="auto">
            <a:xfrm flipV="1">
              <a:off x="4241" y="436"/>
              <a:ext cx="0" cy="127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9713" name="Line 15">
              <a:extLst>
                <a:ext uri="{FF2B5EF4-FFF2-40B4-BE49-F238E27FC236}">
                  <a16:creationId xmlns:a16="http://schemas.microsoft.com/office/drawing/2014/main" id="{D52A70AA-463F-4FAC-ACA8-9518E3446470}"/>
                </a:ext>
              </a:extLst>
            </p:cNvPr>
            <p:cNvSpPr>
              <a:spLocks noChangeShapeType="1"/>
            </p:cNvSpPr>
            <p:nvPr/>
          </p:nvSpPr>
          <p:spPr bwMode="auto">
            <a:xfrm rot="5400000" flipV="1">
              <a:off x="4786" y="1161"/>
              <a:ext cx="0" cy="1089"/>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9714" name="Line 16">
              <a:extLst>
                <a:ext uri="{FF2B5EF4-FFF2-40B4-BE49-F238E27FC236}">
                  <a16:creationId xmlns:a16="http://schemas.microsoft.com/office/drawing/2014/main" id="{B85FDF24-6615-4EC6-A409-B00BDE728BEF}"/>
                </a:ext>
              </a:extLst>
            </p:cNvPr>
            <p:cNvSpPr>
              <a:spLocks noChangeShapeType="1"/>
            </p:cNvSpPr>
            <p:nvPr/>
          </p:nvSpPr>
          <p:spPr bwMode="auto">
            <a:xfrm flipH="1">
              <a:off x="3651" y="1714"/>
              <a:ext cx="590" cy="401"/>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9715" name="Freeform 17">
              <a:extLst>
                <a:ext uri="{FF2B5EF4-FFF2-40B4-BE49-F238E27FC236}">
                  <a16:creationId xmlns:a16="http://schemas.microsoft.com/office/drawing/2014/main" id="{8332C7F2-5285-4BCD-A91A-79CDC8FC157A}"/>
                </a:ext>
              </a:extLst>
            </p:cNvPr>
            <p:cNvSpPr>
              <a:spLocks/>
            </p:cNvSpPr>
            <p:nvPr/>
          </p:nvSpPr>
          <p:spPr bwMode="auto">
            <a:xfrm>
              <a:off x="3833" y="754"/>
              <a:ext cx="1361" cy="1315"/>
            </a:xfrm>
            <a:custGeom>
              <a:avLst/>
              <a:gdLst>
                <a:gd name="T0" fmla="*/ 67073747 w 559"/>
                <a:gd name="T1" fmla="*/ 2147483646 h 418"/>
                <a:gd name="T2" fmla="*/ 41397878 w 559"/>
                <a:gd name="T3" fmla="*/ 2147483646 h 418"/>
                <a:gd name="T4" fmla="*/ 271044353 w 559"/>
                <a:gd name="T5" fmla="*/ 2147483646 h 418"/>
                <a:gd name="T6" fmla="*/ 344353824 w 559"/>
                <a:gd name="T7" fmla="*/ 2147483646 h 418"/>
                <a:gd name="T8" fmla="*/ 423795012 w 559"/>
                <a:gd name="T9" fmla="*/ 2147483646 h 418"/>
                <a:gd name="T10" fmla="*/ 727074450 w 559"/>
                <a:gd name="T11" fmla="*/ 2147483646 h 418"/>
                <a:gd name="T12" fmla="*/ 1031815763 w 559"/>
                <a:gd name="T13" fmla="*/ 2147483646 h 418"/>
                <a:gd name="T14" fmla="*/ 1135998241 w 559"/>
                <a:gd name="T15" fmla="*/ 2147483646 h 418"/>
                <a:gd name="T16" fmla="*/ 1210359604 w 559"/>
                <a:gd name="T17" fmla="*/ 2147483646 h 418"/>
                <a:gd name="T18" fmla="*/ 1518358343 w 559"/>
                <a:gd name="T19" fmla="*/ 2147483646 h 418"/>
                <a:gd name="T20" fmla="*/ 1591688628 w 559"/>
                <a:gd name="T21" fmla="*/ 2147483646 h 418"/>
                <a:gd name="T22" fmla="*/ 1696896945 w 559"/>
                <a:gd name="T23" fmla="*/ 2147483646 h 418"/>
                <a:gd name="T24" fmla="*/ 1795998915 w 559"/>
                <a:gd name="T25" fmla="*/ 2147483646 h 418"/>
                <a:gd name="T26" fmla="*/ 1821635186 w 559"/>
                <a:gd name="T27" fmla="*/ 2147483646 h 418"/>
                <a:gd name="T28" fmla="*/ 1896769349 w 559"/>
                <a:gd name="T29" fmla="*/ 2147483646 h 418"/>
                <a:gd name="T30" fmla="*/ 1948713175 w 559"/>
                <a:gd name="T31" fmla="*/ 2147483646 h 418"/>
                <a:gd name="T32" fmla="*/ 2026378550 w 559"/>
                <a:gd name="T33" fmla="*/ 2147483646 h 418"/>
                <a:gd name="T34" fmla="*/ 1821635186 w 559"/>
                <a:gd name="T35" fmla="*/ 2147483646 h 418"/>
                <a:gd name="T36" fmla="*/ 1539831434 w 559"/>
                <a:gd name="T37" fmla="*/ 0 h 418"/>
                <a:gd name="T38" fmla="*/ 548536824 w 559"/>
                <a:gd name="T39" fmla="*/ 2019586277 h 418"/>
                <a:gd name="T40" fmla="*/ 292373441 w 559"/>
                <a:gd name="T41" fmla="*/ 2147483646 h 418"/>
                <a:gd name="T42" fmla="*/ 67073747 w 559"/>
                <a:gd name="T43" fmla="*/ 2147483646 h 4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59"/>
                <a:gd name="T67" fmla="*/ 0 h 418"/>
                <a:gd name="T68" fmla="*/ 559 w 559"/>
                <a:gd name="T69" fmla="*/ 418 h 41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59" h="418">
                  <a:moveTo>
                    <a:pt x="18" y="103"/>
                  </a:moveTo>
                  <a:cubicBezTo>
                    <a:pt x="16" y="119"/>
                    <a:pt x="11" y="135"/>
                    <a:pt x="11" y="151"/>
                  </a:cubicBezTo>
                  <a:cubicBezTo>
                    <a:pt x="11" y="229"/>
                    <a:pt x="0" y="315"/>
                    <a:pt x="73" y="363"/>
                  </a:cubicBezTo>
                  <a:cubicBezTo>
                    <a:pt x="79" y="367"/>
                    <a:pt x="87" y="367"/>
                    <a:pt x="93" y="370"/>
                  </a:cubicBezTo>
                  <a:cubicBezTo>
                    <a:pt x="100" y="374"/>
                    <a:pt x="107" y="379"/>
                    <a:pt x="114" y="384"/>
                  </a:cubicBezTo>
                  <a:cubicBezTo>
                    <a:pt x="134" y="415"/>
                    <a:pt x="160" y="412"/>
                    <a:pt x="196" y="418"/>
                  </a:cubicBezTo>
                  <a:cubicBezTo>
                    <a:pt x="223" y="416"/>
                    <a:pt x="251" y="416"/>
                    <a:pt x="278" y="411"/>
                  </a:cubicBezTo>
                  <a:cubicBezTo>
                    <a:pt x="288" y="409"/>
                    <a:pt x="297" y="402"/>
                    <a:pt x="306" y="397"/>
                  </a:cubicBezTo>
                  <a:cubicBezTo>
                    <a:pt x="313" y="393"/>
                    <a:pt x="318" y="386"/>
                    <a:pt x="326" y="384"/>
                  </a:cubicBezTo>
                  <a:cubicBezTo>
                    <a:pt x="353" y="379"/>
                    <a:pt x="381" y="379"/>
                    <a:pt x="409" y="377"/>
                  </a:cubicBezTo>
                  <a:cubicBezTo>
                    <a:pt x="416" y="370"/>
                    <a:pt x="422" y="362"/>
                    <a:pt x="429" y="356"/>
                  </a:cubicBezTo>
                  <a:cubicBezTo>
                    <a:pt x="438" y="349"/>
                    <a:pt x="449" y="344"/>
                    <a:pt x="457" y="336"/>
                  </a:cubicBezTo>
                  <a:cubicBezTo>
                    <a:pt x="469" y="324"/>
                    <a:pt x="475" y="308"/>
                    <a:pt x="484" y="295"/>
                  </a:cubicBezTo>
                  <a:cubicBezTo>
                    <a:pt x="486" y="288"/>
                    <a:pt x="487" y="280"/>
                    <a:pt x="491" y="274"/>
                  </a:cubicBezTo>
                  <a:cubicBezTo>
                    <a:pt x="496" y="264"/>
                    <a:pt x="507" y="257"/>
                    <a:pt x="511" y="247"/>
                  </a:cubicBezTo>
                  <a:cubicBezTo>
                    <a:pt x="537" y="188"/>
                    <a:pt x="504" y="234"/>
                    <a:pt x="525" y="192"/>
                  </a:cubicBezTo>
                  <a:cubicBezTo>
                    <a:pt x="552" y="140"/>
                    <a:pt x="529" y="200"/>
                    <a:pt x="546" y="151"/>
                  </a:cubicBezTo>
                  <a:cubicBezTo>
                    <a:pt x="540" y="75"/>
                    <a:pt x="559" y="45"/>
                    <a:pt x="491" y="27"/>
                  </a:cubicBezTo>
                  <a:cubicBezTo>
                    <a:pt x="465" y="9"/>
                    <a:pt x="447" y="6"/>
                    <a:pt x="415" y="0"/>
                  </a:cubicBezTo>
                  <a:cubicBezTo>
                    <a:pt x="326" y="2"/>
                    <a:pt x="237" y="3"/>
                    <a:pt x="148" y="7"/>
                  </a:cubicBezTo>
                  <a:cubicBezTo>
                    <a:pt x="124" y="8"/>
                    <a:pt x="79" y="27"/>
                    <a:pt x="79" y="27"/>
                  </a:cubicBezTo>
                  <a:cubicBezTo>
                    <a:pt x="48" y="48"/>
                    <a:pt x="43" y="77"/>
                    <a:pt x="18" y="103"/>
                  </a:cubicBezTo>
                  <a:close/>
                </a:path>
              </a:pathLst>
            </a:custGeom>
            <a:solidFill>
              <a:schemeClr val="bg2">
                <a:alpha val="18039"/>
              </a:schemeClr>
            </a:solidFill>
            <a:ln w="19050">
              <a:solidFill>
                <a:srgbClr val="800000"/>
              </a:solidFill>
              <a:round/>
              <a:headEnd/>
              <a:tailEnd/>
            </a:ln>
          </p:spPr>
          <p:txBody>
            <a:bodyPr/>
            <a:lstStyle/>
            <a:p>
              <a:endParaRPr lang="zh-CN" altLang="en-US"/>
            </a:p>
          </p:txBody>
        </p:sp>
        <p:sp>
          <p:nvSpPr>
            <p:cNvPr id="29716" name="Line 34">
              <a:extLst>
                <a:ext uri="{FF2B5EF4-FFF2-40B4-BE49-F238E27FC236}">
                  <a16:creationId xmlns:a16="http://schemas.microsoft.com/office/drawing/2014/main" id="{698747CE-1DB0-4272-A623-9A2A3A6980B4}"/>
                </a:ext>
              </a:extLst>
            </p:cNvPr>
            <p:cNvSpPr>
              <a:spLocks noChangeShapeType="1"/>
            </p:cNvSpPr>
            <p:nvPr/>
          </p:nvSpPr>
          <p:spPr bwMode="auto">
            <a:xfrm flipH="1" flipV="1">
              <a:off x="4059" y="1434"/>
              <a:ext cx="181" cy="272"/>
            </a:xfrm>
            <a:prstGeom prst="line">
              <a:avLst/>
            </a:prstGeom>
            <a:noFill/>
            <a:ln w="19050">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17" name="Object 35">
              <a:extLst>
                <a:ext uri="{FF2B5EF4-FFF2-40B4-BE49-F238E27FC236}">
                  <a16:creationId xmlns:a16="http://schemas.microsoft.com/office/drawing/2014/main" id="{ACF4241E-A203-437E-A57A-D0B52571C03F}"/>
                </a:ext>
              </a:extLst>
            </p:cNvPr>
            <p:cNvGraphicFramePr>
              <a:graphicFrameLocks noChangeAspect="1"/>
            </p:cNvGraphicFramePr>
            <p:nvPr/>
          </p:nvGraphicFramePr>
          <p:xfrm>
            <a:off x="4814" y="1162"/>
            <a:ext cx="307" cy="345"/>
          </p:xfrm>
          <a:graphic>
            <a:graphicData uri="http://schemas.openxmlformats.org/presentationml/2006/ole">
              <mc:AlternateContent xmlns:mc="http://schemas.openxmlformats.org/markup-compatibility/2006">
                <mc:Choice xmlns:v="urn:schemas-microsoft-com:vml" Requires="v">
                  <p:oleObj spid="_x0000_s27686" name="公式" r:id="rId9" imgW="152485" imgH="177709" progId="Equation.3">
                    <p:embed/>
                  </p:oleObj>
                </mc:Choice>
                <mc:Fallback>
                  <p:oleObj name="公式" r:id="rId9" imgW="152485" imgH="177709" progId="Equation.3">
                    <p:embed/>
                    <p:pic>
                      <p:nvPicPr>
                        <p:cNvPr id="29717" name="Object 35">
                          <a:extLst>
                            <a:ext uri="{FF2B5EF4-FFF2-40B4-BE49-F238E27FC236}">
                              <a16:creationId xmlns:a16="http://schemas.microsoft.com/office/drawing/2014/main" id="{ACF4241E-A203-437E-A57A-D0B52571C0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14" y="1162"/>
                          <a:ext cx="307" cy="34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8" name="Object 36">
              <a:extLst>
                <a:ext uri="{FF2B5EF4-FFF2-40B4-BE49-F238E27FC236}">
                  <a16:creationId xmlns:a16="http://schemas.microsoft.com/office/drawing/2014/main" id="{34C908A8-4FF5-4483-8F9F-898831E44FE5}"/>
                </a:ext>
              </a:extLst>
            </p:cNvPr>
            <p:cNvGraphicFramePr>
              <a:graphicFrameLocks noChangeAspect="1"/>
            </p:cNvGraphicFramePr>
            <p:nvPr/>
          </p:nvGraphicFramePr>
          <p:xfrm>
            <a:off x="3881" y="1137"/>
            <a:ext cx="316" cy="313"/>
          </p:xfrm>
          <a:graphic>
            <a:graphicData uri="http://schemas.openxmlformats.org/presentationml/2006/ole">
              <mc:AlternateContent xmlns:mc="http://schemas.openxmlformats.org/markup-compatibility/2006">
                <mc:Choice xmlns:v="urn:schemas-microsoft-com:vml" Requires="v">
                  <p:oleObj spid="_x0000_s27687" name="公式" r:id="rId11" imgW="171546" imgH="165191" progId="Equation.3">
                    <p:embed/>
                  </p:oleObj>
                </mc:Choice>
                <mc:Fallback>
                  <p:oleObj name="公式" r:id="rId11" imgW="171546" imgH="165191" progId="Equation.3">
                    <p:embed/>
                    <p:pic>
                      <p:nvPicPr>
                        <p:cNvPr id="29718" name="Object 36">
                          <a:extLst>
                            <a:ext uri="{FF2B5EF4-FFF2-40B4-BE49-F238E27FC236}">
                              <a16:creationId xmlns:a16="http://schemas.microsoft.com/office/drawing/2014/main" id="{34C908A8-4FF5-4483-8F9F-898831E44FE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81" y="1137"/>
                          <a:ext cx="316" cy="3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9" name="Object 37">
              <a:extLst>
                <a:ext uri="{FF2B5EF4-FFF2-40B4-BE49-F238E27FC236}">
                  <a16:creationId xmlns:a16="http://schemas.microsoft.com/office/drawing/2014/main" id="{79E1A04D-6EE5-451B-A550-D0654661E266}"/>
                </a:ext>
              </a:extLst>
            </p:cNvPr>
            <p:cNvGraphicFramePr>
              <a:graphicFrameLocks noChangeAspect="1"/>
            </p:cNvGraphicFramePr>
            <p:nvPr/>
          </p:nvGraphicFramePr>
          <p:xfrm>
            <a:off x="3969" y="1480"/>
            <a:ext cx="163" cy="272"/>
          </p:xfrm>
          <a:graphic>
            <a:graphicData uri="http://schemas.openxmlformats.org/presentationml/2006/ole">
              <mc:AlternateContent xmlns:mc="http://schemas.openxmlformats.org/markup-compatibility/2006">
                <mc:Choice xmlns:v="urn:schemas-microsoft-com:vml" Requires="v">
                  <p:oleObj spid="_x0000_s27688" name="Equation" r:id="rId13" imgW="69980" imgH="165191" progId="Equation.3">
                    <p:embed/>
                  </p:oleObj>
                </mc:Choice>
                <mc:Fallback>
                  <p:oleObj name="Equation" r:id="rId13" imgW="69980" imgH="165191" progId="Equation.3">
                    <p:embed/>
                    <p:pic>
                      <p:nvPicPr>
                        <p:cNvPr id="29719" name="Object 37">
                          <a:extLst>
                            <a:ext uri="{FF2B5EF4-FFF2-40B4-BE49-F238E27FC236}">
                              <a16:creationId xmlns:a16="http://schemas.microsoft.com/office/drawing/2014/main" id="{79E1A04D-6EE5-451B-A550-D0654661E26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69" y="1480"/>
                          <a:ext cx="163"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0" name="Line 38">
              <a:extLst>
                <a:ext uri="{FF2B5EF4-FFF2-40B4-BE49-F238E27FC236}">
                  <a16:creationId xmlns:a16="http://schemas.microsoft.com/office/drawing/2014/main" id="{4271A732-3D61-4D1D-9F42-5AE0B77D7F24}"/>
                </a:ext>
              </a:extLst>
            </p:cNvPr>
            <p:cNvSpPr>
              <a:spLocks noChangeShapeType="1"/>
            </p:cNvSpPr>
            <p:nvPr/>
          </p:nvSpPr>
          <p:spPr bwMode="auto">
            <a:xfrm flipV="1">
              <a:off x="4241" y="1434"/>
              <a:ext cx="589" cy="273"/>
            </a:xfrm>
            <a:prstGeom prst="line">
              <a:avLst/>
            </a:prstGeom>
            <a:noFill/>
            <a:ln w="19050">
              <a:solidFill>
                <a:schemeClr val="accent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21" name="Object 39">
              <a:extLst>
                <a:ext uri="{FF2B5EF4-FFF2-40B4-BE49-F238E27FC236}">
                  <a16:creationId xmlns:a16="http://schemas.microsoft.com/office/drawing/2014/main" id="{5A38884A-3811-4C26-B6A0-53FE14A2AC51}"/>
                </a:ext>
              </a:extLst>
            </p:cNvPr>
            <p:cNvGraphicFramePr>
              <a:graphicFrameLocks noChangeAspect="1"/>
            </p:cNvGraphicFramePr>
            <p:nvPr/>
          </p:nvGraphicFramePr>
          <p:xfrm>
            <a:off x="4649" y="1446"/>
            <a:ext cx="154" cy="284"/>
          </p:xfrm>
          <a:graphic>
            <a:graphicData uri="http://schemas.openxmlformats.org/presentationml/2006/ole">
              <mc:AlternateContent xmlns:mc="http://schemas.openxmlformats.org/markup-compatibility/2006">
                <mc:Choice xmlns:v="urn:schemas-microsoft-com:vml" Requires="v">
                  <p:oleObj spid="_x0000_s27689" name="Equation" r:id="rId15" imgW="69980" imgH="177709" progId="Equation.3">
                    <p:embed/>
                  </p:oleObj>
                </mc:Choice>
                <mc:Fallback>
                  <p:oleObj name="Equation" r:id="rId15" imgW="69980" imgH="177709" progId="Equation.3">
                    <p:embed/>
                    <p:pic>
                      <p:nvPicPr>
                        <p:cNvPr id="29721" name="Object 39">
                          <a:extLst>
                            <a:ext uri="{FF2B5EF4-FFF2-40B4-BE49-F238E27FC236}">
                              <a16:creationId xmlns:a16="http://schemas.microsoft.com/office/drawing/2014/main" id="{5A38884A-3811-4C26-B6A0-53FE14A2AC5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9" y="1446"/>
                          <a:ext cx="154"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2" name="Object 44">
              <a:extLst>
                <a:ext uri="{FF2B5EF4-FFF2-40B4-BE49-F238E27FC236}">
                  <a16:creationId xmlns:a16="http://schemas.microsoft.com/office/drawing/2014/main" id="{68AE2D88-C2FB-4B5E-AF6D-27CD667D4FF3}"/>
                </a:ext>
              </a:extLst>
            </p:cNvPr>
            <p:cNvGraphicFramePr>
              <a:graphicFrameLocks noChangeAspect="1"/>
            </p:cNvGraphicFramePr>
            <p:nvPr/>
          </p:nvGraphicFramePr>
          <p:xfrm>
            <a:off x="3742" y="1979"/>
            <a:ext cx="226" cy="226"/>
          </p:xfrm>
          <a:graphic>
            <a:graphicData uri="http://schemas.openxmlformats.org/presentationml/2006/ole">
              <mc:AlternateContent xmlns:mc="http://schemas.openxmlformats.org/markup-compatibility/2006">
                <mc:Choice xmlns:v="urn:schemas-microsoft-com:vml" Requires="v">
                  <p:oleObj spid="_x0000_s27690" name="公式" r:id="rId17" imgW="139700" imgH="139700" progId="Equation.3">
                    <p:embed/>
                  </p:oleObj>
                </mc:Choice>
                <mc:Fallback>
                  <p:oleObj name="公式" r:id="rId17" imgW="139700" imgH="139700" progId="Equation.3">
                    <p:embed/>
                    <p:pic>
                      <p:nvPicPr>
                        <p:cNvPr id="29722" name="Object 44">
                          <a:extLst>
                            <a:ext uri="{FF2B5EF4-FFF2-40B4-BE49-F238E27FC236}">
                              <a16:creationId xmlns:a16="http://schemas.microsoft.com/office/drawing/2014/main" id="{68AE2D88-C2FB-4B5E-AF6D-27CD667D4FF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42" y="1979"/>
                          <a:ext cx="226"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3" name="Object 45">
              <a:extLst>
                <a:ext uri="{FF2B5EF4-FFF2-40B4-BE49-F238E27FC236}">
                  <a16:creationId xmlns:a16="http://schemas.microsoft.com/office/drawing/2014/main" id="{A9B9C47E-A98D-42C1-9E99-A1B63C6DB626}"/>
                </a:ext>
              </a:extLst>
            </p:cNvPr>
            <p:cNvGraphicFramePr>
              <a:graphicFrameLocks noChangeAspect="1"/>
            </p:cNvGraphicFramePr>
            <p:nvPr/>
          </p:nvGraphicFramePr>
          <p:xfrm>
            <a:off x="4055" y="416"/>
            <a:ext cx="185" cy="226"/>
          </p:xfrm>
          <a:graphic>
            <a:graphicData uri="http://schemas.openxmlformats.org/presentationml/2006/ole">
              <mc:AlternateContent xmlns:mc="http://schemas.openxmlformats.org/markup-compatibility/2006">
                <mc:Choice xmlns:v="urn:schemas-microsoft-com:vml" Requires="v">
                  <p:oleObj spid="_x0000_s27691" name="公式" r:id="rId19" imgW="114201" imgH="139579" progId="Equation.3">
                    <p:embed/>
                  </p:oleObj>
                </mc:Choice>
                <mc:Fallback>
                  <p:oleObj name="公式" r:id="rId19" imgW="114201" imgH="139579" progId="Equation.3">
                    <p:embed/>
                    <p:pic>
                      <p:nvPicPr>
                        <p:cNvPr id="29723" name="Object 45">
                          <a:extLst>
                            <a:ext uri="{FF2B5EF4-FFF2-40B4-BE49-F238E27FC236}">
                              <a16:creationId xmlns:a16="http://schemas.microsoft.com/office/drawing/2014/main" id="{A9B9C47E-A98D-42C1-9E99-A1B63C6DB62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55" y="416"/>
                          <a:ext cx="185"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4" name="Object 46">
              <a:extLst>
                <a:ext uri="{FF2B5EF4-FFF2-40B4-BE49-F238E27FC236}">
                  <a16:creationId xmlns:a16="http://schemas.microsoft.com/office/drawing/2014/main" id="{87D0EB31-EF81-4DAC-A1E9-6D2E24FD7BCB}"/>
                </a:ext>
              </a:extLst>
            </p:cNvPr>
            <p:cNvGraphicFramePr>
              <a:graphicFrameLocks noChangeAspect="1"/>
            </p:cNvGraphicFramePr>
            <p:nvPr/>
          </p:nvGraphicFramePr>
          <p:xfrm>
            <a:off x="5193" y="1686"/>
            <a:ext cx="226" cy="267"/>
          </p:xfrm>
          <a:graphic>
            <a:graphicData uri="http://schemas.openxmlformats.org/presentationml/2006/ole">
              <mc:AlternateContent xmlns:mc="http://schemas.openxmlformats.org/markup-compatibility/2006">
                <mc:Choice xmlns:v="urn:schemas-microsoft-com:vml" Requires="v">
                  <p:oleObj spid="_x0000_s27692" name="公式" r:id="rId21" imgW="139579" imgH="164957" progId="Equation.3">
                    <p:embed/>
                  </p:oleObj>
                </mc:Choice>
                <mc:Fallback>
                  <p:oleObj name="公式" r:id="rId21" imgW="139579" imgH="164957" progId="Equation.3">
                    <p:embed/>
                    <p:pic>
                      <p:nvPicPr>
                        <p:cNvPr id="29724" name="Object 46">
                          <a:extLst>
                            <a:ext uri="{FF2B5EF4-FFF2-40B4-BE49-F238E27FC236}">
                              <a16:creationId xmlns:a16="http://schemas.microsoft.com/office/drawing/2014/main" id="{87D0EB31-EF81-4DAC-A1E9-6D2E24FD7BC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93" y="1686"/>
                          <a:ext cx="22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5" name="Oval 47">
              <a:extLst>
                <a:ext uri="{FF2B5EF4-FFF2-40B4-BE49-F238E27FC236}">
                  <a16:creationId xmlns:a16="http://schemas.microsoft.com/office/drawing/2014/main" id="{C0F9FEE2-E16E-41F0-AC59-6FDD93A9200D}"/>
                </a:ext>
              </a:extLst>
            </p:cNvPr>
            <p:cNvSpPr>
              <a:spLocks noChangeArrowheads="1"/>
            </p:cNvSpPr>
            <p:nvPr/>
          </p:nvSpPr>
          <p:spPr bwMode="auto">
            <a:xfrm>
              <a:off x="4809" y="1401"/>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26" name="Oval 48">
              <a:extLst>
                <a:ext uri="{FF2B5EF4-FFF2-40B4-BE49-F238E27FC236}">
                  <a16:creationId xmlns:a16="http://schemas.microsoft.com/office/drawing/2014/main" id="{FBC33A99-FD02-4FB7-9EBD-C9FCFAA3EF85}"/>
                </a:ext>
              </a:extLst>
            </p:cNvPr>
            <p:cNvSpPr>
              <a:spLocks noChangeArrowheads="1"/>
            </p:cNvSpPr>
            <p:nvPr/>
          </p:nvSpPr>
          <p:spPr bwMode="auto">
            <a:xfrm>
              <a:off x="3969" y="1162"/>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27" name="Oval 49">
              <a:extLst>
                <a:ext uri="{FF2B5EF4-FFF2-40B4-BE49-F238E27FC236}">
                  <a16:creationId xmlns:a16="http://schemas.microsoft.com/office/drawing/2014/main" id="{7DB377B5-AA0B-4275-8C23-18B65BB7D2F5}"/>
                </a:ext>
              </a:extLst>
            </p:cNvPr>
            <p:cNvSpPr>
              <a:spLocks noChangeArrowheads="1"/>
            </p:cNvSpPr>
            <p:nvPr/>
          </p:nvSpPr>
          <p:spPr bwMode="auto">
            <a:xfrm>
              <a:off x="4740" y="1026"/>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28" name="Oval 50">
              <a:extLst>
                <a:ext uri="{FF2B5EF4-FFF2-40B4-BE49-F238E27FC236}">
                  <a16:creationId xmlns:a16="http://schemas.microsoft.com/office/drawing/2014/main" id="{09F69ADC-2731-47C8-BE08-782A5CA76B3C}"/>
                </a:ext>
              </a:extLst>
            </p:cNvPr>
            <p:cNvSpPr>
              <a:spLocks noChangeArrowheads="1"/>
            </p:cNvSpPr>
            <p:nvPr/>
          </p:nvSpPr>
          <p:spPr bwMode="auto">
            <a:xfrm>
              <a:off x="4059" y="935"/>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29" name="Oval 51">
              <a:extLst>
                <a:ext uri="{FF2B5EF4-FFF2-40B4-BE49-F238E27FC236}">
                  <a16:creationId xmlns:a16="http://schemas.microsoft.com/office/drawing/2014/main" id="{3A9FCC9F-E6C0-4151-8458-FB09B7484F6F}"/>
                </a:ext>
              </a:extLst>
            </p:cNvPr>
            <p:cNvSpPr>
              <a:spLocks noChangeArrowheads="1"/>
            </p:cNvSpPr>
            <p:nvPr/>
          </p:nvSpPr>
          <p:spPr bwMode="auto">
            <a:xfrm>
              <a:off x="4377" y="935"/>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30" name="Oval 52">
              <a:extLst>
                <a:ext uri="{FF2B5EF4-FFF2-40B4-BE49-F238E27FC236}">
                  <a16:creationId xmlns:a16="http://schemas.microsoft.com/office/drawing/2014/main" id="{A6AFF822-4FEB-44DF-AED6-F3A257FE3FC9}"/>
                </a:ext>
              </a:extLst>
            </p:cNvPr>
            <p:cNvSpPr>
              <a:spLocks noChangeArrowheads="1"/>
            </p:cNvSpPr>
            <p:nvPr/>
          </p:nvSpPr>
          <p:spPr bwMode="auto">
            <a:xfrm>
              <a:off x="4694" y="845"/>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31" name="Oval 53">
              <a:extLst>
                <a:ext uri="{FF2B5EF4-FFF2-40B4-BE49-F238E27FC236}">
                  <a16:creationId xmlns:a16="http://schemas.microsoft.com/office/drawing/2014/main" id="{BDCD4764-9DAC-4020-A642-3E2E7E6BBC48}"/>
                </a:ext>
              </a:extLst>
            </p:cNvPr>
            <p:cNvSpPr>
              <a:spLocks noChangeArrowheads="1"/>
            </p:cNvSpPr>
            <p:nvPr/>
          </p:nvSpPr>
          <p:spPr bwMode="auto">
            <a:xfrm>
              <a:off x="4967" y="1071"/>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32" name="Oval 54">
              <a:extLst>
                <a:ext uri="{FF2B5EF4-FFF2-40B4-BE49-F238E27FC236}">
                  <a16:creationId xmlns:a16="http://schemas.microsoft.com/office/drawing/2014/main" id="{EB75684F-A5F6-45DE-9E61-06F088182802}"/>
                </a:ext>
              </a:extLst>
            </p:cNvPr>
            <p:cNvSpPr>
              <a:spLocks noChangeArrowheads="1"/>
            </p:cNvSpPr>
            <p:nvPr/>
          </p:nvSpPr>
          <p:spPr bwMode="auto">
            <a:xfrm>
              <a:off x="4740" y="1207"/>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33" name="Oval 55">
              <a:extLst>
                <a:ext uri="{FF2B5EF4-FFF2-40B4-BE49-F238E27FC236}">
                  <a16:creationId xmlns:a16="http://schemas.microsoft.com/office/drawing/2014/main" id="{B098DC50-C36B-473B-A4DD-A178CC8F1B2E}"/>
                </a:ext>
              </a:extLst>
            </p:cNvPr>
            <p:cNvSpPr>
              <a:spLocks noChangeArrowheads="1"/>
            </p:cNvSpPr>
            <p:nvPr/>
          </p:nvSpPr>
          <p:spPr bwMode="auto">
            <a:xfrm>
              <a:off x="4026" y="1397"/>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34" name="Oval 56">
              <a:extLst>
                <a:ext uri="{FF2B5EF4-FFF2-40B4-BE49-F238E27FC236}">
                  <a16:creationId xmlns:a16="http://schemas.microsoft.com/office/drawing/2014/main" id="{F6C5A2EA-8E0F-4FA3-AEF8-AF8B68D81F6A}"/>
                </a:ext>
              </a:extLst>
            </p:cNvPr>
            <p:cNvSpPr>
              <a:spLocks noChangeArrowheads="1"/>
            </p:cNvSpPr>
            <p:nvPr/>
          </p:nvSpPr>
          <p:spPr bwMode="auto">
            <a:xfrm>
              <a:off x="4422" y="1797"/>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9735" name="Oval 57">
              <a:extLst>
                <a:ext uri="{FF2B5EF4-FFF2-40B4-BE49-F238E27FC236}">
                  <a16:creationId xmlns:a16="http://schemas.microsoft.com/office/drawing/2014/main" id="{BB3B5E09-5557-4B7F-8F39-AD653A113F14}"/>
                </a:ext>
              </a:extLst>
            </p:cNvPr>
            <p:cNvSpPr>
              <a:spLocks noChangeArrowheads="1"/>
            </p:cNvSpPr>
            <p:nvPr/>
          </p:nvSpPr>
          <p:spPr bwMode="auto">
            <a:xfrm>
              <a:off x="4513" y="1026"/>
              <a:ext cx="57" cy="57"/>
            </a:xfrm>
            <a:prstGeom prst="ellipse">
              <a:avLst/>
            </a:prstGeom>
            <a:gradFill rotWithShape="1">
              <a:gsLst>
                <a:gs pos="0">
                  <a:srgbClr val="FF9933"/>
                </a:gs>
                <a:gs pos="100000">
                  <a:srgbClr val="0000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4" name="Group 60">
            <a:extLst>
              <a:ext uri="{FF2B5EF4-FFF2-40B4-BE49-F238E27FC236}">
                <a16:creationId xmlns:a16="http://schemas.microsoft.com/office/drawing/2014/main" id="{C39FFCB8-AEEC-4368-A20E-721FFA0FD944}"/>
              </a:ext>
            </a:extLst>
          </p:cNvPr>
          <p:cNvGrpSpPr>
            <a:grpSpLocks/>
          </p:cNvGrpSpPr>
          <p:nvPr/>
        </p:nvGrpSpPr>
        <p:grpSpPr bwMode="auto">
          <a:xfrm>
            <a:off x="7138988" y="1773238"/>
            <a:ext cx="230187" cy="388937"/>
            <a:chOff x="4497" y="1117"/>
            <a:chExt cx="145" cy="245"/>
          </a:xfrm>
        </p:grpSpPr>
        <p:sp>
          <p:nvSpPr>
            <p:cNvPr id="29710" name="Oval 43">
              <a:extLst>
                <a:ext uri="{FF2B5EF4-FFF2-40B4-BE49-F238E27FC236}">
                  <a16:creationId xmlns:a16="http://schemas.microsoft.com/office/drawing/2014/main" id="{41E63C2A-5500-40B8-A7D8-C0DAC92A581F}"/>
                </a:ext>
              </a:extLst>
            </p:cNvPr>
            <p:cNvSpPr>
              <a:spLocks noChangeArrowheads="1"/>
            </p:cNvSpPr>
            <p:nvPr/>
          </p:nvSpPr>
          <p:spPr bwMode="auto">
            <a:xfrm>
              <a:off x="4497" y="1294"/>
              <a:ext cx="68" cy="68"/>
            </a:xfrm>
            <a:prstGeom prst="ellipse">
              <a:avLst/>
            </a:prstGeom>
            <a:gradFill rotWithShape="1">
              <a:gsLst>
                <a:gs pos="0">
                  <a:srgbClr val="FF3300"/>
                </a:gs>
                <a:gs pos="100000">
                  <a:srgbClr val="7618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29711" name="Object 58">
              <a:extLst>
                <a:ext uri="{FF2B5EF4-FFF2-40B4-BE49-F238E27FC236}">
                  <a16:creationId xmlns:a16="http://schemas.microsoft.com/office/drawing/2014/main" id="{E79B83BD-15B0-49CC-826B-BD68898957B4}"/>
                </a:ext>
              </a:extLst>
            </p:cNvPr>
            <p:cNvGraphicFramePr>
              <a:graphicFrameLocks noChangeAspect="1"/>
            </p:cNvGraphicFramePr>
            <p:nvPr/>
          </p:nvGraphicFramePr>
          <p:xfrm>
            <a:off x="4513" y="1117"/>
            <a:ext cx="129" cy="181"/>
          </p:xfrm>
          <a:graphic>
            <a:graphicData uri="http://schemas.openxmlformats.org/presentationml/2006/ole">
              <mc:AlternateContent xmlns:mc="http://schemas.openxmlformats.org/markup-compatibility/2006">
                <mc:Choice xmlns:v="urn:schemas-microsoft-com:vml" Requires="v">
                  <p:oleObj spid="_x0000_s27693" name="公式" r:id="rId23" imgW="114364" imgH="127091" progId="Equation.3">
                    <p:embed/>
                  </p:oleObj>
                </mc:Choice>
                <mc:Fallback>
                  <p:oleObj name="公式" r:id="rId23" imgW="114364" imgH="127091" progId="Equation.3">
                    <p:embed/>
                    <p:pic>
                      <p:nvPicPr>
                        <p:cNvPr id="29711" name="Object 58">
                          <a:extLst>
                            <a:ext uri="{FF2B5EF4-FFF2-40B4-BE49-F238E27FC236}">
                              <a16:creationId xmlns:a16="http://schemas.microsoft.com/office/drawing/2014/main" id="{E79B83BD-15B0-49CC-826B-BD68898957B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13" y="1117"/>
                          <a:ext cx="129"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blinds(horizontal)">
                                      <p:cBhvr>
                                        <p:cTn id="7" dur="500"/>
                                        <p:tgtEl>
                                          <p:spTgt spid="327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772"/>
                                        </p:tgtEl>
                                        <p:attrNameLst>
                                          <p:attrName>style.visibility</p:attrName>
                                        </p:attrNameLst>
                                      </p:cBhvr>
                                      <p:to>
                                        <p:strVal val="visible"/>
                                      </p:to>
                                    </p:set>
                                    <p:animEffect transition="in" filter="box(in)">
                                      <p:cBhvr>
                                        <p:cTn id="12" dur="500"/>
                                        <p:tgtEl>
                                          <p:spTgt spid="32772"/>
                                        </p:tgtEl>
                                      </p:cBhvr>
                                    </p:animEffect>
                                  </p:childTnLst>
                                </p:cTn>
                              </p:par>
                            </p:childTnLst>
                          </p:cTn>
                        </p:par>
                        <p:par>
                          <p:cTn id="13" fill="hold" nodeType="afterGroup">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32810"/>
                                        </p:tgtEl>
                                        <p:attrNameLst>
                                          <p:attrName>style.visibility</p:attrName>
                                        </p:attrNameLst>
                                      </p:cBhvr>
                                      <p:to>
                                        <p:strVal val="visible"/>
                                      </p:to>
                                    </p:set>
                                    <p:animEffect transition="in" filter="box(in)">
                                      <p:cBhvr>
                                        <p:cTn id="16" dur="500"/>
                                        <p:tgtEl>
                                          <p:spTgt spid="3281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linds(horizontal)">
                                      <p:cBhvr>
                                        <p:cTn id="26" dur="500"/>
                                        <p:tgtEl>
                                          <p:spTgt spid="4"/>
                                        </p:tgtEl>
                                      </p:cBhvr>
                                    </p:animEffect>
                                  </p:childTnLst>
                                </p:cTn>
                              </p:par>
                            </p:childTnLst>
                          </p:cTn>
                        </p:par>
                        <p:par>
                          <p:cTn id="27" fill="hold" nodeType="afterGroup">
                            <p:stCondLst>
                              <p:cond delay="500"/>
                            </p:stCondLst>
                            <p:childTnLst>
                              <p:par>
                                <p:cTn id="28" presetID="22" presetClass="entr" presetSubtype="4"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down)">
                                      <p:cBhvr>
                                        <p:cTn id="30" dur="1000"/>
                                        <p:tgtEl>
                                          <p:spTgt spid="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5" fill="hold" grpId="0" nodeType="clickEffect">
                                  <p:stCondLst>
                                    <p:cond delay="0"/>
                                  </p:stCondLst>
                                  <p:childTnLst>
                                    <p:set>
                                      <p:cBhvr>
                                        <p:cTn id="34" dur="1" fill="hold">
                                          <p:stCondLst>
                                            <p:cond delay="0"/>
                                          </p:stCondLst>
                                        </p:cTn>
                                        <p:tgtEl>
                                          <p:spTgt spid="32773"/>
                                        </p:tgtEl>
                                        <p:attrNameLst>
                                          <p:attrName>style.visibility</p:attrName>
                                        </p:attrNameLst>
                                      </p:cBhvr>
                                      <p:to>
                                        <p:strVal val="visible"/>
                                      </p:to>
                                    </p:set>
                                    <p:animEffect transition="in" filter="blinds(vertical)">
                                      <p:cBhvr>
                                        <p:cTn id="35" dur="500"/>
                                        <p:tgtEl>
                                          <p:spTgt spid="3277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nodeType="clickEffect">
                                  <p:stCondLst>
                                    <p:cond delay="0"/>
                                  </p:stCondLst>
                                  <p:childTnLst>
                                    <p:set>
                                      <p:cBhvr>
                                        <p:cTn id="39" dur="1" fill="hold">
                                          <p:stCondLst>
                                            <p:cond delay="0"/>
                                          </p:stCondLst>
                                        </p:cTn>
                                        <p:tgtEl>
                                          <p:spTgt spid="32774"/>
                                        </p:tgtEl>
                                        <p:attrNameLst>
                                          <p:attrName>style.visibility</p:attrName>
                                        </p:attrNameLst>
                                      </p:cBhvr>
                                      <p:to>
                                        <p:strVal val="visible"/>
                                      </p:to>
                                    </p:set>
                                    <p:animEffect transition="in" filter="box(out)">
                                      <p:cBhvr>
                                        <p:cTn id="40" dur="500"/>
                                        <p:tgtEl>
                                          <p:spTgt spid="3277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6" fill="hold" grpId="0" nodeType="clickEffect">
                                  <p:stCondLst>
                                    <p:cond delay="0"/>
                                  </p:stCondLst>
                                  <p:childTnLst>
                                    <p:set>
                                      <p:cBhvr>
                                        <p:cTn id="44" dur="1" fill="hold">
                                          <p:stCondLst>
                                            <p:cond delay="0"/>
                                          </p:stCondLst>
                                        </p:cTn>
                                        <p:tgtEl>
                                          <p:spTgt spid="32778"/>
                                        </p:tgtEl>
                                        <p:attrNameLst>
                                          <p:attrName>style.visibility</p:attrName>
                                        </p:attrNameLst>
                                      </p:cBhvr>
                                      <p:to>
                                        <p:strVal val="visible"/>
                                      </p:to>
                                    </p:set>
                                    <p:animEffect transition="in" filter="barn(inHorizontal)">
                                      <p:cBhvr>
                                        <p:cTn id="45" dur="500"/>
                                        <p:tgtEl>
                                          <p:spTgt spid="327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32779"/>
                                        </p:tgtEl>
                                        <p:attrNameLst>
                                          <p:attrName>style.visibility</p:attrName>
                                        </p:attrNameLst>
                                      </p:cBhvr>
                                      <p:to>
                                        <p:strVal val="visible"/>
                                      </p:to>
                                    </p:set>
                                    <p:animEffect transition="in" filter="box(in)">
                                      <p:cBhvr>
                                        <p:cTn id="50" dur="500"/>
                                        <p:tgtEl>
                                          <p:spTgt spid="3277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32775">
                                            <p:txEl>
                                              <p:pRg st="0" end="0"/>
                                            </p:txEl>
                                          </p:spTgt>
                                        </p:tgtEl>
                                        <p:attrNameLst>
                                          <p:attrName>style.visibility</p:attrName>
                                        </p:attrNameLst>
                                      </p:cBhvr>
                                      <p:to>
                                        <p:strVal val="visible"/>
                                      </p:to>
                                    </p:set>
                                    <p:animEffect transition="in" filter="wipe(up)">
                                      <p:cBhvr>
                                        <p:cTn id="55" dur="500"/>
                                        <p:tgtEl>
                                          <p:spTgt spid="327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772" grpId="0" autoUpdateAnimBg="0"/>
      <p:bldP spid="32773" grpId="0" autoUpdateAnimBg="0"/>
      <p:bldP spid="32775" grpId="0" build="p" autoUpdateAnimBg="0"/>
      <p:bldP spid="32778" grpId="0" autoUpdateAnimBg="0"/>
      <p:bldP spid="3281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Text Box 5">
            <a:extLst>
              <a:ext uri="{FF2B5EF4-FFF2-40B4-BE49-F238E27FC236}">
                <a16:creationId xmlns:a16="http://schemas.microsoft.com/office/drawing/2014/main" id="{7248C318-43AE-492D-B4F7-D50A8B837C24}"/>
              </a:ext>
            </a:extLst>
          </p:cNvPr>
          <p:cNvSpPr txBox="1">
            <a:spLocks noChangeArrowheads="1"/>
          </p:cNvSpPr>
          <p:nvPr/>
        </p:nvSpPr>
        <p:spPr bwMode="auto">
          <a:xfrm>
            <a:off x="2209800" y="76200"/>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Times New Roman" panose="02020603050405020304" pitchFamily="18" charset="0"/>
              </a:rPr>
              <a:t>物体质量连续分布时：</a:t>
            </a:r>
          </a:p>
        </p:txBody>
      </p:sp>
      <p:sp>
        <p:nvSpPr>
          <p:cNvPr id="33799" name="Text Box 7">
            <a:extLst>
              <a:ext uri="{FF2B5EF4-FFF2-40B4-BE49-F238E27FC236}">
                <a16:creationId xmlns:a16="http://schemas.microsoft.com/office/drawing/2014/main" id="{04DC678D-0D2F-4007-A32F-CFF7C0919383}"/>
              </a:ext>
            </a:extLst>
          </p:cNvPr>
          <p:cNvSpPr txBox="1">
            <a:spLocks noChangeArrowheads="1"/>
          </p:cNvSpPr>
          <p:nvPr/>
        </p:nvSpPr>
        <p:spPr bwMode="auto">
          <a:xfrm>
            <a:off x="533400" y="2438400"/>
            <a:ext cx="777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latin typeface="宋体" panose="02010600030101010101" pitchFamily="2" charset="-122"/>
              </a:rPr>
              <a:t>对称物体的质心就是物体的对称中心。</a:t>
            </a:r>
            <a:endParaRPr kumimoji="1" lang="zh-CN" altLang="en-US" sz="2400" b="1">
              <a:latin typeface="宋体" panose="02010600030101010101" pitchFamily="2" charset="-122"/>
            </a:endParaRPr>
          </a:p>
        </p:txBody>
      </p:sp>
      <p:sp>
        <p:nvSpPr>
          <p:cNvPr id="33802" name="Text Box 10">
            <a:extLst>
              <a:ext uri="{FF2B5EF4-FFF2-40B4-BE49-F238E27FC236}">
                <a16:creationId xmlns:a16="http://schemas.microsoft.com/office/drawing/2014/main" id="{1DF3A568-F94D-46E4-8CF6-B4F895F502CC}"/>
              </a:ext>
            </a:extLst>
          </p:cNvPr>
          <p:cNvSpPr txBox="1">
            <a:spLocks noChangeArrowheads="1"/>
          </p:cNvSpPr>
          <p:nvPr/>
        </p:nvSpPr>
        <p:spPr bwMode="auto">
          <a:xfrm>
            <a:off x="533400" y="3048000"/>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b="1">
                <a:solidFill>
                  <a:schemeClr val="accent1"/>
                </a:solidFill>
                <a:latin typeface="Times New Roman" panose="02020603050405020304" pitchFamily="18" charset="0"/>
                <a:ea typeface="创艺简魏碑" pitchFamily="2" charset="-122"/>
              </a:rPr>
              <a:t>质心不一定在刚体上。</a:t>
            </a:r>
            <a:endParaRPr kumimoji="1" lang="zh-CN" altLang="en-US" sz="2400" b="1">
              <a:solidFill>
                <a:schemeClr val="accent1"/>
              </a:solidFill>
              <a:latin typeface="Times New Roman" panose="02020603050405020304" pitchFamily="18" charset="0"/>
              <a:ea typeface="创艺简魏碑" pitchFamily="2" charset="-122"/>
            </a:endParaRPr>
          </a:p>
        </p:txBody>
      </p:sp>
      <p:graphicFrame>
        <p:nvGraphicFramePr>
          <p:cNvPr id="33803" name="Object 11">
            <a:extLst>
              <a:ext uri="{FF2B5EF4-FFF2-40B4-BE49-F238E27FC236}">
                <a16:creationId xmlns:a16="http://schemas.microsoft.com/office/drawing/2014/main" id="{590C4495-BAA9-4AF6-94F5-FDA227276808}"/>
              </a:ext>
            </a:extLst>
          </p:cNvPr>
          <p:cNvGraphicFramePr>
            <a:graphicFrameLocks noChangeAspect="1"/>
          </p:cNvGraphicFramePr>
          <p:nvPr/>
        </p:nvGraphicFramePr>
        <p:xfrm>
          <a:off x="2489200" y="639763"/>
          <a:ext cx="3811588" cy="1420812"/>
        </p:xfrm>
        <a:graphic>
          <a:graphicData uri="http://schemas.openxmlformats.org/presentationml/2006/ole">
            <mc:AlternateContent xmlns:mc="http://schemas.openxmlformats.org/markup-compatibility/2006">
              <mc:Choice xmlns:v="urn:schemas-microsoft-com:vml" Requires="v">
                <p:oleObj spid="_x0000_s28716" name="公式" r:id="rId4" imgW="1371549" imgH="508091" progId="Equation.3">
                  <p:embed/>
                </p:oleObj>
              </mc:Choice>
              <mc:Fallback>
                <p:oleObj name="公式" r:id="rId4" imgW="1371549" imgH="508091" progId="Equation.3">
                  <p:embed/>
                  <p:pic>
                    <p:nvPicPr>
                      <p:cNvPr id="33803" name="Object 11">
                        <a:extLst>
                          <a:ext uri="{FF2B5EF4-FFF2-40B4-BE49-F238E27FC236}">
                            <a16:creationId xmlns:a16="http://schemas.microsoft.com/office/drawing/2014/main" id="{590C4495-BAA9-4AF6-94F5-FDA2272768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9200" y="639763"/>
                        <a:ext cx="3811588" cy="142081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5" name="Text Box 13">
            <a:extLst>
              <a:ext uri="{FF2B5EF4-FFF2-40B4-BE49-F238E27FC236}">
                <a16:creationId xmlns:a16="http://schemas.microsoft.com/office/drawing/2014/main" id="{5B6DBE96-E03D-42AA-803A-BD0F21262132}"/>
              </a:ext>
            </a:extLst>
          </p:cNvPr>
          <p:cNvSpPr txBox="1">
            <a:spLocks noChangeArrowheads="1"/>
          </p:cNvSpPr>
          <p:nvPr/>
        </p:nvSpPr>
        <p:spPr bwMode="auto">
          <a:xfrm>
            <a:off x="304800" y="3733800"/>
            <a:ext cx="3352800" cy="519113"/>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800" b="1">
                <a:solidFill>
                  <a:srgbClr val="0000FF"/>
                </a:solidFill>
                <a:effectLst>
                  <a:outerShdw blurRad="38100" dist="38100" dir="2700000" algn="tl">
                    <a:srgbClr val="C0C0C0"/>
                  </a:outerShdw>
                </a:effectLst>
                <a:latin typeface="黑体" pitchFamily="2" charset="-122"/>
                <a:ea typeface="黑体" pitchFamily="2" charset="-122"/>
              </a:rPr>
              <a:t>2</a:t>
            </a:r>
            <a:r>
              <a:rPr kumimoji="1" lang="zh-CN" altLang="en-US" sz="2800" b="1">
                <a:solidFill>
                  <a:srgbClr val="0000FF"/>
                </a:solidFill>
                <a:effectLst>
                  <a:outerShdw blurRad="38100" dist="38100" dir="2700000" algn="tl">
                    <a:srgbClr val="C0C0C0"/>
                  </a:outerShdw>
                </a:effectLst>
                <a:latin typeface="黑体" pitchFamily="2" charset="-122"/>
                <a:ea typeface="黑体" pitchFamily="2" charset="-122"/>
              </a:rPr>
              <a:t>、质心运动定律</a:t>
            </a:r>
          </a:p>
        </p:txBody>
      </p:sp>
      <p:graphicFrame>
        <p:nvGraphicFramePr>
          <p:cNvPr id="33806" name="Object 14">
            <a:extLst>
              <a:ext uri="{FF2B5EF4-FFF2-40B4-BE49-F238E27FC236}">
                <a16:creationId xmlns:a16="http://schemas.microsoft.com/office/drawing/2014/main" id="{4DB21568-3BC1-43EE-BE53-725033E528AD}"/>
              </a:ext>
            </a:extLst>
          </p:cNvPr>
          <p:cNvGraphicFramePr>
            <a:graphicFrameLocks noChangeAspect="1"/>
          </p:cNvGraphicFramePr>
          <p:nvPr/>
        </p:nvGraphicFramePr>
        <p:xfrm>
          <a:off x="6191250" y="5792788"/>
          <a:ext cx="1511300" cy="695325"/>
        </p:xfrm>
        <a:graphic>
          <a:graphicData uri="http://schemas.openxmlformats.org/presentationml/2006/ole">
            <mc:AlternateContent xmlns:mc="http://schemas.openxmlformats.org/markup-compatibility/2006">
              <mc:Choice xmlns:v="urn:schemas-microsoft-com:vml" Requires="v">
                <p:oleObj spid="_x0000_s28717" name="公式" r:id="rId6" imgW="527163" imgH="203291" progId="Equation.3">
                  <p:embed/>
                </p:oleObj>
              </mc:Choice>
              <mc:Fallback>
                <p:oleObj name="公式" r:id="rId6" imgW="527163" imgH="203291" progId="Equation.3">
                  <p:embed/>
                  <p:pic>
                    <p:nvPicPr>
                      <p:cNvPr id="33806" name="Object 14">
                        <a:extLst>
                          <a:ext uri="{FF2B5EF4-FFF2-40B4-BE49-F238E27FC236}">
                            <a16:creationId xmlns:a16="http://schemas.microsoft.com/office/drawing/2014/main" id="{4DB21568-3BC1-43EE-BE53-725033E528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1250" y="5792788"/>
                        <a:ext cx="1511300" cy="695325"/>
                      </a:xfrm>
                      <a:prstGeom prst="rect">
                        <a:avLst/>
                      </a:prstGeom>
                      <a:solidFill>
                        <a:srgbClr val="FFCC00">
                          <a:alpha val="27843"/>
                        </a:srgbClr>
                      </a:solidFill>
                      <a:ln w="2857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38" name="Object 46">
            <a:extLst>
              <a:ext uri="{FF2B5EF4-FFF2-40B4-BE49-F238E27FC236}">
                <a16:creationId xmlns:a16="http://schemas.microsoft.com/office/drawing/2014/main" id="{D3F8FB62-8854-430A-9B7E-6D27DCD5F2AA}"/>
              </a:ext>
            </a:extLst>
          </p:cNvPr>
          <p:cNvGraphicFramePr>
            <a:graphicFrameLocks noChangeAspect="1"/>
          </p:cNvGraphicFramePr>
          <p:nvPr/>
        </p:nvGraphicFramePr>
        <p:xfrm>
          <a:off x="6418263" y="0"/>
          <a:ext cx="2767012" cy="3048000"/>
        </p:xfrm>
        <a:graphic>
          <a:graphicData uri="http://schemas.openxmlformats.org/presentationml/2006/ole">
            <mc:AlternateContent xmlns:mc="http://schemas.openxmlformats.org/markup-compatibility/2006">
              <mc:Choice xmlns:v="urn:schemas-microsoft-com:vml" Requires="v">
                <p:oleObj spid="_x0000_s28718" name="Equation" r:id="rId8" imgW="1015932" imgH="1219200" progId="Equation.3">
                  <p:embed/>
                </p:oleObj>
              </mc:Choice>
              <mc:Fallback>
                <p:oleObj name="Equation" r:id="rId8" imgW="1015932" imgH="1219200" progId="Equation.3">
                  <p:embed/>
                  <p:pic>
                    <p:nvPicPr>
                      <p:cNvPr id="33838" name="Object 46">
                        <a:extLst>
                          <a:ext uri="{FF2B5EF4-FFF2-40B4-BE49-F238E27FC236}">
                            <a16:creationId xmlns:a16="http://schemas.microsoft.com/office/drawing/2014/main" id="{D3F8FB62-8854-430A-9B7E-6D27DCD5F2A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18263" y="0"/>
                        <a:ext cx="2767012" cy="30480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2" name="Object 50">
            <a:extLst>
              <a:ext uri="{FF2B5EF4-FFF2-40B4-BE49-F238E27FC236}">
                <a16:creationId xmlns:a16="http://schemas.microsoft.com/office/drawing/2014/main" id="{E702DEF2-3EC3-4EC1-9FEF-C32696714C1D}"/>
              </a:ext>
            </a:extLst>
          </p:cNvPr>
          <p:cNvGraphicFramePr>
            <a:graphicFrameLocks noChangeAspect="1"/>
          </p:cNvGraphicFramePr>
          <p:nvPr/>
        </p:nvGraphicFramePr>
        <p:xfrm>
          <a:off x="4038600" y="3505200"/>
          <a:ext cx="2336800" cy="1016000"/>
        </p:xfrm>
        <a:graphic>
          <a:graphicData uri="http://schemas.openxmlformats.org/presentationml/2006/ole">
            <mc:AlternateContent xmlns:mc="http://schemas.openxmlformats.org/markup-compatibility/2006">
              <mc:Choice xmlns:v="urn:schemas-microsoft-com:vml" Requires="v">
                <p:oleObj spid="_x0000_s28719" name="Equation" r:id="rId10" imgW="876245" imgH="355691" progId="Equation.3">
                  <p:embed/>
                </p:oleObj>
              </mc:Choice>
              <mc:Fallback>
                <p:oleObj name="Equation" r:id="rId10" imgW="876245" imgH="355691" progId="Equation.3">
                  <p:embed/>
                  <p:pic>
                    <p:nvPicPr>
                      <p:cNvPr id="33842" name="Object 50">
                        <a:extLst>
                          <a:ext uri="{FF2B5EF4-FFF2-40B4-BE49-F238E27FC236}">
                            <a16:creationId xmlns:a16="http://schemas.microsoft.com/office/drawing/2014/main" id="{E702DEF2-3EC3-4EC1-9FEF-C32696714C1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8600" y="3505200"/>
                        <a:ext cx="23368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3" name="Object 51">
            <a:extLst>
              <a:ext uri="{FF2B5EF4-FFF2-40B4-BE49-F238E27FC236}">
                <a16:creationId xmlns:a16="http://schemas.microsoft.com/office/drawing/2014/main" id="{106F8F9D-50C2-43DA-9CF0-3DCD0EFE6F59}"/>
              </a:ext>
            </a:extLst>
          </p:cNvPr>
          <p:cNvGraphicFramePr>
            <a:graphicFrameLocks noChangeAspect="1"/>
          </p:cNvGraphicFramePr>
          <p:nvPr/>
        </p:nvGraphicFramePr>
        <p:xfrm>
          <a:off x="350838" y="4525963"/>
          <a:ext cx="3567112" cy="915987"/>
        </p:xfrm>
        <a:graphic>
          <a:graphicData uri="http://schemas.openxmlformats.org/presentationml/2006/ole">
            <mc:AlternateContent xmlns:mc="http://schemas.openxmlformats.org/markup-compatibility/2006">
              <mc:Choice xmlns:v="urn:schemas-microsoft-com:vml" Requires="v">
                <p:oleObj spid="_x0000_s28720" name="公式" r:id="rId12" imgW="1428731" imgH="330109" progId="Equation.3">
                  <p:embed/>
                </p:oleObj>
              </mc:Choice>
              <mc:Fallback>
                <p:oleObj name="公式" r:id="rId12" imgW="1428731" imgH="330109" progId="Equation.3">
                  <p:embed/>
                  <p:pic>
                    <p:nvPicPr>
                      <p:cNvPr id="33843" name="Object 51">
                        <a:extLst>
                          <a:ext uri="{FF2B5EF4-FFF2-40B4-BE49-F238E27FC236}">
                            <a16:creationId xmlns:a16="http://schemas.microsoft.com/office/drawing/2014/main" id="{106F8F9D-50C2-43DA-9CF0-3DCD0EFE6F5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0838" y="4525963"/>
                        <a:ext cx="3567112" cy="915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4" name="Object 52">
            <a:extLst>
              <a:ext uri="{FF2B5EF4-FFF2-40B4-BE49-F238E27FC236}">
                <a16:creationId xmlns:a16="http://schemas.microsoft.com/office/drawing/2014/main" id="{B6484063-15DB-4C37-9EB9-77D62DCAA461}"/>
              </a:ext>
            </a:extLst>
          </p:cNvPr>
          <p:cNvGraphicFramePr>
            <a:graphicFrameLocks noChangeAspect="1"/>
          </p:cNvGraphicFramePr>
          <p:nvPr/>
        </p:nvGraphicFramePr>
        <p:xfrm>
          <a:off x="3870325" y="4638675"/>
          <a:ext cx="2012950" cy="828675"/>
        </p:xfrm>
        <a:graphic>
          <a:graphicData uri="http://schemas.openxmlformats.org/presentationml/2006/ole">
            <mc:AlternateContent xmlns:mc="http://schemas.openxmlformats.org/markup-compatibility/2006">
              <mc:Choice xmlns:v="urn:schemas-microsoft-com:vml" Requires="v">
                <p:oleObj spid="_x0000_s28721" name="公式" r:id="rId14" imgW="780942" imgH="292009" progId="Equation.3">
                  <p:embed/>
                </p:oleObj>
              </mc:Choice>
              <mc:Fallback>
                <p:oleObj name="公式" r:id="rId14" imgW="780942" imgH="292009" progId="Equation.3">
                  <p:embed/>
                  <p:pic>
                    <p:nvPicPr>
                      <p:cNvPr id="33844" name="Object 52">
                        <a:extLst>
                          <a:ext uri="{FF2B5EF4-FFF2-40B4-BE49-F238E27FC236}">
                            <a16:creationId xmlns:a16="http://schemas.microsoft.com/office/drawing/2014/main" id="{B6484063-15DB-4C37-9EB9-77D62DCAA46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70325" y="4638675"/>
                        <a:ext cx="2012950"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5" name="Object 53">
            <a:extLst>
              <a:ext uri="{FF2B5EF4-FFF2-40B4-BE49-F238E27FC236}">
                <a16:creationId xmlns:a16="http://schemas.microsoft.com/office/drawing/2014/main" id="{5C8622EA-F22B-4347-9D53-F7B45DB5E064}"/>
              </a:ext>
            </a:extLst>
          </p:cNvPr>
          <p:cNvGraphicFramePr>
            <a:graphicFrameLocks noChangeAspect="1"/>
          </p:cNvGraphicFramePr>
          <p:nvPr/>
        </p:nvGraphicFramePr>
        <p:xfrm>
          <a:off x="6219825" y="4724400"/>
          <a:ext cx="2208213" cy="660400"/>
        </p:xfrm>
        <a:graphic>
          <a:graphicData uri="http://schemas.openxmlformats.org/presentationml/2006/ole">
            <mc:AlternateContent xmlns:mc="http://schemas.openxmlformats.org/markup-compatibility/2006">
              <mc:Choice xmlns:v="urn:schemas-microsoft-com:vml" Requires="v">
                <p:oleObj spid="_x0000_s28722" name="公式" r:id="rId16" imgW="901568" imgH="203291" progId="Equation.3">
                  <p:embed/>
                </p:oleObj>
              </mc:Choice>
              <mc:Fallback>
                <p:oleObj name="公式" r:id="rId16" imgW="901568" imgH="203291" progId="Equation.3">
                  <p:embed/>
                  <p:pic>
                    <p:nvPicPr>
                      <p:cNvPr id="33845" name="Object 53">
                        <a:extLst>
                          <a:ext uri="{FF2B5EF4-FFF2-40B4-BE49-F238E27FC236}">
                            <a16:creationId xmlns:a16="http://schemas.microsoft.com/office/drawing/2014/main" id="{5C8622EA-F22B-4347-9D53-F7B45DB5E06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19825" y="4724400"/>
                        <a:ext cx="2208213"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6" name="Object 54">
            <a:extLst>
              <a:ext uri="{FF2B5EF4-FFF2-40B4-BE49-F238E27FC236}">
                <a16:creationId xmlns:a16="http://schemas.microsoft.com/office/drawing/2014/main" id="{D159BDFC-867C-418F-BE7B-732EFBE019F2}"/>
              </a:ext>
            </a:extLst>
          </p:cNvPr>
          <p:cNvGraphicFramePr>
            <a:graphicFrameLocks noChangeAspect="1"/>
          </p:cNvGraphicFramePr>
          <p:nvPr/>
        </p:nvGraphicFramePr>
        <p:xfrm>
          <a:off x="1441450" y="5667375"/>
          <a:ext cx="3722688" cy="955675"/>
        </p:xfrm>
        <a:graphic>
          <a:graphicData uri="http://schemas.openxmlformats.org/presentationml/2006/ole">
            <mc:AlternateContent xmlns:mc="http://schemas.openxmlformats.org/markup-compatibility/2006">
              <mc:Choice xmlns:v="urn:schemas-microsoft-com:vml" Requires="v">
                <p:oleObj spid="_x0000_s28723" name="公式" r:id="rId18" imgW="1428731" imgH="330109" progId="Equation.3">
                  <p:embed/>
                </p:oleObj>
              </mc:Choice>
              <mc:Fallback>
                <p:oleObj name="公式" r:id="rId18" imgW="1428731" imgH="330109" progId="Equation.3">
                  <p:embed/>
                  <p:pic>
                    <p:nvPicPr>
                      <p:cNvPr id="33846" name="Object 54">
                        <a:extLst>
                          <a:ext uri="{FF2B5EF4-FFF2-40B4-BE49-F238E27FC236}">
                            <a16:creationId xmlns:a16="http://schemas.microsoft.com/office/drawing/2014/main" id="{D159BDFC-867C-418F-BE7B-732EFBE019F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41450" y="5667375"/>
                        <a:ext cx="3722688"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7" name="Object 55">
            <a:extLst>
              <a:ext uri="{FF2B5EF4-FFF2-40B4-BE49-F238E27FC236}">
                <a16:creationId xmlns:a16="http://schemas.microsoft.com/office/drawing/2014/main" id="{60F6F29A-01A5-45A1-9C9D-06A11D55F85C}"/>
              </a:ext>
            </a:extLst>
          </p:cNvPr>
          <p:cNvGraphicFramePr>
            <a:graphicFrameLocks noChangeAspect="1"/>
          </p:cNvGraphicFramePr>
          <p:nvPr/>
        </p:nvGraphicFramePr>
        <p:xfrm>
          <a:off x="8302625" y="4800600"/>
          <a:ext cx="619125" cy="525463"/>
        </p:xfrm>
        <a:graphic>
          <a:graphicData uri="http://schemas.openxmlformats.org/presentationml/2006/ole">
            <mc:AlternateContent xmlns:mc="http://schemas.openxmlformats.org/markup-compatibility/2006">
              <mc:Choice xmlns:v="urn:schemas-microsoft-com:vml" Requires="v">
                <p:oleObj spid="_x0000_s28724" name="Equation" r:id="rId20" imgW="215930" imgH="152400" progId="Equation.3">
                  <p:embed/>
                </p:oleObj>
              </mc:Choice>
              <mc:Fallback>
                <p:oleObj name="Equation" r:id="rId20" imgW="215930" imgH="152400" progId="Equation.3">
                  <p:embed/>
                  <p:pic>
                    <p:nvPicPr>
                      <p:cNvPr id="33847" name="Object 55">
                        <a:extLst>
                          <a:ext uri="{FF2B5EF4-FFF2-40B4-BE49-F238E27FC236}">
                            <a16:creationId xmlns:a16="http://schemas.microsoft.com/office/drawing/2014/main" id="{60F6F29A-01A5-45A1-9C9D-06A11D55F85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302625" y="4800600"/>
                        <a:ext cx="619125"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8">
            <a:extLst>
              <a:ext uri="{FF2B5EF4-FFF2-40B4-BE49-F238E27FC236}">
                <a16:creationId xmlns:a16="http://schemas.microsoft.com/office/drawing/2014/main" id="{4267AB7B-49EA-4FA3-8B60-8004F0FF1A3A}"/>
              </a:ext>
            </a:extLst>
          </p:cNvPr>
          <p:cNvGrpSpPr>
            <a:grpSpLocks/>
          </p:cNvGrpSpPr>
          <p:nvPr/>
        </p:nvGrpSpPr>
        <p:grpSpPr bwMode="auto">
          <a:xfrm>
            <a:off x="179388" y="260350"/>
            <a:ext cx="2519362" cy="2278063"/>
            <a:chOff x="204" y="164"/>
            <a:chExt cx="1587" cy="1435"/>
          </a:xfrm>
        </p:grpSpPr>
        <p:sp>
          <p:nvSpPr>
            <p:cNvPr id="30743" name="Line 59">
              <a:extLst>
                <a:ext uri="{FF2B5EF4-FFF2-40B4-BE49-F238E27FC236}">
                  <a16:creationId xmlns:a16="http://schemas.microsoft.com/office/drawing/2014/main" id="{6EC36D75-5473-42C6-A8EE-3FB24293C720}"/>
                </a:ext>
              </a:extLst>
            </p:cNvPr>
            <p:cNvSpPr>
              <a:spLocks noChangeShapeType="1"/>
            </p:cNvSpPr>
            <p:nvPr/>
          </p:nvSpPr>
          <p:spPr bwMode="auto">
            <a:xfrm flipH="1" flipV="1">
              <a:off x="612" y="209"/>
              <a:ext cx="1" cy="99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0744" name="Line 60">
              <a:extLst>
                <a:ext uri="{FF2B5EF4-FFF2-40B4-BE49-F238E27FC236}">
                  <a16:creationId xmlns:a16="http://schemas.microsoft.com/office/drawing/2014/main" id="{3BC53838-6739-4845-8FCD-A3CB94E1B6D7}"/>
                </a:ext>
              </a:extLst>
            </p:cNvPr>
            <p:cNvSpPr>
              <a:spLocks noChangeShapeType="1"/>
            </p:cNvSpPr>
            <p:nvPr/>
          </p:nvSpPr>
          <p:spPr bwMode="auto">
            <a:xfrm rot="5400000" flipV="1">
              <a:off x="1158" y="654"/>
              <a:ext cx="0" cy="1089"/>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0745" name="Line 61">
              <a:extLst>
                <a:ext uri="{FF2B5EF4-FFF2-40B4-BE49-F238E27FC236}">
                  <a16:creationId xmlns:a16="http://schemas.microsoft.com/office/drawing/2014/main" id="{4542FA35-B5DB-41B8-8F62-7B34028E6E7F}"/>
                </a:ext>
              </a:extLst>
            </p:cNvPr>
            <p:cNvSpPr>
              <a:spLocks noChangeShapeType="1"/>
            </p:cNvSpPr>
            <p:nvPr/>
          </p:nvSpPr>
          <p:spPr bwMode="auto">
            <a:xfrm flipH="1">
              <a:off x="204" y="1199"/>
              <a:ext cx="409" cy="227"/>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30746" name="Freeform 62">
              <a:extLst>
                <a:ext uri="{FF2B5EF4-FFF2-40B4-BE49-F238E27FC236}">
                  <a16:creationId xmlns:a16="http://schemas.microsoft.com/office/drawing/2014/main" id="{90BBC796-F8C0-4351-8830-23AE3BFAF9E5}"/>
                </a:ext>
              </a:extLst>
            </p:cNvPr>
            <p:cNvSpPr>
              <a:spLocks/>
            </p:cNvSpPr>
            <p:nvPr/>
          </p:nvSpPr>
          <p:spPr bwMode="auto">
            <a:xfrm>
              <a:off x="839" y="255"/>
              <a:ext cx="726" cy="726"/>
            </a:xfrm>
            <a:custGeom>
              <a:avLst/>
              <a:gdLst>
                <a:gd name="T0" fmla="*/ 1523 w 559"/>
                <a:gd name="T1" fmla="*/ 1227562 h 418"/>
                <a:gd name="T2" fmla="*/ 903 w 559"/>
                <a:gd name="T3" fmla="*/ 1795813 h 418"/>
                <a:gd name="T4" fmla="*/ 6221 w 559"/>
                <a:gd name="T5" fmla="*/ 4319622 h 418"/>
                <a:gd name="T6" fmla="*/ 7942 w 559"/>
                <a:gd name="T7" fmla="*/ 4409050 h 418"/>
                <a:gd name="T8" fmla="*/ 9645 w 559"/>
                <a:gd name="T9" fmla="*/ 4571700 h 418"/>
                <a:gd name="T10" fmla="*/ 16689 w 559"/>
                <a:gd name="T11" fmla="*/ 4978646 h 418"/>
                <a:gd name="T12" fmla="*/ 23658 w 559"/>
                <a:gd name="T13" fmla="*/ 4896799 h 418"/>
                <a:gd name="T14" fmla="*/ 26039 w 559"/>
                <a:gd name="T15" fmla="*/ 4730109 h 418"/>
                <a:gd name="T16" fmla="*/ 27696 w 559"/>
                <a:gd name="T17" fmla="*/ 4571700 h 418"/>
                <a:gd name="T18" fmla="*/ 34838 w 559"/>
                <a:gd name="T19" fmla="*/ 4494508 h 418"/>
                <a:gd name="T20" fmla="*/ 36483 w 559"/>
                <a:gd name="T21" fmla="*/ 4236714 h 418"/>
                <a:gd name="T22" fmla="*/ 38878 w 559"/>
                <a:gd name="T23" fmla="*/ 4003855 h 418"/>
                <a:gd name="T24" fmla="*/ 41238 w 559"/>
                <a:gd name="T25" fmla="*/ 3509995 h 418"/>
                <a:gd name="T26" fmla="*/ 41853 w 559"/>
                <a:gd name="T27" fmla="*/ 3264450 h 418"/>
                <a:gd name="T28" fmla="*/ 43521 w 559"/>
                <a:gd name="T29" fmla="*/ 2941229 h 418"/>
                <a:gd name="T30" fmla="*/ 44711 w 559"/>
                <a:gd name="T31" fmla="*/ 2282662 h 418"/>
                <a:gd name="T32" fmla="*/ 46461 w 559"/>
                <a:gd name="T33" fmla="*/ 1795813 h 418"/>
                <a:gd name="T34" fmla="*/ 41853 w 559"/>
                <a:gd name="T35" fmla="*/ 323212 h 418"/>
                <a:gd name="T36" fmla="*/ 35323 w 559"/>
                <a:gd name="T37" fmla="*/ 0 h 418"/>
                <a:gd name="T38" fmla="*/ 12526 w 559"/>
                <a:gd name="T39" fmla="*/ 81965 h 418"/>
                <a:gd name="T40" fmla="*/ 6765 w 559"/>
                <a:gd name="T41" fmla="*/ 323212 h 418"/>
                <a:gd name="T42" fmla="*/ 1523 w 559"/>
                <a:gd name="T43" fmla="*/ 1227562 h 41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59"/>
                <a:gd name="T67" fmla="*/ 0 h 418"/>
                <a:gd name="T68" fmla="*/ 559 w 559"/>
                <a:gd name="T69" fmla="*/ 418 h 41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59" h="418">
                  <a:moveTo>
                    <a:pt x="18" y="103"/>
                  </a:moveTo>
                  <a:cubicBezTo>
                    <a:pt x="16" y="119"/>
                    <a:pt x="11" y="135"/>
                    <a:pt x="11" y="151"/>
                  </a:cubicBezTo>
                  <a:cubicBezTo>
                    <a:pt x="11" y="229"/>
                    <a:pt x="0" y="315"/>
                    <a:pt x="73" y="363"/>
                  </a:cubicBezTo>
                  <a:cubicBezTo>
                    <a:pt x="79" y="367"/>
                    <a:pt x="87" y="367"/>
                    <a:pt x="93" y="370"/>
                  </a:cubicBezTo>
                  <a:cubicBezTo>
                    <a:pt x="100" y="374"/>
                    <a:pt x="107" y="379"/>
                    <a:pt x="114" y="384"/>
                  </a:cubicBezTo>
                  <a:cubicBezTo>
                    <a:pt x="134" y="415"/>
                    <a:pt x="160" y="412"/>
                    <a:pt x="196" y="418"/>
                  </a:cubicBezTo>
                  <a:cubicBezTo>
                    <a:pt x="223" y="416"/>
                    <a:pt x="251" y="416"/>
                    <a:pt x="278" y="411"/>
                  </a:cubicBezTo>
                  <a:cubicBezTo>
                    <a:pt x="288" y="409"/>
                    <a:pt x="297" y="402"/>
                    <a:pt x="306" y="397"/>
                  </a:cubicBezTo>
                  <a:cubicBezTo>
                    <a:pt x="313" y="393"/>
                    <a:pt x="318" y="386"/>
                    <a:pt x="326" y="384"/>
                  </a:cubicBezTo>
                  <a:cubicBezTo>
                    <a:pt x="353" y="379"/>
                    <a:pt x="381" y="379"/>
                    <a:pt x="409" y="377"/>
                  </a:cubicBezTo>
                  <a:cubicBezTo>
                    <a:pt x="416" y="370"/>
                    <a:pt x="422" y="362"/>
                    <a:pt x="429" y="356"/>
                  </a:cubicBezTo>
                  <a:cubicBezTo>
                    <a:pt x="438" y="349"/>
                    <a:pt x="449" y="344"/>
                    <a:pt x="457" y="336"/>
                  </a:cubicBezTo>
                  <a:cubicBezTo>
                    <a:pt x="469" y="324"/>
                    <a:pt x="475" y="308"/>
                    <a:pt x="484" y="295"/>
                  </a:cubicBezTo>
                  <a:cubicBezTo>
                    <a:pt x="486" y="288"/>
                    <a:pt x="487" y="280"/>
                    <a:pt x="491" y="274"/>
                  </a:cubicBezTo>
                  <a:cubicBezTo>
                    <a:pt x="496" y="264"/>
                    <a:pt x="507" y="257"/>
                    <a:pt x="511" y="247"/>
                  </a:cubicBezTo>
                  <a:cubicBezTo>
                    <a:pt x="537" y="188"/>
                    <a:pt x="504" y="234"/>
                    <a:pt x="525" y="192"/>
                  </a:cubicBezTo>
                  <a:cubicBezTo>
                    <a:pt x="552" y="140"/>
                    <a:pt x="529" y="200"/>
                    <a:pt x="546" y="151"/>
                  </a:cubicBezTo>
                  <a:cubicBezTo>
                    <a:pt x="540" y="75"/>
                    <a:pt x="559" y="45"/>
                    <a:pt x="491" y="27"/>
                  </a:cubicBezTo>
                  <a:cubicBezTo>
                    <a:pt x="465" y="9"/>
                    <a:pt x="447" y="6"/>
                    <a:pt x="415" y="0"/>
                  </a:cubicBezTo>
                  <a:cubicBezTo>
                    <a:pt x="326" y="2"/>
                    <a:pt x="237" y="3"/>
                    <a:pt x="148" y="7"/>
                  </a:cubicBezTo>
                  <a:cubicBezTo>
                    <a:pt x="124" y="8"/>
                    <a:pt x="79" y="27"/>
                    <a:pt x="79" y="27"/>
                  </a:cubicBezTo>
                  <a:cubicBezTo>
                    <a:pt x="48" y="48"/>
                    <a:pt x="43" y="77"/>
                    <a:pt x="18" y="103"/>
                  </a:cubicBezTo>
                  <a:close/>
                </a:path>
              </a:pathLst>
            </a:custGeom>
            <a:solidFill>
              <a:schemeClr val="bg2">
                <a:alpha val="18039"/>
              </a:schemeClr>
            </a:solidFill>
            <a:ln w="19050">
              <a:solidFill>
                <a:srgbClr val="800000"/>
              </a:solidFill>
              <a:round/>
              <a:headEnd/>
              <a:tailEnd/>
            </a:ln>
          </p:spPr>
          <p:txBody>
            <a:bodyPr/>
            <a:lstStyle/>
            <a:p>
              <a:endParaRPr lang="zh-CN" altLang="en-US"/>
            </a:p>
          </p:txBody>
        </p:sp>
        <p:graphicFrame>
          <p:nvGraphicFramePr>
            <p:cNvPr id="30747" name="Object 63">
              <a:extLst>
                <a:ext uri="{FF2B5EF4-FFF2-40B4-BE49-F238E27FC236}">
                  <a16:creationId xmlns:a16="http://schemas.microsoft.com/office/drawing/2014/main" id="{85319E37-7A98-4FF2-AC7E-67094B3377FA}"/>
                </a:ext>
              </a:extLst>
            </p:cNvPr>
            <p:cNvGraphicFramePr>
              <a:graphicFrameLocks noChangeAspect="1"/>
            </p:cNvGraphicFramePr>
            <p:nvPr/>
          </p:nvGraphicFramePr>
          <p:xfrm>
            <a:off x="204" y="1373"/>
            <a:ext cx="226" cy="226"/>
          </p:xfrm>
          <a:graphic>
            <a:graphicData uri="http://schemas.openxmlformats.org/presentationml/2006/ole">
              <mc:AlternateContent xmlns:mc="http://schemas.openxmlformats.org/markup-compatibility/2006">
                <mc:Choice xmlns:v="urn:schemas-microsoft-com:vml" Requires="v">
                  <p:oleObj spid="_x0000_s28725" name="公式" r:id="rId22" imgW="139700" imgH="139700" progId="Equation.3">
                    <p:embed/>
                  </p:oleObj>
                </mc:Choice>
                <mc:Fallback>
                  <p:oleObj name="公式" r:id="rId22" imgW="139700" imgH="139700" progId="Equation.3">
                    <p:embed/>
                    <p:pic>
                      <p:nvPicPr>
                        <p:cNvPr id="30747" name="Object 63">
                          <a:extLst>
                            <a:ext uri="{FF2B5EF4-FFF2-40B4-BE49-F238E27FC236}">
                              <a16:creationId xmlns:a16="http://schemas.microsoft.com/office/drawing/2014/main" id="{85319E37-7A98-4FF2-AC7E-67094B3377F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4" y="1373"/>
                          <a:ext cx="226"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8" name="Object 64">
              <a:extLst>
                <a:ext uri="{FF2B5EF4-FFF2-40B4-BE49-F238E27FC236}">
                  <a16:creationId xmlns:a16="http://schemas.microsoft.com/office/drawing/2014/main" id="{68EC530B-DBCE-49A5-857A-4C8865324CC6}"/>
                </a:ext>
              </a:extLst>
            </p:cNvPr>
            <p:cNvGraphicFramePr>
              <a:graphicFrameLocks noChangeAspect="1"/>
            </p:cNvGraphicFramePr>
            <p:nvPr/>
          </p:nvGraphicFramePr>
          <p:xfrm>
            <a:off x="385" y="164"/>
            <a:ext cx="185" cy="226"/>
          </p:xfrm>
          <a:graphic>
            <a:graphicData uri="http://schemas.openxmlformats.org/presentationml/2006/ole">
              <mc:AlternateContent xmlns:mc="http://schemas.openxmlformats.org/markup-compatibility/2006">
                <mc:Choice xmlns:v="urn:schemas-microsoft-com:vml" Requires="v">
                  <p:oleObj spid="_x0000_s28726" name="公式" r:id="rId24" imgW="114201" imgH="139579" progId="Equation.3">
                    <p:embed/>
                  </p:oleObj>
                </mc:Choice>
                <mc:Fallback>
                  <p:oleObj name="公式" r:id="rId24" imgW="114201" imgH="139579" progId="Equation.3">
                    <p:embed/>
                    <p:pic>
                      <p:nvPicPr>
                        <p:cNvPr id="30748" name="Object 64">
                          <a:extLst>
                            <a:ext uri="{FF2B5EF4-FFF2-40B4-BE49-F238E27FC236}">
                              <a16:creationId xmlns:a16="http://schemas.microsoft.com/office/drawing/2014/main" id="{68EC530B-DBCE-49A5-857A-4C8865324CC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5" y="164"/>
                          <a:ext cx="185"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9" name="Object 65">
              <a:extLst>
                <a:ext uri="{FF2B5EF4-FFF2-40B4-BE49-F238E27FC236}">
                  <a16:creationId xmlns:a16="http://schemas.microsoft.com/office/drawing/2014/main" id="{EAEECC6C-D6DB-4338-BB3D-FC8F873D7D1D}"/>
                </a:ext>
              </a:extLst>
            </p:cNvPr>
            <p:cNvGraphicFramePr>
              <a:graphicFrameLocks noChangeAspect="1"/>
            </p:cNvGraphicFramePr>
            <p:nvPr/>
          </p:nvGraphicFramePr>
          <p:xfrm>
            <a:off x="1565" y="1179"/>
            <a:ext cx="226" cy="267"/>
          </p:xfrm>
          <a:graphic>
            <a:graphicData uri="http://schemas.openxmlformats.org/presentationml/2006/ole">
              <mc:AlternateContent xmlns:mc="http://schemas.openxmlformats.org/markup-compatibility/2006">
                <mc:Choice xmlns:v="urn:schemas-microsoft-com:vml" Requires="v">
                  <p:oleObj spid="_x0000_s28727" name="公式" r:id="rId26" imgW="139579" imgH="164957" progId="Equation.3">
                    <p:embed/>
                  </p:oleObj>
                </mc:Choice>
                <mc:Fallback>
                  <p:oleObj name="公式" r:id="rId26" imgW="139579" imgH="164957" progId="Equation.3">
                    <p:embed/>
                    <p:pic>
                      <p:nvPicPr>
                        <p:cNvPr id="30749" name="Object 65">
                          <a:extLst>
                            <a:ext uri="{FF2B5EF4-FFF2-40B4-BE49-F238E27FC236}">
                              <a16:creationId xmlns:a16="http://schemas.microsoft.com/office/drawing/2014/main" id="{EAEECC6C-D6DB-4338-BB3D-FC8F873D7D1D}"/>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65" y="1179"/>
                          <a:ext cx="22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66">
            <a:extLst>
              <a:ext uri="{FF2B5EF4-FFF2-40B4-BE49-F238E27FC236}">
                <a16:creationId xmlns:a16="http://schemas.microsoft.com/office/drawing/2014/main" id="{08CDD7CF-0ACB-42DE-A21A-043DC24E5218}"/>
              </a:ext>
            </a:extLst>
          </p:cNvPr>
          <p:cNvGrpSpPr>
            <a:grpSpLocks/>
          </p:cNvGrpSpPr>
          <p:nvPr/>
        </p:nvGrpSpPr>
        <p:grpSpPr bwMode="auto">
          <a:xfrm>
            <a:off x="833438" y="811213"/>
            <a:ext cx="1033462" cy="1079500"/>
            <a:chOff x="616" y="511"/>
            <a:chExt cx="651" cy="680"/>
          </a:xfrm>
        </p:grpSpPr>
        <p:graphicFrame>
          <p:nvGraphicFramePr>
            <p:cNvPr id="30741" name="Object 67">
              <a:extLst>
                <a:ext uri="{FF2B5EF4-FFF2-40B4-BE49-F238E27FC236}">
                  <a16:creationId xmlns:a16="http://schemas.microsoft.com/office/drawing/2014/main" id="{D35801B5-F5D7-4EE2-BAF4-F1397019D4AF}"/>
                </a:ext>
              </a:extLst>
            </p:cNvPr>
            <p:cNvGraphicFramePr>
              <a:graphicFrameLocks noChangeAspect="1"/>
            </p:cNvGraphicFramePr>
            <p:nvPr/>
          </p:nvGraphicFramePr>
          <p:xfrm>
            <a:off x="884" y="527"/>
            <a:ext cx="166" cy="278"/>
          </p:xfrm>
          <a:graphic>
            <a:graphicData uri="http://schemas.openxmlformats.org/presentationml/2006/ole">
              <mc:AlternateContent xmlns:mc="http://schemas.openxmlformats.org/markup-compatibility/2006">
                <mc:Choice xmlns:v="urn:schemas-microsoft-com:vml" Requires="v">
                  <p:oleObj spid="_x0000_s28728" name="公式" r:id="rId28" imgW="69980" imgH="114300" progId="Equation.3">
                    <p:embed/>
                  </p:oleObj>
                </mc:Choice>
                <mc:Fallback>
                  <p:oleObj name="公式" r:id="rId28" imgW="69980" imgH="114300" progId="Equation.3">
                    <p:embed/>
                    <p:pic>
                      <p:nvPicPr>
                        <p:cNvPr id="30741" name="Object 67">
                          <a:extLst>
                            <a:ext uri="{FF2B5EF4-FFF2-40B4-BE49-F238E27FC236}">
                              <a16:creationId xmlns:a16="http://schemas.microsoft.com/office/drawing/2014/main" id="{D35801B5-F5D7-4EE2-BAF4-F1397019D4AF}"/>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84" y="527"/>
                          <a:ext cx="166"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2" name="Line 68">
              <a:extLst>
                <a:ext uri="{FF2B5EF4-FFF2-40B4-BE49-F238E27FC236}">
                  <a16:creationId xmlns:a16="http://schemas.microsoft.com/office/drawing/2014/main" id="{28C5CBF7-4B41-4767-9ABA-559463DB418A}"/>
                </a:ext>
              </a:extLst>
            </p:cNvPr>
            <p:cNvSpPr>
              <a:spLocks noChangeShapeType="1"/>
            </p:cNvSpPr>
            <p:nvPr/>
          </p:nvSpPr>
          <p:spPr bwMode="auto">
            <a:xfrm flipV="1">
              <a:off x="616" y="511"/>
              <a:ext cx="651" cy="68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69">
            <a:extLst>
              <a:ext uri="{FF2B5EF4-FFF2-40B4-BE49-F238E27FC236}">
                <a16:creationId xmlns:a16="http://schemas.microsoft.com/office/drawing/2014/main" id="{EB4903B3-9420-455E-A7DB-995A7AA3D98C}"/>
              </a:ext>
            </a:extLst>
          </p:cNvPr>
          <p:cNvGrpSpPr>
            <a:grpSpLocks/>
          </p:cNvGrpSpPr>
          <p:nvPr/>
        </p:nvGrpSpPr>
        <p:grpSpPr bwMode="auto">
          <a:xfrm>
            <a:off x="1725613" y="406400"/>
            <a:ext cx="404812" cy="434975"/>
            <a:chOff x="1178" y="276"/>
            <a:chExt cx="255" cy="274"/>
          </a:xfrm>
        </p:grpSpPr>
        <p:sp>
          <p:nvSpPr>
            <p:cNvPr id="30739" name="Oval 70">
              <a:extLst>
                <a:ext uri="{FF2B5EF4-FFF2-40B4-BE49-F238E27FC236}">
                  <a16:creationId xmlns:a16="http://schemas.microsoft.com/office/drawing/2014/main" id="{E911FF65-3681-4303-A324-36EFD29947F9}"/>
                </a:ext>
              </a:extLst>
            </p:cNvPr>
            <p:cNvSpPr>
              <a:spLocks noChangeArrowheads="1"/>
            </p:cNvSpPr>
            <p:nvPr/>
          </p:nvSpPr>
          <p:spPr bwMode="auto">
            <a:xfrm>
              <a:off x="1247" y="482"/>
              <a:ext cx="79" cy="68"/>
            </a:xfrm>
            <a:prstGeom prst="ellipse">
              <a:avLst/>
            </a:prstGeom>
            <a:gradFill rotWithShape="1">
              <a:gsLst>
                <a:gs pos="0">
                  <a:srgbClr val="FF3300"/>
                </a:gs>
                <a:gs pos="100000">
                  <a:srgbClr val="761800"/>
                </a:gs>
              </a:gsLst>
              <a:path path="shape">
                <a:fillToRect l="50000" t="50000" r="50000" b="50000"/>
              </a:path>
            </a:gra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aphicFrame>
          <p:nvGraphicFramePr>
            <p:cNvPr id="30740" name="Object 71">
              <a:extLst>
                <a:ext uri="{FF2B5EF4-FFF2-40B4-BE49-F238E27FC236}">
                  <a16:creationId xmlns:a16="http://schemas.microsoft.com/office/drawing/2014/main" id="{1EF6842A-1B96-4303-A2DF-3FAB95145584}"/>
                </a:ext>
              </a:extLst>
            </p:cNvPr>
            <p:cNvGraphicFramePr>
              <a:graphicFrameLocks noChangeAspect="1"/>
            </p:cNvGraphicFramePr>
            <p:nvPr/>
          </p:nvGraphicFramePr>
          <p:xfrm>
            <a:off x="1178" y="276"/>
            <a:ext cx="255" cy="232"/>
          </p:xfrm>
          <a:graphic>
            <a:graphicData uri="http://schemas.openxmlformats.org/presentationml/2006/ole">
              <mc:AlternateContent xmlns:mc="http://schemas.openxmlformats.org/markup-compatibility/2006">
                <mc:Choice xmlns:v="urn:schemas-microsoft-com:vml" Requires="v">
                  <p:oleObj spid="_x0000_s28729" name="公式" r:id="rId30" imgW="209667" imgH="127091" progId="Equation.3">
                    <p:embed/>
                  </p:oleObj>
                </mc:Choice>
                <mc:Fallback>
                  <p:oleObj name="公式" r:id="rId30" imgW="209667" imgH="127091" progId="Equation.3">
                    <p:embed/>
                    <p:pic>
                      <p:nvPicPr>
                        <p:cNvPr id="30740" name="Object 71">
                          <a:extLst>
                            <a:ext uri="{FF2B5EF4-FFF2-40B4-BE49-F238E27FC236}">
                              <a16:creationId xmlns:a16="http://schemas.microsoft.com/office/drawing/2014/main" id="{1EF6842A-1B96-4303-A2DF-3FAB95145584}"/>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178" y="276"/>
                          <a:ext cx="255"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738" name="灯片编号占位符 3">
            <a:extLst>
              <a:ext uri="{FF2B5EF4-FFF2-40B4-BE49-F238E27FC236}">
                <a16:creationId xmlns:a16="http://schemas.microsoft.com/office/drawing/2014/main" id="{93BB6412-93B0-43FB-9A46-27C7FC4367DC}"/>
              </a:ext>
            </a:extLst>
          </p:cNvPr>
          <p:cNvSpPr>
            <a:spLocks noGrp="1"/>
          </p:cNvSpPr>
          <p:nvPr>
            <p:ph type="sldNum" sz="quarter" idx="12"/>
          </p:nvPr>
        </p:nvSpPr>
        <p:spPr bwMode="auto">
          <a:xfrm>
            <a:off x="7010400" y="6381750"/>
            <a:ext cx="2133600"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0000FF"/>
                </a:solidFill>
                <a:latin typeface="Times New Roman" panose="02020603050405020304" pitchFamily="18" charset="0"/>
                <a:ea typeface="宋体" panose="02010600030101010101" pitchFamily="2" charset="-122"/>
                <a:cs typeface="Times New Roman" panose="02020603050405020304" pitchFamily="18"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A374227B-FE15-4B84-84CF-E3D59E44619F}" type="slidenum">
              <a:rPr lang="en-US" altLang="zh-CN" smtClean="0"/>
              <a:pPr>
                <a:spcBef>
                  <a:spcPct val="0"/>
                </a:spcBef>
                <a:buFontTx/>
                <a:buNone/>
                <a:defRPr/>
              </a:pPr>
              <a:t>28</a:t>
            </a:fld>
            <a:endParaRPr lang="en-US" altLang="zh-CN" sz="2400">
              <a:solidFill>
                <a:srgbClr val="0000FF"/>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blinds(horizontal)">
                                      <p:cBhvr>
                                        <p:cTn id="7" dur="500"/>
                                        <p:tgtEl>
                                          <p:spTgt spid="33797"/>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ox(out)">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nodeType="clickEffect">
                                  <p:stCondLst>
                                    <p:cond delay="0"/>
                                  </p:stCondLst>
                                  <p:childTnLst>
                                    <p:set>
                                      <p:cBhvr>
                                        <p:cTn id="25" dur="1" fill="hold">
                                          <p:stCondLst>
                                            <p:cond delay="0"/>
                                          </p:stCondLst>
                                        </p:cTn>
                                        <p:tgtEl>
                                          <p:spTgt spid="33803"/>
                                        </p:tgtEl>
                                        <p:attrNameLst>
                                          <p:attrName>style.visibility</p:attrName>
                                        </p:attrNameLst>
                                      </p:cBhvr>
                                      <p:to>
                                        <p:strVal val="visible"/>
                                      </p:to>
                                    </p:set>
                                    <p:animEffect transition="in" filter="box(out)">
                                      <p:cBhvr>
                                        <p:cTn id="26" dur="500"/>
                                        <p:tgtEl>
                                          <p:spTgt spid="3380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nodeType="clickEffect">
                                  <p:stCondLst>
                                    <p:cond delay="0"/>
                                  </p:stCondLst>
                                  <p:childTnLst>
                                    <p:set>
                                      <p:cBhvr>
                                        <p:cTn id="30" dur="1" fill="hold">
                                          <p:stCondLst>
                                            <p:cond delay="0"/>
                                          </p:stCondLst>
                                        </p:cTn>
                                        <p:tgtEl>
                                          <p:spTgt spid="33838"/>
                                        </p:tgtEl>
                                        <p:attrNameLst>
                                          <p:attrName>style.visibility</p:attrName>
                                        </p:attrNameLst>
                                      </p:cBhvr>
                                      <p:to>
                                        <p:strVal val="visible"/>
                                      </p:to>
                                    </p:set>
                                    <p:animEffect transition="in" filter="box(out)">
                                      <p:cBhvr>
                                        <p:cTn id="31" dur="500"/>
                                        <p:tgtEl>
                                          <p:spTgt spid="3383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3799">
                                            <p:txEl>
                                              <p:pRg st="0" end="0"/>
                                            </p:txEl>
                                          </p:spTgt>
                                        </p:tgtEl>
                                        <p:attrNameLst>
                                          <p:attrName>style.visibility</p:attrName>
                                        </p:attrNameLst>
                                      </p:cBhvr>
                                      <p:to>
                                        <p:strVal val="visible"/>
                                      </p:to>
                                    </p:set>
                                    <p:animEffect transition="in" filter="wipe(up)">
                                      <p:cBhvr>
                                        <p:cTn id="36" dur="500"/>
                                        <p:tgtEl>
                                          <p:spTgt spid="33799">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33802">
                                            <p:txEl>
                                              <p:pRg st="0" end="0"/>
                                            </p:txEl>
                                          </p:spTgt>
                                        </p:tgtEl>
                                        <p:attrNameLst>
                                          <p:attrName>style.visibility</p:attrName>
                                        </p:attrNameLst>
                                      </p:cBhvr>
                                      <p:to>
                                        <p:strVal val="visible"/>
                                      </p:to>
                                    </p:set>
                                    <p:animEffect transition="in" filter="wipe(up)">
                                      <p:cBhvr>
                                        <p:cTn id="41" dur="500"/>
                                        <p:tgtEl>
                                          <p:spTgt spid="33802">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33805"/>
                                        </p:tgtEl>
                                        <p:attrNameLst>
                                          <p:attrName>style.visibility</p:attrName>
                                        </p:attrNameLst>
                                      </p:cBhvr>
                                      <p:to>
                                        <p:strVal val="visible"/>
                                      </p:to>
                                    </p:set>
                                    <p:anim calcmode="lin" valueType="num">
                                      <p:cBhvr additive="base">
                                        <p:cTn id="46" dur="500" fill="hold"/>
                                        <p:tgtEl>
                                          <p:spTgt spid="33805"/>
                                        </p:tgtEl>
                                        <p:attrNameLst>
                                          <p:attrName>ppt_x</p:attrName>
                                        </p:attrNameLst>
                                      </p:cBhvr>
                                      <p:tavLst>
                                        <p:tav tm="0">
                                          <p:val>
                                            <p:strVal val="0-#ppt_w/2"/>
                                          </p:val>
                                        </p:tav>
                                        <p:tav tm="100000">
                                          <p:val>
                                            <p:strVal val="#ppt_x"/>
                                          </p:val>
                                        </p:tav>
                                      </p:tavLst>
                                    </p:anim>
                                    <p:anim calcmode="lin" valueType="num">
                                      <p:cBhvr additive="base">
                                        <p:cTn id="47" dur="500" fill="hold"/>
                                        <p:tgtEl>
                                          <p:spTgt spid="33805"/>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33842"/>
                                        </p:tgtEl>
                                        <p:attrNameLst>
                                          <p:attrName>style.visibility</p:attrName>
                                        </p:attrNameLst>
                                      </p:cBhvr>
                                      <p:to>
                                        <p:strVal val="visible"/>
                                      </p:to>
                                    </p:set>
                                    <p:animEffect transition="in" filter="wipe(down)">
                                      <p:cBhvr>
                                        <p:cTn id="52" dur="500"/>
                                        <p:tgtEl>
                                          <p:spTgt spid="338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33843"/>
                                        </p:tgtEl>
                                        <p:attrNameLst>
                                          <p:attrName>style.visibility</p:attrName>
                                        </p:attrNameLst>
                                      </p:cBhvr>
                                      <p:to>
                                        <p:strVal val="visible"/>
                                      </p:to>
                                    </p:set>
                                    <p:animEffect transition="in" filter="wipe(down)">
                                      <p:cBhvr>
                                        <p:cTn id="57" dur="500"/>
                                        <p:tgtEl>
                                          <p:spTgt spid="3384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33844"/>
                                        </p:tgtEl>
                                        <p:attrNameLst>
                                          <p:attrName>style.visibility</p:attrName>
                                        </p:attrNameLst>
                                      </p:cBhvr>
                                      <p:to>
                                        <p:strVal val="visible"/>
                                      </p:to>
                                    </p:set>
                                    <p:animEffect transition="in" filter="wipe(down)">
                                      <p:cBhvr>
                                        <p:cTn id="62" dur="500"/>
                                        <p:tgtEl>
                                          <p:spTgt spid="3384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33845"/>
                                        </p:tgtEl>
                                        <p:attrNameLst>
                                          <p:attrName>style.visibility</p:attrName>
                                        </p:attrNameLst>
                                      </p:cBhvr>
                                      <p:to>
                                        <p:strVal val="visible"/>
                                      </p:to>
                                    </p:set>
                                    <p:animEffect transition="in" filter="wipe(down)">
                                      <p:cBhvr>
                                        <p:cTn id="67" dur="500"/>
                                        <p:tgtEl>
                                          <p:spTgt spid="3384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33847"/>
                                        </p:tgtEl>
                                        <p:attrNameLst>
                                          <p:attrName>style.visibility</p:attrName>
                                        </p:attrNameLst>
                                      </p:cBhvr>
                                      <p:to>
                                        <p:strVal val="visible"/>
                                      </p:to>
                                    </p:set>
                                    <p:animEffect transition="in" filter="wipe(down)">
                                      <p:cBhvr>
                                        <p:cTn id="72" dur="500"/>
                                        <p:tgtEl>
                                          <p:spTgt spid="3384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nodeType="clickEffect">
                                  <p:stCondLst>
                                    <p:cond delay="0"/>
                                  </p:stCondLst>
                                  <p:childTnLst>
                                    <p:set>
                                      <p:cBhvr>
                                        <p:cTn id="76" dur="1" fill="hold">
                                          <p:stCondLst>
                                            <p:cond delay="0"/>
                                          </p:stCondLst>
                                        </p:cTn>
                                        <p:tgtEl>
                                          <p:spTgt spid="33846"/>
                                        </p:tgtEl>
                                        <p:attrNameLst>
                                          <p:attrName>style.visibility</p:attrName>
                                        </p:attrNameLst>
                                      </p:cBhvr>
                                      <p:to>
                                        <p:strVal val="visible"/>
                                      </p:to>
                                    </p:set>
                                    <p:animEffect transition="in" filter="wipe(down)">
                                      <p:cBhvr>
                                        <p:cTn id="77" dur="500"/>
                                        <p:tgtEl>
                                          <p:spTgt spid="3384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32" fill="hold" nodeType="clickEffect">
                                  <p:stCondLst>
                                    <p:cond delay="0"/>
                                  </p:stCondLst>
                                  <p:childTnLst>
                                    <p:set>
                                      <p:cBhvr>
                                        <p:cTn id="81" dur="1" fill="hold">
                                          <p:stCondLst>
                                            <p:cond delay="0"/>
                                          </p:stCondLst>
                                        </p:cTn>
                                        <p:tgtEl>
                                          <p:spTgt spid="33806"/>
                                        </p:tgtEl>
                                        <p:attrNameLst>
                                          <p:attrName>style.visibility</p:attrName>
                                        </p:attrNameLst>
                                      </p:cBhvr>
                                      <p:to>
                                        <p:strVal val="visible"/>
                                      </p:to>
                                    </p:set>
                                    <p:animEffect transition="in" filter="box(out)">
                                      <p:cBhvr>
                                        <p:cTn id="82" dur="500"/>
                                        <p:tgtEl>
                                          <p:spTgt spid="338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utoUpdateAnimBg="0"/>
      <p:bldP spid="33799" grpId="0" build="p" autoUpdateAnimBg="0"/>
      <p:bldP spid="33802" grpId="0" build="p" autoUpdateAnimBg="0"/>
      <p:bldP spid="33805" grpId="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RmMGEyNDZlNzIxMzE3MDI5ZTUxZWVjOTU5NmZhZTYifQ=="/>
</p:tagLst>
</file>

<file path=ppt/theme/theme1.xml><?xml version="1.0" encoding="utf-8"?>
<a:theme xmlns:a="http://schemas.openxmlformats.org/drawingml/2006/main" name="1_默认设计模板">
  <a:themeElements>
    <a:clrScheme name="默认设计模板 14">
      <a:dk1>
        <a:srgbClr val="000000"/>
      </a:dk1>
      <a:lt1>
        <a:srgbClr val="FFFFFF"/>
      </a:lt1>
      <a:dk2>
        <a:srgbClr val="000000"/>
      </a:dk2>
      <a:lt2>
        <a:srgbClr val="808080"/>
      </a:lt2>
      <a:accent1>
        <a:srgbClr val="FFFFFF"/>
      </a:accent1>
      <a:accent2>
        <a:srgbClr val="333399"/>
      </a:accent2>
      <a:accent3>
        <a:srgbClr val="FFFFFF"/>
      </a:accent3>
      <a:accent4>
        <a:srgbClr val="000000"/>
      </a:accent4>
      <a:accent5>
        <a:srgbClr val="FFFFFF"/>
      </a:accent5>
      <a:accent6>
        <a:srgbClr val="2D2D8A"/>
      </a:accent6>
      <a:hlink>
        <a:srgbClr val="3333FF"/>
      </a:hlink>
      <a:folHlink>
        <a:srgbClr val="FF33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FF3300"/>
        </a:folHlink>
      </a:clrScheme>
      <a:clrMap bg1="lt1" tx1="dk1" bg2="lt2" tx2="dk2" accent1="accent1" accent2="accent2" accent3="accent3" accent4="accent4" accent5="accent5" accent6="accent6" hlink="hlink" folHlink="folHlink"/>
    </a:extraClrScheme>
    <a:extraClrScheme>
      <a:clrScheme name="默认设计模板 14">
        <a:dk1>
          <a:srgbClr val="000000"/>
        </a:dk1>
        <a:lt1>
          <a:srgbClr val="FFFFFF"/>
        </a:lt1>
        <a:dk2>
          <a:srgbClr val="000000"/>
        </a:dk2>
        <a:lt2>
          <a:srgbClr val="808080"/>
        </a:lt2>
        <a:accent1>
          <a:srgbClr val="FFFFFF"/>
        </a:accent1>
        <a:accent2>
          <a:srgbClr val="333399"/>
        </a:accent2>
        <a:accent3>
          <a:srgbClr val="FFFFFF"/>
        </a:accent3>
        <a:accent4>
          <a:srgbClr val="000000"/>
        </a:accent4>
        <a:accent5>
          <a:srgbClr val="FFFFFF"/>
        </a:accent5>
        <a:accent6>
          <a:srgbClr val="2D2D8A"/>
        </a:accent6>
        <a:hlink>
          <a:srgbClr val="3333FF"/>
        </a:hlink>
        <a:folHlink>
          <a:srgbClr val="FF33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实验室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实验室模板">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14">
      <a:dk1>
        <a:srgbClr val="000000"/>
      </a:dk1>
      <a:lt1>
        <a:srgbClr val="FFFFFF"/>
      </a:lt1>
      <a:dk2>
        <a:srgbClr val="000000"/>
      </a:dk2>
      <a:lt2>
        <a:srgbClr val="808080"/>
      </a:lt2>
      <a:accent1>
        <a:srgbClr val="000000"/>
      </a:accent1>
      <a:accent2>
        <a:srgbClr val="333399"/>
      </a:accent2>
      <a:accent3>
        <a:srgbClr val="FFFFFF"/>
      </a:accent3>
      <a:accent4>
        <a:srgbClr val="000000"/>
      </a:accent4>
      <a:accent5>
        <a:srgbClr val="AAAAAA"/>
      </a:accent5>
      <a:accent6>
        <a:srgbClr val="2D2D8A"/>
      </a:accent6>
      <a:hlink>
        <a:srgbClr val="009999"/>
      </a:hlink>
      <a:folHlink>
        <a:srgbClr val="FF33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000000"/>
        </a:accent1>
        <a:accent2>
          <a:srgbClr val="333399"/>
        </a:accent2>
        <a:accent3>
          <a:srgbClr val="FFFFFF"/>
        </a:accent3>
        <a:accent4>
          <a:srgbClr val="000000"/>
        </a:accent4>
        <a:accent5>
          <a:srgbClr val="AAAAAA"/>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14">
        <a:dk1>
          <a:srgbClr val="000000"/>
        </a:dk1>
        <a:lt1>
          <a:srgbClr val="FFFFFF"/>
        </a:lt1>
        <a:dk2>
          <a:srgbClr val="000000"/>
        </a:dk2>
        <a:lt2>
          <a:srgbClr val="808080"/>
        </a:lt2>
        <a:accent1>
          <a:srgbClr val="000000"/>
        </a:accent1>
        <a:accent2>
          <a:srgbClr val="333399"/>
        </a:accent2>
        <a:accent3>
          <a:srgbClr val="FFFFFF"/>
        </a:accent3>
        <a:accent4>
          <a:srgbClr val="000000"/>
        </a:accent4>
        <a:accent5>
          <a:srgbClr val="AAAAAA"/>
        </a:accent5>
        <a:accent6>
          <a:srgbClr val="2D2D8A"/>
        </a:accent6>
        <a:hlink>
          <a:srgbClr val="009999"/>
        </a:hlink>
        <a:folHlink>
          <a:srgbClr val="FF33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2291</Words>
  <Application>Microsoft Office PowerPoint</Application>
  <PresentationFormat>全屏显示(4:3)</PresentationFormat>
  <Paragraphs>265</Paragraphs>
  <Slides>28</Slides>
  <Notes>15</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4</vt:i4>
      </vt:variant>
      <vt:variant>
        <vt:lpstr>幻灯片标题</vt:lpstr>
      </vt:variant>
      <vt:variant>
        <vt:i4>28</vt:i4>
      </vt:variant>
    </vt:vector>
  </HeadingPairs>
  <TitlesOfParts>
    <vt:vector size="44" baseType="lpstr">
      <vt:lpstr>黑体</vt:lpstr>
      <vt:lpstr>华文宋体</vt:lpstr>
      <vt:lpstr>楷体_GB2312</vt:lpstr>
      <vt:lpstr>宋体</vt:lpstr>
      <vt:lpstr>Arial</vt:lpstr>
      <vt:lpstr>Book Antiqua</vt:lpstr>
      <vt:lpstr>Georgia</vt:lpstr>
      <vt:lpstr>Times New Roman</vt:lpstr>
      <vt:lpstr>Wingdings</vt:lpstr>
      <vt:lpstr>1_默认设计模板</vt:lpstr>
      <vt:lpstr>实验室模板</vt:lpstr>
      <vt:lpstr>默认设计模板</vt:lpstr>
      <vt:lpstr>Microsoft Equation 3.0</vt:lpstr>
      <vt:lpstr>MathType 6.0 Equation</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第3章  刚体的定轴转动</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dc:title>
  <dc:creator>朱佑新</dc:creator>
  <cp:lastModifiedBy>陈 亮</cp:lastModifiedBy>
  <cp:revision>542</cp:revision>
  <dcterms:created xsi:type="dcterms:W3CDTF">2001-02-01T04:42:40Z</dcterms:created>
  <dcterms:modified xsi:type="dcterms:W3CDTF">2024-03-13T05:58:47Z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520EAE8F390D4F2DBA5404654C94B9E4_13</vt:lpwstr>
  </property>
  <property fmtid="{D5CDD505-2E9C-101B-9397-08002B2CF9AE}" pid="3" name="KSOProductBuildVer">
    <vt:lpwstr>2052-12.1.0.16388</vt:lpwstr>
  </property>
</Properties>
</file>