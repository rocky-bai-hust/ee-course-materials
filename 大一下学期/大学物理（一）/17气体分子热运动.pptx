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  <p:sldMasterId id="2147483685" r:id="rId5"/>
  </p:sldMasterIdLst>
  <p:notesMasterIdLst>
    <p:notesMasterId r:id="rId19"/>
  </p:notesMasterIdLst>
  <p:handoutMasterIdLst>
    <p:handoutMasterId r:id="rId31"/>
  </p:handoutMasterIdLst>
  <p:sldIdLst>
    <p:sldId id="258" r:id="rId6"/>
    <p:sldId id="275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329" r:id="rId15"/>
    <p:sldId id="330" r:id="rId16"/>
    <p:sldId id="331" r:id="rId17"/>
    <p:sldId id="550" r:id="rId18"/>
    <p:sldId id="291" r:id="rId20"/>
    <p:sldId id="292" r:id="rId21"/>
    <p:sldId id="293" r:id="rId22"/>
    <p:sldId id="294" r:id="rId23"/>
    <p:sldId id="295" r:id="rId24"/>
    <p:sldId id="312" r:id="rId25"/>
    <p:sldId id="313" r:id="rId26"/>
    <p:sldId id="297" r:id="rId27"/>
    <p:sldId id="304" r:id="rId28"/>
    <p:sldId id="305" r:id="rId29"/>
    <p:sldId id="306" r:id="rId30"/>
  </p:sldIdLst>
  <p:sldSz cx="9144000" cy="6858000" type="screen4x3"/>
  <p:notesSz cx="6858000" cy="9144000"/>
  <p:custDataLst>
    <p:tags r:id="rId3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6C0000"/>
    <a:srgbClr val="CCCC00"/>
    <a:srgbClr val="CC9900"/>
    <a:srgbClr val="66FF99"/>
    <a:srgbClr val="CCFFCC"/>
    <a:srgbClr val="99CC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6" autoAdjust="0"/>
    <p:restoredTop sz="98824" autoAdjust="0"/>
  </p:normalViewPr>
  <p:slideViewPr>
    <p:cSldViewPr showGuides="1">
      <p:cViewPr varScale="1">
        <p:scale>
          <a:sx n="99" d="100"/>
          <a:sy n="99" d="100"/>
        </p:scale>
        <p:origin x="124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emf"/><Relationship Id="rId8" Type="http://schemas.openxmlformats.org/officeDocument/2006/relationships/image" Target="../media/image16.emf"/><Relationship Id="rId7" Type="http://schemas.openxmlformats.org/officeDocument/2006/relationships/image" Target="../media/image15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2" Type="http://schemas.openxmlformats.org/officeDocument/2006/relationships/image" Target="../media/image20.emf"/><Relationship Id="rId11" Type="http://schemas.openxmlformats.org/officeDocument/2006/relationships/image" Target="../media/image19.emf"/><Relationship Id="rId10" Type="http://schemas.openxmlformats.org/officeDocument/2006/relationships/image" Target="../media/image18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emf"/><Relationship Id="rId8" Type="http://schemas.openxmlformats.org/officeDocument/2006/relationships/image" Target="../media/image30.emf"/><Relationship Id="rId7" Type="http://schemas.openxmlformats.org/officeDocument/2006/relationships/image" Target="../media/image29.e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png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0" Type="http://schemas.openxmlformats.org/officeDocument/2006/relationships/image" Target="../media/image32.emf"/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.emf"/><Relationship Id="rId8" Type="http://schemas.openxmlformats.org/officeDocument/2006/relationships/image" Target="../media/image40.emf"/><Relationship Id="rId7" Type="http://schemas.openxmlformats.org/officeDocument/2006/relationships/image" Target="../media/image39.emf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0" Type="http://schemas.openxmlformats.org/officeDocument/2006/relationships/image" Target="../media/image42.emf"/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2.emf"/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emf"/><Relationship Id="rId8" Type="http://schemas.openxmlformats.org/officeDocument/2006/relationships/image" Target="../media/image60.emf"/><Relationship Id="rId7" Type="http://schemas.openxmlformats.org/officeDocument/2006/relationships/image" Target="../media/image59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2" Type="http://schemas.openxmlformats.org/officeDocument/2006/relationships/image" Target="../media/image64.emf"/><Relationship Id="rId11" Type="http://schemas.openxmlformats.org/officeDocument/2006/relationships/image" Target="../media/image63.emf"/><Relationship Id="rId10" Type="http://schemas.openxmlformats.org/officeDocument/2006/relationships/image" Target="../media/image62.emf"/><Relationship Id="rId1" Type="http://schemas.openxmlformats.org/officeDocument/2006/relationships/image" Target="../media/image53.e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78.emf"/><Relationship Id="rId5" Type="http://schemas.openxmlformats.org/officeDocument/2006/relationships/image" Target="../media/image77.emf"/><Relationship Id="rId4" Type="http://schemas.openxmlformats.org/officeDocument/2006/relationships/image" Target="../media/image76.emf"/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emf"/><Relationship Id="rId8" Type="http://schemas.openxmlformats.org/officeDocument/2006/relationships/image" Target="../media/image86.emf"/><Relationship Id="rId7" Type="http://schemas.openxmlformats.org/officeDocument/2006/relationships/image" Target="../media/image85.emf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1" Type="http://schemas.openxmlformats.org/officeDocument/2006/relationships/image" Target="../media/image89.emf"/><Relationship Id="rId10" Type="http://schemas.openxmlformats.org/officeDocument/2006/relationships/image" Target="../media/image88.emf"/><Relationship Id="rId1" Type="http://schemas.openxmlformats.org/officeDocument/2006/relationships/image" Target="../media/image79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emf"/><Relationship Id="rId8" Type="http://schemas.openxmlformats.org/officeDocument/2006/relationships/image" Target="../media/image97.emf"/><Relationship Id="rId7" Type="http://schemas.openxmlformats.org/officeDocument/2006/relationships/image" Target="../media/image96.e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5" Type="http://schemas.openxmlformats.org/officeDocument/2006/relationships/image" Target="../media/image104.emf"/><Relationship Id="rId14" Type="http://schemas.openxmlformats.org/officeDocument/2006/relationships/image" Target="../media/image103.emf"/><Relationship Id="rId13" Type="http://schemas.openxmlformats.org/officeDocument/2006/relationships/image" Target="../media/image102.emf"/><Relationship Id="rId12" Type="http://schemas.openxmlformats.org/officeDocument/2006/relationships/image" Target="../media/image101.emf"/><Relationship Id="rId11" Type="http://schemas.openxmlformats.org/officeDocument/2006/relationships/image" Target="../media/image100.emf"/><Relationship Id="rId10" Type="http://schemas.openxmlformats.org/officeDocument/2006/relationships/image" Target="../media/image99.emf"/><Relationship Id="rId1" Type="http://schemas.openxmlformats.org/officeDocument/2006/relationships/image" Target="../media/image90.e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emf"/><Relationship Id="rId8" Type="http://schemas.openxmlformats.org/officeDocument/2006/relationships/image" Target="../media/image112.emf"/><Relationship Id="rId7" Type="http://schemas.openxmlformats.org/officeDocument/2006/relationships/image" Target="../media/image111.emf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9" Type="http://schemas.openxmlformats.org/officeDocument/2006/relationships/image" Target="../media/image123.emf"/><Relationship Id="rId18" Type="http://schemas.openxmlformats.org/officeDocument/2006/relationships/image" Target="../media/image122.emf"/><Relationship Id="rId17" Type="http://schemas.openxmlformats.org/officeDocument/2006/relationships/image" Target="../media/image121.emf"/><Relationship Id="rId16" Type="http://schemas.openxmlformats.org/officeDocument/2006/relationships/image" Target="../media/image120.emf"/><Relationship Id="rId15" Type="http://schemas.openxmlformats.org/officeDocument/2006/relationships/image" Target="../media/image119.emf"/><Relationship Id="rId14" Type="http://schemas.openxmlformats.org/officeDocument/2006/relationships/image" Target="../media/image118.emf"/><Relationship Id="rId13" Type="http://schemas.openxmlformats.org/officeDocument/2006/relationships/image" Target="../media/image117.emf"/><Relationship Id="rId12" Type="http://schemas.openxmlformats.org/officeDocument/2006/relationships/image" Target="../media/image116.emf"/><Relationship Id="rId11" Type="http://schemas.openxmlformats.org/officeDocument/2006/relationships/image" Target="../media/image115.emf"/><Relationship Id="rId10" Type="http://schemas.openxmlformats.org/officeDocument/2006/relationships/image" Target="../media/image114.emf"/><Relationship Id="rId1" Type="http://schemas.openxmlformats.org/officeDocument/2006/relationships/image" Target="../media/image10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emf"/><Relationship Id="rId8" Type="http://schemas.openxmlformats.org/officeDocument/2006/relationships/image" Target="../media/image134.emf"/><Relationship Id="rId7" Type="http://schemas.openxmlformats.org/officeDocument/2006/relationships/image" Target="../media/image133.emf"/><Relationship Id="rId6" Type="http://schemas.openxmlformats.org/officeDocument/2006/relationships/image" Target="../media/image132.e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emf"/><Relationship Id="rId8" Type="http://schemas.openxmlformats.org/officeDocument/2006/relationships/image" Target="../media/image143.emf"/><Relationship Id="rId7" Type="http://schemas.openxmlformats.org/officeDocument/2006/relationships/image" Target="../media/image142.emf"/><Relationship Id="rId6" Type="http://schemas.openxmlformats.org/officeDocument/2006/relationships/image" Target="../media/image141.emf"/><Relationship Id="rId5" Type="http://schemas.openxmlformats.org/officeDocument/2006/relationships/image" Target="../media/image140.emf"/><Relationship Id="rId4" Type="http://schemas.openxmlformats.org/officeDocument/2006/relationships/image" Target="../media/image139.wmf"/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5" Type="http://schemas.openxmlformats.org/officeDocument/2006/relationships/image" Target="../media/image150.emf"/><Relationship Id="rId14" Type="http://schemas.openxmlformats.org/officeDocument/2006/relationships/image" Target="../media/image149.emf"/><Relationship Id="rId13" Type="http://schemas.openxmlformats.org/officeDocument/2006/relationships/image" Target="../media/image148.emf"/><Relationship Id="rId12" Type="http://schemas.openxmlformats.org/officeDocument/2006/relationships/image" Target="../media/image147.emf"/><Relationship Id="rId11" Type="http://schemas.openxmlformats.org/officeDocument/2006/relationships/image" Target="../media/image146.emf"/><Relationship Id="rId10" Type="http://schemas.openxmlformats.org/officeDocument/2006/relationships/image" Target="../media/image145.wmf"/><Relationship Id="rId1" Type="http://schemas.openxmlformats.org/officeDocument/2006/relationships/image" Target="../media/image13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7" Type="http://schemas.openxmlformats.org/officeDocument/2006/relationships/image" Target="../media/image157.emf"/><Relationship Id="rId6" Type="http://schemas.openxmlformats.org/officeDocument/2006/relationships/image" Target="../media/image156.emf"/><Relationship Id="rId5" Type="http://schemas.openxmlformats.org/officeDocument/2006/relationships/image" Target="../media/image155.emf"/><Relationship Id="rId4" Type="http://schemas.openxmlformats.org/officeDocument/2006/relationships/image" Target="../media/image154.emf"/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emf"/><Relationship Id="rId8" Type="http://schemas.openxmlformats.org/officeDocument/2006/relationships/image" Target="../media/image166.emf"/><Relationship Id="rId7" Type="http://schemas.openxmlformats.org/officeDocument/2006/relationships/image" Target="../media/image165.emf"/><Relationship Id="rId6" Type="http://schemas.openxmlformats.org/officeDocument/2006/relationships/image" Target="../media/image164.emf"/><Relationship Id="rId5" Type="http://schemas.openxmlformats.org/officeDocument/2006/relationships/image" Target="../media/image163.emf"/><Relationship Id="rId4" Type="http://schemas.openxmlformats.org/officeDocument/2006/relationships/image" Target="../media/image162.emf"/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0" Type="http://schemas.openxmlformats.org/officeDocument/2006/relationships/image" Target="../media/image168.emf"/><Relationship Id="rId1" Type="http://schemas.openxmlformats.org/officeDocument/2006/relationships/image" Target="../media/image159.e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5.emf"/><Relationship Id="rId6" Type="http://schemas.openxmlformats.org/officeDocument/2006/relationships/image" Target="../media/image174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emf"/><Relationship Id="rId8" Type="http://schemas.openxmlformats.org/officeDocument/2006/relationships/image" Target="../media/image183.emf"/><Relationship Id="rId7" Type="http://schemas.openxmlformats.org/officeDocument/2006/relationships/image" Target="../media/image182.emf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5" Type="http://schemas.openxmlformats.org/officeDocument/2006/relationships/image" Target="../media/image190.emf"/><Relationship Id="rId14" Type="http://schemas.openxmlformats.org/officeDocument/2006/relationships/image" Target="../media/image189.emf"/><Relationship Id="rId13" Type="http://schemas.openxmlformats.org/officeDocument/2006/relationships/image" Target="../media/image188.emf"/><Relationship Id="rId12" Type="http://schemas.openxmlformats.org/officeDocument/2006/relationships/image" Target="../media/image187.emf"/><Relationship Id="rId11" Type="http://schemas.openxmlformats.org/officeDocument/2006/relationships/image" Target="../media/image186.emf"/><Relationship Id="rId10" Type="http://schemas.openxmlformats.org/officeDocument/2006/relationships/image" Target="../media/image185.emf"/><Relationship Id="rId1" Type="http://schemas.openxmlformats.org/officeDocument/2006/relationships/image" Target="../media/image17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3E213A9-E0DF-490C-A342-96146391277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5233195-31C2-46E7-9750-550CC9D2F25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653A4-75B9-4252-825C-E77821D84E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34F51-0ED1-4D1D-B558-2E2E5BC7BA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3348A-C0B7-4BBB-AD54-0AD5AD3A56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22760-3D0D-4912-9385-54D7F6FFBF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A7DF4-05F0-469B-849E-5B9DBE9F91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3A3D7-7DB5-4EE4-BD1F-7963A64F9F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F0FE9-D761-43EB-9823-A3B9D5D412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C3EDF-7327-48F7-B897-A5C5117416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8765E-BCC1-4D45-8E2D-DAA8779E3B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4925E-73A1-48B6-8DC1-068C5FF9C5E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9C452-F51D-4AB1-B2F3-F7E657C16F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22275" indent="0" algn="ctr">
              <a:buNone/>
              <a:defRPr/>
            </a:lvl2pPr>
            <a:lvl3pPr marL="843915" indent="0" algn="ctr">
              <a:buNone/>
              <a:defRPr/>
            </a:lvl3pPr>
            <a:lvl4pPr marL="1266190" indent="0" algn="ctr">
              <a:buNone/>
              <a:defRPr/>
            </a:lvl4pPr>
            <a:lvl5pPr marL="1688465" indent="0" algn="ctr">
              <a:buNone/>
              <a:defRPr/>
            </a:lvl5pPr>
            <a:lvl6pPr marL="2110105" indent="0" algn="ctr">
              <a:buNone/>
              <a:defRPr/>
            </a:lvl6pPr>
            <a:lvl7pPr marL="2532380" indent="0" algn="ctr">
              <a:buNone/>
              <a:defRPr/>
            </a:lvl7pPr>
            <a:lvl8pPr marL="2954020" indent="0" algn="ctr">
              <a:buNone/>
              <a:defRPr/>
            </a:lvl8pPr>
            <a:lvl9pPr marL="337629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369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1845"/>
            </a:lvl1pPr>
            <a:lvl2pPr marL="422275" indent="0">
              <a:buNone/>
              <a:defRPr sz="1660"/>
            </a:lvl2pPr>
            <a:lvl3pPr marL="843915" indent="0">
              <a:buNone/>
              <a:defRPr sz="1475"/>
            </a:lvl3pPr>
            <a:lvl4pPr marL="1266190" indent="0">
              <a:buNone/>
              <a:defRPr sz="1290"/>
            </a:lvl4pPr>
            <a:lvl5pPr marL="1688465" indent="0">
              <a:buNone/>
              <a:defRPr sz="1290"/>
            </a:lvl5pPr>
            <a:lvl6pPr marL="2110105" indent="0">
              <a:buNone/>
              <a:defRPr sz="1290"/>
            </a:lvl6pPr>
            <a:lvl7pPr marL="2532380" indent="0">
              <a:buNone/>
              <a:defRPr sz="1290"/>
            </a:lvl7pPr>
            <a:lvl8pPr marL="2954020" indent="0">
              <a:buNone/>
              <a:defRPr sz="1290"/>
            </a:lvl8pPr>
            <a:lvl9pPr marL="3376295" indent="0">
              <a:buNone/>
              <a:defRPr sz="12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5862" cy="41148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5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981200"/>
            <a:ext cx="3815862" cy="41148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5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275" indent="0">
              <a:buNone/>
              <a:defRPr sz="1845" b="1"/>
            </a:lvl2pPr>
            <a:lvl3pPr marL="843915" indent="0">
              <a:buNone/>
              <a:defRPr sz="1660" b="1"/>
            </a:lvl3pPr>
            <a:lvl4pPr marL="1266190" indent="0">
              <a:buNone/>
              <a:defRPr sz="1475" b="1"/>
            </a:lvl4pPr>
            <a:lvl5pPr marL="1688465" indent="0">
              <a:buNone/>
              <a:defRPr sz="1475" b="1"/>
            </a:lvl5pPr>
            <a:lvl6pPr marL="2110105" indent="0">
              <a:buNone/>
              <a:defRPr sz="1475" b="1"/>
            </a:lvl6pPr>
            <a:lvl7pPr marL="2532380" indent="0">
              <a:buNone/>
              <a:defRPr sz="1475" b="1"/>
            </a:lvl7pPr>
            <a:lvl8pPr marL="2954020" indent="0">
              <a:buNone/>
              <a:defRPr sz="1475" b="1"/>
            </a:lvl8pPr>
            <a:lvl9pPr marL="3376295" indent="0">
              <a:buNone/>
              <a:defRPr sz="147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215"/>
            </a:lvl1pPr>
            <a:lvl2pPr>
              <a:defRPr sz="1845"/>
            </a:lvl2pPr>
            <a:lvl3pPr>
              <a:defRPr sz="166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275" indent="0">
              <a:buNone/>
              <a:defRPr sz="1845" b="1"/>
            </a:lvl2pPr>
            <a:lvl3pPr marL="843915" indent="0">
              <a:buNone/>
              <a:defRPr sz="1660" b="1"/>
            </a:lvl3pPr>
            <a:lvl4pPr marL="1266190" indent="0">
              <a:buNone/>
              <a:defRPr sz="1475" b="1"/>
            </a:lvl4pPr>
            <a:lvl5pPr marL="1688465" indent="0">
              <a:buNone/>
              <a:defRPr sz="1475" b="1"/>
            </a:lvl5pPr>
            <a:lvl6pPr marL="2110105" indent="0">
              <a:buNone/>
              <a:defRPr sz="1475" b="1"/>
            </a:lvl6pPr>
            <a:lvl7pPr marL="2532380" indent="0">
              <a:buNone/>
              <a:defRPr sz="1475" b="1"/>
            </a:lvl7pPr>
            <a:lvl8pPr marL="2954020" indent="0">
              <a:buNone/>
              <a:defRPr sz="1475" b="1"/>
            </a:lvl8pPr>
            <a:lvl9pPr marL="3376295" indent="0">
              <a:buNone/>
              <a:defRPr sz="147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215"/>
            </a:lvl1pPr>
            <a:lvl2pPr>
              <a:defRPr sz="1845"/>
            </a:lvl2pPr>
            <a:lvl3pPr>
              <a:defRPr sz="166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184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2955"/>
            </a:lvl1pPr>
            <a:lvl2pPr>
              <a:defRPr sz="2585"/>
            </a:lvl2pPr>
            <a:lvl3pPr>
              <a:defRPr sz="2215"/>
            </a:lvl3pPr>
            <a:lvl4pPr>
              <a:defRPr sz="1845"/>
            </a:lvl4pPr>
            <a:lvl5pPr>
              <a:defRPr sz="1845"/>
            </a:lvl5pPr>
            <a:lvl6pPr>
              <a:defRPr sz="1845"/>
            </a:lvl6pPr>
            <a:lvl7pPr>
              <a:defRPr sz="1845"/>
            </a:lvl7pPr>
            <a:lvl8pPr>
              <a:defRPr sz="1845"/>
            </a:lvl8pPr>
            <a:lvl9pPr>
              <a:defRPr sz="18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290"/>
            </a:lvl1pPr>
            <a:lvl2pPr marL="422275" indent="0">
              <a:buNone/>
              <a:defRPr sz="1110"/>
            </a:lvl2pPr>
            <a:lvl3pPr marL="843915" indent="0">
              <a:buNone/>
              <a:defRPr sz="925"/>
            </a:lvl3pPr>
            <a:lvl4pPr marL="1266190" indent="0">
              <a:buNone/>
              <a:defRPr sz="830"/>
            </a:lvl4pPr>
            <a:lvl5pPr marL="1688465" indent="0">
              <a:buNone/>
              <a:defRPr sz="830"/>
            </a:lvl5pPr>
            <a:lvl6pPr marL="2110105" indent="0">
              <a:buNone/>
              <a:defRPr sz="830"/>
            </a:lvl6pPr>
            <a:lvl7pPr marL="2532380" indent="0">
              <a:buNone/>
              <a:defRPr sz="830"/>
            </a:lvl7pPr>
            <a:lvl8pPr marL="2954020" indent="0">
              <a:buNone/>
              <a:defRPr sz="830"/>
            </a:lvl8pPr>
            <a:lvl9pPr marL="3376295" indent="0">
              <a:buNone/>
              <a:defRPr sz="8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184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955"/>
            </a:lvl1pPr>
            <a:lvl2pPr marL="422275" indent="0">
              <a:buNone/>
              <a:defRPr sz="2585"/>
            </a:lvl2pPr>
            <a:lvl3pPr marL="843915" indent="0">
              <a:buNone/>
              <a:defRPr sz="2215"/>
            </a:lvl3pPr>
            <a:lvl4pPr marL="1266190" indent="0">
              <a:buNone/>
              <a:defRPr sz="1845"/>
            </a:lvl4pPr>
            <a:lvl5pPr marL="1688465" indent="0">
              <a:buNone/>
              <a:defRPr sz="1845"/>
            </a:lvl5pPr>
            <a:lvl6pPr marL="2110105" indent="0">
              <a:buNone/>
              <a:defRPr sz="1845"/>
            </a:lvl6pPr>
            <a:lvl7pPr marL="2532380" indent="0">
              <a:buNone/>
              <a:defRPr sz="1845"/>
            </a:lvl7pPr>
            <a:lvl8pPr marL="2954020" indent="0">
              <a:buNone/>
              <a:defRPr sz="1845"/>
            </a:lvl8pPr>
            <a:lvl9pPr marL="3376295" indent="0">
              <a:buNone/>
              <a:defRPr sz="1845"/>
            </a:lvl9pPr>
          </a:lstStyle>
          <a:p>
            <a:pPr marL="0" marR="0" lvl="0" indent="0" algn="l" defTabSz="84391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95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290"/>
            </a:lvl1pPr>
            <a:lvl2pPr marL="422275" indent="0">
              <a:buNone/>
              <a:defRPr sz="1110"/>
            </a:lvl2pPr>
            <a:lvl3pPr marL="843915" indent="0">
              <a:buNone/>
              <a:defRPr sz="925"/>
            </a:lvl3pPr>
            <a:lvl4pPr marL="1266190" indent="0">
              <a:buNone/>
              <a:defRPr sz="830"/>
            </a:lvl4pPr>
            <a:lvl5pPr marL="1688465" indent="0">
              <a:buNone/>
              <a:defRPr sz="830"/>
            </a:lvl5pPr>
            <a:lvl6pPr marL="2110105" indent="0">
              <a:buNone/>
              <a:defRPr sz="830"/>
            </a:lvl6pPr>
            <a:lvl7pPr marL="2532380" indent="0">
              <a:buNone/>
              <a:defRPr sz="830"/>
            </a:lvl7pPr>
            <a:lvl8pPr marL="2954020" indent="0">
              <a:buNone/>
              <a:defRPr sz="830"/>
            </a:lvl8pPr>
            <a:lvl9pPr marL="3376295" indent="0">
              <a:buNone/>
              <a:defRPr sz="8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88623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C3045-C823-40D9-852D-40577C5FA3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188E2C-BBDA-490C-A196-8E2B2A04F9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60F5B-F856-48BA-B6F7-D8F11B05F2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F4A37-298A-4EB6-945F-8E0449CD44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F046D-C3C2-46DD-968B-6F64EB1964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7C794C-0710-4F73-824E-41DDE1C26C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B2D31-FAAA-4B21-8129-91D3509D44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F43CA2-561D-45FE-B94F-D07B518D6C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41363-5276-4DD6-975C-A04328B830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C485A8-D0F7-4BB8-A5A6-A5444360A7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B9A0F-E2BC-4309-B57C-F0AE5C1FAE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C46DA-F78B-4272-BA3F-9B3257A243AF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17B4B-E1C5-4938-9589-334DDEB9CF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50C0A-65F6-4DC6-B8C9-4DF4E10A1612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2D28F-B839-4818-8156-F459BAEDF3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8CAB1-9FC4-4555-A5B7-33B4DFEEF816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9031B-9D85-4FE8-BE45-C5BF62D59E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8CA6-E721-4801-816A-72A89A143FCE}" type="datetime1">
              <a:rPr lang="zh-CN" altLang="en-US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8FF69-25AB-4165-8587-3E155DE4E1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F1A22-AA05-4A18-84B3-EA845D5A6A55}" type="datetime1">
              <a:rPr lang="zh-CN" altLang="en-US"/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9803E-9CF2-4206-92BF-7D18B06246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F01D3-F63F-4AAD-BA40-2EB0C6D5CD9B}" type="datetime1">
              <a:rPr lang="zh-CN" altLang="en-US"/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E253CF-124D-43C7-91D9-2D4FD94431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9AB57-F455-4A08-AA24-6958F172BE4F}" type="datetime1">
              <a:rPr lang="zh-CN" altLang="en-US"/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C0C82C-F1D7-4BC3-B639-BD2150220F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BE1DC-C83C-489C-A0F2-A03E28E3DB2E}" type="datetime1">
              <a:rPr lang="zh-CN" altLang="en-US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45F69-7DA4-41DD-9571-6DB17D7259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0A0D4-526B-45D6-A519-2927FAC5DE22}" type="datetime1">
              <a:rPr lang="zh-CN" altLang="en-US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3B3F9-3E33-42EB-9351-A351053E4C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192F2-8295-452B-83E9-B1AB0A2AD38A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E400C-1309-4585-9E4C-E144B56368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033CC-2474-4A4B-8B50-372BFA57AA83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E2A60-7E9B-4048-B35E-4EDD10BA7B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9584D-9C37-424B-A84C-23F59019A027}" type="datetime1">
              <a:rPr lang="zh-CN" altLang="en-US"/>
            </a:fld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FDA0A-7063-4636-8754-209A0A9416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2">
                <a:gamma/>
                <a:shade val="34902"/>
                <a:invGamma/>
              </a:schemeClr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fld id="{98D54145-F620-48D9-BEFE-E2242EAFA25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1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90"/>
            </a:lvl1pPr>
          </a:lstStyle>
          <a:p>
            <a:pPr defTabSz="843915">
              <a:defRPr/>
            </a:pP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01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110" b="1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 defTabSz="843915">
              <a:defRPr/>
            </a:pPr>
            <a:r>
              <a:rPr kumimoji="1" lang="en-US" altLang="zh-CN"/>
              <a:t>21:03:40</a:t>
            </a:r>
            <a:endParaRPr kumimoji="1" lang="en-US" altLang="zh-CN"/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804" y="659606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90" b="1"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16230" indent="-316230" algn="l" rtl="0" eaLnBrk="0" fontAlgn="base" hangingPunct="0">
        <a:spcBef>
          <a:spcPct val="20000"/>
        </a:spcBef>
        <a:spcAft>
          <a:spcPct val="0"/>
        </a:spcAft>
        <a:buChar char="•"/>
        <a:defRPr sz="2955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370" indent="-210820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010" indent="-210820" algn="l" rtl="0" eaLnBrk="0" fontAlgn="base" hangingPunct="0">
        <a:spcBef>
          <a:spcPct val="20000"/>
        </a:spcBef>
        <a:spcAft>
          <a:spcPct val="0"/>
        </a:spcAft>
        <a:buChar char="–"/>
        <a:defRPr sz="1845">
          <a:solidFill>
            <a:schemeClr val="tx1"/>
          </a:solidFill>
          <a:latin typeface="+mn-lt"/>
          <a:ea typeface="+mn-ea"/>
        </a:defRPr>
      </a:lvl4pPr>
      <a:lvl5pPr marL="1899285" indent="-210820" algn="l" rtl="0" eaLnBrk="0" fontAlgn="base" hangingPunct="0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  <a:ea typeface="+mn-ea"/>
        </a:defRPr>
      </a:lvl5pPr>
      <a:lvl6pPr marL="232092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  <a:ea typeface="+mn-ea"/>
        </a:defRPr>
      </a:lvl6pPr>
      <a:lvl7pPr marL="2743200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  <a:ea typeface="+mn-ea"/>
        </a:defRPr>
      </a:lvl7pPr>
      <a:lvl8pPr marL="316547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  <a:ea typeface="+mn-ea"/>
        </a:defRPr>
      </a:lvl8pPr>
      <a:lvl9pPr marL="3587115" indent="-210820" algn="l" rtl="0" fontAlgn="base">
        <a:spcBef>
          <a:spcPct val="20000"/>
        </a:spcBef>
        <a:spcAft>
          <a:spcPct val="0"/>
        </a:spcAft>
        <a:buChar char="»"/>
        <a:defRPr sz="184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21247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latin typeface="Times New Roman" panose="02020603050405020304" pitchFamily="18" charset="0"/>
              </a:defRPr>
            </a:lvl1pPr>
          </a:lstStyle>
          <a:p>
            <a:fld id="{324D7D46-4D20-4DC5-A71B-99F8C791E16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7076FEC-D3AC-46CA-95AA-83866C689C15}" type="datetime1">
              <a:rPr lang="zh-CN" altLang="en-US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BAE48A7-8E6D-439A-AED7-755B391FE28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hyperlink" Target="homework.ppt" TargetMode="Externa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7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5.png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2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Relationship Id="rId3" Type="http://schemas.openxmlformats.org/officeDocument/2006/relationships/oleObject" Target="../embeddings/oleObject9.bin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30.xml"/><Relationship Id="rId24" Type="http://schemas.openxmlformats.org/officeDocument/2006/relationships/image" Target="../media/image20.emf"/><Relationship Id="rId23" Type="http://schemas.openxmlformats.org/officeDocument/2006/relationships/oleObject" Target="../embeddings/oleObject19.bin"/><Relationship Id="rId22" Type="http://schemas.openxmlformats.org/officeDocument/2006/relationships/image" Target="../media/image19.emf"/><Relationship Id="rId21" Type="http://schemas.openxmlformats.org/officeDocument/2006/relationships/oleObject" Target="../embeddings/oleObject18.bin"/><Relationship Id="rId20" Type="http://schemas.openxmlformats.org/officeDocument/2006/relationships/image" Target="../media/image18.emf"/><Relationship Id="rId2" Type="http://schemas.openxmlformats.org/officeDocument/2006/relationships/image" Target="../media/image9.emf"/><Relationship Id="rId19" Type="http://schemas.openxmlformats.org/officeDocument/2006/relationships/oleObject" Target="../embeddings/oleObject17.bin"/><Relationship Id="rId18" Type="http://schemas.openxmlformats.org/officeDocument/2006/relationships/image" Target="../media/image17.emf"/><Relationship Id="rId17" Type="http://schemas.openxmlformats.org/officeDocument/2006/relationships/oleObject" Target="../embeddings/oleObject16.bin"/><Relationship Id="rId16" Type="http://schemas.openxmlformats.org/officeDocument/2006/relationships/image" Target="../media/image16.e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15.e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4.e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3.emf"/><Relationship Id="rId1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1.emf"/><Relationship Id="rId1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6.png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emf"/><Relationship Id="rId3" Type="http://schemas.openxmlformats.org/officeDocument/2006/relationships/oleObject" Target="../embeddings/oleObject23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2.emf"/><Relationship Id="rId2" Type="http://schemas.openxmlformats.org/officeDocument/2006/relationships/image" Target="../media/image23.e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31.e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30.e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9.e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8.e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7.emf"/><Relationship Id="rId1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6.e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33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2.emf"/><Relationship Id="rId2" Type="http://schemas.openxmlformats.org/officeDocument/2006/relationships/image" Target="../media/image33.e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41.e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40.e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39.e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38.e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7.emf"/><Relationship Id="rId1" Type="http://schemas.openxmlformats.org/officeDocument/2006/relationships/oleObject" Target="../embeddings/oleObject3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6.e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3.e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8.e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7.emf"/><Relationship Id="rId1" Type="http://schemas.openxmlformats.org/officeDocument/2006/relationships/oleObject" Target="../embeddings/oleObject42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2.e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1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9.e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6.e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5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4.emf"/><Relationship Id="rId3" Type="http://schemas.openxmlformats.org/officeDocument/2006/relationships/oleObject" Target="../embeddings/oleObject53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64.emf"/><Relationship Id="rId23" Type="http://schemas.openxmlformats.org/officeDocument/2006/relationships/oleObject" Target="../embeddings/oleObject63.bin"/><Relationship Id="rId22" Type="http://schemas.openxmlformats.org/officeDocument/2006/relationships/image" Target="../media/image63.emf"/><Relationship Id="rId21" Type="http://schemas.openxmlformats.org/officeDocument/2006/relationships/oleObject" Target="../embeddings/oleObject62.bin"/><Relationship Id="rId20" Type="http://schemas.openxmlformats.org/officeDocument/2006/relationships/image" Target="../media/image62.emf"/><Relationship Id="rId2" Type="http://schemas.openxmlformats.org/officeDocument/2006/relationships/image" Target="../media/image53.emf"/><Relationship Id="rId19" Type="http://schemas.openxmlformats.org/officeDocument/2006/relationships/oleObject" Target="../embeddings/oleObject61.bin"/><Relationship Id="rId18" Type="http://schemas.openxmlformats.org/officeDocument/2006/relationships/image" Target="../media/image61.emf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60.e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59.e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58.e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57.emf"/><Relationship Id="rId1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8.wmf"/><Relationship Id="rId13" Type="http://schemas.openxmlformats.org/officeDocument/2006/relationships/notesSlide" Target="../notesSlides/notesSlide1.xml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41.xml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6.e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5.e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4.e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73.e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8.e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7.emf"/><Relationship Id="rId1" Type="http://schemas.openxmlformats.org/officeDocument/2006/relationships/oleObject" Target="../embeddings/oleObject6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82.e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81.e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0.emf"/><Relationship Id="rId3" Type="http://schemas.openxmlformats.org/officeDocument/2006/relationships/oleObject" Target="../embeddings/oleObject76.bin"/><Relationship Id="rId24" Type="http://schemas.openxmlformats.org/officeDocument/2006/relationships/vmlDrawing" Target="../drawings/vmlDrawing11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89.emf"/><Relationship Id="rId21" Type="http://schemas.openxmlformats.org/officeDocument/2006/relationships/oleObject" Target="../embeddings/oleObject85.bin"/><Relationship Id="rId20" Type="http://schemas.openxmlformats.org/officeDocument/2006/relationships/image" Target="../media/image88.emf"/><Relationship Id="rId2" Type="http://schemas.openxmlformats.org/officeDocument/2006/relationships/image" Target="../media/image79.emf"/><Relationship Id="rId19" Type="http://schemas.openxmlformats.org/officeDocument/2006/relationships/oleObject" Target="../embeddings/oleObject84.bin"/><Relationship Id="rId18" Type="http://schemas.openxmlformats.org/officeDocument/2006/relationships/image" Target="../media/image87.emf"/><Relationship Id="rId17" Type="http://schemas.openxmlformats.org/officeDocument/2006/relationships/oleObject" Target="../embeddings/oleObject83.bin"/><Relationship Id="rId16" Type="http://schemas.openxmlformats.org/officeDocument/2006/relationships/image" Target="../media/image86.emf"/><Relationship Id="rId15" Type="http://schemas.openxmlformats.org/officeDocument/2006/relationships/oleObject" Target="../embeddings/oleObject82.bin"/><Relationship Id="rId14" Type="http://schemas.openxmlformats.org/officeDocument/2006/relationships/image" Target="../media/image85.emf"/><Relationship Id="rId13" Type="http://schemas.openxmlformats.org/officeDocument/2006/relationships/oleObject" Target="../embeddings/oleObject81.bin"/><Relationship Id="rId12" Type="http://schemas.openxmlformats.org/officeDocument/2006/relationships/image" Target="../media/image84.emf"/><Relationship Id="rId11" Type="http://schemas.openxmlformats.org/officeDocument/2006/relationships/oleObject" Target="../embeddings/oleObject80.bin"/><Relationship Id="rId10" Type="http://schemas.openxmlformats.org/officeDocument/2006/relationships/image" Target="../media/image83.emf"/><Relationship Id="rId1" Type="http://schemas.openxmlformats.org/officeDocument/2006/relationships/oleObject" Target="../embeddings/oleObject7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3.e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92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1.emf"/><Relationship Id="rId32" Type="http://schemas.openxmlformats.org/officeDocument/2006/relationships/vmlDrawing" Target="../drawings/vmlDrawing12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104.emf"/><Relationship Id="rId3" Type="http://schemas.openxmlformats.org/officeDocument/2006/relationships/oleObject" Target="../embeddings/oleObject87.bin"/><Relationship Id="rId29" Type="http://schemas.openxmlformats.org/officeDocument/2006/relationships/oleObject" Target="../embeddings/oleObject100.bin"/><Relationship Id="rId28" Type="http://schemas.openxmlformats.org/officeDocument/2006/relationships/image" Target="../media/image103.emf"/><Relationship Id="rId27" Type="http://schemas.openxmlformats.org/officeDocument/2006/relationships/oleObject" Target="../embeddings/oleObject99.bin"/><Relationship Id="rId26" Type="http://schemas.openxmlformats.org/officeDocument/2006/relationships/image" Target="../media/image102.emf"/><Relationship Id="rId25" Type="http://schemas.openxmlformats.org/officeDocument/2006/relationships/oleObject" Target="../embeddings/oleObject98.bin"/><Relationship Id="rId24" Type="http://schemas.openxmlformats.org/officeDocument/2006/relationships/image" Target="../media/image101.emf"/><Relationship Id="rId23" Type="http://schemas.openxmlformats.org/officeDocument/2006/relationships/oleObject" Target="../embeddings/oleObject97.bin"/><Relationship Id="rId22" Type="http://schemas.openxmlformats.org/officeDocument/2006/relationships/image" Target="../media/image100.emf"/><Relationship Id="rId21" Type="http://schemas.openxmlformats.org/officeDocument/2006/relationships/oleObject" Target="../embeddings/oleObject96.bin"/><Relationship Id="rId20" Type="http://schemas.openxmlformats.org/officeDocument/2006/relationships/image" Target="../media/image99.emf"/><Relationship Id="rId2" Type="http://schemas.openxmlformats.org/officeDocument/2006/relationships/image" Target="../media/image90.emf"/><Relationship Id="rId19" Type="http://schemas.openxmlformats.org/officeDocument/2006/relationships/oleObject" Target="../embeddings/oleObject95.bin"/><Relationship Id="rId18" Type="http://schemas.openxmlformats.org/officeDocument/2006/relationships/image" Target="../media/image98.emf"/><Relationship Id="rId17" Type="http://schemas.openxmlformats.org/officeDocument/2006/relationships/oleObject" Target="../embeddings/oleObject94.bin"/><Relationship Id="rId16" Type="http://schemas.openxmlformats.org/officeDocument/2006/relationships/image" Target="../media/image97.e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6.e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5.e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4.emf"/><Relationship Id="rId1" Type="http://schemas.openxmlformats.org/officeDocument/2006/relationships/oleObject" Target="../embeddings/oleObject86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108.e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103.bin"/><Relationship Id="rId40" Type="http://schemas.openxmlformats.org/officeDocument/2006/relationships/vmlDrawing" Target="../drawings/vmlDrawing13.vml"/><Relationship Id="rId4" Type="http://schemas.openxmlformats.org/officeDocument/2006/relationships/image" Target="../media/image106.e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123.emf"/><Relationship Id="rId37" Type="http://schemas.openxmlformats.org/officeDocument/2006/relationships/oleObject" Target="../embeddings/oleObject119.bin"/><Relationship Id="rId36" Type="http://schemas.openxmlformats.org/officeDocument/2006/relationships/image" Target="../media/image122.emf"/><Relationship Id="rId35" Type="http://schemas.openxmlformats.org/officeDocument/2006/relationships/oleObject" Target="../embeddings/oleObject118.bin"/><Relationship Id="rId34" Type="http://schemas.openxmlformats.org/officeDocument/2006/relationships/image" Target="../media/image121.emf"/><Relationship Id="rId33" Type="http://schemas.openxmlformats.org/officeDocument/2006/relationships/oleObject" Target="../embeddings/oleObject117.bin"/><Relationship Id="rId32" Type="http://schemas.openxmlformats.org/officeDocument/2006/relationships/image" Target="../media/image120.emf"/><Relationship Id="rId31" Type="http://schemas.openxmlformats.org/officeDocument/2006/relationships/oleObject" Target="../embeddings/oleObject116.bin"/><Relationship Id="rId30" Type="http://schemas.openxmlformats.org/officeDocument/2006/relationships/image" Target="../media/image119.emf"/><Relationship Id="rId3" Type="http://schemas.openxmlformats.org/officeDocument/2006/relationships/oleObject" Target="../embeddings/oleObject102.bin"/><Relationship Id="rId29" Type="http://schemas.openxmlformats.org/officeDocument/2006/relationships/oleObject" Target="../embeddings/oleObject115.bin"/><Relationship Id="rId28" Type="http://schemas.openxmlformats.org/officeDocument/2006/relationships/image" Target="../media/image118.emf"/><Relationship Id="rId27" Type="http://schemas.openxmlformats.org/officeDocument/2006/relationships/oleObject" Target="../embeddings/oleObject114.bin"/><Relationship Id="rId26" Type="http://schemas.openxmlformats.org/officeDocument/2006/relationships/image" Target="../media/image117.emf"/><Relationship Id="rId25" Type="http://schemas.openxmlformats.org/officeDocument/2006/relationships/oleObject" Target="../embeddings/oleObject113.bin"/><Relationship Id="rId24" Type="http://schemas.openxmlformats.org/officeDocument/2006/relationships/image" Target="../media/image116.emf"/><Relationship Id="rId23" Type="http://schemas.openxmlformats.org/officeDocument/2006/relationships/oleObject" Target="../embeddings/oleObject112.bin"/><Relationship Id="rId22" Type="http://schemas.openxmlformats.org/officeDocument/2006/relationships/image" Target="../media/image115.emf"/><Relationship Id="rId21" Type="http://schemas.openxmlformats.org/officeDocument/2006/relationships/oleObject" Target="../embeddings/oleObject111.bin"/><Relationship Id="rId20" Type="http://schemas.openxmlformats.org/officeDocument/2006/relationships/image" Target="../media/image114.emf"/><Relationship Id="rId2" Type="http://schemas.openxmlformats.org/officeDocument/2006/relationships/image" Target="../media/image105.emf"/><Relationship Id="rId19" Type="http://schemas.openxmlformats.org/officeDocument/2006/relationships/oleObject" Target="../embeddings/oleObject110.bin"/><Relationship Id="rId18" Type="http://schemas.openxmlformats.org/officeDocument/2006/relationships/image" Target="../media/image113.emf"/><Relationship Id="rId17" Type="http://schemas.openxmlformats.org/officeDocument/2006/relationships/oleObject" Target="../embeddings/oleObject109.bin"/><Relationship Id="rId16" Type="http://schemas.openxmlformats.org/officeDocument/2006/relationships/image" Target="../media/image112.emf"/><Relationship Id="rId15" Type="http://schemas.openxmlformats.org/officeDocument/2006/relationships/oleObject" Target="../embeddings/oleObject108.bin"/><Relationship Id="rId14" Type="http://schemas.openxmlformats.org/officeDocument/2006/relationships/image" Target="../media/image111.emf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110.e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109.emf"/><Relationship Id="rId1" Type="http://schemas.openxmlformats.org/officeDocument/2006/relationships/oleObject" Target="../embeddings/oleObject10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5.e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4.emf"/><Relationship Id="rId1" Type="http://schemas.openxmlformats.org/officeDocument/2006/relationships/oleObject" Target="../embeddings/oleObject12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30.e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28.emf"/><Relationship Id="rId3" Type="http://schemas.openxmlformats.org/officeDocument/2006/relationships/oleObject" Target="../embeddings/oleObject124.bin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127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35.emf"/><Relationship Id="rId17" Type="http://schemas.openxmlformats.org/officeDocument/2006/relationships/oleObject" Target="../embeddings/oleObject131.bin"/><Relationship Id="rId16" Type="http://schemas.openxmlformats.org/officeDocument/2006/relationships/image" Target="../media/image134.emf"/><Relationship Id="rId15" Type="http://schemas.openxmlformats.org/officeDocument/2006/relationships/oleObject" Target="../embeddings/oleObject130.bin"/><Relationship Id="rId14" Type="http://schemas.openxmlformats.org/officeDocument/2006/relationships/image" Target="../media/image133.emf"/><Relationship Id="rId13" Type="http://schemas.openxmlformats.org/officeDocument/2006/relationships/oleObject" Target="../embeddings/oleObject129.bin"/><Relationship Id="rId12" Type="http://schemas.openxmlformats.org/officeDocument/2006/relationships/image" Target="../media/image132.e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31.emf"/><Relationship Id="rId1" Type="http://schemas.openxmlformats.org/officeDocument/2006/relationships/oleObject" Target="../embeddings/oleObject12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38.e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7.emf"/><Relationship Id="rId32" Type="http://schemas.openxmlformats.org/officeDocument/2006/relationships/vmlDrawing" Target="../drawings/vmlDrawing16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150.emf"/><Relationship Id="rId3" Type="http://schemas.openxmlformats.org/officeDocument/2006/relationships/oleObject" Target="../embeddings/oleObject133.bin"/><Relationship Id="rId29" Type="http://schemas.openxmlformats.org/officeDocument/2006/relationships/oleObject" Target="../embeddings/oleObject146.bin"/><Relationship Id="rId28" Type="http://schemas.openxmlformats.org/officeDocument/2006/relationships/image" Target="../media/image149.emf"/><Relationship Id="rId27" Type="http://schemas.openxmlformats.org/officeDocument/2006/relationships/oleObject" Target="../embeddings/oleObject145.bin"/><Relationship Id="rId26" Type="http://schemas.openxmlformats.org/officeDocument/2006/relationships/image" Target="../media/image148.emf"/><Relationship Id="rId25" Type="http://schemas.openxmlformats.org/officeDocument/2006/relationships/oleObject" Target="../embeddings/oleObject144.bin"/><Relationship Id="rId24" Type="http://schemas.openxmlformats.org/officeDocument/2006/relationships/image" Target="../media/image147.emf"/><Relationship Id="rId23" Type="http://schemas.openxmlformats.org/officeDocument/2006/relationships/oleObject" Target="../embeddings/oleObject143.bin"/><Relationship Id="rId22" Type="http://schemas.openxmlformats.org/officeDocument/2006/relationships/image" Target="../media/image146.emf"/><Relationship Id="rId21" Type="http://schemas.openxmlformats.org/officeDocument/2006/relationships/oleObject" Target="../embeddings/oleObject142.bin"/><Relationship Id="rId20" Type="http://schemas.openxmlformats.org/officeDocument/2006/relationships/image" Target="../media/image145.wmf"/><Relationship Id="rId2" Type="http://schemas.openxmlformats.org/officeDocument/2006/relationships/image" Target="../media/image136.emf"/><Relationship Id="rId19" Type="http://schemas.openxmlformats.org/officeDocument/2006/relationships/oleObject" Target="../embeddings/oleObject141.bin"/><Relationship Id="rId18" Type="http://schemas.openxmlformats.org/officeDocument/2006/relationships/image" Target="../media/image144.emf"/><Relationship Id="rId17" Type="http://schemas.openxmlformats.org/officeDocument/2006/relationships/oleObject" Target="../embeddings/oleObject140.bin"/><Relationship Id="rId16" Type="http://schemas.openxmlformats.org/officeDocument/2006/relationships/image" Target="../media/image143.emf"/><Relationship Id="rId15" Type="http://schemas.openxmlformats.org/officeDocument/2006/relationships/oleObject" Target="../embeddings/oleObject139.bin"/><Relationship Id="rId14" Type="http://schemas.openxmlformats.org/officeDocument/2006/relationships/image" Target="../media/image142.emf"/><Relationship Id="rId13" Type="http://schemas.openxmlformats.org/officeDocument/2006/relationships/oleObject" Target="../embeddings/oleObject138.bin"/><Relationship Id="rId12" Type="http://schemas.openxmlformats.org/officeDocument/2006/relationships/image" Target="../media/image141.e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40.emf"/><Relationship Id="rId1" Type="http://schemas.openxmlformats.org/officeDocument/2006/relationships/oleObject" Target="../embeddings/oleObject13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54.e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53.e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52.e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51.emf"/><Relationship Id="rId18" Type="http://schemas.openxmlformats.org/officeDocument/2006/relationships/vmlDrawing" Target="../drawings/vmlDrawing1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58.emf"/><Relationship Id="rId15" Type="http://schemas.openxmlformats.org/officeDocument/2006/relationships/oleObject" Target="../embeddings/oleObject154.bin"/><Relationship Id="rId14" Type="http://schemas.openxmlformats.org/officeDocument/2006/relationships/image" Target="../media/image157.emf"/><Relationship Id="rId13" Type="http://schemas.openxmlformats.org/officeDocument/2006/relationships/oleObject" Target="../embeddings/oleObject153.bin"/><Relationship Id="rId12" Type="http://schemas.openxmlformats.org/officeDocument/2006/relationships/image" Target="../media/image156.emf"/><Relationship Id="rId11" Type="http://schemas.openxmlformats.org/officeDocument/2006/relationships/oleObject" Target="../embeddings/oleObject152.bin"/><Relationship Id="rId10" Type="http://schemas.openxmlformats.org/officeDocument/2006/relationships/image" Target="../media/image155.emf"/><Relationship Id="rId1" Type="http://schemas.openxmlformats.org/officeDocument/2006/relationships/oleObject" Target="../embeddings/oleObject14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162.e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61.e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60.emf"/><Relationship Id="rId3" Type="http://schemas.openxmlformats.org/officeDocument/2006/relationships/oleObject" Target="../embeddings/oleObject156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68.emf"/><Relationship Id="rId2" Type="http://schemas.openxmlformats.org/officeDocument/2006/relationships/image" Target="../media/image159.emf"/><Relationship Id="rId19" Type="http://schemas.openxmlformats.org/officeDocument/2006/relationships/oleObject" Target="../embeddings/oleObject164.bin"/><Relationship Id="rId18" Type="http://schemas.openxmlformats.org/officeDocument/2006/relationships/image" Target="../media/image167.emf"/><Relationship Id="rId17" Type="http://schemas.openxmlformats.org/officeDocument/2006/relationships/oleObject" Target="../embeddings/oleObject163.bin"/><Relationship Id="rId16" Type="http://schemas.openxmlformats.org/officeDocument/2006/relationships/image" Target="../media/image166.emf"/><Relationship Id="rId15" Type="http://schemas.openxmlformats.org/officeDocument/2006/relationships/oleObject" Target="../embeddings/oleObject162.bin"/><Relationship Id="rId14" Type="http://schemas.openxmlformats.org/officeDocument/2006/relationships/image" Target="../media/image165.e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64.e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163.emf"/><Relationship Id="rId1" Type="http://schemas.openxmlformats.org/officeDocument/2006/relationships/oleObject" Target="../embeddings/oleObject15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72.e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71.e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0.e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69.emf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75.e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74.e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73.emf"/><Relationship Id="rId1" Type="http://schemas.openxmlformats.org/officeDocument/2006/relationships/oleObject" Target="../embeddings/oleObject165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79.e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78.e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7.emf"/><Relationship Id="rId32" Type="http://schemas.openxmlformats.org/officeDocument/2006/relationships/vmlDrawing" Target="../drawings/vmlDrawing20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190.emf"/><Relationship Id="rId3" Type="http://schemas.openxmlformats.org/officeDocument/2006/relationships/oleObject" Target="../embeddings/oleObject173.bin"/><Relationship Id="rId29" Type="http://schemas.openxmlformats.org/officeDocument/2006/relationships/oleObject" Target="../embeddings/oleObject186.bin"/><Relationship Id="rId28" Type="http://schemas.openxmlformats.org/officeDocument/2006/relationships/image" Target="../media/image189.emf"/><Relationship Id="rId27" Type="http://schemas.openxmlformats.org/officeDocument/2006/relationships/oleObject" Target="../embeddings/oleObject185.bin"/><Relationship Id="rId26" Type="http://schemas.openxmlformats.org/officeDocument/2006/relationships/image" Target="../media/image188.emf"/><Relationship Id="rId25" Type="http://schemas.openxmlformats.org/officeDocument/2006/relationships/oleObject" Target="../embeddings/oleObject184.bin"/><Relationship Id="rId24" Type="http://schemas.openxmlformats.org/officeDocument/2006/relationships/image" Target="../media/image187.emf"/><Relationship Id="rId23" Type="http://schemas.openxmlformats.org/officeDocument/2006/relationships/oleObject" Target="../embeddings/oleObject183.bin"/><Relationship Id="rId22" Type="http://schemas.openxmlformats.org/officeDocument/2006/relationships/image" Target="../media/image186.emf"/><Relationship Id="rId21" Type="http://schemas.openxmlformats.org/officeDocument/2006/relationships/oleObject" Target="../embeddings/oleObject182.bin"/><Relationship Id="rId20" Type="http://schemas.openxmlformats.org/officeDocument/2006/relationships/image" Target="../media/image185.emf"/><Relationship Id="rId2" Type="http://schemas.openxmlformats.org/officeDocument/2006/relationships/image" Target="../media/image176.emf"/><Relationship Id="rId19" Type="http://schemas.openxmlformats.org/officeDocument/2006/relationships/oleObject" Target="../embeddings/oleObject181.bin"/><Relationship Id="rId18" Type="http://schemas.openxmlformats.org/officeDocument/2006/relationships/image" Target="../media/image184.emf"/><Relationship Id="rId17" Type="http://schemas.openxmlformats.org/officeDocument/2006/relationships/oleObject" Target="../embeddings/oleObject180.bin"/><Relationship Id="rId16" Type="http://schemas.openxmlformats.org/officeDocument/2006/relationships/image" Target="../media/image183.emf"/><Relationship Id="rId15" Type="http://schemas.openxmlformats.org/officeDocument/2006/relationships/oleObject" Target="../embeddings/oleObject179.bin"/><Relationship Id="rId14" Type="http://schemas.openxmlformats.org/officeDocument/2006/relationships/image" Target="../media/image182.emf"/><Relationship Id="rId13" Type="http://schemas.openxmlformats.org/officeDocument/2006/relationships/oleObject" Target="../embeddings/oleObject178.bin"/><Relationship Id="rId12" Type="http://schemas.openxmlformats.org/officeDocument/2006/relationships/image" Target="../media/image181.emf"/><Relationship Id="rId11" Type="http://schemas.openxmlformats.org/officeDocument/2006/relationships/oleObject" Target="../embeddings/oleObject177.bin"/><Relationship Id="rId10" Type="http://schemas.openxmlformats.org/officeDocument/2006/relationships/image" Target="../media/image180.emf"/><Relationship Id="rId1" Type="http://schemas.openxmlformats.org/officeDocument/2006/relationships/oleObject" Target="../embeddings/oleObject17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ECFF"/>
            </a:gs>
            <a:gs pos="50000">
              <a:schemeClr val="bg1"/>
            </a:gs>
            <a:gs pos="100000">
              <a:srgbClr val="CCEC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43915"/>
            <a:r>
              <a:rPr lang="en-US" altLang="zh-CN" dirty="0"/>
              <a:t>21:03:40</a:t>
            </a:r>
            <a:endParaRPr lang="en-US" altLang="zh-CN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43915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124" name="Text Box 3"/>
          <p:cNvSpPr txBox="1"/>
          <p:nvPr/>
        </p:nvSpPr>
        <p:spPr>
          <a:xfrm>
            <a:off x="244720" y="984739"/>
            <a:ext cx="9529396" cy="4901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en-US" altLang="en-US" sz="2215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●</a:t>
            </a:r>
            <a:r>
              <a:rPr lang="en-US" altLang="zh-CN" sz="221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en-US" sz="258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理想气体的微观模型</a:t>
            </a:r>
            <a:endParaRPr lang="zh-CN" altLang="en-US" sz="2585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125" name="Text Box 5"/>
          <p:cNvSpPr txBox="1"/>
          <p:nvPr/>
        </p:nvSpPr>
        <p:spPr>
          <a:xfrm>
            <a:off x="235927" y="1502020"/>
            <a:ext cx="8804031" cy="4901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en-US" altLang="en-US" sz="2215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●</a:t>
            </a:r>
            <a:r>
              <a:rPr lang="en-US" altLang="zh-CN" sz="2215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en-US" sz="258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理想气体的状态方程</a:t>
            </a:r>
            <a:r>
              <a:rPr lang="en-US" altLang="zh-CN" sz="258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:</a:t>
            </a:r>
            <a:endParaRPr lang="en-US" altLang="zh-CN" sz="2585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417885" y="334108"/>
            <a:ext cx="6248400" cy="6036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843915" eaLnBrk="1" hangingPunct="1">
              <a:defRPr/>
            </a:pPr>
            <a:r>
              <a:rPr kumimoji="1" lang="zh-CN" altLang="en-US" sz="3325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第</a:t>
            </a:r>
            <a:r>
              <a:rPr kumimoji="1" lang="en-US" altLang="zh-CN" sz="3325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kumimoji="1" lang="zh-CN" altLang="en-US" sz="3325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章  气体动理论</a:t>
            </a:r>
            <a:endParaRPr kumimoji="1" lang="zh-CN" altLang="en-US" sz="3325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127" name="Object 8"/>
          <p:cNvGraphicFramePr>
            <a:graphicFrameLocks noChangeAspect="1"/>
          </p:cNvGraphicFramePr>
          <p:nvPr/>
        </p:nvGraphicFramePr>
        <p:xfrm>
          <a:off x="4125058" y="1421423"/>
          <a:ext cx="1828800" cy="351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8" name="" r:id="rId1" imgW="1136015" imgH="224790" progId="Equation.3">
                  <p:embed/>
                </p:oleObj>
              </mc:Choice>
              <mc:Fallback>
                <p:oleObj name="" r:id="rId1" imgW="1136015" imgH="22479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5058" y="1421423"/>
                        <a:ext cx="1828800" cy="35169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11"/>
          <p:cNvSpPr txBox="1"/>
          <p:nvPr/>
        </p:nvSpPr>
        <p:spPr>
          <a:xfrm>
            <a:off x="4001966" y="1688123"/>
            <a:ext cx="5666642" cy="5895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en-US" altLang="zh-CN" sz="323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3230" b="1" i="1" dirty="0">
                <a:solidFill>
                  <a:srgbClr val="800000"/>
                </a:solidFill>
                <a:latin typeface="Times New Roman" panose="02020603050405020304"/>
                <a:ea typeface="宋体" panose="02010600030101010101" pitchFamily="2" charset="-122"/>
              </a:rPr>
              <a:t>P </a:t>
            </a:r>
            <a:r>
              <a:rPr lang="en-US" altLang="zh-CN" sz="3230" b="1" dirty="0">
                <a:solidFill>
                  <a:srgbClr val="800000"/>
                </a:solidFill>
                <a:latin typeface="Times New Roman" panose="02020603050405020304"/>
                <a:ea typeface="宋体" panose="02010600030101010101" pitchFamily="2" charset="-122"/>
              </a:rPr>
              <a:t>= </a:t>
            </a:r>
            <a:r>
              <a:rPr lang="en-US" altLang="zh-CN" sz="3230" b="1" i="1" dirty="0">
                <a:solidFill>
                  <a:srgbClr val="800000"/>
                </a:solidFill>
                <a:latin typeface="Times New Roman" panose="02020603050405020304"/>
                <a:ea typeface="宋体" panose="02010600030101010101" pitchFamily="2" charset="-122"/>
              </a:rPr>
              <a:t>nkT</a:t>
            </a:r>
            <a:r>
              <a:rPr lang="en-US" altLang="zh-CN" sz="323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</a:t>
            </a:r>
            <a:endParaRPr lang="en-US" altLang="zh-CN" sz="3230" b="1" i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129" name="Text Box 12"/>
          <p:cNvSpPr txBox="1"/>
          <p:nvPr/>
        </p:nvSpPr>
        <p:spPr>
          <a:xfrm>
            <a:off x="228600" y="2014905"/>
            <a:ext cx="8963758" cy="4901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en-US" altLang="en-US" sz="2215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●</a:t>
            </a:r>
            <a:r>
              <a:rPr lang="en-US" altLang="zh-CN" sz="2215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en-US" sz="258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理想气体的压强</a:t>
            </a:r>
            <a:endParaRPr lang="zh-CN" altLang="en-US" sz="2585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5130" name="Group 13"/>
          <p:cNvGrpSpPr/>
          <p:nvPr/>
        </p:nvGrpSpPr>
        <p:grpSpPr>
          <a:xfrm>
            <a:off x="657958" y="3807069"/>
            <a:ext cx="1600200" cy="703385"/>
            <a:chOff x="4704" y="3216"/>
            <a:chExt cx="1008" cy="480"/>
          </a:xfrm>
        </p:grpSpPr>
        <p:graphicFrame>
          <p:nvGraphicFramePr>
            <p:cNvPr id="5171" name="Object 14"/>
            <p:cNvGraphicFramePr>
              <a:graphicFrameLocks noChangeAspect="1"/>
            </p:cNvGraphicFramePr>
            <p:nvPr/>
          </p:nvGraphicFramePr>
          <p:xfrm>
            <a:off x="4704" y="3216"/>
            <a:ext cx="100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09" name="" r:id="rId3" imgW="995045" imgH="544830" progId="Equation.3">
                    <p:embed/>
                  </p:oleObj>
                </mc:Choice>
                <mc:Fallback>
                  <p:oleObj name="" r:id="rId3" imgW="995045" imgH="544830" progId="Equation.3">
                    <p:embed/>
                    <p:pic>
                      <p:nvPicPr>
                        <p:cNvPr id="0" name="Object 1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04" y="3216"/>
                          <a:ext cx="1008" cy="480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2" name="Line 15"/>
            <p:cNvSpPr/>
            <p:nvPr/>
          </p:nvSpPr>
          <p:spPr>
            <a:xfrm>
              <a:off x="5466" y="3323"/>
              <a:ext cx="18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31" name="AutoShape 23"/>
          <p:cNvSpPr/>
          <p:nvPr/>
        </p:nvSpPr>
        <p:spPr>
          <a:xfrm>
            <a:off x="3968262" y="1504951"/>
            <a:ext cx="140677" cy="552450"/>
          </a:xfrm>
          <a:prstGeom prst="leftBrace">
            <a:avLst>
              <a:gd name="adj1" fmla="val 32725"/>
              <a:gd name="adj2" fmla="val 50000"/>
            </a:avLst>
          </a:prstGeom>
          <a:noFill/>
          <a:ln w="1905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endParaRPr lang="zh-CN" altLang="en-US" sz="2215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132" name="Text Box 77"/>
          <p:cNvSpPr txBox="1"/>
          <p:nvPr/>
        </p:nvSpPr>
        <p:spPr>
          <a:xfrm>
            <a:off x="2413490" y="3773366"/>
            <a:ext cx="6321669" cy="77405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zh-CN" altLang="en-US" sz="2215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压强</a:t>
            </a:r>
            <a:r>
              <a:rPr lang="en-US" altLang="zh-CN" sz="2215" b="1" i="1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</a:rPr>
              <a:t>P </a:t>
            </a:r>
            <a:r>
              <a:rPr lang="zh-CN" altLang="en-US" sz="2215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是大量气体分子与器壁不断碰撞的结果，是统计平均值，对单个分子谈压强没有意义。</a:t>
            </a:r>
            <a:endParaRPr lang="zh-CN" altLang="en-US" sz="2215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133" name="Group 80"/>
          <p:cNvGrpSpPr/>
          <p:nvPr/>
        </p:nvGrpSpPr>
        <p:grpSpPr>
          <a:xfrm>
            <a:off x="6723187" y="433754"/>
            <a:ext cx="2436935" cy="2365131"/>
            <a:chOff x="4297" y="1113"/>
            <a:chExt cx="1663" cy="1614"/>
          </a:xfrm>
        </p:grpSpPr>
        <p:grpSp>
          <p:nvGrpSpPr>
            <p:cNvPr id="5150" name="Group 81"/>
            <p:cNvGrpSpPr/>
            <p:nvPr/>
          </p:nvGrpSpPr>
          <p:grpSpPr>
            <a:xfrm>
              <a:off x="4506" y="1767"/>
              <a:ext cx="561" cy="480"/>
              <a:chOff x="4512" y="1104"/>
              <a:chExt cx="518" cy="480"/>
            </a:xfrm>
          </p:grpSpPr>
          <p:sp>
            <p:nvSpPr>
              <p:cNvPr id="5168" name="Oval 82"/>
              <p:cNvSpPr/>
              <p:nvPr/>
            </p:nvSpPr>
            <p:spPr>
              <a:xfrm>
                <a:off x="4512" y="1488"/>
                <a:ext cx="96" cy="96"/>
              </a:xfrm>
              <a:prstGeom prst="ellipse">
                <a:avLst/>
              </a:prstGeom>
              <a:solidFill>
                <a:srgbClr val="000099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defTabSz="843915" eaLnBrk="1" hangingPunct="1">
                  <a:spcBef>
                    <a:spcPct val="0"/>
                  </a:spcBef>
                  <a:buNone/>
                </a:pPr>
                <a:endParaRPr lang="zh-CN" altLang="en-US" sz="221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endParaRPr>
              </a:p>
            </p:txBody>
          </p:sp>
          <p:sp>
            <p:nvSpPr>
              <p:cNvPr id="5169" name="Line 83"/>
              <p:cNvSpPr/>
              <p:nvPr/>
            </p:nvSpPr>
            <p:spPr>
              <a:xfrm flipV="1">
                <a:off x="4608" y="1344"/>
                <a:ext cx="192" cy="144"/>
              </a:xfrm>
              <a:prstGeom prst="line">
                <a:avLst/>
              </a:prstGeom>
              <a:ln w="19050" cap="flat" cmpd="sng">
                <a:solidFill>
                  <a:srgbClr val="CC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170" name="Text Box 84"/>
              <p:cNvSpPr txBox="1"/>
              <p:nvPr/>
            </p:nvSpPr>
            <p:spPr>
              <a:xfrm>
                <a:off x="4774" y="1104"/>
                <a:ext cx="256" cy="3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defTabSz="843915" eaLnBrk="1" hangingPunct="1">
                  <a:spcBef>
                    <a:spcPct val="50000"/>
                  </a:spcBef>
                  <a:buNone/>
                </a:pPr>
                <a:r>
                  <a:rPr lang="en-US" altLang="zh-CN" sz="2955" b="1" i="1" dirty="0">
                    <a:solidFill>
                      <a:srgbClr val="000000"/>
                    </a:solidFill>
                    <a:latin typeface="Times New Roman" panose="02020603050405020304"/>
                    <a:ea typeface="宋体" panose="02010600030101010101" pitchFamily="2" charset="-122"/>
                  </a:rPr>
                  <a:t>v</a:t>
                </a:r>
                <a:r>
                  <a:rPr lang="en-US" altLang="zh-CN" sz="2215" b="1" i="1" baseline="-25000" dirty="0">
                    <a:solidFill>
                      <a:srgbClr val="000000"/>
                    </a:solidFill>
                    <a:latin typeface="Times New Roman" panose="02020603050405020304"/>
                    <a:ea typeface="宋体" panose="02010600030101010101" pitchFamily="2" charset="-122"/>
                  </a:rPr>
                  <a:t>i</a:t>
                </a:r>
                <a:endParaRPr lang="en-US" altLang="zh-CN" sz="2215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151" name="Group 85"/>
            <p:cNvGrpSpPr/>
            <p:nvPr/>
          </p:nvGrpSpPr>
          <p:grpSpPr>
            <a:xfrm>
              <a:off x="4297" y="1383"/>
              <a:ext cx="988" cy="1344"/>
              <a:chOff x="4224" y="768"/>
              <a:chExt cx="912" cy="1344"/>
            </a:xfrm>
          </p:grpSpPr>
          <p:sp>
            <p:nvSpPr>
              <p:cNvPr id="5165" name="Line 86"/>
              <p:cNvSpPr/>
              <p:nvPr/>
            </p:nvSpPr>
            <p:spPr>
              <a:xfrm>
                <a:off x="4224" y="1440"/>
                <a:ext cx="0" cy="6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66" name="Line 87"/>
              <p:cNvSpPr/>
              <p:nvPr/>
            </p:nvSpPr>
            <p:spPr>
              <a:xfrm rot="19001" flipH="1">
                <a:off x="4224" y="1440"/>
                <a:ext cx="912" cy="6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67" name="Line 88"/>
              <p:cNvSpPr/>
              <p:nvPr/>
            </p:nvSpPr>
            <p:spPr>
              <a:xfrm rot="19001" flipH="1">
                <a:off x="4224" y="768"/>
                <a:ext cx="912" cy="6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152" name="Line 89"/>
            <p:cNvSpPr/>
            <p:nvPr/>
          </p:nvSpPr>
          <p:spPr>
            <a:xfrm flipV="1">
              <a:off x="4297" y="1191"/>
              <a:ext cx="0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grpSp>
          <p:nvGrpSpPr>
            <p:cNvPr id="5153" name="Group 90"/>
            <p:cNvGrpSpPr/>
            <p:nvPr/>
          </p:nvGrpSpPr>
          <p:grpSpPr>
            <a:xfrm>
              <a:off x="4297" y="1335"/>
              <a:ext cx="988" cy="0"/>
              <a:chOff x="4224" y="720"/>
              <a:chExt cx="912" cy="0"/>
            </a:xfrm>
          </p:grpSpPr>
          <p:sp>
            <p:nvSpPr>
              <p:cNvPr id="5163" name="Line 91"/>
              <p:cNvSpPr/>
              <p:nvPr/>
            </p:nvSpPr>
            <p:spPr>
              <a:xfrm>
                <a:off x="4992" y="720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000099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164" name="Line 92"/>
              <p:cNvSpPr/>
              <p:nvPr/>
            </p:nvSpPr>
            <p:spPr>
              <a:xfrm flipH="1">
                <a:off x="4224" y="720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000099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5154" name="Text Box 93"/>
            <p:cNvSpPr txBox="1"/>
            <p:nvPr/>
          </p:nvSpPr>
          <p:spPr>
            <a:xfrm>
              <a:off x="4557" y="1113"/>
              <a:ext cx="780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843915" eaLnBrk="1" hangingPunct="1">
                <a:spcBef>
                  <a:spcPct val="0"/>
                </a:spcBef>
                <a:buNone/>
              </a:pPr>
              <a:r>
                <a:rPr lang="en-US" altLang="zh-CN" sz="2955" b="1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v</a:t>
              </a:r>
              <a:r>
                <a:rPr lang="en-US" altLang="zh-CN" sz="2585" b="1" i="1" baseline="-25000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ix</a:t>
              </a:r>
              <a:r>
                <a:rPr lang="en-US" altLang="zh-CN" sz="258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d</a:t>
              </a:r>
              <a:r>
                <a:rPr lang="en-US" altLang="zh-CN" sz="2585" b="1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t</a:t>
              </a:r>
              <a:endParaRPr lang="en-US" altLang="zh-CN" sz="2215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5155" name="Text Box 94"/>
            <p:cNvSpPr txBox="1"/>
            <p:nvPr/>
          </p:nvSpPr>
          <p:spPr>
            <a:xfrm rot="19406350">
              <a:off x="4609" y="2242"/>
              <a:ext cx="76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843915" eaLnBrk="1" hangingPunct="1">
                <a:spcBef>
                  <a:spcPct val="50000"/>
                </a:spcBef>
                <a:buNone/>
              </a:pPr>
              <a:r>
                <a:rPr lang="en-US" altLang="zh-CN" sz="2955" b="1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v</a:t>
              </a:r>
              <a:r>
                <a:rPr lang="en-US" altLang="zh-CN" sz="2585" b="1" i="1" baseline="-25000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i</a:t>
              </a:r>
              <a:r>
                <a:rPr lang="en-US" altLang="zh-CN" sz="258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d</a:t>
              </a:r>
              <a:r>
                <a:rPr lang="en-US" altLang="zh-CN" sz="2585" b="1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t</a:t>
              </a:r>
              <a:endParaRPr lang="en-US" altLang="zh-CN" sz="2585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5156" name="Line 95"/>
            <p:cNvSpPr/>
            <p:nvPr/>
          </p:nvSpPr>
          <p:spPr>
            <a:xfrm>
              <a:off x="5280" y="1719"/>
              <a:ext cx="624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7" name="Text Box 96"/>
            <p:cNvSpPr txBox="1"/>
            <p:nvPr/>
          </p:nvSpPr>
          <p:spPr>
            <a:xfrm>
              <a:off x="5280" y="1399"/>
              <a:ext cx="368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843915" eaLnBrk="1" hangingPunct="1">
                <a:spcBef>
                  <a:spcPct val="0"/>
                </a:spcBef>
                <a:buNone/>
              </a:pPr>
              <a:r>
                <a:rPr lang="en-US" altLang="zh-CN" sz="258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d</a:t>
              </a:r>
              <a:r>
                <a:rPr lang="en-US" altLang="zh-CN" sz="2215" b="1" i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A</a:t>
              </a:r>
              <a:endParaRPr lang="en-US" altLang="zh-CN" sz="2215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5158" name="Text Box 97"/>
            <p:cNvSpPr txBox="1"/>
            <p:nvPr/>
          </p:nvSpPr>
          <p:spPr>
            <a:xfrm>
              <a:off x="5694" y="1727"/>
              <a:ext cx="26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843915" eaLnBrk="1" hangingPunct="1">
                <a:spcBef>
                  <a:spcPct val="0"/>
                </a:spcBef>
                <a:buNone/>
              </a:pPr>
              <a:r>
                <a:rPr lang="en-US" altLang="zh-CN" sz="2215" b="1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rPr>
                <a:t>X</a:t>
              </a:r>
              <a:endParaRPr lang="en-US" altLang="zh-CN" sz="221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5159" name="Line 98"/>
            <p:cNvSpPr/>
            <p:nvPr/>
          </p:nvSpPr>
          <p:spPr>
            <a:xfrm>
              <a:off x="4833" y="185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grpSp>
          <p:nvGrpSpPr>
            <p:cNvPr id="5160" name="Group 99"/>
            <p:cNvGrpSpPr/>
            <p:nvPr/>
          </p:nvGrpSpPr>
          <p:grpSpPr>
            <a:xfrm>
              <a:off x="5272" y="1113"/>
              <a:ext cx="47" cy="1355"/>
              <a:chOff x="5551" y="690"/>
              <a:chExt cx="47" cy="1355"/>
            </a:xfrm>
          </p:grpSpPr>
          <p:sp>
            <p:nvSpPr>
              <p:cNvPr id="5161" name="Rectangle 100"/>
              <p:cNvSpPr/>
              <p:nvPr/>
            </p:nvSpPr>
            <p:spPr>
              <a:xfrm flipH="1">
                <a:off x="5551" y="690"/>
                <a:ext cx="47" cy="1355"/>
              </a:xfrm>
              <a:prstGeom prst="rect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defTabSz="843915" eaLnBrk="1" hangingPunct="1">
                  <a:spcBef>
                    <a:spcPct val="0"/>
                  </a:spcBef>
                  <a:buNone/>
                </a:pPr>
                <a:endParaRPr lang="zh-CN" altLang="en-US" sz="221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endParaRPr>
              </a:p>
            </p:txBody>
          </p:sp>
          <p:sp>
            <p:nvSpPr>
              <p:cNvPr id="5162" name="Rectangle 101"/>
              <p:cNvSpPr/>
              <p:nvPr/>
            </p:nvSpPr>
            <p:spPr>
              <a:xfrm flipH="1">
                <a:off x="5551" y="968"/>
                <a:ext cx="47" cy="681"/>
              </a:xfrm>
              <a:prstGeom prst="rect">
                <a:avLst/>
              </a:prstGeom>
              <a:solidFill>
                <a:srgbClr val="FF000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defTabSz="843915" eaLnBrk="1" hangingPunct="1">
                  <a:spcBef>
                    <a:spcPct val="0"/>
                  </a:spcBef>
                  <a:buNone/>
                </a:pPr>
                <a:endParaRPr lang="zh-CN" altLang="en-US" sz="2215" dirty="0">
                  <a:solidFill>
                    <a:srgbClr val="000000"/>
                  </a:solidFill>
                  <a:latin typeface="Times New Roman" panose="020206030504050203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134" name="Rectangle 102"/>
          <p:cNvSpPr/>
          <p:nvPr/>
        </p:nvSpPr>
        <p:spPr>
          <a:xfrm>
            <a:off x="2810608" y="3241431"/>
            <a:ext cx="6877050" cy="376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en-US" altLang="zh-CN" sz="184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zh-CN" altLang="zh-CN" sz="184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分子的平均平动动能</a:t>
            </a:r>
            <a:r>
              <a:rPr lang="en-US" altLang="zh-CN" sz="1845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endParaRPr lang="en-US" altLang="zh-CN" sz="1845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aphicFrame>
        <p:nvGraphicFramePr>
          <p:cNvPr id="5135" name="Object 107"/>
          <p:cNvGraphicFramePr>
            <a:graphicFrameLocks noChangeAspect="1"/>
          </p:cNvGraphicFramePr>
          <p:nvPr/>
        </p:nvGraphicFramePr>
        <p:xfrm>
          <a:off x="611066" y="2640623"/>
          <a:ext cx="1761392" cy="738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0" name="" r:id="rId5" imgW="787400" imgH="330200" progId="Equation.3">
                  <p:embed/>
                </p:oleObj>
              </mc:Choice>
              <mc:Fallback>
                <p:oleObj name="" r:id="rId5" imgW="787400" imgH="330200" progId="Equation.3">
                  <p:embed/>
                  <p:pic>
                    <p:nvPicPr>
                      <p:cNvPr id="0" name="Object 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066" y="2640623"/>
                        <a:ext cx="1761392" cy="738554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6" name="Object 108"/>
          <p:cNvGraphicFramePr>
            <a:graphicFrameLocks noChangeAspect="1"/>
          </p:cNvGraphicFramePr>
          <p:nvPr/>
        </p:nvGraphicFramePr>
        <p:xfrm>
          <a:off x="2628900" y="2601058"/>
          <a:ext cx="1427285" cy="789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1" name="" r:id="rId7" imgW="596900" imgH="330200" progId="Equation.3">
                  <p:embed/>
                </p:oleObj>
              </mc:Choice>
              <mc:Fallback>
                <p:oleObj name="" r:id="rId7" imgW="596900" imgH="330200" progId="Equation.3">
                  <p:embed/>
                  <p:pic>
                    <p:nvPicPr>
                      <p:cNvPr id="0" name="Object 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8900" y="2601058"/>
                        <a:ext cx="1427285" cy="78984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17" name="Picture 121" descr="0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512169"/>
            <a:ext cx="128954" cy="93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8" name="Rectangle 122">
            <a:hlinkClick r:id="" action="ppaction://macro?name=TimerOnOff"/>
          </p:cNvPr>
          <p:cNvSpPr/>
          <p:nvPr/>
        </p:nvSpPr>
        <p:spPr>
          <a:xfrm>
            <a:off x="8528538" y="263769"/>
            <a:ext cx="615462" cy="263769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endParaRPr lang="zh-CN" altLang="en-US" sz="2215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5139" name="Group 123"/>
          <p:cNvGrpSpPr/>
          <p:nvPr/>
        </p:nvGrpSpPr>
        <p:grpSpPr>
          <a:xfrm>
            <a:off x="750277" y="4750777"/>
            <a:ext cx="1447800" cy="728297"/>
            <a:chOff x="4032" y="443"/>
            <a:chExt cx="912" cy="497"/>
          </a:xfrm>
        </p:grpSpPr>
        <p:graphicFrame>
          <p:nvGraphicFramePr>
            <p:cNvPr id="5148" name="Object 124"/>
            <p:cNvGraphicFramePr>
              <a:graphicFrameLocks noChangeAspect="1"/>
            </p:cNvGraphicFramePr>
            <p:nvPr/>
          </p:nvGraphicFramePr>
          <p:xfrm>
            <a:off x="4049" y="443"/>
            <a:ext cx="89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12" name="" r:id="rId11" imgW="995045" imgH="544830" progId="Equation.3">
                    <p:embed/>
                  </p:oleObj>
                </mc:Choice>
                <mc:Fallback>
                  <p:oleObj name="" r:id="rId11" imgW="995045" imgH="544830" progId="Equation.3">
                    <p:embed/>
                    <p:pic>
                      <p:nvPicPr>
                        <p:cNvPr id="0" name="Object 12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49" y="443"/>
                          <a:ext cx="895" cy="497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Line 125"/>
            <p:cNvSpPr/>
            <p:nvPr/>
          </p:nvSpPr>
          <p:spPr>
            <a:xfrm>
              <a:off x="4032" y="57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40" name="Text Box 126"/>
          <p:cNvSpPr txBox="1"/>
          <p:nvPr/>
        </p:nvSpPr>
        <p:spPr>
          <a:xfrm>
            <a:off x="471854" y="5543551"/>
            <a:ext cx="9388720" cy="4901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50000"/>
              </a:spcBef>
              <a:buNone/>
            </a:pPr>
            <a:r>
              <a:rPr lang="zh-CN" altLang="en-US" sz="2585" b="1" dirty="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温度的微观实质：</a:t>
            </a:r>
            <a:endParaRPr lang="zh-CN" altLang="en-US" sz="2585" b="1" dirty="0">
              <a:solidFill>
                <a:srgbClr val="0000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141" name="Text Box 127"/>
          <p:cNvSpPr txBox="1"/>
          <p:nvPr/>
        </p:nvSpPr>
        <p:spPr>
          <a:xfrm>
            <a:off x="926123" y="5959720"/>
            <a:ext cx="9028235" cy="4901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zh-CN" altLang="en-US" sz="2585" b="1" dirty="0">
                <a:solidFill>
                  <a:srgbClr val="CC0000"/>
                </a:solidFill>
                <a:latin typeface="Times New Roman" panose="02020603050405020304"/>
                <a:ea typeface="楷体_GB2312" pitchFamily="49" charset="-122"/>
              </a:rPr>
              <a:t>温度是物体内部分子无规则运动的剧烈程度的标志。</a:t>
            </a:r>
            <a:endParaRPr lang="zh-CN" altLang="en-US" sz="2585" b="1" dirty="0">
              <a:solidFill>
                <a:srgbClr val="CC0000"/>
              </a:solidFill>
              <a:latin typeface="Times New Roman" panose="02020603050405020304"/>
              <a:ea typeface="楷体_GB2312" pitchFamily="49" charset="-122"/>
            </a:endParaRPr>
          </a:p>
        </p:txBody>
      </p:sp>
      <p:sp>
        <p:nvSpPr>
          <p:cNvPr id="5142" name="Text Box 128"/>
          <p:cNvSpPr txBox="1"/>
          <p:nvPr/>
        </p:nvSpPr>
        <p:spPr>
          <a:xfrm>
            <a:off x="2394438" y="4737589"/>
            <a:ext cx="6324600" cy="77405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843915" eaLnBrk="1" hangingPunct="1">
              <a:spcBef>
                <a:spcPct val="0"/>
              </a:spcBef>
              <a:buNone/>
            </a:pPr>
            <a:r>
              <a:rPr lang="zh-CN" altLang="en-US" sz="2215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温度</a:t>
            </a:r>
            <a:r>
              <a:rPr lang="en-US" altLang="zh-CN" sz="2215" b="1" i="1" dirty="0">
                <a:solidFill>
                  <a:srgbClr val="000000"/>
                </a:solidFill>
                <a:latin typeface="Times New Roman" panose="02020603050405020304"/>
                <a:ea typeface="楷体_GB2312" pitchFamily="49" charset="-122"/>
              </a:rPr>
              <a:t>T</a:t>
            </a:r>
            <a:r>
              <a:rPr lang="zh-CN" altLang="en-US" sz="2215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是统计平均值，是大量微观分子热运动的集体表现，谈论单个分子的温度没有意义。</a:t>
            </a:r>
            <a:endParaRPr lang="zh-CN" altLang="en-US" sz="2215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144" name="Group 133"/>
          <p:cNvGrpSpPr/>
          <p:nvPr/>
        </p:nvGrpSpPr>
        <p:grpSpPr>
          <a:xfrm>
            <a:off x="7260982" y="3094892"/>
            <a:ext cx="529003" cy="347297"/>
            <a:chOff x="603" y="848"/>
            <a:chExt cx="541" cy="345"/>
          </a:xfrm>
        </p:grpSpPr>
        <p:sp>
          <p:nvSpPr>
            <p:cNvPr id="5146" name="Line 134"/>
            <p:cNvSpPr/>
            <p:nvPr/>
          </p:nvSpPr>
          <p:spPr>
            <a:xfrm>
              <a:off x="863" y="912"/>
              <a:ext cx="2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147" name="Object 135"/>
            <p:cNvGraphicFramePr>
              <a:graphicFrameLocks noChangeAspect="1"/>
            </p:cNvGraphicFramePr>
            <p:nvPr/>
          </p:nvGraphicFramePr>
          <p:xfrm>
            <a:off x="603" y="848"/>
            <a:ext cx="541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13" name="" r:id="rId13" imgW="467995" imgH="320040" progId="Equation.3">
                    <p:embed/>
                  </p:oleObj>
                </mc:Choice>
                <mc:Fallback>
                  <p:oleObj name="" r:id="rId13" imgW="467995" imgH="320040" progId="Equation.3">
                    <p:embed/>
                    <p:pic>
                      <p:nvPicPr>
                        <p:cNvPr id="0" name="Object 135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3" y="848"/>
                          <a:ext cx="541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45" name="Object 136"/>
          <p:cNvGraphicFramePr>
            <a:graphicFrameLocks noChangeAspect="1"/>
          </p:cNvGraphicFramePr>
          <p:nvPr/>
        </p:nvGraphicFramePr>
        <p:xfrm>
          <a:off x="7820758" y="2932235"/>
          <a:ext cx="1323242" cy="677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4" name="" r:id="rId15" imgW="569595" imgH="292100" progId="Equation.3">
                  <p:embed/>
                </p:oleObj>
              </mc:Choice>
              <mc:Fallback>
                <p:oleObj name="" r:id="rId15" imgW="569595" imgH="292100" progId="Equation.3">
                  <p:embed/>
                  <p:pic>
                    <p:nvPicPr>
                      <p:cNvPr id="0" name="Object 13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20758" y="2932235"/>
                        <a:ext cx="1323242" cy="67700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65125" y="66675"/>
            <a:ext cx="2236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方均根速率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987425" y="5334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508" name="Group 4"/>
          <p:cNvGrpSpPr/>
          <p:nvPr/>
        </p:nvGrpSpPr>
        <p:grpSpPr bwMode="auto">
          <a:xfrm>
            <a:off x="1905000" y="536575"/>
            <a:ext cx="1727200" cy="758825"/>
            <a:chOff x="1200" y="338"/>
            <a:chExt cx="1088" cy="478"/>
          </a:xfrm>
        </p:grpSpPr>
        <p:graphicFrame>
          <p:nvGraphicFramePr>
            <p:cNvPr id="24629" name="Object 5"/>
            <p:cNvGraphicFramePr>
              <a:graphicFrameLocks noChangeAspect="1"/>
            </p:cNvGraphicFramePr>
            <p:nvPr/>
          </p:nvGraphicFramePr>
          <p:xfrm>
            <a:off x="1200" y="338"/>
            <a:ext cx="1088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2" name="Equation" r:id="rId1" imgW="1917700" imgH="850900" progId="Equation.3">
                    <p:embed/>
                  </p:oleObj>
                </mc:Choice>
                <mc:Fallback>
                  <p:oleObj name="Equation" r:id="rId1" imgW="1917700" imgH="850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38"/>
                          <a:ext cx="1088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0" name="Line 6"/>
            <p:cNvSpPr>
              <a:spLocks noChangeShapeType="1"/>
            </p:cNvSpPr>
            <p:nvPr/>
          </p:nvSpPr>
          <p:spPr bwMode="auto">
            <a:xfrm>
              <a:off x="1200" y="4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31" name="Line 7"/>
            <p:cNvSpPr>
              <a:spLocks noChangeShapeType="1"/>
            </p:cNvSpPr>
            <p:nvPr/>
          </p:nvSpPr>
          <p:spPr bwMode="auto">
            <a:xfrm>
              <a:off x="2016" y="4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5638800" y="914400"/>
            <a:ext cx="8382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513" name="Group 9"/>
          <p:cNvGrpSpPr/>
          <p:nvPr/>
        </p:nvGrpSpPr>
        <p:grpSpPr bwMode="auto">
          <a:xfrm>
            <a:off x="6629400" y="533400"/>
            <a:ext cx="1447800" cy="788988"/>
            <a:chOff x="4176" y="295"/>
            <a:chExt cx="912" cy="497"/>
          </a:xfrm>
        </p:grpSpPr>
        <p:graphicFrame>
          <p:nvGraphicFramePr>
            <p:cNvPr id="24627" name="Object 10"/>
            <p:cNvGraphicFramePr>
              <a:graphicFrameLocks noChangeAspect="1"/>
            </p:cNvGraphicFramePr>
            <p:nvPr/>
          </p:nvGraphicFramePr>
          <p:xfrm>
            <a:off x="4184" y="295"/>
            <a:ext cx="904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3" name="Equation" r:id="rId3" imgW="1727200" imgH="876300" progId="Equation.3">
                    <p:embed/>
                  </p:oleObj>
                </mc:Choice>
                <mc:Fallback>
                  <p:oleObj name="Equation" r:id="rId3" imgW="1727200" imgH="8763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295"/>
                          <a:ext cx="904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8" name="Line 11"/>
            <p:cNvSpPr>
              <a:spLocks noChangeShapeType="1"/>
            </p:cNvSpPr>
            <p:nvPr/>
          </p:nvSpPr>
          <p:spPr bwMode="auto">
            <a:xfrm>
              <a:off x="4176" y="38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3027363" y="1331913"/>
          <a:ext cx="110648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Equation" r:id="rId5" imgW="1676400" imgH="1016000" progId="Equation.3">
                  <p:embed/>
                </p:oleObj>
              </mc:Choice>
              <mc:Fallback>
                <p:oleObj name="Equation" r:id="rId5" imgW="1676400" imgH="1016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1331913"/>
                        <a:ext cx="1106487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1752600" y="1323975"/>
          <a:ext cx="123348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Equation" r:id="rId7" imgW="1562100" imgH="914400" progId="Equation.3">
                  <p:embed/>
                </p:oleObj>
              </mc:Choice>
              <mc:Fallback>
                <p:oleObj name="Equation" r:id="rId7" imgW="1562100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23975"/>
                        <a:ext cx="1233488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8" name="Group 14"/>
          <p:cNvGrpSpPr/>
          <p:nvPr/>
        </p:nvGrpSpPr>
        <p:grpSpPr bwMode="auto">
          <a:xfrm>
            <a:off x="884238" y="1346200"/>
            <a:ext cx="792162" cy="547688"/>
            <a:chOff x="480" y="800"/>
            <a:chExt cx="499" cy="345"/>
          </a:xfrm>
        </p:grpSpPr>
        <p:sp>
          <p:nvSpPr>
            <p:cNvPr id="24625" name="Line 15"/>
            <p:cNvSpPr>
              <a:spLocks noChangeShapeType="1"/>
            </p:cNvSpPr>
            <p:nvPr/>
          </p:nvSpPr>
          <p:spPr bwMode="auto">
            <a:xfrm>
              <a:off x="720" y="864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26" name="Object 16"/>
            <p:cNvGraphicFramePr>
              <a:graphicFrameLocks noChangeAspect="1"/>
            </p:cNvGraphicFramePr>
            <p:nvPr/>
          </p:nvGraphicFramePr>
          <p:xfrm>
            <a:off x="480" y="800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6" name="Equation" r:id="rId9" imgW="723900" imgH="457200" progId="Equation.3">
                    <p:embed/>
                  </p:oleObj>
                </mc:Choice>
                <mc:Fallback>
                  <p:oleObj name="Equation" r:id="rId9" imgW="723900" imgH="4572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800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4191000" y="1447800"/>
            <a:ext cx="5272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分子速率的一种统计平均值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2" name="Oval 18"/>
          <p:cNvSpPr>
            <a:spLocks noChangeArrowheads="1"/>
          </p:cNvSpPr>
          <p:nvPr/>
        </p:nvSpPr>
        <p:spPr bwMode="auto">
          <a:xfrm>
            <a:off x="990600" y="1295400"/>
            <a:ext cx="7620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523" name="AutoShape 19"/>
          <p:cNvCxnSpPr>
            <a:cxnSpLocks noChangeShapeType="1"/>
            <a:stCxn id="21522" idx="1"/>
          </p:cNvCxnSpPr>
          <p:nvPr/>
        </p:nvCxnSpPr>
        <p:spPr bwMode="auto">
          <a:xfrm rot="5400000" flipH="1">
            <a:off x="534988" y="831850"/>
            <a:ext cx="869950" cy="263525"/>
          </a:xfrm>
          <a:prstGeom prst="curvedConnector3">
            <a:avLst>
              <a:gd name="adj1" fmla="val 10764"/>
            </a:avLst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1143000" y="2119313"/>
            <a:ext cx="3489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           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4343400" y="211931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小；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5178425" y="2119313"/>
            <a:ext cx="839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6781800" y="2119313"/>
            <a:ext cx="892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457200" y="2819400"/>
            <a:ext cx="2622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T= 0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3124200" y="2819400"/>
            <a:ext cx="173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氧气分子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0" name="Text Box 26"/>
          <p:cNvSpPr txBox="1">
            <a:spLocks noChangeArrowheads="1"/>
          </p:cNvSpPr>
          <p:nvPr/>
        </p:nvSpPr>
        <p:spPr bwMode="auto">
          <a:xfrm>
            <a:off x="5334000" y="3567113"/>
            <a:ext cx="2424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=1.84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10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m/S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3113088" y="3490913"/>
            <a:ext cx="1619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氢气分子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5562600" y="2819400"/>
            <a:ext cx="160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=461 m/S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533400" y="41148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在常温下气体分子的速率与声波在空气中的传播速率等量级。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CFF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209550" y="4667250"/>
            <a:ext cx="9037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在多高温度下理想气体分子的平均平动动能等于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1ev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533400" y="52006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36" name="Text Box 32"/>
          <p:cNvSpPr txBox="1">
            <a:spLocks noChangeArrowheads="1"/>
          </p:cNvSpPr>
          <p:nvPr/>
        </p:nvSpPr>
        <p:spPr bwMode="auto">
          <a:xfrm>
            <a:off x="3276600" y="5227638"/>
            <a:ext cx="144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ev</a:t>
            </a:r>
            <a:endParaRPr kumimoji="1" lang="en-US" altLang="zh-CN" sz="2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1537" name="Group 33"/>
          <p:cNvGrpSpPr/>
          <p:nvPr/>
        </p:nvGrpSpPr>
        <p:grpSpPr bwMode="auto">
          <a:xfrm>
            <a:off x="4114800" y="533400"/>
            <a:ext cx="1447800" cy="788988"/>
            <a:chOff x="4032" y="443"/>
            <a:chExt cx="912" cy="497"/>
          </a:xfrm>
        </p:grpSpPr>
        <p:graphicFrame>
          <p:nvGraphicFramePr>
            <p:cNvPr id="24623" name="Object 34"/>
            <p:cNvGraphicFramePr>
              <a:graphicFrameLocks noChangeAspect="1"/>
            </p:cNvGraphicFramePr>
            <p:nvPr/>
          </p:nvGraphicFramePr>
          <p:xfrm>
            <a:off x="4049" y="443"/>
            <a:ext cx="89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7" name="Equation" r:id="rId11" imgW="1676400" imgH="863600" progId="Equation.3">
                    <p:embed/>
                  </p:oleObj>
                </mc:Choice>
                <mc:Fallback>
                  <p:oleObj name="Equation" r:id="rId11" imgW="1676400" imgH="8636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443"/>
                          <a:ext cx="895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4" name="Line 35"/>
            <p:cNvSpPr>
              <a:spLocks noChangeShapeType="1"/>
            </p:cNvSpPr>
            <p:nvPr/>
          </p:nvSpPr>
          <p:spPr bwMode="auto">
            <a:xfrm>
              <a:off x="4032" y="576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3657600" y="609600"/>
            <a:ext cx="441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endParaRPr kumimoji="1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FF99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541" name="Group 37"/>
          <p:cNvGrpSpPr/>
          <p:nvPr/>
        </p:nvGrpSpPr>
        <p:grpSpPr bwMode="auto">
          <a:xfrm>
            <a:off x="3733800" y="2119313"/>
            <a:ext cx="792163" cy="547687"/>
            <a:chOff x="480" y="800"/>
            <a:chExt cx="499" cy="345"/>
          </a:xfrm>
        </p:grpSpPr>
        <p:sp>
          <p:nvSpPr>
            <p:cNvPr id="24621" name="Line 38"/>
            <p:cNvSpPr>
              <a:spLocks noChangeShapeType="1"/>
            </p:cNvSpPr>
            <p:nvPr/>
          </p:nvSpPr>
          <p:spPr bwMode="auto">
            <a:xfrm>
              <a:off x="720" y="864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22" name="Object 39"/>
            <p:cNvGraphicFramePr>
              <a:graphicFrameLocks noChangeAspect="1"/>
            </p:cNvGraphicFramePr>
            <p:nvPr/>
          </p:nvGraphicFramePr>
          <p:xfrm>
            <a:off x="480" y="800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8" name="Equation" r:id="rId13" imgW="723900" imgH="457200" progId="Equation.3">
                    <p:embed/>
                  </p:oleObj>
                </mc:Choice>
                <mc:Fallback>
                  <p:oleObj name="Equation" r:id="rId13" imgW="723900" imgH="4572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800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44" name="Group 40"/>
          <p:cNvGrpSpPr/>
          <p:nvPr/>
        </p:nvGrpSpPr>
        <p:grpSpPr bwMode="auto">
          <a:xfrm>
            <a:off x="6019800" y="2119313"/>
            <a:ext cx="792163" cy="547687"/>
            <a:chOff x="480" y="800"/>
            <a:chExt cx="499" cy="345"/>
          </a:xfrm>
        </p:grpSpPr>
        <p:sp>
          <p:nvSpPr>
            <p:cNvPr id="24619" name="Line 41"/>
            <p:cNvSpPr>
              <a:spLocks noChangeShapeType="1"/>
            </p:cNvSpPr>
            <p:nvPr/>
          </p:nvSpPr>
          <p:spPr bwMode="auto">
            <a:xfrm>
              <a:off x="720" y="864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20" name="Object 42"/>
            <p:cNvGraphicFramePr>
              <a:graphicFrameLocks noChangeAspect="1"/>
            </p:cNvGraphicFramePr>
            <p:nvPr/>
          </p:nvGraphicFramePr>
          <p:xfrm>
            <a:off x="480" y="800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9" name="Equation" r:id="rId15" imgW="723900" imgH="457200" progId="Equation.3">
                    <p:embed/>
                  </p:oleObj>
                </mc:Choice>
                <mc:Fallback>
                  <p:oleObj name="Equation" r:id="rId15" imgW="723900" imgH="457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800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47" name="Group 43"/>
          <p:cNvGrpSpPr/>
          <p:nvPr/>
        </p:nvGrpSpPr>
        <p:grpSpPr bwMode="auto">
          <a:xfrm>
            <a:off x="4770438" y="2819400"/>
            <a:ext cx="792162" cy="547688"/>
            <a:chOff x="480" y="800"/>
            <a:chExt cx="499" cy="345"/>
          </a:xfrm>
        </p:grpSpPr>
        <p:sp>
          <p:nvSpPr>
            <p:cNvPr id="24617" name="Line 44"/>
            <p:cNvSpPr>
              <a:spLocks noChangeShapeType="1"/>
            </p:cNvSpPr>
            <p:nvPr/>
          </p:nvSpPr>
          <p:spPr bwMode="auto">
            <a:xfrm>
              <a:off x="720" y="864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18" name="Object 45"/>
            <p:cNvGraphicFramePr>
              <a:graphicFrameLocks noChangeAspect="1"/>
            </p:cNvGraphicFramePr>
            <p:nvPr/>
          </p:nvGraphicFramePr>
          <p:xfrm>
            <a:off x="480" y="800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0" name="Equation" r:id="rId17" imgW="723900" imgH="457200" progId="Equation.3">
                    <p:embed/>
                  </p:oleObj>
                </mc:Choice>
                <mc:Fallback>
                  <p:oleObj name="Equation" r:id="rId17" imgW="723900" imgH="4572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800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50" name="Group 46"/>
          <p:cNvGrpSpPr/>
          <p:nvPr/>
        </p:nvGrpSpPr>
        <p:grpSpPr bwMode="auto">
          <a:xfrm>
            <a:off x="4572000" y="3567113"/>
            <a:ext cx="792163" cy="547687"/>
            <a:chOff x="480" y="800"/>
            <a:chExt cx="499" cy="345"/>
          </a:xfrm>
        </p:grpSpPr>
        <p:sp>
          <p:nvSpPr>
            <p:cNvPr id="24615" name="Line 47"/>
            <p:cNvSpPr>
              <a:spLocks noChangeShapeType="1"/>
            </p:cNvSpPr>
            <p:nvPr/>
          </p:nvSpPr>
          <p:spPr bwMode="auto">
            <a:xfrm>
              <a:off x="720" y="864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16" name="Object 48"/>
            <p:cNvGraphicFramePr>
              <a:graphicFrameLocks noChangeAspect="1"/>
            </p:cNvGraphicFramePr>
            <p:nvPr/>
          </p:nvGraphicFramePr>
          <p:xfrm>
            <a:off x="480" y="800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1" name="Equation" r:id="rId19" imgW="723900" imgH="457200" progId="Equation.3">
                    <p:embed/>
                  </p:oleObj>
                </mc:Choice>
                <mc:Fallback>
                  <p:oleObj name="Equation" r:id="rId19" imgW="723900" imgH="4572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800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53" name="Group 49"/>
          <p:cNvGrpSpPr/>
          <p:nvPr/>
        </p:nvGrpSpPr>
        <p:grpSpPr bwMode="auto">
          <a:xfrm>
            <a:off x="1752600" y="5124450"/>
            <a:ext cx="1447800" cy="788988"/>
            <a:chOff x="4032" y="443"/>
            <a:chExt cx="912" cy="497"/>
          </a:xfrm>
        </p:grpSpPr>
        <p:graphicFrame>
          <p:nvGraphicFramePr>
            <p:cNvPr id="24613" name="Object 50"/>
            <p:cNvGraphicFramePr>
              <a:graphicFrameLocks noChangeAspect="1"/>
            </p:cNvGraphicFramePr>
            <p:nvPr/>
          </p:nvGraphicFramePr>
          <p:xfrm>
            <a:off x="4049" y="443"/>
            <a:ext cx="89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2" name="Equation" r:id="rId21" imgW="1676400" imgH="863600" progId="Equation.3">
                    <p:embed/>
                  </p:oleObj>
                </mc:Choice>
                <mc:Fallback>
                  <p:oleObj name="Equation" r:id="rId21" imgW="1676400" imgH="863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443"/>
                          <a:ext cx="895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4" name="Line 51"/>
            <p:cNvSpPr>
              <a:spLocks noChangeShapeType="1"/>
            </p:cNvSpPr>
            <p:nvPr/>
          </p:nvSpPr>
          <p:spPr bwMode="auto">
            <a:xfrm>
              <a:off x="4032" y="576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4343400" y="520065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=1.6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10</a:t>
            </a:r>
            <a:r>
              <a: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-19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endParaRPr kumimoji="1" lang="en-US" altLang="zh-CN" sz="2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1557" name="Group 53"/>
          <p:cNvGrpSpPr/>
          <p:nvPr/>
        </p:nvGrpSpPr>
        <p:grpSpPr bwMode="auto">
          <a:xfrm>
            <a:off x="2514600" y="5886450"/>
            <a:ext cx="3200400" cy="819150"/>
            <a:chOff x="1584" y="3552"/>
            <a:chExt cx="2016" cy="516"/>
          </a:xfrm>
        </p:grpSpPr>
        <p:graphicFrame>
          <p:nvGraphicFramePr>
            <p:cNvPr id="24611" name="Object 54"/>
            <p:cNvGraphicFramePr>
              <a:graphicFrameLocks noChangeAspect="1"/>
            </p:cNvGraphicFramePr>
            <p:nvPr/>
          </p:nvGraphicFramePr>
          <p:xfrm>
            <a:off x="1584" y="3552"/>
            <a:ext cx="2016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3" name="Equation" r:id="rId23" imgW="3898900" imgH="965200" progId="Equation.3">
                    <p:embed/>
                  </p:oleObj>
                </mc:Choice>
                <mc:Fallback>
                  <p:oleObj name="Equation" r:id="rId23" imgW="3898900" imgH="9652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552"/>
                          <a:ext cx="2016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Line 55"/>
            <p:cNvSpPr>
              <a:spLocks noChangeShapeType="1"/>
            </p:cNvSpPr>
            <p:nvPr/>
          </p:nvSpPr>
          <p:spPr bwMode="auto">
            <a:xfrm>
              <a:off x="2112" y="3600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75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8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75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1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9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75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75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9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4" dur="5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9" dur="5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21" grpId="0" autoUpdateAnimBg="0"/>
      <p:bldP spid="21522" grpId="0" animBg="1"/>
      <p:bldP spid="21524" grpId="0" autoUpdateAnimBg="0"/>
      <p:bldP spid="21525" grpId="0" autoUpdateAnimBg="0"/>
      <p:bldP spid="21526" grpId="0" autoUpdateAnimBg="0"/>
      <p:bldP spid="21527" grpId="0" autoUpdateAnimBg="0"/>
      <p:bldP spid="21528" grpId="0" autoUpdateAnimBg="0"/>
      <p:bldP spid="21529" grpId="0" autoUpdateAnimBg="0"/>
      <p:bldP spid="21530" grpId="0" autoUpdateAnimBg="0"/>
      <p:bldP spid="21531" grpId="0" autoUpdateAnimBg="0"/>
      <p:bldP spid="21532" grpId="0" autoUpdateAnimBg="0"/>
      <p:bldP spid="21533" grpId="0" autoUpdateAnimBg="0"/>
      <p:bldP spid="21534" grpId="0" autoUpdateAnimBg="0"/>
      <p:bldP spid="21535" grpId="0" autoUpdateAnimBg="0"/>
      <p:bldP spid="21536" grpId="0" autoUpdateAnimBg="0"/>
      <p:bldP spid="21540" grpId="0" autoUpdateAnimBg="0"/>
      <p:bldP spid="2155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67005"/>
            <a:ext cx="9753600" cy="6502400"/>
            <a:chOff x="0" y="263"/>
            <a:chExt cx="15360" cy="10240"/>
          </a:xfrm>
        </p:grpSpPr>
        <p:sp>
          <p:nvSpPr>
            <p:cNvPr id="28681" name="Text Box 9"/>
            <p:cNvSpPr txBox="1">
              <a:spLocks noChangeArrowheads="1"/>
            </p:cNvSpPr>
            <p:nvPr/>
          </p:nvSpPr>
          <p:spPr bwMode="auto">
            <a:xfrm>
              <a:off x="1528" y="2160"/>
              <a:ext cx="13352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决定一物体在空间的位置所需要的独立坐标数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5" name="Text Box 13"/>
            <p:cNvSpPr txBox="1">
              <a:spLocks noChangeArrowheads="1"/>
            </p:cNvSpPr>
            <p:nvPr/>
          </p:nvSpPr>
          <p:spPr bwMode="auto">
            <a:xfrm>
              <a:off x="9000" y="4415"/>
              <a:ext cx="636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需要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个独立坐标数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8" name="Text Box 16"/>
            <p:cNvSpPr txBox="1">
              <a:spLocks noChangeArrowheads="1"/>
            </p:cNvSpPr>
            <p:nvPr/>
          </p:nvSpPr>
          <p:spPr bwMode="auto">
            <a:xfrm>
              <a:off x="10535" y="5760"/>
              <a:ext cx="4105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32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=</a:t>
              </a:r>
              <a:r>
                <a:rPr kumimoji="1" lang="en-US" altLang="zh-CN" sz="32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 t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= 3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0" y="263"/>
              <a:ext cx="14400" cy="10240"/>
              <a:chOff x="0" y="263"/>
              <a:chExt cx="14400" cy="10240"/>
            </a:xfrm>
          </p:grpSpPr>
          <p:sp>
            <p:nvSpPr>
              <p:cNvPr id="28674" name="Text Box 2"/>
              <p:cNvSpPr txBox="1">
                <a:spLocks noChangeArrowheads="1"/>
              </p:cNvSpPr>
              <p:nvPr/>
            </p:nvSpPr>
            <p:spPr bwMode="auto">
              <a:xfrm>
                <a:off x="0" y="263"/>
                <a:ext cx="10920" cy="8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CC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latin typeface="Times New Roman" panose="02020603050405020304" pitchFamily="18" charset="0"/>
                  </a:rPr>
                  <a:t>  </a:t>
                </a:r>
                <a:r>
                  <a:rPr kumimoji="1" lang="zh-CN" altLang="en-US" sz="2800" b="1">
                    <a:latin typeface="Times New Roman" panose="02020603050405020304" pitchFamily="18" charset="0"/>
                  </a:rPr>
                  <a:t>三、</a:t>
                </a:r>
                <a:r>
                  <a: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能量均分定理、  理想气体的内能</a:t>
                </a:r>
                <a:endPara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5" name="Text Box 3"/>
              <p:cNvSpPr txBox="1">
                <a:spLocks noChangeArrowheads="1"/>
              </p:cNvSpPr>
              <p:nvPr/>
            </p:nvSpPr>
            <p:spPr bwMode="auto">
              <a:xfrm>
                <a:off x="960" y="3600"/>
                <a:ext cx="684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在直角坐标系中：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6" name="Text Box 4"/>
              <p:cNvSpPr txBox="1">
                <a:spLocks noChangeArrowheads="1"/>
              </p:cNvSpPr>
              <p:nvPr/>
            </p:nvSpPr>
            <p:spPr bwMode="auto">
              <a:xfrm>
                <a:off x="1200" y="5880"/>
                <a:ext cx="1044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例单原子分子：氦（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He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）、氖（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Ne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）</a:t>
                </a:r>
                <a:endParaRPr kumimoji="1" lang="zh-CN" altLang="en-US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7" name="Arc 5"/>
              <p:cNvSpPr/>
              <p:nvPr/>
            </p:nvSpPr>
            <p:spPr bwMode="auto">
              <a:xfrm>
                <a:off x="11880" y="5880"/>
                <a:ext cx="840" cy="840"/>
              </a:xfrm>
              <a:custGeom>
                <a:avLst/>
                <a:gdLst>
                  <a:gd name="T0" fmla="*/ 2147483647 w 43193"/>
                  <a:gd name="T1" fmla="*/ 2147483647 h 43200"/>
                  <a:gd name="T2" fmla="*/ 2147483647 w 43193"/>
                  <a:gd name="T3" fmla="*/ 2147483647 h 43200"/>
                  <a:gd name="T4" fmla="*/ 2147483647 w 43193"/>
                  <a:gd name="T5" fmla="*/ 214748364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3" h="43200" fill="none" extrusionOk="0">
                    <a:moveTo>
                      <a:pt x="43192" y="22149"/>
                    </a:moveTo>
                    <a:cubicBezTo>
                      <a:pt x="42894" y="33861"/>
                      <a:pt x="33315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772" y="-1"/>
                      <a:pt x="42100" y="8519"/>
                      <a:pt x="43111" y="19645"/>
                    </a:cubicBezTo>
                  </a:path>
                  <a:path w="43193" h="43200" stroke="0" extrusionOk="0">
                    <a:moveTo>
                      <a:pt x="43192" y="22149"/>
                    </a:moveTo>
                    <a:cubicBezTo>
                      <a:pt x="42894" y="33861"/>
                      <a:pt x="33315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772" y="-1"/>
                      <a:pt x="42100" y="8519"/>
                      <a:pt x="43111" y="19645"/>
                    </a:cubicBezTo>
                    <a:lnTo>
                      <a:pt x="21600" y="21600"/>
                    </a:lnTo>
                    <a:lnTo>
                      <a:pt x="43192" y="22149"/>
                    </a:lnTo>
                    <a:close/>
                  </a:path>
                </a:pathLst>
              </a:custGeom>
              <a:noFill/>
              <a:ln w="38100">
                <a:solidFill>
                  <a:srgbClr val="FF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78" name="Text Box 6"/>
              <p:cNvSpPr txBox="1">
                <a:spLocks noChangeArrowheads="1"/>
              </p:cNvSpPr>
              <p:nvPr/>
            </p:nvSpPr>
            <p:spPr bwMode="auto">
              <a:xfrm>
                <a:off x="7680" y="2880"/>
                <a:ext cx="5040" cy="9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（通常由</a:t>
                </a:r>
                <a:r>
                  <a:rPr kumimoji="1" lang="zh-CN" altLang="en-US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 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表示）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9" name="Text Box 7"/>
              <p:cNvSpPr txBox="1">
                <a:spLocks noChangeArrowheads="1"/>
              </p:cNvSpPr>
              <p:nvPr/>
            </p:nvSpPr>
            <p:spPr bwMode="auto">
              <a:xfrm>
                <a:off x="480" y="1440"/>
                <a:ext cx="297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1.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自由度：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0" name="Text Box 8"/>
              <p:cNvSpPr txBox="1">
                <a:spLocks noChangeArrowheads="1"/>
              </p:cNvSpPr>
              <p:nvPr/>
            </p:nvSpPr>
            <p:spPr bwMode="auto">
              <a:xfrm>
                <a:off x="3600" y="1103"/>
                <a:ext cx="10800" cy="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rgbClr val="CCFF33"/>
                    </a:solidFill>
                    <a:latin typeface="Times New Roman" panose="02020603050405020304" pitchFamily="18" charset="0"/>
                  </a:rPr>
                  <a:t>（讨论分子热运动所遵循的统计规律）</a:t>
                </a:r>
                <a:endParaRPr kumimoji="1" lang="zh-CN" altLang="en-US" sz="2400">
                  <a:solidFill>
                    <a:srgbClr val="CCFF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2" name="Text Box 10"/>
              <p:cNvSpPr txBox="1">
                <a:spLocks noChangeArrowheads="1"/>
              </p:cNvSpPr>
              <p:nvPr/>
            </p:nvSpPr>
            <p:spPr bwMode="auto">
              <a:xfrm>
                <a:off x="2880" y="2880"/>
                <a:ext cx="588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solidFill>
                      <a:srgbClr val="FF99CC"/>
                    </a:solidFill>
                    <a:latin typeface="Times New Roman" panose="02020603050405020304" pitchFamily="18" charset="0"/>
                  </a:rPr>
                  <a:t>——</a:t>
                </a:r>
                <a:r>
                  <a:rPr kumimoji="1" lang="zh-CN" altLang="en-US" sz="2800" b="1">
                    <a:solidFill>
                      <a:srgbClr val="FF99CC"/>
                    </a:solidFill>
                    <a:latin typeface="Times New Roman" panose="02020603050405020304" pitchFamily="18" charset="0"/>
                  </a:rPr>
                  <a:t>物体的自由度</a:t>
                </a:r>
                <a:endParaRPr kumimoji="1" lang="zh-CN" altLang="en-US" sz="2800" b="1">
                  <a:solidFill>
                    <a:srgbClr val="FF99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3" name="Text Box 11"/>
              <p:cNvSpPr txBox="1">
                <a:spLocks noChangeArrowheads="1"/>
              </p:cNvSpPr>
              <p:nvPr/>
            </p:nvSpPr>
            <p:spPr bwMode="auto">
              <a:xfrm>
                <a:off x="720" y="4393"/>
                <a:ext cx="6000" cy="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）确定一质点位置：</a:t>
                </a:r>
                <a:endParaRPr kumimoji="1" lang="zh-CN" altLang="en-US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4" name="Text Box 12"/>
              <p:cNvSpPr txBox="1">
                <a:spLocks noChangeArrowheads="1"/>
              </p:cNvSpPr>
              <p:nvPr/>
            </p:nvSpPr>
            <p:spPr bwMode="auto">
              <a:xfrm>
                <a:off x="5640" y="4320"/>
                <a:ext cx="4200" cy="9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32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（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kumimoji="1" lang="zh-CN" altLang="en-US" sz="28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、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kumimoji="1" lang="zh-CN" altLang="en-US" sz="28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、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z </a:t>
                </a:r>
                <a:r>
                  <a:rPr kumimoji="1" lang="zh-CN" altLang="en-US" sz="32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）</a:t>
                </a:r>
                <a:endParaRPr kumimoji="1" lang="zh-CN" altLang="en-US" sz="2800" b="1" i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6" name="Text Box 14"/>
              <p:cNvSpPr txBox="1">
                <a:spLocks noChangeArrowheads="1"/>
              </p:cNvSpPr>
              <p:nvPr/>
            </p:nvSpPr>
            <p:spPr bwMode="auto">
              <a:xfrm>
                <a:off x="6000" y="5088"/>
                <a:ext cx="7440" cy="9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——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称平动自由度 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t 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= 3</a:t>
                </a:r>
                <a:endPara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7" name="Text Box 15"/>
              <p:cNvSpPr txBox="1">
                <a:spLocks noChangeArrowheads="1"/>
              </p:cNvSpPr>
              <p:nvPr/>
            </p:nvSpPr>
            <p:spPr bwMode="auto">
              <a:xfrm>
                <a:off x="1920" y="5160"/>
                <a:ext cx="516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即：自由度为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9" name="Text Box 17"/>
              <p:cNvSpPr txBox="1">
                <a:spLocks noChangeArrowheads="1"/>
              </p:cNvSpPr>
              <p:nvPr/>
            </p:nvSpPr>
            <p:spPr bwMode="auto">
              <a:xfrm>
                <a:off x="720" y="7135"/>
                <a:ext cx="792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）确定一直线的位置：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0" name="Line 18"/>
              <p:cNvSpPr>
                <a:spLocks noChangeShapeType="1"/>
              </p:cNvSpPr>
              <p:nvPr/>
            </p:nvSpPr>
            <p:spPr bwMode="auto">
              <a:xfrm flipH="1">
                <a:off x="7200" y="6873"/>
                <a:ext cx="2160" cy="10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1" name="Oval 19"/>
              <p:cNvSpPr>
                <a:spLocks noChangeArrowheads="1"/>
              </p:cNvSpPr>
              <p:nvPr/>
            </p:nvSpPr>
            <p:spPr bwMode="auto">
              <a:xfrm>
                <a:off x="7680" y="747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2" name="Text Box 20"/>
              <p:cNvSpPr txBox="1">
                <a:spLocks noChangeArrowheads="1"/>
              </p:cNvSpPr>
              <p:nvPr/>
            </p:nvSpPr>
            <p:spPr bwMode="auto">
              <a:xfrm>
                <a:off x="1560" y="7833"/>
                <a:ext cx="5520" cy="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确定线上一个点，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4" name="Line 22"/>
              <p:cNvSpPr>
                <a:spLocks noChangeShapeType="1"/>
              </p:cNvSpPr>
              <p:nvPr/>
            </p:nvSpPr>
            <p:spPr bwMode="auto">
              <a:xfrm>
                <a:off x="6840" y="8553"/>
                <a:ext cx="960" cy="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5" name="Text Box 23"/>
              <p:cNvSpPr txBox="1">
                <a:spLocks noChangeArrowheads="1"/>
              </p:cNvSpPr>
              <p:nvPr/>
            </p:nvSpPr>
            <p:spPr bwMode="auto">
              <a:xfrm>
                <a:off x="1560" y="8553"/>
                <a:ext cx="5040" cy="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确定线的方位，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6" name="Text Box 24"/>
              <p:cNvSpPr txBox="1">
                <a:spLocks noChangeArrowheads="1"/>
              </p:cNvSpPr>
              <p:nvPr/>
            </p:nvSpPr>
            <p:spPr bwMode="auto">
              <a:xfrm>
                <a:off x="6000" y="7760"/>
                <a:ext cx="6840" cy="9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需 </a:t>
                </a:r>
                <a:r>
                  <a:rPr kumimoji="1" lang="en-US" altLang="zh-CN" sz="32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t 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=3  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个平动自由度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7" name="Text Box 25"/>
              <p:cNvSpPr txBox="1">
                <a:spLocks noChangeArrowheads="1"/>
              </p:cNvSpPr>
              <p:nvPr/>
            </p:nvSpPr>
            <p:spPr bwMode="auto">
              <a:xfrm>
                <a:off x="5280" y="8553"/>
                <a:ext cx="9120" cy="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还需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800" b="1" i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、</a:t>
                </a:r>
                <a:r>
                  <a:rPr kumimoji="1" lang="zh-CN" altLang="en-US" sz="2800" b="1" i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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、</a:t>
                </a:r>
                <a:r>
                  <a:rPr kumimoji="1" lang="zh-CN" altLang="en-US" sz="2800" b="1" i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 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kumimoji="1" lang="en-US" altLang="zh-CN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 2</a:t>
                </a:r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个转动自由度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1" name="Text Box 29"/>
              <p:cNvSpPr txBox="1">
                <a:spLocks noChangeArrowheads="1"/>
              </p:cNvSpPr>
              <p:nvPr/>
            </p:nvSpPr>
            <p:spPr bwMode="auto">
              <a:xfrm>
                <a:off x="1530" y="9445"/>
                <a:ext cx="7320" cy="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所以，一直线的自由度为：</a:t>
                </a:r>
                <a:endParaRPr kumimoji="1" lang="zh-CN" altLang="en-US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8702" name="Object 30"/>
              <p:cNvGraphicFramePr>
                <a:graphicFrameLocks noChangeAspect="1"/>
              </p:cNvGraphicFramePr>
              <p:nvPr/>
            </p:nvGraphicFramePr>
            <p:xfrm>
              <a:off x="8370" y="9540"/>
              <a:ext cx="2248" cy="7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289" name="Equation" r:id="rId1" imgW="1257300" imgH="330200" progId="Equation.3">
                      <p:embed/>
                    </p:oleObj>
                  </mc:Choice>
                  <mc:Fallback>
                    <p:oleObj name="Equation" r:id="rId1" imgW="1257300" imgH="3302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70" y="9540"/>
                            <a:ext cx="2248" cy="7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3" name="Object 31"/>
              <p:cNvGraphicFramePr>
                <a:graphicFrameLocks noChangeAspect="1"/>
              </p:cNvGraphicFramePr>
              <p:nvPr/>
            </p:nvGraphicFramePr>
            <p:xfrm>
              <a:off x="10650" y="9668"/>
              <a:ext cx="2520" cy="5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290" name="Equation" r:id="rId3" imgW="1752600" imgH="330200" progId="Equation.3">
                      <p:embed/>
                    </p:oleObj>
                  </mc:Choice>
                  <mc:Fallback>
                    <p:oleObj name="Equation" r:id="rId3" imgW="1752600" imgH="3302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50" y="9668"/>
                            <a:ext cx="2520" cy="5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704" name="Oval 32"/>
              <p:cNvSpPr>
                <a:spLocks noChangeArrowheads="1"/>
              </p:cNvSpPr>
              <p:nvPr/>
            </p:nvSpPr>
            <p:spPr bwMode="auto">
              <a:xfrm>
                <a:off x="12570" y="9423"/>
                <a:ext cx="1080" cy="1080"/>
              </a:xfrm>
              <a:prstGeom prst="ellipse">
                <a:avLst/>
              </a:prstGeom>
              <a:noFill/>
              <a:ln w="38100">
                <a:solidFill>
                  <a:srgbClr val="FF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Line 5"/>
          <p:cNvSpPr>
            <a:spLocks noChangeShapeType="1"/>
          </p:cNvSpPr>
          <p:nvPr/>
        </p:nvSpPr>
        <p:spPr bwMode="auto">
          <a:xfrm rot="1537137" flipH="1">
            <a:off x="3962400" y="3175"/>
            <a:ext cx="533400" cy="1066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0" name="AutoShape 14"/>
          <p:cNvSpPr/>
          <p:nvPr/>
        </p:nvSpPr>
        <p:spPr bwMode="auto">
          <a:xfrm>
            <a:off x="8534400" y="-1588"/>
            <a:ext cx="609600" cy="984251"/>
          </a:xfrm>
          <a:prstGeom prst="accentCallout1">
            <a:avLst>
              <a:gd name="adj1" fmla="val 11611"/>
              <a:gd name="adj2" fmla="val -12505"/>
              <a:gd name="adj3" fmla="val 132741"/>
              <a:gd name="adj4" fmla="val -260681"/>
            </a:avLst>
          </a:prstGeom>
          <a:solidFill>
            <a:schemeClr val="accent1"/>
          </a:solidFill>
          <a:ln w="38100">
            <a:solidFill>
              <a:srgbClr val="FF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振动</a:t>
            </a:r>
            <a:endParaRPr kumimoji="1" lang="zh-CN" altLang="en-US" sz="24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90805"/>
            <a:ext cx="8991600" cy="6614795"/>
            <a:chOff x="0" y="143"/>
            <a:chExt cx="14160" cy="10417"/>
          </a:xfrm>
        </p:grpSpPr>
        <p:sp>
          <p:nvSpPr>
            <p:cNvPr id="29698" name="Text Box 2"/>
            <p:cNvSpPr txBox="1">
              <a:spLocks noChangeArrowheads="1"/>
            </p:cNvSpPr>
            <p:nvPr/>
          </p:nvSpPr>
          <p:spPr bwMode="auto">
            <a:xfrm>
              <a:off x="0" y="550"/>
              <a:ext cx="4800" cy="1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双原子分子：                                     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CO…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699" name="AutoShape 3"/>
            <p:cNvSpPr/>
            <p:nvPr/>
          </p:nvSpPr>
          <p:spPr bwMode="auto">
            <a:xfrm>
              <a:off x="4320" y="485"/>
              <a:ext cx="480" cy="1675"/>
            </a:xfrm>
            <a:prstGeom prst="leftBrace">
              <a:avLst>
                <a:gd name="adj1" fmla="val 29080"/>
                <a:gd name="adj2" fmla="val 50000"/>
              </a:avLst>
            </a:prstGeom>
            <a:noFill/>
            <a:ln w="38100">
              <a:solidFill>
                <a:srgbClr val="66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0" name="Text Box 4"/>
            <p:cNvSpPr txBox="1">
              <a:spLocks noChangeArrowheads="1"/>
            </p:cNvSpPr>
            <p:nvPr/>
          </p:nvSpPr>
          <p:spPr bwMode="auto">
            <a:xfrm>
              <a:off x="4800" y="143"/>
              <a:ext cx="1920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3200" b="1">
                  <a:solidFill>
                    <a:srgbClr val="00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刚性</a:t>
              </a:r>
              <a:endParaRPr kumimoji="1" lang="zh-CN" altLang="en-US" sz="2800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02" name="Oval 6"/>
            <p:cNvSpPr>
              <a:spLocks noChangeArrowheads="1"/>
            </p:cNvSpPr>
            <p:nvPr/>
          </p:nvSpPr>
          <p:spPr bwMode="auto">
            <a:xfrm>
              <a:off x="6120" y="965"/>
              <a:ext cx="240" cy="240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6840" y="48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04" name="Object 8"/>
            <p:cNvGraphicFramePr>
              <a:graphicFrameLocks noChangeAspect="1"/>
            </p:cNvGraphicFramePr>
            <p:nvPr/>
          </p:nvGraphicFramePr>
          <p:xfrm>
            <a:off x="7680" y="485"/>
            <a:ext cx="3360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1" name="公式" r:id="rId1" imgW="1879600" imgH="254000" progId="Equation.3">
                    <p:embed/>
                  </p:oleObj>
                </mc:Choice>
                <mc:Fallback>
                  <p:oleObj name="公式" r:id="rId1" imgW="1879600" imgH="254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0" y="485"/>
                          <a:ext cx="3360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4680" y="1685"/>
              <a:ext cx="312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3200" b="1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非刚性</a:t>
              </a:r>
              <a:endParaRPr kumimoji="1" lang="zh-CN" altLang="en-US" sz="32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 rot="1454008" flipH="1">
              <a:off x="7680" y="1325"/>
              <a:ext cx="720" cy="132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07" name="Object 11"/>
            <p:cNvGraphicFramePr>
              <a:graphicFrameLocks noChangeAspect="1"/>
            </p:cNvGraphicFramePr>
            <p:nvPr/>
          </p:nvGraphicFramePr>
          <p:xfrm>
            <a:off x="8280" y="1800"/>
            <a:ext cx="1748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2" name="Equation" r:id="rId3" imgW="1257300" imgH="330200" progId="Equation.3">
                    <p:embed/>
                  </p:oleObj>
                </mc:Choice>
                <mc:Fallback>
                  <p:oleObj name="Equation" r:id="rId3" imgW="1257300" imgH="330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0" y="1800"/>
                          <a:ext cx="1748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8" name="Arc 12"/>
            <p:cNvSpPr/>
            <p:nvPr/>
          </p:nvSpPr>
          <p:spPr bwMode="auto">
            <a:xfrm>
              <a:off x="13320" y="1805"/>
              <a:ext cx="840" cy="840"/>
            </a:xfrm>
            <a:custGeom>
              <a:avLst/>
              <a:gdLst>
                <a:gd name="T0" fmla="*/ 2147483647 w 43193"/>
                <a:gd name="T1" fmla="*/ 2147483647 h 43200"/>
                <a:gd name="T2" fmla="*/ 2147483647 w 43193"/>
                <a:gd name="T3" fmla="*/ 2147483647 h 43200"/>
                <a:gd name="T4" fmla="*/ 2147483647 w 43193"/>
                <a:gd name="T5" fmla="*/ 214748364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3" h="43200" fill="none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</a:path>
                <a:path w="43193" h="43200" stroke="0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  <a:lnTo>
                    <a:pt x="21600" y="21600"/>
                  </a:lnTo>
                  <a:lnTo>
                    <a:pt x="43192" y="22149"/>
                  </a:lnTo>
                  <a:close/>
                </a:path>
              </a:pathLst>
            </a:custGeom>
            <a:noFill/>
            <a:ln w="38100">
              <a:solidFill>
                <a:srgbClr val="FF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9" name="Arc 13"/>
            <p:cNvSpPr/>
            <p:nvPr/>
          </p:nvSpPr>
          <p:spPr bwMode="auto">
            <a:xfrm>
              <a:off x="10440" y="365"/>
              <a:ext cx="840" cy="840"/>
            </a:xfrm>
            <a:custGeom>
              <a:avLst/>
              <a:gdLst>
                <a:gd name="T0" fmla="*/ 2147483647 w 43193"/>
                <a:gd name="T1" fmla="*/ 2147483647 h 43200"/>
                <a:gd name="T2" fmla="*/ 2147483647 w 43193"/>
                <a:gd name="T3" fmla="*/ 2147483647 h 43200"/>
                <a:gd name="T4" fmla="*/ 2147483647 w 43193"/>
                <a:gd name="T5" fmla="*/ 214748364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3" h="43200" fill="none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</a:path>
                <a:path w="43193" h="43200" stroke="0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  <a:lnTo>
                    <a:pt x="21600" y="21600"/>
                  </a:lnTo>
                  <a:lnTo>
                    <a:pt x="43192" y="22149"/>
                  </a:lnTo>
                  <a:close/>
                </a:path>
              </a:pathLst>
            </a:custGeom>
            <a:noFill/>
            <a:ln w="38100">
              <a:solidFill>
                <a:srgbClr val="FF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Line 15"/>
            <p:cNvSpPr>
              <a:spLocks noChangeShapeType="1"/>
            </p:cNvSpPr>
            <p:nvPr/>
          </p:nvSpPr>
          <p:spPr bwMode="auto">
            <a:xfrm rot="1203746" flipH="1">
              <a:off x="6960" y="1085"/>
              <a:ext cx="1080" cy="168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Oval 16"/>
            <p:cNvSpPr>
              <a:spLocks noChangeArrowheads="1"/>
            </p:cNvSpPr>
            <p:nvPr/>
          </p:nvSpPr>
          <p:spPr bwMode="auto">
            <a:xfrm>
              <a:off x="6840" y="2165"/>
              <a:ext cx="240" cy="240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Oval 17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Oval 18"/>
            <p:cNvSpPr>
              <a:spLocks noChangeArrowheads="1"/>
            </p:cNvSpPr>
            <p:nvPr/>
          </p:nvSpPr>
          <p:spPr bwMode="auto">
            <a:xfrm>
              <a:off x="7320" y="180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Oval 19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Oval 20"/>
            <p:cNvSpPr>
              <a:spLocks noChangeArrowheads="1"/>
            </p:cNvSpPr>
            <p:nvPr/>
          </p:nvSpPr>
          <p:spPr bwMode="auto">
            <a:xfrm>
              <a:off x="7320" y="180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Oval 21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Oval 22"/>
            <p:cNvSpPr>
              <a:spLocks noChangeArrowheads="1"/>
            </p:cNvSpPr>
            <p:nvPr/>
          </p:nvSpPr>
          <p:spPr bwMode="auto">
            <a:xfrm>
              <a:off x="7320" y="180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Oval 23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Oval 24"/>
            <p:cNvSpPr>
              <a:spLocks noChangeArrowheads="1"/>
            </p:cNvSpPr>
            <p:nvPr/>
          </p:nvSpPr>
          <p:spPr bwMode="auto">
            <a:xfrm>
              <a:off x="7320" y="180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1" name="Oval 25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2" name="Oval 26"/>
            <p:cNvSpPr>
              <a:spLocks noChangeArrowheads="1"/>
            </p:cNvSpPr>
            <p:nvPr/>
          </p:nvSpPr>
          <p:spPr bwMode="auto">
            <a:xfrm>
              <a:off x="7320" y="180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3" name="Oval 27"/>
            <p:cNvSpPr>
              <a:spLocks noChangeArrowheads="1"/>
            </p:cNvSpPr>
            <p:nvPr/>
          </p:nvSpPr>
          <p:spPr bwMode="auto">
            <a:xfrm>
              <a:off x="7920" y="1325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4" name="Object 28"/>
            <p:cNvGraphicFramePr>
              <a:graphicFrameLocks noChangeAspect="1"/>
            </p:cNvGraphicFramePr>
            <p:nvPr/>
          </p:nvGraphicFramePr>
          <p:xfrm>
            <a:off x="10833" y="1920"/>
            <a:ext cx="3087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3" name="Equation" r:id="rId5" imgW="2311400" imgH="330200" progId="Equation.3">
                    <p:embed/>
                  </p:oleObj>
                </mc:Choice>
                <mc:Fallback>
                  <p:oleObj name="Equation" r:id="rId5" imgW="2311400" imgH="330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3" y="1920"/>
                          <a:ext cx="3087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5" name="Text Box 29"/>
            <p:cNvSpPr txBox="1">
              <a:spLocks noChangeArrowheads="1"/>
            </p:cNvSpPr>
            <p:nvPr/>
          </p:nvSpPr>
          <p:spPr bwMode="auto">
            <a:xfrm>
              <a:off x="4818" y="3585"/>
              <a:ext cx="672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）确定一刚体的位置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731" name="Object 35"/>
            <p:cNvGraphicFramePr>
              <a:graphicFrameLocks noChangeAspect="1"/>
            </p:cNvGraphicFramePr>
            <p:nvPr/>
          </p:nvGraphicFramePr>
          <p:xfrm>
            <a:off x="1920" y="6405"/>
            <a:ext cx="3143" cy="3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4" name="BMP 图象" r:id="rId7" imgW="2428875" imgH="2562225" progId="Paint.Picture">
                    <p:embed/>
                  </p:oleObj>
                </mc:Choice>
                <mc:Fallback>
                  <p:oleObj name="BMP 图象" r:id="rId7" imgW="2428875" imgH="2562225" progId="Paint.Picture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6405"/>
                          <a:ext cx="3143" cy="3315"/>
                        </a:xfrm>
                        <a:prstGeom prst="rect">
                          <a:avLst/>
                        </a:prstGeom>
                        <a:solidFill>
                          <a:srgbClr val="666633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>
              <a:off x="3960" y="8565"/>
              <a:ext cx="168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3" name="Line 37"/>
            <p:cNvSpPr>
              <a:spLocks noChangeShapeType="1"/>
            </p:cNvSpPr>
            <p:nvPr/>
          </p:nvSpPr>
          <p:spPr bwMode="auto">
            <a:xfrm rot="5400000" flipH="1">
              <a:off x="180" y="6945"/>
              <a:ext cx="30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38"/>
            <p:cNvSpPr>
              <a:spLocks noChangeShapeType="1"/>
            </p:cNvSpPr>
            <p:nvPr/>
          </p:nvSpPr>
          <p:spPr bwMode="auto">
            <a:xfrm flipH="1">
              <a:off x="600" y="8445"/>
              <a:ext cx="1080" cy="108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39"/>
            <p:cNvSpPr>
              <a:spLocks noChangeShapeType="1"/>
            </p:cNvSpPr>
            <p:nvPr/>
          </p:nvSpPr>
          <p:spPr bwMode="auto">
            <a:xfrm>
              <a:off x="1680" y="8445"/>
              <a:ext cx="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6" name="Line 40"/>
            <p:cNvSpPr>
              <a:spLocks noChangeShapeType="1"/>
            </p:cNvSpPr>
            <p:nvPr/>
          </p:nvSpPr>
          <p:spPr bwMode="auto">
            <a:xfrm flipH="1">
              <a:off x="2040" y="6720"/>
              <a:ext cx="2640" cy="288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7" name="Line 41"/>
            <p:cNvSpPr>
              <a:spLocks noChangeShapeType="1"/>
            </p:cNvSpPr>
            <p:nvPr/>
          </p:nvSpPr>
          <p:spPr bwMode="auto">
            <a:xfrm>
              <a:off x="4320" y="7005"/>
              <a:ext cx="240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8" name="Line 42"/>
            <p:cNvSpPr>
              <a:spLocks noChangeShapeType="1"/>
            </p:cNvSpPr>
            <p:nvPr/>
          </p:nvSpPr>
          <p:spPr bwMode="auto">
            <a:xfrm>
              <a:off x="4320" y="7005"/>
              <a:ext cx="600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9" name="Text Box 43"/>
            <p:cNvSpPr txBox="1">
              <a:spLocks noChangeArrowheads="1"/>
            </p:cNvSpPr>
            <p:nvPr/>
          </p:nvSpPr>
          <p:spPr bwMode="auto">
            <a:xfrm>
              <a:off x="5760" y="6623"/>
              <a:ext cx="8400" cy="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三原子分子：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CO</a:t>
              </a:r>
              <a:r>
                <a:rPr kumimoji="1"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O...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0" name="Text Box 44"/>
            <p:cNvSpPr txBox="1">
              <a:spLocks noChangeArrowheads="1"/>
            </p:cNvSpPr>
            <p:nvPr/>
          </p:nvSpPr>
          <p:spPr bwMode="auto">
            <a:xfrm>
              <a:off x="5760" y="4920"/>
              <a:ext cx="840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刚体的自由度数：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741" name="Object 45"/>
            <p:cNvGraphicFramePr>
              <a:graphicFrameLocks noChangeAspect="1"/>
            </p:cNvGraphicFramePr>
            <p:nvPr/>
          </p:nvGraphicFramePr>
          <p:xfrm>
            <a:off x="6960" y="5880"/>
            <a:ext cx="540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5" name="公式" r:id="rId9" imgW="3022600" imgH="254000" progId="Equation.3">
                    <p:embed/>
                  </p:oleObj>
                </mc:Choice>
                <mc:Fallback>
                  <p:oleObj name="公式" r:id="rId9" imgW="3022600" imgH="2540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0" y="5880"/>
                          <a:ext cx="5400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2" name="Rectangle 46"/>
            <p:cNvSpPr>
              <a:spLocks noChangeArrowheads="1"/>
            </p:cNvSpPr>
            <p:nvPr/>
          </p:nvSpPr>
          <p:spPr bwMode="auto">
            <a:xfrm>
              <a:off x="6000" y="7320"/>
              <a:ext cx="276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3200" b="1">
                  <a:solidFill>
                    <a:srgbClr val="00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刚性：</a:t>
              </a:r>
              <a:endParaRPr kumimoji="1" lang="zh-CN" altLang="en-US" sz="3200" b="1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9743" name="Group 47"/>
            <p:cNvGrpSpPr/>
            <p:nvPr/>
          </p:nvGrpSpPr>
          <p:grpSpPr bwMode="auto">
            <a:xfrm>
              <a:off x="12120" y="7200"/>
              <a:ext cx="1920" cy="1680"/>
              <a:chOff x="2256" y="3312"/>
              <a:chExt cx="768" cy="672"/>
            </a:xfrm>
          </p:grpSpPr>
          <p:sp>
            <p:nvSpPr>
              <p:cNvPr id="54323" name="AutoShape 48"/>
              <p:cNvSpPr>
                <a:spLocks noChangeArrowheads="1"/>
              </p:cNvSpPr>
              <p:nvPr/>
            </p:nvSpPr>
            <p:spPr bwMode="auto">
              <a:xfrm>
                <a:off x="2304" y="3360"/>
                <a:ext cx="666" cy="5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57150">
                <a:solidFill>
                  <a:srgbClr val="FF33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24" name="Oval 49"/>
              <p:cNvSpPr>
                <a:spLocks noChangeArrowheads="1"/>
              </p:cNvSpPr>
              <p:nvPr/>
            </p:nvSpPr>
            <p:spPr bwMode="auto">
              <a:xfrm>
                <a:off x="2592" y="33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25" name="Oval 50"/>
              <p:cNvSpPr>
                <a:spLocks noChangeArrowheads="1"/>
              </p:cNvSpPr>
              <p:nvPr/>
            </p:nvSpPr>
            <p:spPr bwMode="auto">
              <a:xfrm>
                <a:off x="2256" y="3888"/>
                <a:ext cx="96" cy="9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26" name="Oval 51"/>
              <p:cNvSpPr>
                <a:spLocks noChangeArrowheads="1"/>
              </p:cNvSpPr>
              <p:nvPr/>
            </p:nvSpPr>
            <p:spPr bwMode="auto">
              <a:xfrm>
                <a:off x="2928" y="3888"/>
                <a:ext cx="96" cy="96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48" name="Object 52"/>
            <p:cNvGraphicFramePr>
              <a:graphicFrameLocks noChangeAspect="1"/>
            </p:cNvGraphicFramePr>
            <p:nvPr/>
          </p:nvGraphicFramePr>
          <p:xfrm>
            <a:off x="6240" y="8160"/>
            <a:ext cx="2523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6" name="Equation" r:id="rId11" imgW="1257300" imgH="330200" progId="Equation.3">
                    <p:embed/>
                  </p:oleObj>
                </mc:Choice>
                <mc:Fallback>
                  <p:oleObj name="Equation" r:id="rId11" imgW="1257300" imgH="3302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0" y="8160"/>
                          <a:ext cx="2523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9" name="Rectangle 53"/>
            <p:cNvSpPr>
              <a:spLocks noChangeArrowheads="1"/>
            </p:cNvSpPr>
            <p:nvPr/>
          </p:nvSpPr>
          <p:spPr bwMode="auto">
            <a:xfrm>
              <a:off x="5760" y="8880"/>
              <a:ext cx="348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3200" b="1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非刚性：</a:t>
              </a:r>
              <a:endParaRPr kumimoji="1" lang="zh-CN" altLang="en-US" sz="32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9750" name="Object 54"/>
            <p:cNvGraphicFramePr>
              <a:graphicFrameLocks noChangeAspect="1"/>
            </p:cNvGraphicFramePr>
            <p:nvPr/>
          </p:nvGraphicFramePr>
          <p:xfrm>
            <a:off x="6120" y="9720"/>
            <a:ext cx="3203" cy="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7" name="Equation" r:id="rId13" imgW="1854200" imgH="330200" progId="Equation.3">
                    <p:embed/>
                  </p:oleObj>
                </mc:Choice>
                <mc:Fallback>
                  <p:oleObj name="Equation" r:id="rId13" imgW="1854200" imgH="3302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0" y="9720"/>
                          <a:ext cx="3203" cy="7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1" name="Arc 55"/>
            <p:cNvSpPr/>
            <p:nvPr/>
          </p:nvSpPr>
          <p:spPr bwMode="auto">
            <a:xfrm>
              <a:off x="10800" y="8160"/>
              <a:ext cx="840" cy="840"/>
            </a:xfrm>
            <a:custGeom>
              <a:avLst/>
              <a:gdLst>
                <a:gd name="T0" fmla="*/ 2147483647 w 43193"/>
                <a:gd name="T1" fmla="*/ 2147483647 h 43200"/>
                <a:gd name="T2" fmla="*/ 2147483647 w 43193"/>
                <a:gd name="T3" fmla="*/ 2147483647 h 43200"/>
                <a:gd name="T4" fmla="*/ 2147483647 w 43193"/>
                <a:gd name="T5" fmla="*/ 214748364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3" h="43200" fill="none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</a:path>
                <a:path w="43193" h="43200" stroke="0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  <a:lnTo>
                    <a:pt x="21600" y="21600"/>
                  </a:lnTo>
                  <a:lnTo>
                    <a:pt x="43192" y="22149"/>
                  </a:lnTo>
                  <a:close/>
                </a:path>
              </a:pathLst>
            </a:custGeom>
            <a:noFill/>
            <a:ln w="38100">
              <a:solidFill>
                <a:srgbClr val="FF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2" name="Arc 56"/>
            <p:cNvSpPr/>
            <p:nvPr/>
          </p:nvSpPr>
          <p:spPr bwMode="auto">
            <a:xfrm>
              <a:off x="12240" y="9720"/>
              <a:ext cx="840" cy="840"/>
            </a:xfrm>
            <a:custGeom>
              <a:avLst/>
              <a:gdLst>
                <a:gd name="T0" fmla="*/ 2147483647 w 43193"/>
                <a:gd name="T1" fmla="*/ 2147483647 h 43200"/>
                <a:gd name="T2" fmla="*/ 2147483647 w 43193"/>
                <a:gd name="T3" fmla="*/ 2147483647 h 43200"/>
                <a:gd name="T4" fmla="*/ 2147483647 w 43193"/>
                <a:gd name="T5" fmla="*/ 214748364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3" h="43200" fill="none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</a:path>
                <a:path w="43193" h="43200" stroke="0" extrusionOk="0">
                  <a:moveTo>
                    <a:pt x="43192" y="22149"/>
                  </a:moveTo>
                  <a:cubicBezTo>
                    <a:pt x="42894" y="33861"/>
                    <a:pt x="33315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2772" y="-1"/>
                    <a:pt x="42100" y="8519"/>
                    <a:pt x="43111" y="19645"/>
                  </a:cubicBezTo>
                  <a:lnTo>
                    <a:pt x="21600" y="21600"/>
                  </a:lnTo>
                  <a:lnTo>
                    <a:pt x="43192" y="22149"/>
                  </a:lnTo>
                  <a:close/>
                </a:path>
              </a:pathLst>
            </a:custGeom>
            <a:noFill/>
            <a:ln w="38100">
              <a:solidFill>
                <a:srgbClr val="FF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53" name="Object 57"/>
            <p:cNvGraphicFramePr>
              <a:graphicFrameLocks noChangeAspect="1"/>
            </p:cNvGraphicFramePr>
            <p:nvPr/>
          </p:nvGraphicFramePr>
          <p:xfrm>
            <a:off x="8640" y="8160"/>
            <a:ext cx="2760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8" name="Equation" r:id="rId15" imgW="1752600" imgH="330200" progId="Equation.3">
                    <p:embed/>
                  </p:oleObj>
                </mc:Choice>
                <mc:Fallback>
                  <p:oleObj name="Equation" r:id="rId15" imgW="1752600" imgH="33020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0" y="8160"/>
                          <a:ext cx="2760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4" name="Object 58"/>
            <p:cNvGraphicFramePr>
              <a:graphicFrameLocks noChangeAspect="1"/>
            </p:cNvGraphicFramePr>
            <p:nvPr/>
          </p:nvGraphicFramePr>
          <p:xfrm>
            <a:off x="9360" y="9840"/>
            <a:ext cx="348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9" name="Equation" r:id="rId17" imgW="2362200" imgH="330200" progId="Equation.3">
                    <p:embed/>
                  </p:oleObj>
                </mc:Choice>
                <mc:Fallback>
                  <p:oleObj name="Equation" r:id="rId17" imgW="2362200" imgH="33020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0" y="9840"/>
                          <a:ext cx="3480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5" name="Object 59"/>
            <p:cNvGraphicFramePr>
              <a:graphicFrameLocks noChangeAspect="1"/>
            </p:cNvGraphicFramePr>
            <p:nvPr/>
          </p:nvGraphicFramePr>
          <p:xfrm>
            <a:off x="10045" y="1920"/>
            <a:ext cx="755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0" name="Equation" r:id="rId19" imgW="482600" imgH="241300" progId="Equation.3">
                    <p:embed/>
                  </p:oleObj>
                </mc:Choice>
                <mc:Fallback>
                  <p:oleObj name="Equation" r:id="rId19" imgW="482600" imgH="2413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5" y="1920"/>
                          <a:ext cx="755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nimBg="1"/>
      <p:bldP spid="29710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0" y="22225"/>
            <a:ext cx="5029200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  2.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能量按自由度均分原理</a:t>
            </a:r>
            <a:endParaRPr kumimoji="1" lang="zh-CN" altLang="en-US" sz="240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723" name="Group 3"/>
          <p:cNvGrpSpPr/>
          <p:nvPr/>
        </p:nvGrpSpPr>
        <p:grpSpPr bwMode="auto">
          <a:xfrm>
            <a:off x="1174750" y="1322388"/>
            <a:ext cx="3195638" cy="747712"/>
            <a:chOff x="192" y="1161"/>
            <a:chExt cx="2448" cy="519"/>
          </a:xfrm>
        </p:grpSpPr>
        <p:graphicFrame>
          <p:nvGraphicFramePr>
            <p:cNvPr id="55341" name="Object 4"/>
            <p:cNvGraphicFramePr>
              <a:graphicFrameLocks noChangeAspect="1"/>
            </p:cNvGraphicFramePr>
            <p:nvPr/>
          </p:nvGraphicFramePr>
          <p:xfrm>
            <a:off x="192" y="1161"/>
            <a:ext cx="244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89" name="Equation" r:id="rId1" imgW="4419600" imgH="889000" progId="Equation.3">
                    <p:embed/>
                  </p:oleObj>
                </mc:Choice>
                <mc:Fallback>
                  <p:oleObj name="Equation" r:id="rId1" imgW="4419600" imgH="8890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161"/>
                          <a:ext cx="244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2" name="Line 5"/>
            <p:cNvSpPr>
              <a:spLocks noChangeShapeType="1"/>
            </p:cNvSpPr>
            <p:nvPr/>
          </p:nvSpPr>
          <p:spPr bwMode="auto">
            <a:xfrm>
              <a:off x="576" y="1248"/>
              <a:ext cx="2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3" name="Line 6"/>
            <p:cNvSpPr>
              <a:spLocks noChangeShapeType="1"/>
            </p:cNvSpPr>
            <p:nvPr/>
          </p:nvSpPr>
          <p:spPr bwMode="auto">
            <a:xfrm>
              <a:off x="1440" y="1248"/>
              <a:ext cx="2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4" name="Line 7"/>
            <p:cNvSpPr>
              <a:spLocks noChangeShapeType="1"/>
            </p:cNvSpPr>
            <p:nvPr/>
          </p:nvSpPr>
          <p:spPr bwMode="auto">
            <a:xfrm>
              <a:off x="2304" y="1248"/>
              <a:ext cx="2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533400" y="2212975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每个自由度上都得到相同的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的平均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平动动能：   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6889750" y="1308100"/>
          <a:ext cx="106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0" name="Equation" r:id="rId3" imgW="1219200" imgH="889000" progId="Equation.3">
                  <p:embed/>
                </p:oleObj>
              </mc:Choice>
              <mc:Fallback>
                <p:oleObj name="Equation" r:id="rId3" imgW="1219200" imgH="889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contrast="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1308100"/>
                        <a:ext cx="106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0" name="Group 10"/>
          <p:cNvGrpSpPr/>
          <p:nvPr/>
        </p:nvGrpSpPr>
        <p:grpSpPr bwMode="auto">
          <a:xfrm>
            <a:off x="6032500" y="1268413"/>
            <a:ext cx="766763" cy="725487"/>
            <a:chOff x="3876" y="1166"/>
            <a:chExt cx="588" cy="541"/>
          </a:xfrm>
        </p:grpSpPr>
        <p:graphicFrame>
          <p:nvGraphicFramePr>
            <p:cNvPr id="55339" name="Object 11"/>
            <p:cNvGraphicFramePr>
              <a:graphicFrameLocks noChangeAspect="1"/>
            </p:cNvGraphicFramePr>
            <p:nvPr/>
          </p:nvGraphicFramePr>
          <p:xfrm>
            <a:off x="3876" y="1166"/>
            <a:ext cx="588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91" name="Equation" r:id="rId5" imgW="990600" imgH="901700" progId="Equation.3">
                    <p:embed/>
                  </p:oleObj>
                </mc:Choice>
                <mc:Fallback>
                  <p:oleObj name="Equation" r:id="rId5" imgW="990600" imgH="9017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6" y="1166"/>
                          <a:ext cx="588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0" name="Line 12"/>
            <p:cNvSpPr>
              <a:spLocks noChangeShapeType="1"/>
            </p:cNvSpPr>
            <p:nvPr/>
          </p:nvSpPr>
          <p:spPr bwMode="auto">
            <a:xfrm>
              <a:off x="4272" y="1296"/>
              <a:ext cx="19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3" name="Group 13"/>
          <p:cNvGrpSpPr/>
          <p:nvPr/>
        </p:nvGrpSpPr>
        <p:grpSpPr bwMode="auto">
          <a:xfrm>
            <a:off x="5403850" y="76200"/>
            <a:ext cx="3663950" cy="838200"/>
            <a:chOff x="3312" y="0"/>
            <a:chExt cx="2308" cy="528"/>
          </a:xfrm>
        </p:grpSpPr>
        <p:graphicFrame>
          <p:nvGraphicFramePr>
            <p:cNvPr id="55335" name="Object 14"/>
            <p:cNvGraphicFramePr>
              <a:graphicFrameLocks noChangeAspect="1"/>
            </p:cNvGraphicFramePr>
            <p:nvPr/>
          </p:nvGraphicFramePr>
          <p:xfrm>
            <a:off x="3792" y="11"/>
            <a:ext cx="1828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92" name="Equation" r:id="rId7" imgW="3340100" imgH="901700" progId="Equation.3">
                    <p:embed/>
                  </p:oleObj>
                </mc:Choice>
                <mc:Fallback>
                  <p:oleObj name="Equation" r:id="rId7" imgW="3340100" imgH="9017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1"/>
                          <a:ext cx="1828" cy="493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99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6" name="Line 15"/>
            <p:cNvSpPr>
              <a:spLocks noChangeShapeType="1"/>
            </p:cNvSpPr>
            <p:nvPr/>
          </p:nvSpPr>
          <p:spPr bwMode="auto">
            <a:xfrm>
              <a:off x="4608" y="96"/>
              <a:ext cx="2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7" name="Object 16"/>
            <p:cNvGraphicFramePr>
              <a:graphicFrameLocks noChangeAspect="1"/>
            </p:cNvGraphicFramePr>
            <p:nvPr/>
          </p:nvGraphicFramePr>
          <p:xfrm>
            <a:off x="3312" y="0"/>
            <a:ext cx="48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93" name="剪辑" r:id="rId9" imgW="4267200" imgH="3937000" progId="MS_ClipArt_Gallery.2">
                    <p:embed/>
                  </p:oleObj>
                </mc:Choice>
                <mc:Fallback>
                  <p:oleObj name="剪辑" r:id="rId9" imgW="4267200" imgH="3937000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0"/>
                          <a:ext cx="48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8" name="Line 17"/>
            <p:cNvSpPr>
              <a:spLocks noChangeShapeType="1"/>
            </p:cNvSpPr>
            <p:nvPr/>
          </p:nvSpPr>
          <p:spPr bwMode="auto">
            <a:xfrm>
              <a:off x="3792" y="144"/>
              <a:ext cx="19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7" name="Group 27"/>
          <p:cNvGrpSpPr/>
          <p:nvPr/>
        </p:nvGrpSpPr>
        <p:grpSpPr bwMode="auto">
          <a:xfrm>
            <a:off x="0" y="622300"/>
            <a:ext cx="4419600" cy="520700"/>
            <a:chOff x="0" y="336"/>
            <a:chExt cx="2784" cy="328"/>
          </a:xfrm>
        </p:grpSpPr>
        <p:sp>
          <p:nvSpPr>
            <p:cNvPr id="55331" name="Text Box 28"/>
            <p:cNvSpPr txBox="1">
              <a:spLocks noChangeArrowheads="1"/>
            </p:cNvSpPr>
            <p:nvPr/>
          </p:nvSpPr>
          <p:spPr bwMode="auto">
            <a:xfrm>
              <a:off x="0" y="336"/>
              <a:ext cx="2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1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）分子平均平动动能</a:t>
              </a:r>
              <a:endPara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5332" name="Group 29"/>
            <p:cNvGrpSpPr/>
            <p:nvPr/>
          </p:nvGrpSpPr>
          <p:grpSpPr bwMode="auto">
            <a:xfrm>
              <a:off x="2313" y="336"/>
              <a:ext cx="279" cy="328"/>
              <a:chOff x="4320" y="1976"/>
              <a:chExt cx="279" cy="328"/>
            </a:xfrm>
          </p:grpSpPr>
          <p:graphicFrame>
            <p:nvGraphicFramePr>
              <p:cNvPr id="55333" name="Object 30"/>
              <p:cNvGraphicFramePr>
                <a:graphicFrameLocks noChangeAspect="1"/>
              </p:cNvGraphicFramePr>
              <p:nvPr/>
            </p:nvGraphicFramePr>
            <p:xfrm>
              <a:off x="4320" y="1976"/>
              <a:ext cx="279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94" name="Equation" r:id="rId11" imgW="330200" imgH="482600" progId="Equation.3">
                      <p:embed/>
                    </p:oleObj>
                  </mc:Choice>
                  <mc:Fallback>
                    <p:oleObj name="Equation" r:id="rId11" imgW="330200" imgH="4826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976"/>
                            <a:ext cx="279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34" name="Line 31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0752" name="Group 32"/>
          <p:cNvGrpSpPr/>
          <p:nvPr/>
        </p:nvGrpSpPr>
        <p:grpSpPr bwMode="auto">
          <a:xfrm>
            <a:off x="4451350" y="1308100"/>
            <a:ext cx="1536700" cy="762000"/>
            <a:chOff x="2663" y="1152"/>
            <a:chExt cx="1177" cy="528"/>
          </a:xfrm>
        </p:grpSpPr>
        <p:sp>
          <p:nvSpPr>
            <p:cNvPr id="55329" name="Line 33"/>
            <p:cNvSpPr>
              <a:spLocks noChangeShapeType="1"/>
            </p:cNvSpPr>
            <p:nvPr/>
          </p:nvSpPr>
          <p:spPr bwMode="auto">
            <a:xfrm>
              <a:off x="3408" y="1248"/>
              <a:ext cx="2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0" name="Object 34"/>
            <p:cNvGraphicFramePr>
              <a:graphicFrameLocks noChangeAspect="1"/>
            </p:cNvGraphicFramePr>
            <p:nvPr/>
          </p:nvGraphicFramePr>
          <p:xfrm>
            <a:off x="2663" y="1152"/>
            <a:ext cx="1177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95" name="Equation" r:id="rId13" imgW="2209800" imgH="901700" progId="Equation.3">
                    <p:embed/>
                  </p:oleObj>
                </mc:Choice>
                <mc:Fallback>
                  <p:oleObj name="Equation" r:id="rId13" imgW="2209800" imgH="9017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3" y="1152"/>
                          <a:ext cx="1177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56" name="Object 36"/>
          <p:cNvGraphicFramePr>
            <a:graphicFrameLocks noChangeAspect="1"/>
          </p:cNvGraphicFramePr>
          <p:nvPr/>
        </p:nvGraphicFramePr>
        <p:xfrm>
          <a:off x="7737475" y="2136775"/>
          <a:ext cx="11382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6" name="Equation" r:id="rId15" imgW="965200" imgH="889000" progId="Equation.3">
                  <p:embed/>
                </p:oleObj>
              </mc:Choice>
              <mc:Fallback>
                <p:oleObj name="Equation" r:id="rId15" imgW="965200" imgH="8890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contrast="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75" y="2136775"/>
                        <a:ext cx="1138238" cy="787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57" name="Group 37"/>
          <p:cNvGrpSpPr/>
          <p:nvPr/>
        </p:nvGrpSpPr>
        <p:grpSpPr bwMode="auto">
          <a:xfrm>
            <a:off x="152400" y="3141663"/>
            <a:ext cx="6858000" cy="527050"/>
            <a:chOff x="96" y="2356"/>
            <a:chExt cx="4320" cy="332"/>
          </a:xfrm>
        </p:grpSpPr>
        <p:sp>
          <p:nvSpPr>
            <p:cNvPr id="55325" name="Text Box 38"/>
            <p:cNvSpPr txBox="1">
              <a:spLocks noChangeArrowheads="1"/>
            </p:cNvSpPr>
            <p:nvPr/>
          </p:nvSpPr>
          <p:spPr bwMode="auto">
            <a:xfrm>
              <a:off x="96" y="2356"/>
              <a:ext cx="43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）分子平均动能       按自由度均分</a:t>
              </a:r>
              <a:endPara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5326" name="Group 39"/>
            <p:cNvGrpSpPr/>
            <p:nvPr/>
          </p:nvGrpSpPr>
          <p:grpSpPr bwMode="auto">
            <a:xfrm>
              <a:off x="1920" y="2400"/>
              <a:ext cx="240" cy="288"/>
              <a:chOff x="4320" y="1976"/>
              <a:chExt cx="279" cy="328"/>
            </a:xfrm>
          </p:grpSpPr>
          <p:graphicFrame>
            <p:nvGraphicFramePr>
              <p:cNvPr id="55327" name="Object 40"/>
              <p:cNvGraphicFramePr>
                <a:graphicFrameLocks noChangeAspect="1"/>
              </p:cNvGraphicFramePr>
              <p:nvPr/>
            </p:nvGraphicFramePr>
            <p:xfrm>
              <a:off x="4320" y="1976"/>
              <a:ext cx="279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97" name="Equation" r:id="rId17" imgW="330200" imgH="482600" progId="Equation.3">
                      <p:embed/>
                    </p:oleObj>
                  </mc:Choice>
                  <mc:Fallback>
                    <p:oleObj name="Equation" r:id="rId17" imgW="330200" imgH="48260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976"/>
                            <a:ext cx="279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28" name="Line 41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0762" name="Group 42"/>
          <p:cNvGrpSpPr/>
          <p:nvPr/>
        </p:nvGrpSpPr>
        <p:grpSpPr bwMode="auto">
          <a:xfrm>
            <a:off x="6400800" y="5181600"/>
            <a:ext cx="1066800" cy="933450"/>
            <a:chOff x="4032" y="3225"/>
            <a:chExt cx="672" cy="588"/>
          </a:xfrm>
        </p:grpSpPr>
        <p:sp>
          <p:nvSpPr>
            <p:cNvPr id="55320" name="Text Box 43"/>
            <p:cNvSpPr txBox="1">
              <a:spLocks noChangeArrowheads="1"/>
            </p:cNvSpPr>
            <p:nvPr/>
          </p:nvSpPr>
          <p:spPr bwMode="auto">
            <a:xfrm>
              <a:off x="4032" y="32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rgbClr val="FF99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800" b="1">
                <a:solidFill>
                  <a:srgbClr val="FF99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5321" name="Group 44"/>
            <p:cNvGrpSpPr/>
            <p:nvPr/>
          </p:nvGrpSpPr>
          <p:grpSpPr bwMode="auto">
            <a:xfrm>
              <a:off x="4032" y="3312"/>
              <a:ext cx="672" cy="501"/>
              <a:chOff x="4032" y="3291"/>
              <a:chExt cx="672" cy="501"/>
            </a:xfrm>
          </p:grpSpPr>
          <p:sp>
            <p:nvSpPr>
              <p:cNvPr id="55322" name="Line 45"/>
              <p:cNvSpPr>
                <a:spLocks noChangeShapeType="1"/>
              </p:cNvSpPr>
              <p:nvPr/>
            </p:nvSpPr>
            <p:spPr bwMode="auto">
              <a:xfrm>
                <a:off x="4032" y="3504"/>
                <a:ext cx="192" cy="9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Text Box 46"/>
              <p:cNvSpPr txBox="1">
                <a:spLocks noChangeArrowheads="1"/>
              </p:cNvSpPr>
              <p:nvPr/>
            </p:nvSpPr>
            <p:spPr bwMode="auto">
              <a:xfrm>
                <a:off x="4032" y="3465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800" b="1">
                    <a:solidFill>
                      <a:srgbClr val="FF99FF"/>
                    </a:solidFill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b="1">
                  <a:solidFill>
                    <a:srgbClr val="FF99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24" name="Text Box 47"/>
              <p:cNvSpPr txBox="1">
                <a:spLocks noChangeArrowheads="1"/>
              </p:cNvSpPr>
              <p:nvPr/>
            </p:nvSpPr>
            <p:spPr bwMode="auto">
              <a:xfrm>
                <a:off x="4171" y="3291"/>
                <a:ext cx="533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3200" b="1" i="1">
                    <a:solidFill>
                      <a:srgbClr val="FF99FF"/>
                    </a:solidFill>
                    <a:latin typeface="Times New Roman" panose="02020603050405020304" pitchFamily="18" charset="0"/>
                  </a:rPr>
                  <a:t>kT</a:t>
                </a:r>
                <a:endParaRPr kumimoji="1" lang="en-US" altLang="zh-CN" sz="3200" b="1" i="1">
                  <a:solidFill>
                    <a:srgbClr val="FF99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0768" name="Text Box 48"/>
          <p:cNvSpPr txBox="1">
            <a:spLocks noChangeArrowheads="1"/>
          </p:cNvSpPr>
          <p:nvPr/>
        </p:nvSpPr>
        <p:spPr bwMode="auto">
          <a:xfrm>
            <a:off x="990600" y="4433888"/>
            <a:ext cx="71628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在一定温度</a:t>
            </a:r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的平衡态下，所有物质的分子          在每个自由度上（平动、转动、振动）都有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 一份相同的平均动能 ， 其值为 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9" name="Text Box 49"/>
          <p:cNvSpPr txBox="1">
            <a:spLocks noChangeArrowheads="1"/>
          </p:cNvSpPr>
          <p:nvPr/>
        </p:nvSpPr>
        <p:spPr bwMode="auto">
          <a:xfrm>
            <a:off x="533400" y="6126163"/>
            <a:ext cx="701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具有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个自由度的分子，其总平均动能：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770" name="Group 50"/>
          <p:cNvGrpSpPr/>
          <p:nvPr/>
        </p:nvGrpSpPr>
        <p:grpSpPr bwMode="auto">
          <a:xfrm>
            <a:off x="6891338" y="5964238"/>
            <a:ext cx="1455737" cy="820737"/>
            <a:chOff x="4581" y="3661"/>
            <a:chExt cx="917" cy="517"/>
          </a:xfrm>
        </p:grpSpPr>
        <p:graphicFrame>
          <p:nvGraphicFramePr>
            <p:cNvPr id="55318" name="Object 51"/>
            <p:cNvGraphicFramePr>
              <a:graphicFrameLocks noChangeAspect="1"/>
            </p:cNvGraphicFramePr>
            <p:nvPr/>
          </p:nvGraphicFramePr>
          <p:xfrm>
            <a:off x="4581" y="3661"/>
            <a:ext cx="917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98" name="Equation" r:id="rId19" imgW="1778000" imgH="901700" progId="Equation.3">
                    <p:embed/>
                  </p:oleObj>
                </mc:Choice>
                <mc:Fallback>
                  <p:oleObj name="Equation" r:id="rId19" imgW="1778000" imgH="9017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3661"/>
                          <a:ext cx="917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9" name="Line 52"/>
            <p:cNvSpPr>
              <a:spLocks noChangeShapeType="1"/>
            </p:cNvSpPr>
            <p:nvPr/>
          </p:nvSpPr>
          <p:spPr bwMode="auto">
            <a:xfrm>
              <a:off x="4608" y="379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773" name="Text Box 53"/>
          <p:cNvSpPr txBox="1">
            <a:spLocks noChangeArrowheads="1"/>
          </p:cNvSpPr>
          <p:nvPr/>
        </p:nvSpPr>
        <p:spPr bwMode="auto">
          <a:xfrm>
            <a:off x="393700" y="36337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rgbClr val="FF3399"/>
                </a:solidFill>
                <a:latin typeface="Times New Roman" panose="02020603050405020304" pitchFamily="18" charset="0"/>
              </a:rPr>
              <a:t>推广：</a:t>
            </a:r>
            <a:endParaRPr kumimoji="1" lang="zh-CN" altLang="en-US" sz="2800" b="1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74" name="Rectangle 54"/>
          <p:cNvSpPr>
            <a:spLocks noChangeArrowheads="1"/>
          </p:cNvSpPr>
          <p:nvPr/>
        </p:nvSpPr>
        <p:spPr bwMode="auto">
          <a:xfrm>
            <a:off x="838200" y="4357688"/>
            <a:ext cx="7162800" cy="1600200"/>
          </a:xfrm>
          <a:prstGeom prst="rect">
            <a:avLst/>
          </a:prstGeom>
          <a:noFill/>
          <a:ln w="28575">
            <a:solidFill>
              <a:srgbClr val="FF99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775" name="Text Box 55"/>
          <p:cNvSpPr txBox="1">
            <a:spLocks noChangeArrowheads="1"/>
          </p:cNvSpPr>
          <p:nvPr/>
        </p:nvSpPr>
        <p:spPr bwMode="auto">
          <a:xfrm>
            <a:off x="8305800" y="3657600"/>
            <a:ext cx="611188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能量均分定理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76" name="Rectangle 56"/>
          <p:cNvSpPr>
            <a:spLocks noChangeArrowheads="1"/>
          </p:cNvSpPr>
          <p:nvPr/>
        </p:nvSpPr>
        <p:spPr bwMode="auto">
          <a:xfrm>
            <a:off x="8305800" y="3505200"/>
            <a:ext cx="609600" cy="2438400"/>
          </a:xfrm>
          <a:prstGeom prst="rect">
            <a:avLst/>
          </a:prstGeom>
          <a:noFill/>
          <a:ln w="38100">
            <a:solidFill>
              <a:srgbClr val="66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77" name="Rectangle 57"/>
          <p:cNvSpPr>
            <a:spLocks noChangeArrowheads="1"/>
          </p:cNvSpPr>
          <p:nvPr/>
        </p:nvSpPr>
        <p:spPr bwMode="auto">
          <a:xfrm>
            <a:off x="6781800" y="6019800"/>
            <a:ext cx="1752600" cy="838200"/>
          </a:xfrm>
          <a:prstGeom prst="rect">
            <a:avLst/>
          </a:prstGeom>
          <a:noFill/>
          <a:ln w="38100">
            <a:solidFill>
              <a:srgbClr val="FF33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8" name="Line 58"/>
          <p:cNvSpPr>
            <a:spLocks noChangeShapeType="1"/>
          </p:cNvSpPr>
          <p:nvPr/>
        </p:nvSpPr>
        <p:spPr bwMode="auto">
          <a:xfrm>
            <a:off x="7924800" y="5181600"/>
            <a:ext cx="508000" cy="1588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30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0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5" fill="hold"/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5" fill="hold"/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 autoUpdateAnimBg="0"/>
      <p:bldP spid="30728" grpId="0" autoUpdateAnimBg="0"/>
      <p:bldP spid="30768" grpId="0" autoUpdateAnimBg="0"/>
      <p:bldP spid="30769" grpId="0" autoUpdateAnimBg="0"/>
      <p:bldP spid="30773" grpId="0" autoUpdateAnimBg="0"/>
      <p:bldP spid="30774" grpId="0" animBg="1"/>
      <p:bldP spid="30775" grpId="0" autoUpdateAnimBg="0"/>
      <p:bldP spid="30776" grpId="0" animBg="1"/>
      <p:bldP spid="30777" grpId="0" animBg="1"/>
      <p:bldP spid="307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304800" y="1263650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例：刚性双原子分子，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990600" y="26050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刚性三原子分子，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914400" y="4052888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分子平均动能的总和一般形式为：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609600" y="5821363"/>
            <a:ext cx="7543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动能按自由度均分的原则是统计规律</a:t>
            </a:r>
            <a:endParaRPr kumimoji="1" lang="zh-CN" altLang="en-US" sz="28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025525" y="1843088"/>
            <a:ext cx="3341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分子总平均动能为：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2286000" y="4814888"/>
          <a:ext cx="153511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6" name="Equation" r:id="rId1" imgW="1778000" imgH="901700" progId="Equation.3">
                  <p:embed/>
                </p:oleObj>
              </mc:Choice>
              <mc:Fallback>
                <p:oleObj name="Equation" r:id="rId1" imgW="1778000" imgH="901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14888"/>
                        <a:ext cx="153511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2286000" y="5057775"/>
            <a:ext cx="228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1753" name="Group 9"/>
          <p:cNvGrpSpPr/>
          <p:nvPr/>
        </p:nvGrpSpPr>
        <p:grpSpPr bwMode="auto">
          <a:xfrm>
            <a:off x="6248400" y="152400"/>
            <a:ext cx="2819400" cy="990600"/>
            <a:chOff x="3936" y="48"/>
            <a:chExt cx="1776" cy="624"/>
          </a:xfrm>
        </p:grpSpPr>
        <p:grpSp>
          <p:nvGrpSpPr>
            <p:cNvPr id="56343" name="Group 10"/>
            <p:cNvGrpSpPr/>
            <p:nvPr/>
          </p:nvGrpSpPr>
          <p:grpSpPr bwMode="auto">
            <a:xfrm>
              <a:off x="4512" y="59"/>
              <a:ext cx="1061" cy="517"/>
              <a:chOff x="4581" y="3661"/>
              <a:chExt cx="917" cy="517"/>
            </a:xfrm>
          </p:grpSpPr>
          <p:graphicFrame>
            <p:nvGraphicFramePr>
              <p:cNvPr id="56346" name="Object 11"/>
              <p:cNvGraphicFramePr>
                <a:graphicFrameLocks noChangeAspect="1"/>
              </p:cNvGraphicFramePr>
              <p:nvPr/>
            </p:nvGraphicFramePr>
            <p:xfrm>
              <a:off x="4581" y="3661"/>
              <a:ext cx="917" cy="5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377" name="Equation" r:id="rId3" imgW="1778000" imgH="901700" progId="Equation.3">
                      <p:embed/>
                    </p:oleObj>
                  </mc:Choice>
                  <mc:Fallback>
                    <p:oleObj name="Equation" r:id="rId3" imgW="1778000" imgH="9017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1" y="3661"/>
                            <a:ext cx="917" cy="5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347" name="Line 12"/>
              <p:cNvSpPr>
                <a:spLocks noChangeShapeType="1"/>
              </p:cNvSpPr>
              <p:nvPr/>
            </p:nvSpPr>
            <p:spPr bwMode="auto">
              <a:xfrm>
                <a:off x="4608" y="379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344" name="Rectangle 13"/>
            <p:cNvSpPr>
              <a:spLocks noChangeArrowheads="1"/>
            </p:cNvSpPr>
            <p:nvPr/>
          </p:nvSpPr>
          <p:spPr bwMode="auto">
            <a:xfrm>
              <a:off x="4512" y="48"/>
              <a:ext cx="1200" cy="576"/>
            </a:xfrm>
            <a:prstGeom prst="rect">
              <a:avLst/>
            </a:prstGeom>
            <a:noFill/>
            <a:ln w="38100">
              <a:solidFill>
                <a:srgbClr val="FF99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6345" name="Object 14"/>
            <p:cNvGraphicFramePr>
              <a:graphicFrameLocks noChangeAspect="1"/>
            </p:cNvGraphicFramePr>
            <p:nvPr/>
          </p:nvGraphicFramePr>
          <p:xfrm>
            <a:off x="3936" y="48"/>
            <a:ext cx="624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8" name="剪辑" r:id="rId5" imgW="4267200" imgH="3937000" progId="MS_ClipArt_Gallery.2">
                    <p:embed/>
                  </p:oleObj>
                </mc:Choice>
                <mc:Fallback>
                  <p:oleObj name="剪辑" r:id="rId5" imgW="4267200" imgH="3937000" progId="MS_ClipArt_Gallery.2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48"/>
                          <a:ext cx="624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59" name="Group 15"/>
          <p:cNvGrpSpPr/>
          <p:nvPr/>
        </p:nvGrpSpPr>
        <p:grpSpPr bwMode="auto">
          <a:xfrm>
            <a:off x="4267200" y="1708150"/>
            <a:ext cx="1684338" cy="820738"/>
            <a:chOff x="2256" y="2208"/>
            <a:chExt cx="1061" cy="517"/>
          </a:xfrm>
        </p:grpSpPr>
        <p:graphicFrame>
          <p:nvGraphicFramePr>
            <p:cNvPr id="56341" name="Object 16"/>
            <p:cNvGraphicFramePr>
              <a:graphicFrameLocks noChangeAspect="1"/>
            </p:cNvGraphicFramePr>
            <p:nvPr/>
          </p:nvGraphicFramePr>
          <p:xfrm>
            <a:off x="2256" y="2208"/>
            <a:ext cx="1061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9" name="Equation" r:id="rId7" imgW="1778000" imgH="901700" progId="Equation.3">
                    <p:embed/>
                  </p:oleObj>
                </mc:Choice>
                <mc:Fallback>
                  <p:oleObj name="Equation" r:id="rId7" imgW="1778000" imgH="9017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208"/>
                          <a:ext cx="1061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2" name="Line 17"/>
            <p:cNvSpPr>
              <a:spLocks noChangeShapeType="1"/>
            </p:cNvSpPr>
            <p:nvPr/>
          </p:nvSpPr>
          <p:spPr bwMode="auto">
            <a:xfrm>
              <a:off x="2287" y="2339"/>
              <a:ext cx="22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762" name="Group 18"/>
          <p:cNvGrpSpPr/>
          <p:nvPr/>
        </p:nvGrpSpPr>
        <p:grpSpPr bwMode="auto">
          <a:xfrm>
            <a:off x="4648200" y="3214688"/>
            <a:ext cx="1684338" cy="820737"/>
            <a:chOff x="2448" y="2400"/>
            <a:chExt cx="1061" cy="517"/>
          </a:xfrm>
        </p:grpSpPr>
        <p:graphicFrame>
          <p:nvGraphicFramePr>
            <p:cNvPr id="56339" name="Object 19"/>
            <p:cNvGraphicFramePr>
              <a:graphicFrameLocks noChangeAspect="1"/>
            </p:cNvGraphicFramePr>
            <p:nvPr/>
          </p:nvGraphicFramePr>
          <p:xfrm>
            <a:off x="2448" y="2400"/>
            <a:ext cx="1061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0" name="Equation" r:id="rId9" imgW="1778000" imgH="901700" progId="Equation.3">
                    <p:embed/>
                  </p:oleObj>
                </mc:Choice>
                <mc:Fallback>
                  <p:oleObj name="Equation" r:id="rId9" imgW="1778000" imgH="9017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400"/>
                          <a:ext cx="1061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0" name="Line 20"/>
            <p:cNvSpPr>
              <a:spLocks noChangeShapeType="1"/>
            </p:cNvSpPr>
            <p:nvPr/>
          </p:nvSpPr>
          <p:spPr bwMode="auto">
            <a:xfrm>
              <a:off x="2479" y="2531"/>
              <a:ext cx="22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31765" name="Object 21"/>
          <p:cNvGraphicFramePr>
            <a:graphicFrameLocks noChangeAspect="1"/>
          </p:cNvGraphicFramePr>
          <p:nvPr/>
        </p:nvGraphicFramePr>
        <p:xfrm>
          <a:off x="3810000" y="4872038"/>
          <a:ext cx="20716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1" name="Equation" r:id="rId11" imgW="2336800" imgH="901700" progId="Equation.3">
                  <p:embed/>
                </p:oleObj>
              </mc:Choice>
              <mc:Fallback>
                <p:oleObj name="Equation" r:id="rId11" imgW="2336800" imgH="901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872038"/>
                        <a:ext cx="20716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914400" y="3305175"/>
            <a:ext cx="3786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分子总平均动能为：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3810000" y="1233488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+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4876800" y="1263650"/>
            <a:ext cx="144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9" name="Rectangle 25"/>
          <p:cNvSpPr>
            <a:spLocks noChangeArrowheads="1"/>
          </p:cNvSpPr>
          <p:nvPr/>
        </p:nvSpPr>
        <p:spPr bwMode="auto">
          <a:xfrm>
            <a:off x="3810000" y="255905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r </a:t>
            </a:r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+ s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0" name="Rectangle 26"/>
          <p:cNvSpPr>
            <a:spLocks noChangeArrowheads="1"/>
          </p:cNvSpPr>
          <p:nvPr/>
        </p:nvSpPr>
        <p:spPr bwMode="auto">
          <a:xfrm>
            <a:off x="5562600" y="261937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6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76200" y="334963"/>
            <a:ext cx="701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66CC"/>
                </a:solidFill>
                <a:latin typeface="Times New Roman" panose="02020603050405020304" pitchFamily="18" charset="0"/>
              </a:rPr>
              <a:t>具有</a:t>
            </a:r>
            <a:r>
              <a:rPr kumimoji="1" lang="en-US" altLang="zh-CN" sz="3200" b="1" i="1">
                <a:solidFill>
                  <a:srgbClr val="FF66CC"/>
                </a:solidFill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solidFill>
                  <a:srgbClr val="FF66CC"/>
                </a:solidFill>
                <a:latin typeface="Times New Roman" panose="02020603050405020304" pitchFamily="18" charset="0"/>
              </a:rPr>
              <a:t>个自由度的分子，其总平均动能：</a:t>
            </a:r>
            <a:endParaRPr kumimoji="1" lang="zh-CN" altLang="en-US" sz="2800" b="1">
              <a:solidFill>
                <a:srgbClr val="FF66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425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75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3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75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75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75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6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7" grpId="0" autoUpdateAnimBg="0"/>
      <p:bldP spid="31748" grpId="0" autoUpdateAnimBg="0"/>
      <p:bldP spid="31749" grpId="0" autoUpdateAnimBg="0"/>
      <p:bldP spid="31750" grpId="0" autoUpdateAnimBg="0"/>
      <p:bldP spid="31752" grpId="0" animBg="1"/>
      <p:bldP spid="31766" grpId="0" autoUpdateAnimBg="0"/>
      <p:bldP spid="31767" grpId="0" autoUpdateAnimBg="0"/>
      <p:bldP spid="31768" grpId="0" autoUpdateAnimBg="0"/>
      <p:bldP spid="31769" grpId="0" autoUpdateAnimBg="0"/>
      <p:bldP spid="31770" grpId="0" autoUpdateAnimBg="0"/>
      <p:bldP spid="3177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457200" y="609600"/>
            <a:ext cx="434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一般气体的内能</a:t>
            </a:r>
            <a:endParaRPr kumimoji="1" lang="zh-CN" altLang="en-US" sz="3200" b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1" name="AutoShape 3"/>
          <p:cNvSpPr/>
          <p:nvPr/>
        </p:nvSpPr>
        <p:spPr bwMode="auto">
          <a:xfrm>
            <a:off x="1447800" y="12954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752600" y="1066800"/>
            <a:ext cx="6992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CCFF33"/>
                </a:solidFill>
                <a:latin typeface="Times New Roman" panose="02020603050405020304" pitchFamily="18" charset="0"/>
              </a:rPr>
              <a:t>分子平均动能的总和（平动、振动、转动）</a:t>
            </a:r>
            <a:endParaRPr kumimoji="1" lang="zh-CN" altLang="en-US" sz="2800">
              <a:solidFill>
                <a:srgbClr val="CC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752600" y="16002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原子间振动平均势能的总和</a:t>
            </a:r>
            <a:endParaRPr kumimoji="1" lang="zh-CN" altLang="en-US" sz="28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752600" y="2147888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66FFFF"/>
                </a:solidFill>
                <a:latin typeface="Times New Roman" panose="02020603050405020304" pitchFamily="18" charset="0"/>
              </a:rPr>
              <a:t>分子间相互作用的势能总和</a:t>
            </a:r>
            <a:endParaRPr kumimoji="1" lang="zh-CN" altLang="en-US" sz="28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533400" y="266700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b="1">
                <a:solidFill>
                  <a:srgbClr val="FFCCCC"/>
                </a:solidFill>
                <a:latin typeface="楷体_GB2312" pitchFamily="49" charset="-122"/>
                <a:ea typeface="楷体_GB2312" pitchFamily="49" charset="-122"/>
              </a:rPr>
              <a:t>理想气体的内能</a:t>
            </a:r>
            <a:r>
              <a:rPr kumimoji="1" lang="en-US" altLang="zh-CN" sz="3200" b="1">
                <a:solidFill>
                  <a:srgbClr val="FFCCCC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kumimoji="1" lang="zh-CN" altLang="en-US" sz="2400">
                <a:solidFill>
                  <a:srgbClr val="FF99CC"/>
                </a:solidFill>
                <a:latin typeface="Times New Roman" panose="02020603050405020304" pitchFamily="18" charset="0"/>
              </a:rPr>
              <a:t>（非刚性分子才有</a:t>
            </a:r>
            <a:r>
              <a:rPr kumimoji="1" lang="en-US" altLang="zh-CN" sz="2400">
                <a:solidFill>
                  <a:srgbClr val="FF99CC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FF99CC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rgbClr val="FF99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6" name="AutoShape 8"/>
          <p:cNvSpPr/>
          <p:nvPr/>
        </p:nvSpPr>
        <p:spPr bwMode="auto">
          <a:xfrm>
            <a:off x="1219200" y="3505200"/>
            <a:ext cx="304800" cy="838200"/>
          </a:xfrm>
          <a:prstGeom prst="leftBrace">
            <a:avLst>
              <a:gd name="adj1" fmla="val 22917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1447800" y="3214688"/>
            <a:ext cx="411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CCFF33"/>
                </a:solidFill>
                <a:latin typeface="Times New Roman" panose="02020603050405020304" pitchFamily="18" charset="0"/>
              </a:rPr>
              <a:t>分子平均动能的总和</a:t>
            </a:r>
            <a:r>
              <a:rPr kumimoji="1" lang="en-US" altLang="zh-CN" sz="2800" b="1">
                <a:solidFill>
                  <a:srgbClr val="CCFF33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CC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385888" y="3900488"/>
            <a:ext cx="5548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原子间振动平均势能的总和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/>
        </p:nvGraphicFramePr>
        <p:xfrm>
          <a:off x="5324475" y="3043238"/>
          <a:ext cx="26003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name="Equation" r:id="rId1" imgW="2895600" imgH="901700" progId="Equation.3">
                  <p:embed/>
                </p:oleObj>
              </mc:Choice>
              <mc:Fallback>
                <p:oleObj name="Equation" r:id="rId1" imgW="2895600" imgH="901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475" y="3043238"/>
                        <a:ext cx="26003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/>
        </p:nvGraphicFramePr>
        <p:xfrm>
          <a:off x="6096000" y="3810000"/>
          <a:ext cx="16764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8" name="Equation" r:id="rId3" imgW="1816100" imgH="901700" progId="Equation.3">
                  <p:embed/>
                </p:oleObj>
              </mc:Choice>
              <mc:Fallback>
                <p:oleObj name="Equation" r:id="rId3" imgW="1816100" imgH="901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10000"/>
                        <a:ext cx="16764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152400" y="106363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3200" b="1">
                <a:solidFill>
                  <a:schemeClr val="bg1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</a:rPr>
              <a:t>理想气体的内能</a:t>
            </a:r>
            <a:endParaRPr kumimoji="1" lang="zh-CN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762000" y="449580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把分子的总自由度看成：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783" name="Object 15"/>
          <p:cNvGraphicFramePr>
            <a:graphicFrameLocks noChangeAspect="1"/>
          </p:cNvGraphicFramePr>
          <p:nvPr/>
        </p:nvGraphicFramePr>
        <p:xfrm>
          <a:off x="2325688" y="5011738"/>
          <a:ext cx="20129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9" name="Equation" r:id="rId5" imgW="2108200" imgH="330200" progId="Equation.3">
                  <p:embed/>
                </p:oleObj>
              </mc:Choice>
              <mc:Fallback>
                <p:oleObj name="Equation" r:id="rId5" imgW="2108200" imgH="330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5011738"/>
                        <a:ext cx="20129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381000" y="5486400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所以，一个分子的平均总内能为：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4495800" y="4967288"/>
            <a:ext cx="3595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99CC"/>
                </a:solidFill>
                <a:latin typeface="Times New Roman" panose="02020603050405020304" pitchFamily="18" charset="0"/>
              </a:rPr>
              <a:t>（非刚性分子才有</a:t>
            </a:r>
            <a:r>
              <a:rPr kumimoji="1" lang="en-US" altLang="zh-CN" sz="2800" b="1">
                <a:solidFill>
                  <a:srgbClr val="FF99CC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 b="1">
                <a:solidFill>
                  <a:srgbClr val="FF99CC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800" b="1">
              <a:solidFill>
                <a:srgbClr val="FF99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1219200" y="5943600"/>
          <a:ext cx="33401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0" name="Equation" r:id="rId7" imgW="4394200" imgH="901700" progId="Equation.3">
                  <p:embed/>
                </p:oleObj>
              </mc:Choice>
              <mc:Fallback>
                <p:oleObj name="Equation" r:id="rId7" imgW="4394200" imgH="9017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943600"/>
                        <a:ext cx="33401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1219200" y="6781800"/>
            <a:ext cx="3505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V="1">
            <a:off x="4572000" y="6400800"/>
            <a:ext cx="457200" cy="3810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9" name="Oval 21"/>
          <p:cNvSpPr>
            <a:spLocks noChangeArrowheads="1"/>
          </p:cNvSpPr>
          <p:nvPr/>
        </p:nvSpPr>
        <p:spPr bwMode="auto">
          <a:xfrm>
            <a:off x="4800600" y="5867400"/>
            <a:ext cx="4267200" cy="8382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00FFF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5029200" y="60198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</a:rPr>
              <a:t>能量按“自由度”均分</a:t>
            </a:r>
            <a:endParaRPr kumimoji="1" lang="zh-CN" altLang="en-US" sz="24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75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75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75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75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75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75"/>
                            </p:stCondLst>
                            <p:childTnLst>
                              <p:par>
                                <p:cTn id="6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6" dur="75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75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9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75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 animBg="1"/>
      <p:bldP spid="32772" grpId="0" autoUpdateAnimBg="0"/>
      <p:bldP spid="32773" grpId="0" autoUpdateAnimBg="0"/>
      <p:bldP spid="32774" grpId="0" autoUpdateAnimBg="0"/>
      <p:bldP spid="32775" grpId="0" autoUpdateAnimBg="0"/>
      <p:bldP spid="32776" grpId="0" animBg="1"/>
      <p:bldP spid="32777" grpId="0" autoUpdateAnimBg="0"/>
      <p:bldP spid="32778" grpId="0" autoUpdateAnimBg="0"/>
      <p:bldP spid="32781" grpId="0" autoUpdateAnimBg="0"/>
      <p:bldP spid="32782" grpId="0" autoUpdateAnimBg="0"/>
      <p:bldP spid="32784" grpId="0" autoUpdateAnimBg="0"/>
      <p:bldP spid="32785" grpId="0" autoUpdateAnimBg="0"/>
      <p:bldP spid="32787" grpId="0" animBg="1"/>
      <p:bldP spid="32788" grpId="0" animBg="1"/>
      <p:bldP spid="32789" grpId="0" animBg="1"/>
      <p:bldP spid="3279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04800" y="1004888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FFFF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sz="2800" b="1">
                <a:solidFill>
                  <a:srgbClr val="FF99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摩尔理想气体的内能为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4794250" y="914400"/>
          <a:ext cx="253841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0" name="Equation" r:id="rId1" imgW="3136900" imgH="901700" progId="Equation.3">
                  <p:embed/>
                </p:oleObj>
              </mc:Choice>
              <mc:Fallback>
                <p:oleObj name="Equation" r:id="rId1" imgW="3136900" imgH="901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914400"/>
                        <a:ext cx="253841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6" name="Group 4"/>
          <p:cNvGrpSpPr/>
          <p:nvPr/>
        </p:nvGrpSpPr>
        <p:grpSpPr bwMode="auto">
          <a:xfrm>
            <a:off x="228600" y="1622425"/>
            <a:ext cx="7696200" cy="815975"/>
            <a:chOff x="0" y="1022"/>
            <a:chExt cx="4848" cy="514"/>
          </a:xfrm>
        </p:grpSpPr>
        <p:sp>
          <p:nvSpPr>
            <p:cNvPr id="58396" name="Rectangle 5"/>
            <p:cNvSpPr>
              <a:spLocks noChangeArrowheads="1"/>
            </p:cNvSpPr>
            <p:nvPr/>
          </p:nvSpPr>
          <p:spPr bwMode="auto">
            <a:xfrm>
              <a:off x="0" y="1104"/>
              <a:ext cx="4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* 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  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摩尔（或</a:t>
              </a:r>
              <a:r>
                <a:rPr kumimoji="1" lang="zh-CN" altLang="en-US" sz="28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m </a:t>
              </a:r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克）理想气体的内能为</a:t>
              </a: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: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8397" name="Object 6"/>
            <p:cNvGraphicFramePr>
              <a:graphicFrameLocks noChangeAspect="1"/>
            </p:cNvGraphicFramePr>
            <p:nvPr/>
          </p:nvGraphicFramePr>
          <p:xfrm>
            <a:off x="266" y="1022"/>
            <a:ext cx="374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1" name="Equation" r:id="rId3" imgW="406400" imgH="1016000" progId="Equation.3">
                    <p:embed/>
                  </p:oleObj>
                </mc:Choice>
                <mc:Fallback>
                  <p:oleObj name="Equation" r:id="rId3" imgW="406400" imgH="1016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1022"/>
                          <a:ext cx="374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6873875" y="1635125"/>
          <a:ext cx="19653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2" name="Equation" r:id="rId5" imgW="2425700" imgH="1016000" progId="Equation.3">
                  <p:embed/>
                </p:oleObj>
              </mc:Choice>
              <mc:Fallback>
                <p:oleObj name="Equation" r:id="rId5" imgW="2425700" imgH="1016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75" y="1635125"/>
                        <a:ext cx="19653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AutoShape 8"/>
          <p:cNvSpPr/>
          <p:nvPr/>
        </p:nvSpPr>
        <p:spPr bwMode="auto">
          <a:xfrm>
            <a:off x="1143000" y="2590800"/>
            <a:ext cx="381000" cy="1447800"/>
          </a:xfrm>
          <a:prstGeom prst="leftBrace">
            <a:avLst>
              <a:gd name="adj1" fmla="val 31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30200" y="3027363"/>
            <a:ext cx="165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若是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1320800" y="2417763"/>
            <a:ext cx="355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单原子分子气体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4287838" y="2324100"/>
          <a:ext cx="19605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3" name="Equation" r:id="rId7" imgW="2425700" imgH="1016000" progId="Equation.3">
                  <p:embed/>
                </p:oleObj>
              </mc:Choice>
              <mc:Fallback>
                <p:oleObj name="Equation" r:id="rId7" imgW="2425700" imgH="1016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8" y="2324100"/>
                        <a:ext cx="196056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1371600" y="3560763"/>
            <a:ext cx="248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双原子分子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5" name="AutoShape 13"/>
          <p:cNvSpPr/>
          <p:nvPr/>
        </p:nvSpPr>
        <p:spPr bwMode="auto">
          <a:xfrm>
            <a:off x="3200400" y="3408363"/>
            <a:ext cx="203200" cy="1011237"/>
          </a:xfrm>
          <a:prstGeom prst="leftBrace">
            <a:avLst>
              <a:gd name="adj1" fmla="val 41471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3416300" y="3200400"/>
            <a:ext cx="203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刚性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4406900" y="3124200"/>
          <a:ext cx="25781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4" name="Equation" r:id="rId9" imgW="2946400" imgH="1016000" progId="Equation.3">
                  <p:embed/>
                </p:oleObj>
              </mc:Choice>
              <mc:Fallback>
                <p:oleObj name="Equation" r:id="rId9" imgW="2946400" imgH="1016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3124200"/>
                        <a:ext cx="25781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4572000" y="3889375"/>
          <a:ext cx="28606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5" name="Equation" r:id="rId11" imgW="3797300" imgH="1016000" progId="Equation.3">
                  <p:embed/>
                </p:oleObj>
              </mc:Choice>
              <mc:Fallback>
                <p:oleObj name="Equation" r:id="rId11" imgW="3797300" imgH="1016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89375"/>
                        <a:ext cx="28606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09" name="Group 17"/>
          <p:cNvGrpSpPr/>
          <p:nvPr/>
        </p:nvGrpSpPr>
        <p:grpSpPr bwMode="auto">
          <a:xfrm>
            <a:off x="304800" y="82550"/>
            <a:ext cx="2678113" cy="908050"/>
            <a:chOff x="192" y="52"/>
            <a:chExt cx="1687" cy="572"/>
          </a:xfrm>
        </p:grpSpPr>
        <p:graphicFrame>
          <p:nvGraphicFramePr>
            <p:cNvPr id="58394" name="Object 18"/>
            <p:cNvGraphicFramePr>
              <a:graphicFrameLocks noChangeAspect="1"/>
            </p:cNvGraphicFramePr>
            <p:nvPr/>
          </p:nvGraphicFramePr>
          <p:xfrm>
            <a:off x="768" y="91"/>
            <a:ext cx="1111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6" name="Equation" r:id="rId13" imgW="1778000" imgH="901700" progId="Equation.3">
                    <p:embed/>
                  </p:oleObj>
                </mc:Choice>
                <mc:Fallback>
                  <p:oleObj name="Equation" r:id="rId13" imgW="1778000" imgH="9017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91"/>
                          <a:ext cx="1111" cy="458"/>
                        </a:xfrm>
                        <a:prstGeom prst="rect">
                          <a:avLst/>
                        </a:prstGeom>
                        <a:noFill/>
                        <a:ln w="571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5" name="Object 19"/>
            <p:cNvGraphicFramePr>
              <a:graphicFrameLocks noChangeAspect="1"/>
            </p:cNvGraphicFramePr>
            <p:nvPr/>
          </p:nvGraphicFramePr>
          <p:xfrm>
            <a:off x="192" y="52"/>
            <a:ext cx="576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7" name="剪辑" r:id="rId15" imgW="4267200" imgH="3937000" progId="MS_ClipArt_Gallery.2">
                    <p:embed/>
                  </p:oleObj>
                </mc:Choice>
                <mc:Fallback>
                  <p:oleObj name="剪辑" r:id="rId15" imgW="4267200" imgH="3937000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52"/>
                          <a:ext cx="576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3276600" y="3962400"/>
            <a:ext cx="203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非刚性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13" name="Object 21"/>
          <p:cNvGraphicFramePr>
            <a:graphicFrameLocks noChangeAspect="1"/>
          </p:cNvGraphicFramePr>
          <p:nvPr/>
        </p:nvGraphicFramePr>
        <p:xfrm>
          <a:off x="6845300" y="3124200"/>
          <a:ext cx="17653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8" name="Equation" r:id="rId17" imgW="1981200" imgH="1016000" progId="Equation.3">
                  <p:embed/>
                </p:oleObj>
              </mc:Choice>
              <mc:Fallback>
                <p:oleObj name="Equation" r:id="rId17" imgW="1981200" imgH="10160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3124200"/>
                        <a:ext cx="17653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2"/>
          <p:cNvGraphicFramePr>
            <a:graphicFrameLocks noChangeAspect="1"/>
          </p:cNvGraphicFramePr>
          <p:nvPr/>
        </p:nvGraphicFramePr>
        <p:xfrm>
          <a:off x="7456488" y="3886200"/>
          <a:ext cx="15351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9" name="Equation" r:id="rId19" imgW="1981200" imgH="1016000" progId="Equation.3">
                  <p:embed/>
                </p:oleObj>
              </mc:Choice>
              <mc:Fallback>
                <p:oleObj name="Equation" r:id="rId19" imgW="1981200" imgH="1016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3886200"/>
                        <a:ext cx="15351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76200" y="5073650"/>
            <a:ext cx="9067800" cy="1044575"/>
          </a:xfrm>
          <a:prstGeom prst="rect">
            <a:avLst/>
          </a:prstGeom>
          <a:noFill/>
          <a:ln w="38100">
            <a:solidFill>
              <a:srgbClr val="FF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一定质量的某种理想气体的内能，只取决于分子的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自由度 </a:t>
            </a:r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和气体的温度</a:t>
            </a:r>
            <a:r>
              <a:rPr kumimoji="1" lang="zh-CN" altLang="en-US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，与气体的体积、 压强无关。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1066800" y="6202363"/>
            <a:ext cx="6302375" cy="579437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200" b="1">
                <a:solidFill>
                  <a:srgbClr val="A50021"/>
                </a:solidFill>
                <a:latin typeface="Times New Roman" panose="02020603050405020304" pitchFamily="18" charset="0"/>
              </a:rPr>
              <a:t>即：内能是温度的单值函数！</a:t>
            </a:r>
            <a:endParaRPr kumimoji="1" lang="zh-CN" altLang="en-US" sz="28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7" name="AutoShape 25"/>
          <p:cNvSpPr>
            <a:spLocks noChangeArrowheads="1"/>
          </p:cNvSpPr>
          <p:nvPr/>
        </p:nvSpPr>
        <p:spPr bwMode="auto">
          <a:xfrm>
            <a:off x="152400" y="4114800"/>
            <a:ext cx="1600200" cy="914400"/>
          </a:xfrm>
          <a:prstGeom prst="horizontalScrol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结论：</a:t>
            </a:r>
            <a:endParaRPr kumimoji="1" lang="zh-CN" altLang="en-US" sz="36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2971800" y="152400"/>
            <a:ext cx="556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3600" b="1">
                <a:solidFill>
                  <a:srgbClr val="00FF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>
                <a:solidFill>
                  <a:srgbClr val="FFCCCC"/>
                </a:solidFill>
                <a:latin typeface="楷体_GB2312" pitchFamily="49" charset="-122"/>
                <a:ea typeface="楷体_GB2312" pitchFamily="49" charset="-122"/>
              </a:rPr>
              <a:t>一个理想气体分子的内能</a:t>
            </a:r>
            <a:endParaRPr kumimoji="1" lang="zh-CN" altLang="en-US" sz="2800" b="1">
              <a:solidFill>
                <a:srgbClr val="FFCC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819" name="Object 27"/>
          <p:cNvGraphicFramePr>
            <a:graphicFrameLocks noChangeAspect="1"/>
          </p:cNvGraphicFramePr>
          <p:nvPr/>
        </p:nvGraphicFramePr>
        <p:xfrm>
          <a:off x="7391400" y="914400"/>
          <a:ext cx="11366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0" name="Equation" r:id="rId21" imgW="1346200" imgH="901700" progId="Equation.3">
                  <p:embed/>
                </p:oleObj>
              </mc:Choice>
              <mc:Fallback>
                <p:oleObj name="Equation" r:id="rId21" imgW="1346200" imgH="9017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914400"/>
                        <a:ext cx="11366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0" name="Object 28"/>
          <p:cNvGraphicFramePr>
            <a:graphicFrameLocks noChangeAspect="1"/>
          </p:cNvGraphicFramePr>
          <p:nvPr/>
        </p:nvGraphicFramePr>
        <p:xfrm>
          <a:off x="8077200" y="323850"/>
          <a:ext cx="990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1" name="Equation" r:id="rId23" imgW="1473200" imgH="990600" progId="Equation.3">
                  <p:embed/>
                </p:oleObj>
              </mc:Choice>
              <mc:Fallback>
                <p:oleObj name="Equation" r:id="rId23" imgW="1473200" imgH="990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23850"/>
                        <a:ext cx="9906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1" name="AutoShape 29"/>
          <p:cNvSpPr>
            <a:spLocks noChangeArrowheads="1"/>
          </p:cNvSpPr>
          <p:nvPr/>
        </p:nvSpPr>
        <p:spPr bwMode="auto">
          <a:xfrm>
            <a:off x="8001000" y="228600"/>
            <a:ext cx="1143000" cy="914400"/>
          </a:xfrm>
          <a:prstGeom prst="wedgeEllipseCallout">
            <a:avLst>
              <a:gd name="adj1" fmla="val -144306"/>
              <a:gd name="adj2" fmla="val 46875"/>
            </a:avLst>
          </a:prstGeom>
          <a:noFill/>
          <a:ln w="38100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50000"/>
              </a:spcBef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75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75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75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1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75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800" grpId="0" animBg="1"/>
      <p:bldP spid="33801" grpId="0" autoUpdateAnimBg="0"/>
      <p:bldP spid="33802" grpId="0" autoUpdateAnimBg="0"/>
      <p:bldP spid="33804" grpId="0" autoUpdateAnimBg="0"/>
      <p:bldP spid="33805" grpId="0" animBg="1"/>
      <p:bldP spid="33806" grpId="0" autoUpdateAnimBg="0"/>
      <p:bldP spid="33812" grpId="0" autoUpdateAnimBg="0"/>
      <p:bldP spid="33815" grpId="0" animBg="1" autoUpdateAnimBg="0"/>
      <p:bldP spid="33816" grpId="0" animBg="1" autoUpdateAnimBg="0"/>
      <p:bldP spid="33817" grpId="0" animBg="1" autoUpdateAnimBg="0"/>
      <p:bldP spid="33818" grpId="0" autoUpdateAnimBg="0"/>
      <p:bldP spid="3382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9048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四、  麦克斯韦分子按速率分布定律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0" y="609600"/>
            <a:ext cx="4038600" cy="528638"/>
          </a:xfrm>
          <a:prstGeom prst="rect">
            <a:avLst/>
          </a:prstGeom>
          <a:solidFill>
            <a:srgbClr val="CCFF33"/>
          </a:solidFill>
          <a:ln w="9525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1.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</a:rPr>
              <a:t>统计规律及其特点                      </a:t>
            </a:r>
            <a:endParaRPr kumimoji="1" lang="zh-CN" altLang="en-US" sz="24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79388" y="1268413"/>
            <a:ext cx="42116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1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）统计规律是对大量偶然事件整体起作用的规律。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）统计规律永远伴随着涨落现象</a:t>
            </a:r>
            <a:endParaRPr kumimoji="1" lang="zh-CN" altLang="en-US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856" name="Group 40"/>
          <p:cNvGrpSpPr/>
          <p:nvPr/>
        </p:nvGrpSpPr>
        <p:grpSpPr bwMode="auto">
          <a:xfrm>
            <a:off x="4648200" y="692150"/>
            <a:ext cx="4495800" cy="5486400"/>
            <a:chOff x="2304" y="624"/>
            <a:chExt cx="2832" cy="3456"/>
          </a:xfrm>
        </p:grpSpPr>
        <p:grpSp>
          <p:nvGrpSpPr>
            <p:cNvPr id="59603" name="Group 41"/>
            <p:cNvGrpSpPr/>
            <p:nvPr/>
          </p:nvGrpSpPr>
          <p:grpSpPr bwMode="auto">
            <a:xfrm>
              <a:off x="2304" y="624"/>
              <a:ext cx="2832" cy="3456"/>
              <a:chOff x="2304" y="624"/>
              <a:chExt cx="2832" cy="3456"/>
            </a:xfrm>
          </p:grpSpPr>
          <p:sp>
            <p:nvSpPr>
              <p:cNvPr id="59621" name="AutoShape 42"/>
              <p:cNvSpPr>
                <a:spLocks noChangeArrowheads="1"/>
              </p:cNvSpPr>
              <p:nvPr/>
            </p:nvSpPr>
            <p:spPr bwMode="auto">
              <a:xfrm>
                <a:off x="2304" y="624"/>
                <a:ext cx="2832" cy="3456"/>
              </a:xfrm>
              <a:prstGeom prst="bevel">
                <a:avLst>
                  <a:gd name="adj" fmla="val 3051"/>
                </a:avLst>
              </a:prstGeom>
              <a:solidFill>
                <a:srgbClr val="996633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622" name="Rectangle 43"/>
              <p:cNvSpPr>
                <a:spLocks noChangeArrowheads="1"/>
              </p:cNvSpPr>
              <p:nvPr/>
            </p:nvSpPr>
            <p:spPr bwMode="auto">
              <a:xfrm>
                <a:off x="2400" y="720"/>
                <a:ext cx="2640" cy="32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623" name="AutoShape 44"/>
              <p:cNvSpPr>
                <a:spLocks noChangeArrowheads="1"/>
              </p:cNvSpPr>
              <p:nvPr/>
            </p:nvSpPr>
            <p:spPr bwMode="auto">
              <a:xfrm flipV="1">
                <a:off x="3408" y="624"/>
                <a:ext cx="528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604" name="Text Box 45"/>
            <p:cNvSpPr txBox="1">
              <a:spLocks noChangeArrowheads="1"/>
            </p:cNvSpPr>
            <p:nvPr/>
          </p:nvSpPr>
          <p:spPr bwMode="auto">
            <a:xfrm>
              <a:off x="2400" y="652"/>
              <a:ext cx="26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 .  .  .  .  .  .  .  .  .  .  .  .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05" name="Rectangle 46"/>
            <p:cNvSpPr>
              <a:spLocks noChangeArrowheads="1"/>
            </p:cNvSpPr>
            <p:nvPr/>
          </p:nvSpPr>
          <p:spPr bwMode="auto">
            <a:xfrm>
              <a:off x="2592" y="864"/>
              <a:ext cx="24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06" name="Rectangle 47"/>
            <p:cNvSpPr>
              <a:spLocks noChangeArrowheads="1"/>
            </p:cNvSpPr>
            <p:nvPr/>
          </p:nvSpPr>
          <p:spPr bwMode="auto">
            <a:xfrm>
              <a:off x="2476" y="1084"/>
              <a:ext cx="25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.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07" name="Rectangle 48"/>
            <p:cNvSpPr>
              <a:spLocks noChangeArrowheads="1"/>
            </p:cNvSpPr>
            <p:nvPr/>
          </p:nvSpPr>
          <p:spPr bwMode="auto">
            <a:xfrm>
              <a:off x="2596" y="1296"/>
              <a:ext cx="24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08" name="Rectangle 49"/>
            <p:cNvSpPr>
              <a:spLocks noChangeArrowheads="1"/>
            </p:cNvSpPr>
            <p:nvPr/>
          </p:nvSpPr>
          <p:spPr bwMode="auto">
            <a:xfrm>
              <a:off x="2476" y="1516"/>
              <a:ext cx="25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.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09" name="Rectangle 50"/>
            <p:cNvSpPr>
              <a:spLocks noChangeArrowheads="1"/>
            </p:cNvSpPr>
            <p:nvPr/>
          </p:nvSpPr>
          <p:spPr bwMode="auto">
            <a:xfrm>
              <a:off x="2596" y="1728"/>
              <a:ext cx="24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10" name="Rectangle 51"/>
            <p:cNvSpPr>
              <a:spLocks noChangeArrowheads="1"/>
            </p:cNvSpPr>
            <p:nvPr/>
          </p:nvSpPr>
          <p:spPr bwMode="auto">
            <a:xfrm>
              <a:off x="2476" y="1958"/>
              <a:ext cx="25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600" b="1">
                  <a:solidFill>
                    <a:srgbClr val="1C1C1C"/>
                  </a:solidFill>
                  <a:latin typeface="Times New Roman" panose="02020603050405020304" pitchFamily="18" charset="0"/>
                </a:rPr>
                <a:t>.  .  .  .  .  .  .  .  .  .  .  .</a:t>
              </a:r>
              <a:endParaRPr lang="en-US" altLang="zh-CN" sz="3600" b="1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611" name="Line 52"/>
            <p:cNvSpPr>
              <a:spLocks noChangeShapeType="1"/>
            </p:cNvSpPr>
            <p:nvPr/>
          </p:nvSpPr>
          <p:spPr bwMode="auto">
            <a:xfrm>
              <a:off x="264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2" name="Line 53"/>
            <p:cNvSpPr>
              <a:spLocks noChangeShapeType="1"/>
            </p:cNvSpPr>
            <p:nvPr/>
          </p:nvSpPr>
          <p:spPr bwMode="auto">
            <a:xfrm>
              <a:off x="288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3" name="Line 54"/>
            <p:cNvSpPr>
              <a:spLocks noChangeShapeType="1"/>
            </p:cNvSpPr>
            <p:nvPr/>
          </p:nvSpPr>
          <p:spPr bwMode="auto">
            <a:xfrm>
              <a:off x="408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4" name="Line 55"/>
            <p:cNvSpPr>
              <a:spLocks noChangeShapeType="1"/>
            </p:cNvSpPr>
            <p:nvPr/>
          </p:nvSpPr>
          <p:spPr bwMode="auto">
            <a:xfrm>
              <a:off x="432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5" name="Line 56"/>
            <p:cNvSpPr>
              <a:spLocks noChangeShapeType="1"/>
            </p:cNvSpPr>
            <p:nvPr/>
          </p:nvSpPr>
          <p:spPr bwMode="auto">
            <a:xfrm>
              <a:off x="456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6" name="Line 57"/>
            <p:cNvSpPr>
              <a:spLocks noChangeShapeType="1"/>
            </p:cNvSpPr>
            <p:nvPr/>
          </p:nvSpPr>
          <p:spPr bwMode="auto">
            <a:xfrm>
              <a:off x="480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7" name="Line 58"/>
            <p:cNvSpPr>
              <a:spLocks noChangeShapeType="1"/>
            </p:cNvSpPr>
            <p:nvPr/>
          </p:nvSpPr>
          <p:spPr bwMode="auto">
            <a:xfrm>
              <a:off x="360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8" name="Line 59"/>
            <p:cNvSpPr>
              <a:spLocks noChangeShapeType="1"/>
            </p:cNvSpPr>
            <p:nvPr/>
          </p:nvSpPr>
          <p:spPr bwMode="auto">
            <a:xfrm>
              <a:off x="384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19" name="Line 60"/>
            <p:cNvSpPr>
              <a:spLocks noChangeShapeType="1"/>
            </p:cNvSpPr>
            <p:nvPr/>
          </p:nvSpPr>
          <p:spPr bwMode="auto">
            <a:xfrm>
              <a:off x="312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620" name="Line 61"/>
            <p:cNvSpPr>
              <a:spLocks noChangeShapeType="1"/>
            </p:cNvSpPr>
            <p:nvPr/>
          </p:nvSpPr>
          <p:spPr bwMode="auto">
            <a:xfrm>
              <a:off x="3360" y="2448"/>
              <a:ext cx="0" cy="15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878" name="Oval 62"/>
          <p:cNvSpPr>
            <a:spLocks noChangeArrowheads="1"/>
          </p:cNvSpPr>
          <p:nvPr/>
        </p:nvSpPr>
        <p:spPr bwMode="auto">
          <a:xfrm>
            <a:off x="6781800" y="311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79" name="Oval 63"/>
          <p:cNvSpPr>
            <a:spLocks noChangeArrowheads="1"/>
          </p:cNvSpPr>
          <p:nvPr/>
        </p:nvSpPr>
        <p:spPr bwMode="auto">
          <a:xfrm>
            <a:off x="6781800" y="1073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0" name="Oval 64"/>
          <p:cNvSpPr>
            <a:spLocks noChangeArrowheads="1"/>
          </p:cNvSpPr>
          <p:nvPr/>
        </p:nvSpPr>
        <p:spPr bwMode="auto">
          <a:xfrm>
            <a:off x="7162800" y="1377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1" name="Oval 65"/>
          <p:cNvSpPr>
            <a:spLocks noChangeArrowheads="1"/>
          </p:cNvSpPr>
          <p:nvPr/>
        </p:nvSpPr>
        <p:spPr bwMode="auto">
          <a:xfrm>
            <a:off x="6629400" y="206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2" name="Oval 66"/>
          <p:cNvSpPr>
            <a:spLocks noChangeArrowheads="1"/>
          </p:cNvSpPr>
          <p:nvPr/>
        </p:nvSpPr>
        <p:spPr bwMode="auto">
          <a:xfrm>
            <a:off x="7010400" y="2825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3" name="Oval 67"/>
          <p:cNvSpPr>
            <a:spLocks noChangeArrowheads="1"/>
          </p:cNvSpPr>
          <p:nvPr/>
        </p:nvSpPr>
        <p:spPr bwMode="auto">
          <a:xfrm>
            <a:off x="7315200" y="3206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4" name="Oval 68"/>
          <p:cNvSpPr>
            <a:spLocks noChangeArrowheads="1"/>
          </p:cNvSpPr>
          <p:nvPr/>
        </p:nvSpPr>
        <p:spPr bwMode="auto">
          <a:xfrm>
            <a:off x="7162800" y="587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5" name="Oval 69"/>
          <p:cNvSpPr>
            <a:spLocks noChangeArrowheads="1"/>
          </p:cNvSpPr>
          <p:nvPr/>
        </p:nvSpPr>
        <p:spPr bwMode="auto">
          <a:xfrm>
            <a:off x="6781800" y="311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6" name="Oval 70"/>
          <p:cNvSpPr>
            <a:spLocks noChangeArrowheads="1"/>
          </p:cNvSpPr>
          <p:nvPr/>
        </p:nvSpPr>
        <p:spPr bwMode="auto">
          <a:xfrm>
            <a:off x="6629400" y="1073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7" name="Oval 71"/>
          <p:cNvSpPr>
            <a:spLocks noChangeArrowheads="1"/>
          </p:cNvSpPr>
          <p:nvPr/>
        </p:nvSpPr>
        <p:spPr bwMode="auto">
          <a:xfrm>
            <a:off x="6248400" y="1377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8" name="Oval 72"/>
          <p:cNvSpPr>
            <a:spLocks noChangeArrowheads="1"/>
          </p:cNvSpPr>
          <p:nvPr/>
        </p:nvSpPr>
        <p:spPr bwMode="auto">
          <a:xfrm>
            <a:off x="6629400" y="1835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89" name="Oval 73"/>
          <p:cNvSpPr>
            <a:spLocks noChangeArrowheads="1"/>
          </p:cNvSpPr>
          <p:nvPr/>
        </p:nvSpPr>
        <p:spPr bwMode="auto">
          <a:xfrm>
            <a:off x="6096000" y="2444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0" name="Oval 74"/>
          <p:cNvSpPr>
            <a:spLocks noChangeArrowheads="1"/>
          </p:cNvSpPr>
          <p:nvPr/>
        </p:nvSpPr>
        <p:spPr bwMode="auto">
          <a:xfrm>
            <a:off x="6629400" y="3206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1" name="Oval 75"/>
          <p:cNvSpPr>
            <a:spLocks noChangeArrowheads="1"/>
          </p:cNvSpPr>
          <p:nvPr/>
        </p:nvSpPr>
        <p:spPr bwMode="auto">
          <a:xfrm>
            <a:off x="6400800" y="587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2" name="Oval 76"/>
          <p:cNvSpPr>
            <a:spLocks noChangeArrowheads="1"/>
          </p:cNvSpPr>
          <p:nvPr/>
        </p:nvSpPr>
        <p:spPr bwMode="auto">
          <a:xfrm>
            <a:off x="6705600" y="4635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3" name="Oval 77"/>
          <p:cNvSpPr>
            <a:spLocks noChangeArrowheads="1"/>
          </p:cNvSpPr>
          <p:nvPr/>
        </p:nvSpPr>
        <p:spPr bwMode="auto">
          <a:xfrm>
            <a:off x="6629400" y="1377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4" name="Oval 78"/>
          <p:cNvSpPr>
            <a:spLocks noChangeArrowheads="1"/>
          </p:cNvSpPr>
          <p:nvPr/>
        </p:nvSpPr>
        <p:spPr bwMode="auto">
          <a:xfrm>
            <a:off x="6934200" y="206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5" name="Oval 79"/>
          <p:cNvSpPr>
            <a:spLocks noChangeArrowheads="1"/>
          </p:cNvSpPr>
          <p:nvPr/>
        </p:nvSpPr>
        <p:spPr bwMode="auto">
          <a:xfrm>
            <a:off x="7467600" y="2825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6" name="Oval 80"/>
          <p:cNvSpPr>
            <a:spLocks noChangeArrowheads="1"/>
          </p:cNvSpPr>
          <p:nvPr/>
        </p:nvSpPr>
        <p:spPr bwMode="auto">
          <a:xfrm>
            <a:off x="7467600" y="3206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7" name="Oval 81"/>
          <p:cNvSpPr>
            <a:spLocks noChangeArrowheads="1"/>
          </p:cNvSpPr>
          <p:nvPr/>
        </p:nvSpPr>
        <p:spPr bwMode="auto">
          <a:xfrm>
            <a:off x="7620000" y="587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8" name="Oval 82"/>
          <p:cNvSpPr>
            <a:spLocks noChangeArrowheads="1"/>
          </p:cNvSpPr>
          <p:nvPr/>
        </p:nvSpPr>
        <p:spPr bwMode="auto">
          <a:xfrm>
            <a:off x="6781800" y="539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99" name="Oval 83"/>
          <p:cNvSpPr>
            <a:spLocks noChangeArrowheads="1"/>
          </p:cNvSpPr>
          <p:nvPr/>
        </p:nvSpPr>
        <p:spPr bwMode="auto">
          <a:xfrm>
            <a:off x="6781800" y="1454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0" name="Oval 84"/>
          <p:cNvSpPr>
            <a:spLocks noChangeArrowheads="1"/>
          </p:cNvSpPr>
          <p:nvPr/>
        </p:nvSpPr>
        <p:spPr bwMode="auto">
          <a:xfrm>
            <a:off x="6324600" y="2139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1" name="Oval 85"/>
          <p:cNvSpPr>
            <a:spLocks noChangeArrowheads="1"/>
          </p:cNvSpPr>
          <p:nvPr/>
        </p:nvSpPr>
        <p:spPr bwMode="auto">
          <a:xfrm>
            <a:off x="6629400" y="2444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2" name="Oval 86"/>
          <p:cNvSpPr>
            <a:spLocks noChangeArrowheads="1"/>
          </p:cNvSpPr>
          <p:nvPr/>
        </p:nvSpPr>
        <p:spPr bwMode="auto">
          <a:xfrm>
            <a:off x="6096000" y="3206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3" name="Oval 87"/>
          <p:cNvSpPr>
            <a:spLocks noChangeArrowheads="1"/>
          </p:cNvSpPr>
          <p:nvPr/>
        </p:nvSpPr>
        <p:spPr bwMode="auto">
          <a:xfrm>
            <a:off x="6096000" y="587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4" name="Oval 88"/>
          <p:cNvSpPr>
            <a:spLocks noChangeArrowheads="1"/>
          </p:cNvSpPr>
          <p:nvPr/>
        </p:nvSpPr>
        <p:spPr bwMode="auto">
          <a:xfrm>
            <a:off x="6781800" y="4635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5" name="Oval 89"/>
          <p:cNvSpPr>
            <a:spLocks noChangeArrowheads="1"/>
          </p:cNvSpPr>
          <p:nvPr/>
        </p:nvSpPr>
        <p:spPr bwMode="auto">
          <a:xfrm>
            <a:off x="6934200" y="1377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6" name="Oval 90"/>
          <p:cNvSpPr>
            <a:spLocks noChangeArrowheads="1"/>
          </p:cNvSpPr>
          <p:nvPr/>
        </p:nvSpPr>
        <p:spPr bwMode="auto">
          <a:xfrm>
            <a:off x="7315200" y="18351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7" name="Oval 91"/>
          <p:cNvSpPr>
            <a:spLocks noChangeArrowheads="1"/>
          </p:cNvSpPr>
          <p:nvPr/>
        </p:nvSpPr>
        <p:spPr bwMode="auto">
          <a:xfrm>
            <a:off x="7162800" y="21399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8" name="Oval 92"/>
          <p:cNvSpPr>
            <a:spLocks noChangeArrowheads="1"/>
          </p:cNvSpPr>
          <p:nvPr/>
        </p:nvSpPr>
        <p:spPr bwMode="auto">
          <a:xfrm>
            <a:off x="6781800" y="2444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09" name="Oval 93"/>
          <p:cNvSpPr>
            <a:spLocks noChangeArrowheads="1"/>
          </p:cNvSpPr>
          <p:nvPr/>
        </p:nvSpPr>
        <p:spPr bwMode="auto">
          <a:xfrm>
            <a:off x="7315200" y="3206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10" name="Oval 94"/>
          <p:cNvSpPr>
            <a:spLocks noChangeArrowheads="1"/>
          </p:cNvSpPr>
          <p:nvPr/>
        </p:nvSpPr>
        <p:spPr bwMode="auto">
          <a:xfrm>
            <a:off x="7315200" y="5873750"/>
            <a:ext cx="152400" cy="1524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911" name="Group 95"/>
          <p:cNvGrpSpPr/>
          <p:nvPr/>
        </p:nvGrpSpPr>
        <p:grpSpPr bwMode="auto">
          <a:xfrm>
            <a:off x="5181600" y="463550"/>
            <a:ext cx="3352800" cy="5562600"/>
            <a:chOff x="2640" y="480"/>
            <a:chExt cx="2112" cy="3504"/>
          </a:xfrm>
        </p:grpSpPr>
        <p:sp>
          <p:nvSpPr>
            <p:cNvPr id="59548" name="Oval 96"/>
            <p:cNvSpPr>
              <a:spLocks noChangeArrowheads="1"/>
            </p:cNvSpPr>
            <p:nvPr/>
          </p:nvSpPr>
          <p:spPr bwMode="auto">
            <a:xfrm>
              <a:off x="369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9" name="Oval 97"/>
            <p:cNvSpPr>
              <a:spLocks noChangeArrowheads="1"/>
            </p:cNvSpPr>
            <p:nvPr/>
          </p:nvSpPr>
          <p:spPr bwMode="auto">
            <a:xfrm>
              <a:off x="4128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0" name="Oval 98"/>
            <p:cNvSpPr>
              <a:spLocks noChangeArrowheads="1"/>
            </p:cNvSpPr>
            <p:nvPr/>
          </p:nvSpPr>
          <p:spPr bwMode="auto">
            <a:xfrm>
              <a:off x="388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1" name="Oval 99"/>
            <p:cNvSpPr>
              <a:spLocks noChangeArrowheads="1"/>
            </p:cNvSpPr>
            <p:nvPr/>
          </p:nvSpPr>
          <p:spPr bwMode="auto">
            <a:xfrm>
              <a:off x="364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2" name="Oval 100"/>
            <p:cNvSpPr>
              <a:spLocks noChangeArrowheads="1"/>
            </p:cNvSpPr>
            <p:nvPr/>
          </p:nvSpPr>
          <p:spPr bwMode="auto">
            <a:xfrm>
              <a:off x="3600" y="48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3" name="Oval 101"/>
            <p:cNvSpPr>
              <a:spLocks noChangeArrowheads="1"/>
            </p:cNvSpPr>
            <p:nvPr/>
          </p:nvSpPr>
          <p:spPr bwMode="auto">
            <a:xfrm>
              <a:off x="3696" y="6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4" name="Oval 102"/>
            <p:cNvSpPr>
              <a:spLocks noChangeArrowheads="1"/>
            </p:cNvSpPr>
            <p:nvPr/>
          </p:nvSpPr>
          <p:spPr bwMode="auto">
            <a:xfrm>
              <a:off x="3552" y="6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5" name="Oval 103"/>
            <p:cNvSpPr>
              <a:spLocks noChangeArrowheads="1"/>
            </p:cNvSpPr>
            <p:nvPr/>
          </p:nvSpPr>
          <p:spPr bwMode="auto">
            <a:xfrm>
              <a:off x="3792" y="8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6" name="Oval 104"/>
            <p:cNvSpPr>
              <a:spLocks noChangeArrowheads="1"/>
            </p:cNvSpPr>
            <p:nvPr/>
          </p:nvSpPr>
          <p:spPr bwMode="auto">
            <a:xfrm>
              <a:off x="3456" y="9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7" name="Oval 105"/>
            <p:cNvSpPr>
              <a:spLocks noChangeArrowheads="1"/>
            </p:cNvSpPr>
            <p:nvPr/>
          </p:nvSpPr>
          <p:spPr bwMode="auto">
            <a:xfrm>
              <a:off x="3360" y="11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8" name="Oval 106"/>
            <p:cNvSpPr>
              <a:spLocks noChangeArrowheads="1"/>
            </p:cNvSpPr>
            <p:nvPr/>
          </p:nvSpPr>
          <p:spPr bwMode="auto">
            <a:xfrm>
              <a:off x="3696" y="10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59" name="Oval 107"/>
            <p:cNvSpPr>
              <a:spLocks noChangeArrowheads="1"/>
            </p:cNvSpPr>
            <p:nvPr/>
          </p:nvSpPr>
          <p:spPr bwMode="auto">
            <a:xfrm>
              <a:off x="4032" y="11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0" name="Oval 108"/>
            <p:cNvSpPr>
              <a:spLocks noChangeArrowheads="1"/>
            </p:cNvSpPr>
            <p:nvPr/>
          </p:nvSpPr>
          <p:spPr bwMode="auto">
            <a:xfrm>
              <a:off x="3648" y="7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1" name="Oval 109"/>
            <p:cNvSpPr>
              <a:spLocks noChangeArrowheads="1"/>
            </p:cNvSpPr>
            <p:nvPr/>
          </p:nvSpPr>
          <p:spPr bwMode="auto">
            <a:xfrm>
              <a:off x="3504" y="14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2" name="Oval 110"/>
            <p:cNvSpPr>
              <a:spLocks noChangeArrowheads="1"/>
            </p:cNvSpPr>
            <p:nvPr/>
          </p:nvSpPr>
          <p:spPr bwMode="auto">
            <a:xfrm>
              <a:off x="3168" y="14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3" name="Oval 111"/>
            <p:cNvSpPr>
              <a:spLocks noChangeArrowheads="1"/>
            </p:cNvSpPr>
            <p:nvPr/>
          </p:nvSpPr>
          <p:spPr bwMode="auto">
            <a:xfrm>
              <a:off x="3840" y="12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4" name="Oval 112"/>
            <p:cNvSpPr>
              <a:spLocks noChangeArrowheads="1"/>
            </p:cNvSpPr>
            <p:nvPr/>
          </p:nvSpPr>
          <p:spPr bwMode="auto">
            <a:xfrm>
              <a:off x="3888" y="158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5" name="Oval 113"/>
            <p:cNvSpPr>
              <a:spLocks noChangeArrowheads="1"/>
            </p:cNvSpPr>
            <p:nvPr/>
          </p:nvSpPr>
          <p:spPr bwMode="auto">
            <a:xfrm>
              <a:off x="3744" y="177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6" name="Oval 114"/>
            <p:cNvSpPr>
              <a:spLocks noChangeArrowheads="1"/>
            </p:cNvSpPr>
            <p:nvPr/>
          </p:nvSpPr>
          <p:spPr bwMode="auto">
            <a:xfrm>
              <a:off x="3024" y="18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7" name="Oval 115"/>
            <p:cNvSpPr>
              <a:spLocks noChangeArrowheads="1"/>
            </p:cNvSpPr>
            <p:nvPr/>
          </p:nvSpPr>
          <p:spPr bwMode="auto">
            <a:xfrm>
              <a:off x="3456" y="18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8" name="Oval 116"/>
            <p:cNvSpPr>
              <a:spLocks noChangeArrowheads="1"/>
            </p:cNvSpPr>
            <p:nvPr/>
          </p:nvSpPr>
          <p:spPr bwMode="auto">
            <a:xfrm>
              <a:off x="4128" y="172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69" name="Oval 117"/>
            <p:cNvSpPr>
              <a:spLocks noChangeArrowheads="1"/>
            </p:cNvSpPr>
            <p:nvPr/>
          </p:nvSpPr>
          <p:spPr bwMode="auto">
            <a:xfrm>
              <a:off x="4512" y="19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0" name="Oval 118"/>
            <p:cNvSpPr>
              <a:spLocks noChangeArrowheads="1"/>
            </p:cNvSpPr>
            <p:nvPr/>
          </p:nvSpPr>
          <p:spPr bwMode="auto">
            <a:xfrm>
              <a:off x="3744" y="14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1" name="Oval 119"/>
            <p:cNvSpPr>
              <a:spLocks noChangeArrowheads="1"/>
            </p:cNvSpPr>
            <p:nvPr/>
          </p:nvSpPr>
          <p:spPr bwMode="auto">
            <a:xfrm>
              <a:off x="3648" y="20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2" name="Oval 120"/>
            <p:cNvSpPr>
              <a:spLocks noChangeArrowheads="1"/>
            </p:cNvSpPr>
            <p:nvPr/>
          </p:nvSpPr>
          <p:spPr bwMode="auto">
            <a:xfrm>
              <a:off x="3264" y="21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3" name="Oval 121"/>
            <p:cNvSpPr>
              <a:spLocks noChangeArrowheads="1"/>
            </p:cNvSpPr>
            <p:nvPr/>
          </p:nvSpPr>
          <p:spPr bwMode="auto">
            <a:xfrm>
              <a:off x="4176" y="21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4" name="Oval 122"/>
            <p:cNvSpPr>
              <a:spLocks noChangeArrowheads="1"/>
            </p:cNvSpPr>
            <p:nvPr/>
          </p:nvSpPr>
          <p:spPr bwMode="auto">
            <a:xfrm>
              <a:off x="3312" y="168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5" name="Oval 123"/>
            <p:cNvSpPr>
              <a:spLocks noChangeArrowheads="1"/>
            </p:cNvSpPr>
            <p:nvPr/>
          </p:nvSpPr>
          <p:spPr bwMode="auto">
            <a:xfrm>
              <a:off x="3984" y="21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6" name="Oval 124"/>
            <p:cNvSpPr>
              <a:spLocks noChangeArrowheads="1"/>
            </p:cNvSpPr>
            <p:nvPr/>
          </p:nvSpPr>
          <p:spPr bwMode="auto">
            <a:xfrm>
              <a:off x="3024" y="22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7" name="Oval 125"/>
            <p:cNvSpPr>
              <a:spLocks noChangeArrowheads="1"/>
            </p:cNvSpPr>
            <p:nvPr/>
          </p:nvSpPr>
          <p:spPr bwMode="auto">
            <a:xfrm>
              <a:off x="2640" y="22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8" name="Oval 126"/>
            <p:cNvSpPr>
              <a:spLocks noChangeArrowheads="1"/>
            </p:cNvSpPr>
            <p:nvPr/>
          </p:nvSpPr>
          <p:spPr bwMode="auto">
            <a:xfrm>
              <a:off x="4080" y="19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79" name="Oval 127"/>
            <p:cNvSpPr>
              <a:spLocks noChangeArrowheads="1"/>
            </p:cNvSpPr>
            <p:nvPr/>
          </p:nvSpPr>
          <p:spPr bwMode="auto">
            <a:xfrm>
              <a:off x="3648" y="23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0" name="Oval 128"/>
            <p:cNvSpPr>
              <a:spLocks noChangeArrowheads="1"/>
            </p:cNvSpPr>
            <p:nvPr/>
          </p:nvSpPr>
          <p:spPr bwMode="auto">
            <a:xfrm>
              <a:off x="3936" y="24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1" name="Oval 129"/>
            <p:cNvSpPr>
              <a:spLocks noChangeArrowheads="1"/>
            </p:cNvSpPr>
            <p:nvPr/>
          </p:nvSpPr>
          <p:spPr bwMode="auto">
            <a:xfrm>
              <a:off x="4416" y="24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2" name="Oval 130"/>
            <p:cNvSpPr>
              <a:spLocks noChangeArrowheads="1"/>
            </p:cNvSpPr>
            <p:nvPr/>
          </p:nvSpPr>
          <p:spPr bwMode="auto">
            <a:xfrm>
              <a:off x="3408" y="24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3" name="Oval 131"/>
            <p:cNvSpPr>
              <a:spLocks noChangeArrowheads="1"/>
            </p:cNvSpPr>
            <p:nvPr/>
          </p:nvSpPr>
          <p:spPr bwMode="auto">
            <a:xfrm>
              <a:off x="321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4" name="Oval 132"/>
            <p:cNvSpPr>
              <a:spLocks noChangeArrowheads="1"/>
            </p:cNvSpPr>
            <p:nvPr/>
          </p:nvSpPr>
          <p:spPr bwMode="auto">
            <a:xfrm>
              <a:off x="3936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5" name="Oval 133"/>
            <p:cNvSpPr>
              <a:spLocks noChangeArrowheads="1"/>
            </p:cNvSpPr>
            <p:nvPr/>
          </p:nvSpPr>
          <p:spPr bwMode="auto">
            <a:xfrm>
              <a:off x="316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6" name="Oval 134"/>
            <p:cNvSpPr>
              <a:spLocks noChangeArrowheads="1"/>
            </p:cNvSpPr>
            <p:nvPr/>
          </p:nvSpPr>
          <p:spPr bwMode="auto">
            <a:xfrm>
              <a:off x="3408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7" name="Oval 135"/>
            <p:cNvSpPr>
              <a:spLocks noChangeArrowheads="1"/>
            </p:cNvSpPr>
            <p:nvPr/>
          </p:nvSpPr>
          <p:spPr bwMode="auto">
            <a:xfrm>
              <a:off x="441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8" name="Oval 136"/>
            <p:cNvSpPr>
              <a:spLocks noChangeArrowheads="1"/>
            </p:cNvSpPr>
            <p:nvPr/>
          </p:nvSpPr>
          <p:spPr bwMode="auto">
            <a:xfrm>
              <a:off x="3648" y="30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89" name="Oval 137"/>
            <p:cNvSpPr>
              <a:spLocks noChangeArrowheads="1"/>
            </p:cNvSpPr>
            <p:nvPr/>
          </p:nvSpPr>
          <p:spPr bwMode="auto">
            <a:xfrm>
              <a:off x="3408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0" name="Oval 138"/>
            <p:cNvSpPr>
              <a:spLocks noChangeArrowheads="1"/>
            </p:cNvSpPr>
            <p:nvPr/>
          </p:nvSpPr>
          <p:spPr bwMode="auto">
            <a:xfrm>
              <a:off x="369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1" name="Oval 139"/>
            <p:cNvSpPr>
              <a:spLocks noChangeArrowheads="1"/>
            </p:cNvSpPr>
            <p:nvPr/>
          </p:nvSpPr>
          <p:spPr bwMode="auto">
            <a:xfrm>
              <a:off x="4176" y="278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2" name="Oval 140"/>
            <p:cNvSpPr>
              <a:spLocks noChangeArrowheads="1"/>
            </p:cNvSpPr>
            <p:nvPr/>
          </p:nvSpPr>
          <p:spPr bwMode="auto">
            <a:xfrm>
              <a:off x="292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3" name="Oval 141"/>
            <p:cNvSpPr>
              <a:spLocks noChangeArrowheads="1"/>
            </p:cNvSpPr>
            <p:nvPr/>
          </p:nvSpPr>
          <p:spPr bwMode="auto">
            <a:xfrm>
              <a:off x="417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4" name="Oval 142"/>
            <p:cNvSpPr>
              <a:spLocks noChangeArrowheads="1"/>
            </p:cNvSpPr>
            <p:nvPr/>
          </p:nvSpPr>
          <p:spPr bwMode="auto">
            <a:xfrm>
              <a:off x="393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5" name="Oval 143"/>
            <p:cNvSpPr>
              <a:spLocks noChangeArrowheads="1"/>
            </p:cNvSpPr>
            <p:nvPr/>
          </p:nvSpPr>
          <p:spPr bwMode="auto">
            <a:xfrm>
              <a:off x="465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6" name="Oval 144"/>
            <p:cNvSpPr>
              <a:spLocks noChangeArrowheads="1"/>
            </p:cNvSpPr>
            <p:nvPr/>
          </p:nvSpPr>
          <p:spPr bwMode="auto">
            <a:xfrm>
              <a:off x="4416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7" name="Oval 145"/>
            <p:cNvSpPr>
              <a:spLocks noChangeArrowheads="1"/>
            </p:cNvSpPr>
            <p:nvPr/>
          </p:nvSpPr>
          <p:spPr bwMode="auto">
            <a:xfrm>
              <a:off x="393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8" name="Oval 146"/>
            <p:cNvSpPr>
              <a:spLocks noChangeArrowheads="1"/>
            </p:cNvSpPr>
            <p:nvPr/>
          </p:nvSpPr>
          <p:spPr bwMode="auto">
            <a:xfrm>
              <a:off x="3456" y="283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99" name="Oval 147"/>
            <p:cNvSpPr>
              <a:spLocks noChangeArrowheads="1"/>
            </p:cNvSpPr>
            <p:nvPr/>
          </p:nvSpPr>
          <p:spPr bwMode="auto">
            <a:xfrm>
              <a:off x="2736" y="292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600" name="Oval 148"/>
            <p:cNvSpPr>
              <a:spLocks noChangeArrowheads="1"/>
            </p:cNvSpPr>
            <p:nvPr/>
          </p:nvSpPr>
          <p:spPr bwMode="auto">
            <a:xfrm>
              <a:off x="2976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601" name="Oval 149"/>
            <p:cNvSpPr>
              <a:spLocks noChangeArrowheads="1"/>
            </p:cNvSpPr>
            <p:nvPr/>
          </p:nvSpPr>
          <p:spPr bwMode="auto">
            <a:xfrm>
              <a:off x="3168" y="25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602" name="Oval 150"/>
            <p:cNvSpPr>
              <a:spLocks noChangeArrowheads="1"/>
            </p:cNvSpPr>
            <p:nvPr/>
          </p:nvSpPr>
          <p:spPr bwMode="auto">
            <a:xfrm>
              <a:off x="364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967" name="Group 151"/>
          <p:cNvGrpSpPr/>
          <p:nvPr/>
        </p:nvGrpSpPr>
        <p:grpSpPr bwMode="auto">
          <a:xfrm>
            <a:off x="4953000" y="4502150"/>
            <a:ext cx="3886200" cy="1524000"/>
            <a:chOff x="2496" y="3024"/>
            <a:chExt cx="2448" cy="960"/>
          </a:xfrm>
        </p:grpSpPr>
        <p:sp>
          <p:nvSpPr>
            <p:cNvPr id="59434" name="Oval 152"/>
            <p:cNvSpPr>
              <a:spLocks noChangeArrowheads="1"/>
            </p:cNvSpPr>
            <p:nvPr/>
          </p:nvSpPr>
          <p:spPr bwMode="auto">
            <a:xfrm>
              <a:off x="340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5" name="Oval 153"/>
            <p:cNvSpPr>
              <a:spLocks noChangeArrowheads="1"/>
            </p:cNvSpPr>
            <p:nvPr/>
          </p:nvSpPr>
          <p:spPr bwMode="auto">
            <a:xfrm>
              <a:off x="350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6" name="Oval 154"/>
            <p:cNvSpPr>
              <a:spLocks noChangeArrowheads="1"/>
            </p:cNvSpPr>
            <p:nvPr/>
          </p:nvSpPr>
          <p:spPr bwMode="auto">
            <a:xfrm>
              <a:off x="364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7" name="Oval 155"/>
            <p:cNvSpPr>
              <a:spLocks noChangeArrowheads="1"/>
            </p:cNvSpPr>
            <p:nvPr/>
          </p:nvSpPr>
          <p:spPr bwMode="auto">
            <a:xfrm>
              <a:off x="316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8" name="Oval 156"/>
            <p:cNvSpPr>
              <a:spLocks noChangeArrowheads="1"/>
            </p:cNvSpPr>
            <p:nvPr/>
          </p:nvSpPr>
          <p:spPr bwMode="auto">
            <a:xfrm>
              <a:off x="3648" y="31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9" name="Oval 157"/>
            <p:cNvSpPr>
              <a:spLocks noChangeArrowheads="1"/>
            </p:cNvSpPr>
            <p:nvPr/>
          </p:nvSpPr>
          <p:spPr bwMode="auto">
            <a:xfrm>
              <a:off x="3744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0" name="Oval 158"/>
            <p:cNvSpPr>
              <a:spLocks noChangeArrowheads="1"/>
            </p:cNvSpPr>
            <p:nvPr/>
          </p:nvSpPr>
          <p:spPr bwMode="auto">
            <a:xfrm>
              <a:off x="3840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1" name="Oval 159"/>
            <p:cNvSpPr>
              <a:spLocks noChangeArrowheads="1"/>
            </p:cNvSpPr>
            <p:nvPr/>
          </p:nvSpPr>
          <p:spPr bwMode="auto">
            <a:xfrm>
              <a:off x="3936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2" name="Oval 160"/>
            <p:cNvSpPr>
              <a:spLocks noChangeArrowheads="1"/>
            </p:cNvSpPr>
            <p:nvPr/>
          </p:nvSpPr>
          <p:spPr bwMode="auto">
            <a:xfrm>
              <a:off x="3984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3" name="Oval 161"/>
            <p:cNvSpPr>
              <a:spLocks noChangeArrowheads="1"/>
            </p:cNvSpPr>
            <p:nvPr/>
          </p:nvSpPr>
          <p:spPr bwMode="auto">
            <a:xfrm>
              <a:off x="4176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4" name="Oval 162"/>
            <p:cNvSpPr>
              <a:spLocks noChangeArrowheads="1"/>
            </p:cNvSpPr>
            <p:nvPr/>
          </p:nvSpPr>
          <p:spPr bwMode="auto">
            <a:xfrm>
              <a:off x="432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5" name="Oval 163"/>
            <p:cNvSpPr>
              <a:spLocks noChangeArrowheads="1"/>
            </p:cNvSpPr>
            <p:nvPr/>
          </p:nvSpPr>
          <p:spPr bwMode="auto">
            <a:xfrm>
              <a:off x="432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6" name="Oval 164"/>
            <p:cNvSpPr>
              <a:spLocks noChangeArrowheads="1"/>
            </p:cNvSpPr>
            <p:nvPr/>
          </p:nvSpPr>
          <p:spPr bwMode="auto">
            <a:xfrm>
              <a:off x="4416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7" name="Oval 165"/>
            <p:cNvSpPr>
              <a:spLocks noChangeArrowheads="1"/>
            </p:cNvSpPr>
            <p:nvPr/>
          </p:nvSpPr>
          <p:spPr bwMode="auto">
            <a:xfrm>
              <a:off x="446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8" name="Oval 166"/>
            <p:cNvSpPr>
              <a:spLocks noChangeArrowheads="1"/>
            </p:cNvSpPr>
            <p:nvPr/>
          </p:nvSpPr>
          <p:spPr bwMode="auto">
            <a:xfrm>
              <a:off x="470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9" name="Oval 167"/>
            <p:cNvSpPr>
              <a:spLocks noChangeArrowheads="1"/>
            </p:cNvSpPr>
            <p:nvPr/>
          </p:nvSpPr>
          <p:spPr bwMode="auto">
            <a:xfrm>
              <a:off x="484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0" name="Oval 168"/>
            <p:cNvSpPr>
              <a:spLocks noChangeArrowheads="1"/>
            </p:cNvSpPr>
            <p:nvPr/>
          </p:nvSpPr>
          <p:spPr bwMode="auto">
            <a:xfrm>
              <a:off x="3840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1" name="Oval 169"/>
            <p:cNvSpPr>
              <a:spLocks noChangeArrowheads="1"/>
            </p:cNvSpPr>
            <p:nvPr/>
          </p:nvSpPr>
          <p:spPr bwMode="auto">
            <a:xfrm>
              <a:off x="3648" y="302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2" name="Oval 170"/>
            <p:cNvSpPr>
              <a:spLocks noChangeArrowheads="1"/>
            </p:cNvSpPr>
            <p:nvPr/>
          </p:nvSpPr>
          <p:spPr bwMode="auto">
            <a:xfrm>
              <a:off x="3600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3" name="Oval 171"/>
            <p:cNvSpPr>
              <a:spLocks noChangeArrowheads="1"/>
            </p:cNvSpPr>
            <p:nvPr/>
          </p:nvSpPr>
          <p:spPr bwMode="auto">
            <a:xfrm>
              <a:off x="3696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4" name="Oval 172"/>
            <p:cNvSpPr>
              <a:spLocks noChangeArrowheads="1"/>
            </p:cNvSpPr>
            <p:nvPr/>
          </p:nvSpPr>
          <p:spPr bwMode="auto">
            <a:xfrm>
              <a:off x="3840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5" name="Oval 173"/>
            <p:cNvSpPr>
              <a:spLocks noChangeArrowheads="1"/>
            </p:cNvSpPr>
            <p:nvPr/>
          </p:nvSpPr>
          <p:spPr bwMode="auto">
            <a:xfrm>
              <a:off x="3888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6" name="Oval 174"/>
            <p:cNvSpPr>
              <a:spLocks noChangeArrowheads="1"/>
            </p:cNvSpPr>
            <p:nvPr/>
          </p:nvSpPr>
          <p:spPr bwMode="auto">
            <a:xfrm>
              <a:off x="393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7" name="Oval 175"/>
            <p:cNvSpPr>
              <a:spLocks noChangeArrowheads="1"/>
            </p:cNvSpPr>
            <p:nvPr/>
          </p:nvSpPr>
          <p:spPr bwMode="auto">
            <a:xfrm>
              <a:off x="412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8" name="Oval 176"/>
            <p:cNvSpPr>
              <a:spLocks noChangeArrowheads="1"/>
            </p:cNvSpPr>
            <p:nvPr/>
          </p:nvSpPr>
          <p:spPr bwMode="auto">
            <a:xfrm>
              <a:off x="4224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9" name="Oval 177"/>
            <p:cNvSpPr>
              <a:spLocks noChangeArrowheads="1"/>
            </p:cNvSpPr>
            <p:nvPr/>
          </p:nvSpPr>
          <p:spPr bwMode="auto">
            <a:xfrm>
              <a:off x="432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0" name="Oval 178"/>
            <p:cNvSpPr>
              <a:spLocks noChangeArrowheads="1"/>
            </p:cNvSpPr>
            <p:nvPr/>
          </p:nvSpPr>
          <p:spPr bwMode="auto">
            <a:xfrm>
              <a:off x="446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1" name="Oval 179"/>
            <p:cNvSpPr>
              <a:spLocks noChangeArrowheads="1"/>
            </p:cNvSpPr>
            <p:nvPr/>
          </p:nvSpPr>
          <p:spPr bwMode="auto">
            <a:xfrm>
              <a:off x="441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2" name="Oval 180"/>
            <p:cNvSpPr>
              <a:spLocks noChangeArrowheads="1"/>
            </p:cNvSpPr>
            <p:nvPr/>
          </p:nvSpPr>
          <p:spPr bwMode="auto">
            <a:xfrm>
              <a:off x="460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3" name="Oval 181"/>
            <p:cNvSpPr>
              <a:spLocks noChangeArrowheads="1"/>
            </p:cNvSpPr>
            <p:nvPr/>
          </p:nvSpPr>
          <p:spPr bwMode="auto">
            <a:xfrm>
              <a:off x="436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4" name="Oval 182"/>
            <p:cNvSpPr>
              <a:spLocks noChangeArrowheads="1"/>
            </p:cNvSpPr>
            <p:nvPr/>
          </p:nvSpPr>
          <p:spPr bwMode="auto">
            <a:xfrm>
              <a:off x="3504" y="307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5" name="Oval 183"/>
            <p:cNvSpPr>
              <a:spLocks noChangeArrowheads="1"/>
            </p:cNvSpPr>
            <p:nvPr/>
          </p:nvSpPr>
          <p:spPr bwMode="auto">
            <a:xfrm>
              <a:off x="3360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6" name="Oval 184"/>
            <p:cNvSpPr>
              <a:spLocks noChangeArrowheads="1"/>
            </p:cNvSpPr>
            <p:nvPr/>
          </p:nvSpPr>
          <p:spPr bwMode="auto">
            <a:xfrm>
              <a:off x="3504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7" name="Oval 185"/>
            <p:cNvSpPr>
              <a:spLocks noChangeArrowheads="1"/>
            </p:cNvSpPr>
            <p:nvPr/>
          </p:nvSpPr>
          <p:spPr bwMode="auto">
            <a:xfrm>
              <a:off x="360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8" name="Oval 186"/>
            <p:cNvSpPr>
              <a:spLocks noChangeArrowheads="1"/>
            </p:cNvSpPr>
            <p:nvPr/>
          </p:nvSpPr>
          <p:spPr bwMode="auto">
            <a:xfrm>
              <a:off x="3696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69" name="Oval 187"/>
            <p:cNvSpPr>
              <a:spLocks noChangeArrowheads="1"/>
            </p:cNvSpPr>
            <p:nvPr/>
          </p:nvSpPr>
          <p:spPr bwMode="auto">
            <a:xfrm>
              <a:off x="3696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0" name="Oval 188"/>
            <p:cNvSpPr>
              <a:spLocks noChangeArrowheads="1"/>
            </p:cNvSpPr>
            <p:nvPr/>
          </p:nvSpPr>
          <p:spPr bwMode="auto">
            <a:xfrm>
              <a:off x="388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1" name="Oval 189"/>
            <p:cNvSpPr>
              <a:spLocks noChangeArrowheads="1"/>
            </p:cNvSpPr>
            <p:nvPr/>
          </p:nvSpPr>
          <p:spPr bwMode="auto">
            <a:xfrm>
              <a:off x="398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2" name="Oval 190"/>
            <p:cNvSpPr>
              <a:spLocks noChangeArrowheads="1"/>
            </p:cNvSpPr>
            <p:nvPr/>
          </p:nvSpPr>
          <p:spPr bwMode="auto">
            <a:xfrm>
              <a:off x="408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3" name="Oval 191"/>
            <p:cNvSpPr>
              <a:spLocks noChangeArrowheads="1"/>
            </p:cNvSpPr>
            <p:nvPr/>
          </p:nvSpPr>
          <p:spPr bwMode="auto">
            <a:xfrm>
              <a:off x="417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4" name="Oval 192"/>
            <p:cNvSpPr>
              <a:spLocks noChangeArrowheads="1"/>
            </p:cNvSpPr>
            <p:nvPr/>
          </p:nvSpPr>
          <p:spPr bwMode="auto">
            <a:xfrm>
              <a:off x="432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5" name="Oval 193"/>
            <p:cNvSpPr>
              <a:spLocks noChangeArrowheads="1"/>
            </p:cNvSpPr>
            <p:nvPr/>
          </p:nvSpPr>
          <p:spPr bwMode="auto">
            <a:xfrm>
              <a:off x="2976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6" name="Oval 194"/>
            <p:cNvSpPr>
              <a:spLocks noChangeArrowheads="1"/>
            </p:cNvSpPr>
            <p:nvPr/>
          </p:nvSpPr>
          <p:spPr bwMode="auto">
            <a:xfrm>
              <a:off x="3456" y="326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7" name="Oval 195"/>
            <p:cNvSpPr>
              <a:spLocks noChangeArrowheads="1"/>
            </p:cNvSpPr>
            <p:nvPr/>
          </p:nvSpPr>
          <p:spPr bwMode="auto">
            <a:xfrm>
              <a:off x="3408" y="316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8" name="Oval 196"/>
            <p:cNvSpPr>
              <a:spLocks noChangeArrowheads="1"/>
            </p:cNvSpPr>
            <p:nvPr/>
          </p:nvSpPr>
          <p:spPr bwMode="auto">
            <a:xfrm>
              <a:off x="3504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79" name="Oval 197"/>
            <p:cNvSpPr>
              <a:spLocks noChangeArrowheads="1"/>
            </p:cNvSpPr>
            <p:nvPr/>
          </p:nvSpPr>
          <p:spPr bwMode="auto">
            <a:xfrm>
              <a:off x="360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0" name="Oval 198"/>
            <p:cNvSpPr>
              <a:spLocks noChangeArrowheads="1"/>
            </p:cNvSpPr>
            <p:nvPr/>
          </p:nvSpPr>
          <p:spPr bwMode="auto">
            <a:xfrm>
              <a:off x="3696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1" name="Oval 199"/>
            <p:cNvSpPr>
              <a:spLocks noChangeArrowheads="1"/>
            </p:cNvSpPr>
            <p:nvPr/>
          </p:nvSpPr>
          <p:spPr bwMode="auto">
            <a:xfrm>
              <a:off x="3744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2" name="Oval 200"/>
            <p:cNvSpPr>
              <a:spLocks noChangeArrowheads="1"/>
            </p:cNvSpPr>
            <p:nvPr/>
          </p:nvSpPr>
          <p:spPr bwMode="auto">
            <a:xfrm>
              <a:off x="3888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3" name="Oval 201"/>
            <p:cNvSpPr>
              <a:spLocks noChangeArrowheads="1"/>
            </p:cNvSpPr>
            <p:nvPr/>
          </p:nvSpPr>
          <p:spPr bwMode="auto">
            <a:xfrm>
              <a:off x="3984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4" name="Oval 202"/>
            <p:cNvSpPr>
              <a:spLocks noChangeArrowheads="1"/>
            </p:cNvSpPr>
            <p:nvPr/>
          </p:nvSpPr>
          <p:spPr bwMode="auto">
            <a:xfrm>
              <a:off x="408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5" name="Oval 203"/>
            <p:cNvSpPr>
              <a:spLocks noChangeArrowheads="1"/>
            </p:cNvSpPr>
            <p:nvPr/>
          </p:nvSpPr>
          <p:spPr bwMode="auto">
            <a:xfrm>
              <a:off x="417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6" name="Oval 204"/>
            <p:cNvSpPr>
              <a:spLocks noChangeArrowheads="1"/>
            </p:cNvSpPr>
            <p:nvPr/>
          </p:nvSpPr>
          <p:spPr bwMode="auto">
            <a:xfrm>
              <a:off x="2880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7" name="Oval 205"/>
            <p:cNvSpPr>
              <a:spLocks noChangeArrowheads="1"/>
            </p:cNvSpPr>
            <p:nvPr/>
          </p:nvSpPr>
          <p:spPr bwMode="auto">
            <a:xfrm>
              <a:off x="292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8" name="Oval 206"/>
            <p:cNvSpPr>
              <a:spLocks noChangeArrowheads="1"/>
            </p:cNvSpPr>
            <p:nvPr/>
          </p:nvSpPr>
          <p:spPr bwMode="auto">
            <a:xfrm>
              <a:off x="3360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89" name="Oval 207"/>
            <p:cNvSpPr>
              <a:spLocks noChangeArrowheads="1"/>
            </p:cNvSpPr>
            <p:nvPr/>
          </p:nvSpPr>
          <p:spPr bwMode="auto">
            <a:xfrm>
              <a:off x="345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0" name="Oval 208"/>
            <p:cNvSpPr>
              <a:spLocks noChangeArrowheads="1"/>
            </p:cNvSpPr>
            <p:nvPr/>
          </p:nvSpPr>
          <p:spPr bwMode="auto">
            <a:xfrm>
              <a:off x="3264" y="321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1" name="Oval 209"/>
            <p:cNvSpPr>
              <a:spLocks noChangeArrowheads="1"/>
            </p:cNvSpPr>
            <p:nvPr/>
          </p:nvSpPr>
          <p:spPr bwMode="auto">
            <a:xfrm>
              <a:off x="364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2" name="Oval 210"/>
            <p:cNvSpPr>
              <a:spLocks noChangeArrowheads="1"/>
            </p:cNvSpPr>
            <p:nvPr/>
          </p:nvSpPr>
          <p:spPr bwMode="auto">
            <a:xfrm>
              <a:off x="3744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3" name="Oval 211"/>
            <p:cNvSpPr>
              <a:spLocks noChangeArrowheads="1"/>
            </p:cNvSpPr>
            <p:nvPr/>
          </p:nvSpPr>
          <p:spPr bwMode="auto">
            <a:xfrm>
              <a:off x="3840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4" name="Oval 212"/>
            <p:cNvSpPr>
              <a:spLocks noChangeArrowheads="1"/>
            </p:cNvSpPr>
            <p:nvPr/>
          </p:nvSpPr>
          <p:spPr bwMode="auto">
            <a:xfrm>
              <a:off x="398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5" name="Oval 213"/>
            <p:cNvSpPr>
              <a:spLocks noChangeArrowheads="1"/>
            </p:cNvSpPr>
            <p:nvPr/>
          </p:nvSpPr>
          <p:spPr bwMode="auto">
            <a:xfrm>
              <a:off x="408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6" name="Oval 214"/>
            <p:cNvSpPr>
              <a:spLocks noChangeArrowheads="1"/>
            </p:cNvSpPr>
            <p:nvPr/>
          </p:nvSpPr>
          <p:spPr bwMode="auto">
            <a:xfrm>
              <a:off x="3216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7" name="Oval 215"/>
            <p:cNvSpPr>
              <a:spLocks noChangeArrowheads="1"/>
            </p:cNvSpPr>
            <p:nvPr/>
          </p:nvSpPr>
          <p:spPr bwMode="auto">
            <a:xfrm>
              <a:off x="3360" y="345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8" name="Oval 216"/>
            <p:cNvSpPr>
              <a:spLocks noChangeArrowheads="1"/>
            </p:cNvSpPr>
            <p:nvPr/>
          </p:nvSpPr>
          <p:spPr bwMode="auto">
            <a:xfrm>
              <a:off x="350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99" name="Oval 217"/>
            <p:cNvSpPr>
              <a:spLocks noChangeArrowheads="1"/>
            </p:cNvSpPr>
            <p:nvPr/>
          </p:nvSpPr>
          <p:spPr bwMode="auto">
            <a:xfrm>
              <a:off x="350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0" name="Oval 218"/>
            <p:cNvSpPr>
              <a:spLocks noChangeArrowheads="1"/>
            </p:cNvSpPr>
            <p:nvPr/>
          </p:nvSpPr>
          <p:spPr bwMode="auto">
            <a:xfrm>
              <a:off x="360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1" name="Oval 219"/>
            <p:cNvSpPr>
              <a:spLocks noChangeArrowheads="1"/>
            </p:cNvSpPr>
            <p:nvPr/>
          </p:nvSpPr>
          <p:spPr bwMode="auto">
            <a:xfrm>
              <a:off x="3696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2" name="Oval 220"/>
            <p:cNvSpPr>
              <a:spLocks noChangeArrowheads="1"/>
            </p:cNvSpPr>
            <p:nvPr/>
          </p:nvSpPr>
          <p:spPr bwMode="auto">
            <a:xfrm>
              <a:off x="374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3" name="Oval 221"/>
            <p:cNvSpPr>
              <a:spLocks noChangeArrowheads="1"/>
            </p:cNvSpPr>
            <p:nvPr/>
          </p:nvSpPr>
          <p:spPr bwMode="auto">
            <a:xfrm>
              <a:off x="388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4" name="Oval 222"/>
            <p:cNvSpPr>
              <a:spLocks noChangeArrowheads="1"/>
            </p:cNvSpPr>
            <p:nvPr/>
          </p:nvSpPr>
          <p:spPr bwMode="auto">
            <a:xfrm>
              <a:off x="3120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5" name="Oval 223"/>
            <p:cNvSpPr>
              <a:spLocks noChangeArrowheads="1"/>
            </p:cNvSpPr>
            <p:nvPr/>
          </p:nvSpPr>
          <p:spPr bwMode="auto">
            <a:xfrm>
              <a:off x="3216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6" name="Oval 224"/>
            <p:cNvSpPr>
              <a:spLocks noChangeArrowheads="1"/>
            </p:cNvSpPr>
            <p:nvPr/>
          </p:nvSpPr>
          <p:spPr bwMode="auto">
            <a:xfrm>
              <a:off x="3408" y="355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7" name="Oval 225"/>
            <p:cNvSpPr>
              <a:spLocks noChangeArrowheads="1"/>
            </p:cNvSpPr>
            <p:nvPr/>
          </p:nvSpPr>
          <p:spPr bwMode="auto">
            <a:xfrm>
              <a:off x="3408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8" name="Oval 226"/>
            <p:cNvSpPr>
              <a:spLocks noChangeArrowheads="1"/>
            </p:cNvSpPr>
            <p:nvPr/>
          </p:nvSpPr>
          <p:spPr bwMode="auto">
            <a:xfrm>
              <a:off x="350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09" name="Oval 227"/>
            <p:cNvSpPr>
              <a:spLocks noChangeArrowheads="1"/>
            </p:cNvSpPr>
            <p:nvPr/>
          </p:nvSpPr>
          <p:spPr bwMode="auto">
            <a:xfrm>
              <a:off x="360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0" name="Oval 228"/>
            <p:cNvSpPr>
              <a:spLocks noChangeArrowheads="1"/>
            </p:cNvSpPr>
            <p:nvPr/>
          </p:nvSpPr>
          <p:spPr bwMode="auto">
            <a:xfrm>
              <a:off x="3696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1" name="Oval 229"/>
            <p:cNvSpPr>
              <a:spLocks noChangeArrowheads="1"/>
            </p:cNvSpPr>
            <p:nvPr/>
          </p:nvSpPr>
          <p:spPr bwMode="auto">
            <a:xfrm>
              <a:off x="316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2" name="Oval 230"/>
            <p:cNvSpPr>
              <a:spLocks noChangeArrowheads="1"/>
            </p:cNvSpPr>
            <p:nvPr/>
          </p:nvSpPr>
          <p:spPr bwMode="auto">
            <a:xfrm>
              <a:off x="3360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3" name="Oval 231"/>
            <p:cNvSpPr>
              <a:spLocks noChangeArrowheads="1"/>
            </p:cNvSpPr>
            <p:nvPr/>
          </p:nvSpPr>
          <p:spPr bwMode="auto">
            <a:xfrm>
              <a:off x="316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4" name="Oval 232"/>
            <p:cNvSpPr>
              <a:spLocks noChangeArrowheads="1"/>
            </p:cNvSpPr>
            <p:nvPr/>
          </p:nvSpPr>
          <p:spPr bwMode="auto">
            <a:xfrm>
              <a:off x="326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5" name="Oval 233"/>
            <p:cNvSpPr>
              <a:spLocks noChangeArrowheads="1"/>
            </p:cNvSpPr>
            <p:nvPr/>
          </p:nvSpPr>
          <p:spPr bwMode="auto">
            <a:xfrm>
              <a:off x="336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6" name="Oval 234"/>
            <p:cNvSpPr>
              <a:spLocks noChangeArrowheads="1"/>
            </p:cNvSpPr>
            <p:nvPr/>
          </p:nvSpPr>
          <p:spPr bwMode="auto">
            <a:xfrm>
              <a:off x="345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7" name="Oval 235"/>
            <p:cNvSpPr>
              <a:spLocks noChangeArrowheads="1"/>
            </p:cNvSpPr>
            <p:nvPr/>
          </p:nvSpPr>
          <p:spPr bwMode="auto">
            <a:xfrm>
              <a:off x="3264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8" name="Oval 236"/>
            <p:cNvSpPr>
              <a:spLocks noChangeArrowheads="1"/>
            </p:cNvSpPr>
            <p:nvPr/>
          </p:nvSpPr>
          <p:spPr bwMode="auto">
            <a:xfrm>
              <a:off x="297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19" name="Oval 237"/>
            <p:cNvSpPr>
              <a:spLocks noChangeArrowheads="1"/>
            </p:cNvSpPr>
            <p:nvPr/>
          </p:nvSpPr>
          <p:spPr bwMode="auto">
            <a:xfrm>
              <a:off x="3168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0" name="Oval 238"/>
            <p:cNvSpPr>
              <a:spLocks noChangeArrowheads="1"/>
            </p:cNvSpPr>
            <p:nvPr/>
          </p:nvSpPr>
          <p:spPr bwMode="auto">
            <a:xfrm>
              <a:off x="326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1" name="Oval 239"/>
            <p:cNvSpPr>
              <a:spLocks noChangeArrowheads="1"/>
            </p:cNvSpPr>
            <p:nvPr/>
          </p:nvSpPr>
          <p:spPr bwMode="auto">
            <a:xfrm>
              <a:off x="326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2" name="Oval 240"/>
            <p:cNvSpPr>
              <a:spLocks noChangeArrowheads="1"/>
            </p:cNvSpPr>
            <p:nvPr/>
          </p:nvSpPr>
          <p:spPr bwMode="auto">
            <a:xfrm>
              <a:off x="2736" y="364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3" name="Oval 241"/>
            <p:cNvSpPr>
              <a:spLocks noChangeArrowheads="1"/>
            </p:cNvSpPr>
            <p:nvPr/>
          </p:nvSpPr>
          <p:spPr bwMode="auto">
            <a:xfrm>
              <a:off x="422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4" name="Oval 242"/>
            <p:cNvSpPr>
              <a:spLocks noChangeArrowheads="1"/>
            </p:cNvSpPr>
            <p:nvPr/>
          </p:nvSpPr>
          <p:spPr bwMode="auto">
            <a:xfrm>
              <a:off x="4128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5" name="Oval 243"/>
            <p:cNvSpPr>
              <a:spLocks noChangeArrowheads="1"/>
            </p:cNvSpPr>
            <p:nvPr/>
          </p:nvSpPr>
          <p:spPr bwMode="auto">
            <a:xfrm>
              <a:off x="398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6" name="Oval 244"/>
            <p:cNvSpPr>
              <a:spLocks noChangeArrowheads="1"/>
            </p:cNvSpPr>
            <p:nvPr/>
          </p:nvSpPr>
          <p:spPr bwMode="auto">
            <a:xfrm>
              <a:off x="408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7" name="Oval 245"/>
            <p:cNvSpPr>
              <a:spLocks noChangeArrowheads="1"/>
            </p:cNvSpPr>
            <p:nvPr/>
          </p:nvSpPr>
          <p:spPr bwMode="auto">
            <a:xfrm>
              <a:off x="2880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8" name="Oval 246"/>
            <p:cNvSpPr>
              <a:spLocks noChangeArrowheads="1"/>
            </p:cNvSpPr>
            <p:nvPr/>
          </p:nvSpPr>
          <p:spPr bwMode="auto">
            <a:xfrm>
              <a:off x="3024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29" name="Oval 247"/>
            <p:cNvSpPr>
              <a:spLocks noChangeArrowheads="1"/>
            </p:cNvSpPr>
            <p:nvPr/>
          </p:nvSpPr>
          <p:spPr bwMode="auto">
            <a:xfrm>
              <a:off x="3120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0" name="Oval 248"/>
            <p:cNvSpPr>
              <a:spLocks noChangeArrowheads="1"/>
            </p:cNvSpPr>
            <p:nvPr/>
          </p:nvSpPr>
          <p:spPr bwMode="auto">
            <a:xfrm>
              <a:off x="3120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1" name="Oval 249"/>
            <p:cNvSpPr>
              <a:spLocks noChangeArrowheads="1"/>
            </p:cNvSpPr>
            <p:nvPr/>
          </p:nvSpPr>
          <p:spPr bwMode="auto">
            <a:xfrm>
              <a:off x="3216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2" name="Oval 250"/>
            <p:cNvSpPr>
              <a:spLocks noChangeArrowheads="1"/>
            </p:cNvSpPr>
            <p:nvPr/>
          </p:nvSpPr>
          <p:spPr bwMode="auto">
            <a:xfrm>
              <a:off x="3600" y="331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3" name="Oval 251"/>
            <p:cNvSpPr>
              <a:spLocks noChangeArrowheads="1"/>
            </p:cNvSpPr>
            <p:nvPr/>
          </p:nvSpPr>
          <p:spPr bwMode="auto">
            <a:xfrm>
              <a:off x="456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4" name="Oval 252"/>
            <p:cNvSpPr>
              <a:spLocks noChangeArrowheads="1"/>
            </p:cNvSpPr>
            <p:nvPr/>
          </p:nvSpPr>
          <p:spPr bwMode="auto">
            <a:xfrm>
              <a:off x="465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5" name="Oval 253"/>
            <p:cNvSpPr>
              <a:spLocks noChangeArrowheads="1"/>
            </p:cNvSpPr>
            <p:nvPr/>
          </p:nvSpPr>
          <p:spPr bwMode="auto">
            <a:xfrm>
              <a:off x="2928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6" name="Oval 254"/>
            <p:cNvSpPr>
              <a:spLocks noChangeArrowheads="1"/>
            </p:cNvSpPr>
            <p:nvPr/>
          </p:nvSpPr>
          <p:spPr bwMode="auto">
            <a:xfrm>
              <a:off x="2736" y="374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7" name="Oval 255"/>
            <p:cNvSpPr>
              <a:spLocks noChangeArrowheads="1"/>
            </p:cNvSpPr>
            <p:nvPr/>
          </p:nvSpPr>
          <p:spPr bwMode="auto">
            <a:xfrm>
              <a:off x="3024" y="36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8" name="Oval 256"/>
            <p:cNvSpPr>
              <a:spLocks noChangeArrowheads="1"/>
            </p:cNvSpPr>
            <p:nvPr/>
          </p:nvSpPr>
          <p:spPr bwMode="auto">
            <a:xfrm>
              <a:off x="3024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39" name="Oval 257"/>
            <p:cNvSpPr>
              <a:spLocks noChangeArrowheads="1"/>
            </p:cNvSpPr>
            <p:nvPr/>
          </p:nvSpPr>
          <p:spPr bwMode="auto">
            <a:xfrm>
              <a:off x="2928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0" name="Oval 258"/>
            <p:cNvSpPr>
              <a:spLocks noChangeArrowheads="1"/>
            </p:cNvSpPr>
            <p:nvPr/>
          </p:nvSpPr>
          <p:spPr bwMode="auto">
            <a:xfrm>
              <a:off x="2496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1" name="Oval 259"/>
            <p:cNvSpPr>
              <a:spLocks noChangeArrowheads="1"/>
            </p:cNvSpPr>
            <p:nvPr/>
          </p:nvSpPr>
          <p:spPr bwMode="auto">
            <a:xfrm>
              <a:off x="2688" y="388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2" name="Oval 260"/>
            <p:cNvSpPr>
              <a:spLocks noChangeArrowheads="1"/>
            </p:cNvSpPr>
            <p:nvPr/>
          </p:nvSpPr>
          <p:spPr bwMode="auto">
            <a:xfrm>
              <a:off x="2640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3" name="Oval 261"/>
            <p:cNvSpPr>
              <a:spLocks noChangeArrowheads="1"/>
            </p:cNvSpPr>
            <p:nvPr/>
          </p:nvSpPr>
          <p:spPr bwMode="auto">
            <a:xfrm>
              <a:off x="2784" y="384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4" name="Oval 262"/>
            <p:cNvSpPr>
              <a:spLocks noChangeArrowheads="1"/>
            </p:cNvSpPr>
            <p:nvPr/>
          </p:nvSpPr>
          <p:spPr bwMode="auto">
            <a:xfrm>
              <a:off x="3024" y="3696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5" name="Oval 263"/>
            <p:cNvSpPr>
              <a:spLocks noChangeArrowheads="1"/>
            </p:cNvSpPr>
            <p:nvPr/>
          </p:nvSpPr>
          <p:spPr bwMode="auto">
            <a:xfrm>
              <a:off x="3024" y="3408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6" name="Oval 264"/>
            <p:cNvSpPr>
              <a:spLocks noChangeArrowheads="1"/>
            </p:cNvSpPr>
            <p:nvPr/>
          </p:nvSpPr>
          <p:spPr bwMode="auto">
            <a:xfrm>
              <a:off x="3936" y="3792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47" name="Oval 265"/>
            <p:cNvSpPr>
              <a:spLocks noChangeArrowheads="1"/>
            </p:cNvSpPr>
            <p:nvPr/>
          </p:nvSpPr>
          <p:spPr bwMode="auto">
            <a:xfrm>
              <a:off x="4176" y="336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082" name="Rectangle 266"/>
          <p:cNvSpPr>
            <a:spLocks noChangeArrowheads="1"/>
          </p:cNvSpPr>
          <p:nvPr/>
        </p:nvSpPr>
        <p:spPr bwMode="auto">
          <a:xfrm>
            <a:off x="250825" y="3716338"/>
            <a:ext cx="3384550" cy="519112"/>
          </a:xfrm>
          <a:prstGeom prst="rect">
            <a:avLst/>
          </a:prstGeom>
          <a:solidFill>
            <a:srgbClr val="CC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伽尔顿板实验</a:t>
            </a:r>
            <a:endParaRPr kumimoji="1" lang="zh-CN" altLang="en-US" sz="28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75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9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nimBg="1" autoUpdateAnimBg="0"/>
      <p:bldP spid="34820" grpId="0" autoUpdateAnimBg="0"/>
      <p:bldP spid="34878" grpId="0" animBg="1"/>
      <p:bldP spid="34879" grpId="0" animBg="1"/>
      <p:bldP spid="34880" grpId="0" animBg="1"/>
      <p:bldP spid="34881" grpId="0" animBg="1"/>
      <p:bldP spid="34882" grpId="0" animBg="1"/>
      <p:bldP spid="34883" grpId="0" animBg="1"/>
      <p:bldP spid="34884" grpId="0" animBg="1"/>
      <p:bldP spid="34885" grpId="0" animBg="1"/>
      <p:bldP spid="34886" grpId="0" animBg="1"/>
      <p:bldP spid="34887" grpId="0" animBg="1"/>
      <p:bldP spid="34888" grpId="0" animBg="1"/>
      <p:bldP spid="34889" grpId="0" animBg="1"/>
      <p:bldP spid="34890" grpId="0" animBg="1"/>
      <p:bldP spid="34891" grpId="0" animBg="1"/>
      <p:bldP spid="34892" grpId="0" animBg="1"/>
      <p:bldP spid="34893" grpId="0" animBg="1"/>
      <p:bldP spid="34894" grpId="0" animBg="1"/>
      <p:bldP spid="34895" grpId="0" animBg="1"/>
      <p:bldP spid="34896" grpId="0" animBg="1"/>
      <p:bldP spid="34897" grpId="0" animBg="1"/>
      <p:bldP spid="34898" grpId="0" animBg="1"/>
      <p:bldP spid="34899" grpId="0" animBg="1"/>
      <p:bldP spid="34900" grpId="0" animBg="1"/>
      <p:bldP spid="34901" grpId="0" animBg="1"/>
      <p:bldP spid="34902" grpId="0" animBg="1"/>
      <p:bldP spid="34903" grpId="0" animBg="1"/>
      <p:bldP spid="34904" grpId="0" animBg="1"/>
      <p:bldP spid="34905" grpId="0" animBg="1"/>
      <p:bldP spid="34906" grpId="0" animBg="1"/>
      <p:bldP spid="34907" grpId="0" animBg="1"/>
      <p:bldP spid="34908" grpId="0" animBg="1"/>
      <p:bldP spid="34909" grpId="0" animBg="1"/>
      <p:bldP spid="34910" grpId="0" animBg="1"/>
      <p:bldP spid="3508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0" y="42586"/>
            <a:ext cx="9030439" cy="6772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-27384"/>
            <a:ext cx="9085009" cy="68137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10" y="116632"/>
            <a:ext cx="8832980" cy="6624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7"/>
          <p:cNvGrpSpPr/>
          <p:nvPr/>
        </p:nvGrpSpPr>
        <p:grpSpPr bwMode="auto">
          <a:xfrm>
            <a:off x="304800" y="1196752"/>
            <a:ext cx="7954963" cy="3441700"/>
            <a:chOff x="1578" y="900"/>
            <a:chExt cx="5011" cy="2168"/>
          </a:xfrm>
        </p:grpSpPr>
        <p:graphicFrame>
          <p:nvGraphicFramePr>
            <p:cNvPr id="12" name="Object 2"/>
            <p:cNvGraphicFramePr>
              <a:graphicFrameLocks noChangeAspect="1"/>
            </p:cNvGraphicFramePr>
            <p:nvPr/>
          </p:nvGraphicFramePr>
          <p:xfrm>
            <a:off x="4134" y="1613"/>
            <a:ext cx="2391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2" name="Equation" r:id="rId1" imgW="1371600" imgH="431800" progId="Equation.3">
                    <p:embed/>
                  </p:oleObj>
                </mc:Choice>
                <mc:Fallback>
                  <p:oleObj name="Equation" r:id="rId1" imgW="1371600" imgH="431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4" y="1613"/>
                          <a:ext cx="2391" cy="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046" y="1199"/>
              <a:ext cx="12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高斯积分：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4" name="Object 3"/>
            <p:cNvGraphicFramePr>
              <a:graphicFrameLocks noChangeAspect="1"/>
            </p:cNvGraphicFramePr>
            <p:nvPr/>
          </p:nvGraphicFramePr>
          <p:xfrm>
            <a:off x="1603" y="1645"/>
            <a:ext cx="2130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3" name="公式" r:id="rId3" imgW="28041600" imgH="9753600" progId="Equation.3">
                    <p:embed/>
                  </p:oleObj>
                </mc:Choice>
                <mc:Fallback>
                  <p:oleObj name="公式" r:id="rId3" imgW="28041600" imgH="9753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1645"/>
                          <a:ext cx="2130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4"/>
            <p:cNvGraphicFramePr>
              <a:graphicFrameLocks noChangeAspect="1"/>
            </p:cNvGraphicFramePr>
            <p:nvPr/>
          </p:nvGraphicFramePr>
          <p:xfrm>
            <a:off x="4248" y="900"/>
            <a:ext cx="2162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4" name="Equation" r:id="rId5" imgW="1218565" imgH="431800" progId="Equation.3">
                    <p:embed/>
                  </p:oleObj>
                </mc:Choice>
                <mc:Fallback>
                  <p:oleObj name="Equation" r:id="rId5" imgW="1218565" imgH="431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8" y="900"/>
                          <a:ext cx="2162" cy="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1578" y="2383"/>
            <a:ext cx="2262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5" name="Equation" r:id="rId7" imgW="1295400" imgH="393700" progId="Equation.3">
                    <p:embed/>
                  </p:oleObj>
                </mc:Choice>
                <mc:Fallback>
                  <p:oleObj name="Equation" r:id="rId7" imgW="1295400" imgH="3937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2383"/>
                          <a:ext cx="2262" cy="6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6"/>
            <p:cNvGraphicFramePr>
              <a:graphicFrameLocks noChangeAspect="1"/>
            </p:cNvGraphicFramePr>
            <p:nvPr/>
          </p:nvGraphicFramePr>
          <p:xfrm>
            <a:off x="4171" y="2269"/>
            <a:ext cx="2418" cy="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6" name="Equation" r:id="rId9" imgW="1371600" imgH="431800" progId="Equation.3">
                    <p:embed/>
                  </p:oleObj>
                </mc:Choice>
                <mc:Fallback>
                  <p:oleObj name="Equation" r:id="rId9" imgW="1371600" imgH="431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2269"/>
                          <a:ext cx="2418" cy="7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55563" y="118903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）分布曲线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Line 3"/>
          <p:cNvSpPr>
            <a:spLocks noChangeShapeType="1"/>
          </p:cNvSpPr>
          <p:nvPr/>
        </p:nvSpPr>
        <p:spPr bwMode="auto">
          <a:xfrm>
            <a:off x="4876800" y="3671888"/>
            <a:ext cx="4114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 flipH="1" flipV="1">
            <a:off x="4876800" y="1004888"/>
            <a:ext cx="0" cy="2667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7086600" y="1233488"/>
            <a:ext cx="0" cy="2362200"/>
          </a:xfrm>
          <a:prstGeom prst="line">
            <a:avLst/>
          </a:prstGeom>
          <a:noFill/>
          <a:ln w="38100">
            <a:solidFill>
              <a:srgbClr val="00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0" y="1773238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曲线下的一小块面积表示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0" y="47244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具有大速率和小速率的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1511300" y="2549525"/>
          <a:ext cx="13954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6" name="Equation" r:id="rId1" imgW="1422400" imgH="431800" progId="Equation.3">
                  <p:embed/>
                </p:oleObj>
              </mc:Choice>
              <mc:Fallback>
                <p:oleObj name="Equation" r:id="rId1" imgW="14224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549525"/>
                        <a:ext cx="13954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0" y="594995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与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的极大值相应的速率</a:t>
            </a: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叫“最可几速率”，   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611188" y="3284538"/>
            <a:ext cx="4343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速率在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dv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区间内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的分子数占总数的比率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6858000" y="3487738"/>
            <a:ext cx="83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F99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903" name="Object 15"/>
          <p:cNvGraphicFramePr>
            <a:graphicFrameLocks noChangeAspect="1"/>
          </p:cNvGraphicFramePr>
          <p:nvPr/>
        </p:nvGraphicFramePr>
        <p:xfrm>
          <a:off x="2940050" y="2389188"/>
          <a:ext cx="8604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7" name="Equation" r:id="rId3" imgW="1003300" imgH="901700" progId="Equation.3">
                  <p:embed/>
                </p:oleObj>
              </mc:Choice>
              <mc:Fallback>
                <p:oleObj name="Equation" r:id="rId3" imgW="1003300" imgH="901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389188"/>
                        <a:ext cx="8604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468313" y="5300663"/>
            <a:ext cx="8120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分子数都比较少，具有中等速率的分子数很多。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6324600" y="3062288"/>
            <a:ext cx="100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07" name="Text Box 19"/>
          <p:cNvSpPr txBox="1">
            <a:spLocks noChangeArrowheads="1"/>
          </p:cNvSpPr>
          <p:nvPr/>
        </p:nvSpPr>
        <p:spPr bwMode="auto">
          <a:xfrm>
            <a:off x="5672138" y="3106738"/>
            <a:ext cx="6524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08" name="Freeform 20"/>
          <p:cNvSpPr/>
          <p:nvPr/>
        </p:nvSpPr>
        <p:spPr bwMode="auto">
          <a:xfrm>
            <a:off x="5334000" y="1081088"/>
            <a:ext cx="3733800" cy="2362200"/>
          </a:xfrm>
          <a:custGeom>
            <a:avLst/>
            <a:gdLst>
              <a:gd name="T0" fmla="*/ 0 w 2352"/>
              <a:gd name="T1" fmla="*/ 2147483647 h 1488"/>
              <a:gd name="T2" fmla="*/ 2147483647 w 2352"/>
              <a:gd name="T3" fmla="*/ 2147483647 h 1488"/>
              <a:gd name="T4" fmla="*/ 2147483647 w 2352"/>
              <a:gd name="T5" fmla="*/ 2147483647 h 1488"/>
              <a:gd name="T6" fmla="*/ 2147483647 w 2352"/>
              <a:gd name="T7" fmla="*/ 2147483647 h 1488"/>
              <a:gd name="T8" fmla="*/ 2147483647 w 2352"/>
              <a:gd name="T9" fmla="*/ 2147483647 h 14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352" h="1488">
                <a:moveTo>
                  <a:pt x="0" y="1488"/>
                </a:moveTo>
                <a:cubicBezTo>
                  <a:pt x="124" y="1464"/>
                  <a:pt x="248" y="1440"/>
                  <a:pt x="432" y="1200"/>
                </a:cubicBezTo>
                <a:cubicBezTo>
                  <a:pt x="616" y="960"/>
                  <a:pt x="896" y="96"/>
                  <a:pt x="1104" y="48"/>
                </a:cubicBezTo>
                <a:cubicBezTo>
                  <a:pt x="1312" y="0"/>
                  <a:pt x="1472" y="688"/>
                  <a:pt x="1680" y="912"/>
                </a:cubicBezTo>
                <a:cubicBezTo>
                  <a:pt x="1888" y="1136"/>
                  <a:pt x="2120" y="1264"/>
                  <a:pt x="2352" y="139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5924550" y="3519488"/>
            <a:ext cx="1009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5029200" y="1081088"/>
          <a:ext cx="9366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8" name="Equation" r:id="rId5" imgW="914400" imgH="431800" progId="Equation.3">
                  <p:embed/>
                </p:oleObj>
              </mc:Choice>
              <mc:Fallback>
                <p:oleObj name="Equation" r:id="rId5" imgW="914400" imgH="431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081088"/>
                        <a:ext cx="9366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1" name="Text Box 23"/>
          <p:cNvSpPr txBox="1">
            <a:spLocks noChangeArrowheads="1"/>
          </p:cNvSpPr>
          <p:nvPr/>
        </p:nvSpPr>
        <p:spPr bwMode="auto">
          <a:xfrm>
            <a:off x="8591550" y="3595688"/>
            <a:ext cx="933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12" name="Text Box 24"/>
          <p:cNvSpPr txBox="1">
            <a:spLocks noChangeArrowheads="1"/>
          </p:cNvSpPr>
          <p:nvPr/>
        </p:nvSpPr>
        <p:spPr bwMode="auto">
          <a:xfrm>
            <a:off x="4552950" y="3443288"/>
            <a:ext cx="933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913" name="Group 25"/>
          <p:cNvGrpSpPr/>
          <p:nvPr/>
        </p:nvGrpSpPr>
        <p:grpSpPr bwMode="auto">
          <a:xfrm>
            <a:off x="6096000" y="2300288"/>
            <a:ext cx="304800" cy="1371600"/>
            <a:chOff x="3840" y="816"/>
            <a:chExt cx="192" cy="864"/>
          </a:xfrm>
        </p:grpSpPr>
        <p:sp>
          <p:nvSpPr>
            <p:cNvPr id="63514" name="AutoShape 26"/>
            <p:cNvSpPr>
              <a:spLocks noChangeArrowheads="1"/>
            </p:cNvSpPr>
            <p:nvPr/>
          </p:nvSpPr>
          <p:spPr bwMode="auto">
            <a:xfrm rot="-5400000">
              <a:off x="3768" y="936"/>
              <a:ext cx="336" cy="19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5" name="Line 27"/>
            <p:cNvSpPr>
              <a:spLocks noChangeShapeType="1"/>
            </p:cNvSpPr>
            <p:nvPr/>
          </p:nvSpPr>
          <p:spPr bwMode="auto">
            <a:xfrm>
              <a:off x="4032" y="816"/>
              <a:ext cx="0" cy="81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6" name="Rectangle 28"/>
            <p:cNvSpPr>
              <a:spLocks noChangeArrowheads="1"/>
            </p:cNvSpPr>
            <p:nvPr/>
          </p:nvSpPr>
          <p:spPr bwMode="auto">
            <a:xfrm>
              <a:off x="3840" y="1200"/>
              <a:ext cx="192" cy="4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7" name="Line 29"/>
            <p:cNvSpPr>
              <a:spLocks noChangeShapeType="1"/>
            </p:cNvSpPr>
            <p:nvPr/>
          </p:nvSpPr>
          <p:spPr bwMode="auto">
            <a:xfrm>
              <a:off x="3840" y="1200"/>
              <a:ext cx="0" cy="43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18" name="Group 30"/>
          <p:cNvGrpSpPr/>
          <p:nvPr/>
        </p:nvGrpSpPr>
        <p:grpSpPr bwMode="auto">
          <a:xfrm>
            <a:off x="1588" y="0"/>
            <a:ext cx="8380412" cy="1073150"/>
            <a:chOff x="1" y="0"/>
            <a:chExt cx="5279" cy="676"/>
          </a:xfrm>
        </p:grpSpPr>
        <p:graphicFrame>
          <p:nvGraphicFramePr>
            <p:cNvPr id="63511" name="Object 31"/>
            <p:cNvGraphicFramePr>
              <a:graphicFrameLocks noChangeAspect="1"/>
            </p:cNvGraphicFramePr>
            <p:nvPr/>
          </p:nvGraphicFramePr>
          <p:xfrm>
            <a:off x="677" y="48"/>
            <a:ext cx="3163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69" name="Equation" r:id="rId7" imgW="5676900" imgH="1104900" progId="Equation.3">
                    <p:embed/>
                  </p:oleObj>
                </mc:Choice>
                <mc:Fallback>
                  <p:oleObj name="Equation" r:id="rId7" imgW="5676900" imgH="11049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" y="48"/>
                          <a:ext cx="3163" cy="57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2" name="Object 32"/>
            <p:cNvGraphicFramePr>
              <a:graphicFrameLocks noChangeAspect="1"/>
            </p:cNvGraphicFramePr>
            <p:nvPr/>
          </p:nvGraphicFramePr>
          <p:xfrm>
            <a:off x="3888" y="115"/>
            <a:ext cx="139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70" name="Equation" r:id="rId9" imgW="2692400" imgH="901700" progId="Equation.3">
                    <p:embed/>
                  </p:oleObj>
                </mc:Choice>
                <mc:Fallback>
                  <p:oleObj name="Equation" r:id="rId9" imgW="2692400" imgH="9017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15"/>
                          <a:ext cx="1392" cy="46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FF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3" name="Object 33"/>
            <p:cNvGraphicFramePr>
              <a:graphicFrameLocks noChangeAspect="1"/>
            </p:cNvGraphicFramePr>
            <p:nvPr/>
          </p:nvGraphicFramePr>
          <p:xfrm>
            <a:off x="1" y="0"/>
            <a:ext cx="671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71" name="剪辑" r:id="rId11" imgW="4267200" imgH="3937000" progId="MS_ClipArt_Gallery.2">
                    <p:embed/>
                  </p:oleObj>
                </mc:Choice>
                <mc:Fallback>
                  <p:oleObj name="剪辑" r:id="rId11" imgW="4267200" imgH="3937000" progId="MS_ClipArt_Gallery.2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" y="0"/>
                          <a:ext cx="671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75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75"/>
                            </p:stCondLst>
                            <p:childTnLst>
                              <p:par>
                                <p:cTn id="8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6" dur="75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animBg="1"/>
      <p:bldP spid="37892" grpId="0" animBg="1"/>
      <p:bldP spid="37893" grpId="0" animBg="1"/>
      <p:bldP spid="37894" grpId="0" autoUpdateAnimBg="0"/>
      <p:bldP spid="37895" grpId="0" autoUpdateAnimBg="0"/>
      <p:bldP spid="37897" grpId="0" autoUpdateAnimBg="0"/>
      <p:bldP spid="37901" grpId="0" autoUpdateAnimBg="0"/>
      <p:bldP spid="37902" grpId="0" autoUpdateAnimBg="0"/>
      <p:bldP spid="37904" grpId="0" autoUpdateAnimBg="0"/>
      <p:bldP spid="37906" grpId="0" autoUpdateAnimBg="0"/>
      <p:bldP spid="37907" grpId="0" autoUpdateAnimBg="0"/>
      <p:bldP spid="37908" grpId="0" animBg="1"/>
      <p:bldP spid="37909" grpId="0" autoUpdateAnimBg="0"/>
      <p:bldP spid="37911" grpId="0" autoUpdateAnimBg="0"/>
      <p:bldP spid="379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187450" y="1916113"/>
          <a:ext cx="24812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0" name="Equation" r:id="rId1" imgW="3556000" imgH="901700" progId="Equation.3">
                  <p:embed/>
                </p:oleObj>
              </mc:Choice>
              <mc:Fallback>
                <p:oleObj name="Equation" r:id="rId1" imgW="3556000" imgH="901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16113"/>
                        <a:ext cx="24812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整个曲线下的总面积为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900113" y="2781300"/>
          <a:ext cx="29829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1" name="Equation" r:id="rId3" imgW="3987800" imgH="685800" progId="Equation.3">
                  <p:embed/>
                </p:oleObj>
              </mc:Choice>
              <mc:Fallback>
                <p:oleObj name="Equation" r:id="rId3" imgW="39878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781300"/>
                        <a:ext cx="29829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9" name="Group 7"/>
          <p:cNvGrpSpPr/>
          <p:nvPr/>
        </p:nvGrpSpPr>
        <p:grpSpPr bwMode="auto">
          <a:xfrm>
            <a:off x="1588" y="0"/>
            <a:ext cx="8380412" cy="1073150"/>
            <a:chOff x="1" y="0"/>
            <a:chExt cx="5279" cy="676"/>
          </a:xfrm>
        </p:grpSpPr>
        <p:graphicFrame>
          <p:nvGraphicFramePr>
            <p:cNvPr id="64549" name="Object 8"/>
            <p:cNvGraphicFramePr>
              <a:graphicFrameLocks noChangeAspect="1"/>
            </p:cNvGraphicFramePr>
            <p:nvPr/>
          </p:nvGraphicFramePr>
          <p:xfrm>
            <a:off x="677" y="48"/>
            <a:ext cx="3163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2" name="Equation" r:id="rId5" imgW="5676900" imgH="1104900" progId="Equation.3">
                    <p:embed/>
                  </p:oleObj>
                </mc:Choice>
                <mc:Fallback>
                  <p:oleObj name="Equation" r:id="rId5" imgW="5676900" imgH="1104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" y="48"/>
                          <a:ext cx="3163" cy="57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50" name="Object 9"/>
            <p:cNvGraphicFramePr>
              <a:graphicFrameLocks noChangeAspect="1"/>
            </p:cNvGraphicFramePr>
            <p:nvPr/>
          </p:nvGraphicFramePr>
          <p:xfrm>
            <a:off x="3888" y="115"/>
            <a:ext cx="139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3" name="Equation" r:id="rId7" imgW="2692400" imgH="901700" progId="Equation.3">
                    <p:embed/>
                  </p:oleObj>
                </mc:Choice>
                <mc:Fallback>
                  <p:oleObj name="Equation" r:id="rId7" imgW="2692400" imgH="9017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15"/>
                          <a:ext cx="1392" cy="46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FF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51" name="Object 10"/>
            <p:cNvGraphicFramePr>
              <a:graphicFrameLocks noChangeAspect="1"/>
            </p:cNvGraphicFramePr>
            <p:nvPr/>
          </p:nvGraphicFramePr>
          <p:xfrm>
            <a:off x="1" y="0"/>
            <a:ext cx="671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4" name="剪辑" r:id="rId9" imgW="4267200" imgH="3937000" progId="MS_ClipArt_Gallery.2">
                    <p:embed/>
                  </p:oleObj>
                </mc:Choice>
                <mc:Fallback>
                  <p:oleObj name="剪辑" r:id="rId9" imgW="4267200" imgH="3937000" progId="MS_ClipArt_Gallery.2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" y="0"/>
                          <a:ext cx="671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23" name="Group 11"/>
          <p:cNvGrpSpPr/>
          <p:nvPr/>
        </p:nvGrpSpPr>
        <p:grpSpPr bwMode="auto">
          <a:xfrm>
            <a:off x="4572000" y="1004888"/>
            <a:ext cx="4972050" cy="3170237"/>
            <a:chOff x="2628" y="633"/>
            <a:chExt cx="3132" cy="1997"/>
          </a:xfrm>
        </p:grpSpPr>
        <p:sp>
          <p:nvSpPr>
            <p:cNvPr id="64533" name="Line 12"/>
            <p:cNvSpPr>
              <a:spLocks noChangeShapeType="1"/>
            </p:cNvSpPr>
            <p:nvPr/>
          </p:nvSpPr>
          <p:spPr bwMode="auto">
            <a:xfrm>
              <a:off x="2832" y="2313"/>
              <a:ext cx="25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4" name="Line 13"/>
            <p:cNvSpPr>
              <a:spLocks noChangeShapeType="1"/>
            </p:cNvSpPr>
            <p:nvPr/>
          </p:nvSpPr>
          <p:spPr bwMode="auto">
            <a:xfrm flipH="1" flipV="1">
              <a:off x="2832" y="633"/>
              <a:ext cx="0" cy="16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5" name="Line 14"/>
            <p:cNvSpPr>
              <a:spLocks noChangeShapeType="1"/>
            </p:cNvSpPr>
            <p:nvPr/>
          </p:nvSpPr>
          <p:spPr bwMode="auto">
            <a:xfrm>
              <a:off x="4224" y="777"/>
              <a:ext cx="0" cy="1488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6" name="Text Box 15"/>
            <p:cNvSpPr txBox="1">
              <a:spLocks noChangeArrowheads="1"/>
            </p:cNvSpPr>
            <p:nvPr/>
          </p:nvSpPr>
          <p:spPr bwMode="auto">
            <a:xfrm>
              <a:off x="4080" y="2197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1" u="none" strike="noStrike" kern="1200" cap="none" spc="0" normalizeH="0" baseline="0" noProof="0">
                  <a:ln>
                    <a:noFill/>
                  </a:ln>
                  <a:solidFill>
                    <a:srgbClr val="FF99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99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99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7" name="Text Box 16"/>
            <p:cNvSpPr txBox="1">
              <a:spLocks noChangeArrowheads="1"/>
            </p:cNvSpPr>
            <p:nvPr/>
          </p:nvSpPr>
          <p:spPr bwMode="auto">
            <a:xfrm>
              <a:off x="3744" y="1929"/>
              <a:ext cx="6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8" name="Text Box 17"/>
            <p:cNvSpPr txBox="1">
              <a:spLocks noChangeArrowheads="1"/>
            </p:cNvSpPr>
            <p:nvPr/>
          </p:nvSpPr>
          <p:spPr bwMode="auto">
            <a:xfrm>
              <a:off x="3333" y="1957"/>
              <a:ext cx="41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9" name="Freeform 18"/>
            <p:cNvSpPr/>
            <p:nvPr/>
          </p:nvSpPr>
          <p:spPr bwMode="auto">
            <a:xfrm>
              <a:off x="3120" y="681"/>
              <a:ext cx="2352" cy="1488"/>
            </a:xfrm>
            <a:custGeom>
              <a:avLst/>
              <a:gdLst>
                <a:gd name="T0" fmla="*/ 0 w 2352"/>
                <a:gd name="T1" fmla="*/ 1488 h 1488"/>
                <a:gd name="T2" fmla="*/ 432 w 2352"/>
                <a:gd name="T3" fmla="*/ 1200 h 1488"/>
                <a:gd name="T4" fmla="*/ 1104 w 2352"/>
                <a:gd name="T5" fmla="*/ 48 h 1488"/>
                <a:gd name="T6" fmla="*/ 1680 w 2352"/>
                <a:gd name="T7" fmla="*/ 912 h 1488"/>
                <a:gd name="T8" fmla="*/ 2352 w 2352"/>
                <a:gd name="T9" fmla="*/ 1392 h 14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52" h="1488">
                  <a:moveTo>
                    <a:pt x="0" y="1488"/>
                  </a:moveTo>
                  <a:cubicBezTo>
                    <a:pt x="124" y="1464"/>
                    <a:pt x="248" y="1440"/>
                    <a:pt x="432" y="1200"/>
                  </a:cubicBezTo>
                  <a:cubicBezTo>
                    <a:pt x="616" y="960"/>
                    <a:pt x="896" y="96"/>
                    <a:pt x="1104" y="48"/>
                  </a:cubicBezTo>
                  <a:cubicBezTo>
                    <a:pt x="1312" y="0"/>
                    <a:pt x="1472" y="688"/>
                    <a:pt x="1680" y="912"/>
                  </a:cubicBezTo>
                  <a:cubicBezTo>
                    <a:pt x="1888" y="1136"/>
                    <a:pt x="2120" y="1264"/>
                    <a:pt x="2352" y="1392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40" name="Text Box 19"/>
            <p:cNvSpPr txBox="1">
              <a:spLocks noChangeArrowheads="1"/>
            </p:cNvSpPr>
            <p:nvPr/>
          </p:nvSpPr>
          <p:spPr bwMode="auto">
            <a:xfrm>
              <a:off x="3492" y="2217"/>
              <a:ext cx="6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4541" name="Object 20"/>
            <p:cNvGraphicFramePr>
              <a:graphicFrameLocks noChangeAspect="1"/>
            </p:cNvGraphicFramePr>
            <p:nvPr/>
          </p:nvGraphicFramePr>
          <p:xfrm>
            <a:off x="2928" y="681"/>
            <a:ext cx="59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5" name="Equation" r:id="rId11" imgW="914400" imgH="431800" progId="Equation.3">
                    <p:embed/>
                  </p:oleObj>
                </mc:Choice>
                <mc:Fallback>
                  <p:oleObj name="Equation" r:id="rId11" imgW="914400" imgH="4318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681"/>
                          <a:ext cx="59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2" name="Text Box 21"/>
            <p:cNvSpPr txBox="1">
              <a:spLocks noChangeArrowheads="1"/>
            </p:cNvSpPr>
            <p:nvPr/>
          </p:nvSpPr>
          <p:spPr bwMode="auto">
            <a:xfrm>
              <a:off x="5172" y="2265"/>
              <a:ext cx="5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43" name="Text Box 22"/>
            <p:cNvSpPr txBox="1">
              <a:spLocks noChangeArrowheads="1"/>
            </p:cNvSpPr>
            <p:nvPr/>
          </p:nvSpPr>
          <p:spPr bwMode="auto">
            <a:xfrm>
              <a:off x="2628" y="2169"/>
              <a:ext cx="5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4544" name="Group 23"/>
            <p:cNvGrpSpPr/>
            <p:nvPr/>
          </p:nvGrpSpPr>
          <p:grpSpPr bwMode="auto">
            <a:xfrm>
              <a:off x="3600" y="1449"/>
              <a:ext cx="192" cy="864"/>
              <a:chOff x="3840" y="816"/>
              <a:chExt cx="192" cy="864"/>
            </a:xfrm>
          </p:grpSpPr>
          <p:sp>
            <p:nvSpPr>
              <p:cNvPr id="64545" name="AutoShape 24"/>
              <p:cNvSpPr>
                <a:spLocks noChangeArrowheads="1"/>
              </p:cNvSpPr>
              <p:nvPr/>
            </p:nvSpPr>
            <p:spPr bwMode="auto">
              <a:xfrm rot="-5400000">
                <a:off x="3768" y="936"/>
                <a:ext cx="336" cy="192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546" name="Line 25"/>
              <p:cNvSpPr>
                <a:spLocks noChangeShapeType="1"/>
              </p:cNvSpPr>
              <p:nvPr/>
            </p:nvSpPr>
            <p:spPr bwMode="auto">
              <a:xfrm>
                <a:off x="4032" y="816"/>
                <a:ext cx="0" cy="81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547" name="Rectangle 26"/>
              <p:cNvSpPr>
                <a:spLocks noChangeArrowheads="1"/>
              </p:cNvSpPr>
              <p:nvPr/>
            </p:nvSpPr>
            <p:spPr bwMode="auto">
              <a:xfrm>
                <a:off x="3840" y="1200"/>
                <a:ext cx="192" cy="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548" name="Line 27"/>
              <p:cNvSpPr>
                <a:spLocks noChangeShapeType="1"/>
              </p:cNvSpPr>
              <p:nvPr/>
            </p:nvSpPr>
            <p:spPr bwMode="auto">
              <a:xfrm>
                <a:off x="3840" y="1200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250825" y="4005263"/>
            <a:ext cx="5419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从麦克斯韦速率分布函数推出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分子速率的三个统计平均值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8941" name="Group 29"/>
          <p:cNvGrpSpPr/>
          <p:nvPr/>
        </p:nvGrpSpPr>
        <p:grpSpPr bwMode="auto">
          <a:xfrm>
            <a:off x="6837363" y="4275138"/>
            <a:ext cx="1925637" cy="633412"/>
            <a:chOff x="2784" y="384"/>
            <a:chExt cx="1213" cy="399"/>
          </a:xfrm>
        </p:grpSpPr>
        <p:graphicFrame>
          <p:nvGraphicFramePr>
            <p:cNvPr id="64530" name="Object 30"/>
            <p:cNvGraphicFramePr>
              <a:graphicFrameLocks noChangeAspect="1"/>
            </p:cNvGraphicFramePr>
            <p:nvPr/>
          </p:nvGraphicFramePr>
          <p:xfrm>
            <a:off x="2784" y="384"/>
            <a:ext cx="1213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6" name="Equation" r:id="rId13" imgW="2590800" imgH="698500" progId="Equation.3">
                    <p:embed/>
                  </p:oleObj>
                </mc:Choice>
                <mc:Fallback>
                  <p:oleObj name="Equation" r:id="rId13" imgW="2590800" imgH="6985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84"/>
                          <a:ext cx="1213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1" name="Line 31"/>
            <p:cNvSpPr>
              <a:spLocks noChangeShapeType="1"/>
            </p:cNvSpPr>
            <p:nvPr/>
          </p:nvSpPr>
          <p:spPr bwMode="auto">
            <a:xfrm>
              <a:off x="3223" y="459"/>
              <a:ext cx="1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2" name="Line 32"/>
            <p:cNvSpPr>
              <a:spLocks noChangeShapeType="1"/>
            </p:cNvSpPr>
            <p:nvPr/>
          </p:nvSpPr>
          <p:spPr bwMode="auto">
            <a:xfrm>
              <a:off x="3769" y="459"/>
              <a:ext cx="1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45" name="Text Box 33"/>
          <p:cNvSpPr txBox="1">
            <a:spLocks noChangeArrowheads="1"/>
          </p:cNvSpPr>
          <p:nvPr/>
        </p:nvSpPr>
        <p:spPr bwMode="auto">
          <a:xfrm>
            <a:off x="5618163" y="4275138"/>
            <a:ext cx="198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即求：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46" name="Text Box 34"/>
          <p:cNvSpPr txBox="1">
            <a:spLocks noChangeArrowheads="1"/>
          </p:cNvSpPr>
          <p:nvPr/>
        </p:nvSpPr>
        <p:spPr bwMode="auto">
          <a:xfrm>
            <a:off x="304800" y="487680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 </a:t>
            </a: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609600" y="5334000"/>
            <a:ext cx="8839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根据的</a:t>
            </a: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定义： </a:t>
            </a: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是与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的极大值所对应的速率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8948" name="Group 36"/>
          <p:cNvGrpSpPr/>
          <p:nvPr/>
        </p:nvGrpSpPr>
        <p:grpSpPr bwMode="auto">
          <a:xfrm>
            <a:off x="1066800" y="6019800"/>
            <a:ext cx="2041525" cy="801688"/>
            <a:chOff x="336" y="1882"/>
            <a:chExt cx="1286" cy="505"/>
          </a:xfrm>
        </p:grpSpPr>
        <p:sp>
          <p:nvSpPr>
            <p:cNvPr id="64528" name="Text Box 37"/>
            <p:cNvSpPr txBox="1">
              <a:spLocks noChangeArrowheads="1"/>
            </p:cNvSpPr>
            <p:nvPr/>
          </p:nvSpPr>
          <p:spPr bwMode="auto">
            <a:xfrm>
              <a:off x="336" y="1941"/>
              <a:ext cx="4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令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4529" name="Object 38"/>
            <p:cNvGraphicFramePr>
              <a:graphicFrameLocks noChangeAspect="1"/>
            </p:cNvGraphicFramePr>
            <p:nvPr/>
          </p:nvGraphicFramePr>
          <p:xfrm>
            <a:off x="768" y="1882"/>
            <a:ext cx="854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7" name="Equation" r:id="rId15" imgW="1714500" imgH="1016000" progId="Equation.3">
                    <p:embed/>
                  </p:oleObj>
                </mc:Choice>
                <mc:Fallback>
                  <p:oleObj name="Equation" r:id="rId15" imgW="1714500" imgH="10160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882"/>
                          <a:ext cx="854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51" name="Object 39"/>
          <p:cNvGraphicFramePr>
            <a:graphicFrameLocks noChangeAspect="1"/>
          </p:cNvGraphicFramePr>
          <p:nvPr/>
        </p:nvGraphicFramePr>
        <p:xfrm>
          <a:off x="3429000" y="5948363"/>
          <a:ext cx="201295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8" name="Equation" r:id="rId17" imgW="2781300" imgH="1041400" progId="Equation.3">
                  <p:embed/>
                </p:oleObj>
              </mc:Choice>
              <mc:Fallback>
                <p:oleObj name="Equation" r:id="rId17" imgW="2781300" imgH="10414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48363"/>
                        <a:ext cx="201295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2" name="Object 40"/>
          <p:cNvGraphicFramePr>
            <a:graphicFrameLocks noChangeAspect="1"/>
          </p:cNvGraphicFramePr>
          <p:nvPr/>
        </p:nvGraphicFramePr>
        <p:xfrm>
          <a:off x="5486400" y="5962650"/>
          <a:ext cx="12715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9" name="Equation" r:id="rId19" imgW="1714500" imgH="1117600" progId="Equation.3">
                  <p:embed/>
                </p:oleObj>
              </mc:Choice>
              <mc:Fallback>
                <p:oleObj name="Equation" r:id="rId19" imgW="1714500" imgH="1117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962650"/>
                        <a:ext cx="1271588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3" name="Object 41"/>
          <p:cNvGraphicFramePr>
            <a:graphicFrameLocks noChangeAspect="1"/>
          </p:cNvGraphicFramePr>
          <p:nvPr/>
        </p:nvGraphicFramePr>
        <p:xfrm>
          <a:off x="6788150" y="5938838"/>
          <a:ext cx="16700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0" name="Equation" r:id="rId21" imgW="2286000" imgH="1117600" progId="Equation.3">
                  <p:embed/>
                </p:oleObj>
              </mc:Choice>
              <mc:Fallback>
                <p:oleObj name="Equation" r:id="rId21" imgW="2286000" imgH="1117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5938838"/>
                        <a:ext cx="16700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5" dur="500"/>
                                        <p:tgtEl>
                                          <p:spTgt spid="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8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  <p:bldP spid="38940" grpId="0" autoUpdateAnimBg="0"/>
      <p:bldP spid="38945" grpId="0" autoUpdateAnimBg="0"/>
      <p:bldP spid="38946" grpId="0" autoUpdateAnimBg="0"/>
      <p:bldP spid="3894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 flipV="1">
            <a:off x="4572000" y="533400"/>
            <a:ext cx="0" cy="2057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648200" y="304800"/>
          <a:ext cx="6524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4" name="公式" r:id="rId1" imgW="812800" imgH="508000" progId="Equation.3">
                  <p:embed/>
                </p:oleObj>
              </mc:Choice>
              <mc:Fallback>
                <p:oleObj name="公式" r:id="rId1" imgW="8128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4800"/>
                        <a:ext cx="652463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Freeform 4"/>
          <p:cNvSpPr/>
          <p:nvPr/>
        </p:nvSpPr>
        <p:spPr bwMode="auto">
          <a:xfrm>
            <a:off x="4800600" y="304800"/>
            <a:ext cx="2971800" cy="2095500"/>
          </a:xfrm>
          <a:custGeom>
            <a:avLst/>
            <a:gdLst>
              <a:gd name="T0" fmla="*/ 0 w 1872"/>
              <a:gd name="T1" fmla="*/ 2147483647 h 1320"/>
              <a:gd name="T2" fmla="*/ 2147483647 w 1872"/>
              <a:gd name="T3" fmla="*/ 2147483647 h 1320"/>
              <a:gd name="T4" fmla="*/ 2147483647 w 1872"/>
              <a:gd name="T5" fmla="*/ 2147483647 h 1320"/>
              <a:gd name="T6" fmla="*/ 2147483647 w 1872"/>
              <a:gd name="T7" fmla="*/ 2147483647 h 1320"/>
              <a:gd name="T8" fmla="*/ 2147483647 w 1872"/>
              <a:gd name="T9" fmla="*/ 2147483647 h 1320"/>
              <a:gd name="T10" fmla="*/ 2147483647 w 1872"/>
              <a:gd name="T11" fmla="*/ 2147483647 h 1320"/>
              <a:gd name="T12" fmla="*/ 2147483647 w 1872"/>
              <a:gd name="T13" fmla="*/ 2147483647 h 1320"/>
              <a:gd name="T14" fmla="*/ 2147483647 w 1872"/>
              <a:gd name="T15" fmla="*/ 2147483647 h 1320"/>
              <a:gd name="T16" fmla="*/ 2147483647 w 1872"/>
              <a:gd name="T17" fmla="*/ 2147483647 h 1320"/>
              <a:gd name="T18" fmla="*/ 2147483647 w 1872"/>
              <a:gd name="T19" fmla="*/ 2147483647 h 1320"/>
              <a:gd name="T20" fmla="*/ 2147483647 w 1872"/>
              <a:gd name="T21" fmla="*/ 2147483647 h 1320"/>
              <a:gd name="T22" fmla="*/ 2147483647 w 1872"/>
              <a:gd name="T23" fmla="*/ 2147483647 h 1320"/>
              <a:gd name="T24" fmla="*/ 2147483647 w 1872"/>
              <a:gd name="T25" fmla="*/ 2147483647 h 1320"/>
              <a:gd name="T26" fmla="*/ 2147483647 w 1872"/>
              <a:gd name="T27" fmla="*/ 2147483647 h 1320"/>
              <a:gd name="T28" fmla="*/ 2147483647 w 1872"/>
              <a:gd name="T29" fmla="*/ 2147483647 h 1320"/>
              <a:gd name="T30" fmla="*/ 2147483647 w 1872"/>
              <a:gd name="T31" fmla="*/ 2147483647 h 1320"/>
              <a:gd name="T32" fmla="*/ 2147483647 w 1872"/>
              <a:gd name="T33" fmla="*/ 2147483647 h 132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872" h="1320">
                <a:moveTo>
                  <a:pt x="0" y="1216"/>
                </a:moveTo>
                <a:cubicBezTo>
                  <a:pt x="72" y="1168"/>
                  <a:pt x="144" y="1120"/>
                  <a:pt x="192" y="1072"/>
                </a:cubicBezTo>
                <a:cubicBezTo>
                  <a:pt x="240" y="1024"/>
                  <a:pt x="264" y="968"/>
                  <a:pt x="288" y="928"/>
                </a:cubicBezTo>
                <a:cubicBezTo>
                  <a:pt x="312" y="888"/>
                  <a:pt x="312" y="888"/>
                  <a:pt x="336" y="832"/>
                </a:cubicBezTo>
                <a:cubicBezTo>
                  <a:pt x="360" y="776"/>
                  <a:pt x="400" y="680"/>
                  <a:pt x="432" y="592"/>
                </a:cubicBezTo>
                <a:cubicBezTo>
                  <a:pt x="464" y="504"/>
                  <a:pt x="504" y="376"/>
                  <a:pt x="528" y="304"/>
                </a:cubicBezTo>
                <a:cubicBezTo>
                  <a:pt x="552" y="232"/>
                  <a:pt x="552" y="208"/>
                  <a:pt x="576" y="160"/>
                </a:cubicBezTo>
                <a:cubicBezTo>
                  <a:pt x="600" y="112"/>
                  <a:pt x="632" y="32"/>
                  <a:pt x="672" y="16"/>
                </a:cubicBezTo>
                <a:cubicBezTo>
                  <a:pt x="712" y="0"/>
                  <a:pt x="776" y="8"/>
                  <a:pt x="816" y="64"/>
                </a:cubicBezTo>
                <a:cubicBezTo>
                  <a:pt x="856" y="120"/>
                  <a:pt x="888" y="272"/>
                  <a:pt x="912" y="352"/>
                </a:cubicBezTo>
                <a:cubicBezTo>
                  <a:pt x="936" y="432"/>
                  <a:pt x="936" y="464"/>
                  <a:pt x="960" y="544"/>
                </a:cubicBezTo>
                <a:cubicBezTo>
                  <a:pt x="984" y="624"/>
                  <a:pt x="1024" y="760"/>
                  <a:pt x="1056" y="832"/>
                </a:cubicBezTo>
                <a:cubicBezTo>
                  <a:pt x="1088" y="904"/>
                  <a:pt x="1096" y="920"/>
                  <a:pt x="1152" y="976"/>
                </a:cubicBezTo>
                <a:cubicBezTo>
                  <a:pt x="1208" y="1032"/>
                  <a:pt x="1320" y="1120"/>
                  <a:pt x="1392" y="1168"/>
                </a:cubicBezTo>
                <a:cubicBezTo>
                  <a:pt x="1464" y="1216"/>
                  <a:pt x="1528" y="1240"/>
                  <a:pt x="1584" y="1264"/>
                </a:cubicBezTo>
                <a:cubicBezTo>
                  <a:pt x="1640" y="1288"/>
                  <a:pt x="1680" y="1304"/>
                  <a:pt x="1728" y="1312"/>
                </a:cubicBezTo>
                <a:cubicBezTo>
                  <a:pt x="1776" y="1320"/>
                  <a:pt x="1848" y="1312"/>
                  <a:pt x="1872" y="1312"/>
                </a:cubicBezTo>
              </a:path>
            </a:pathLst>
          </a:custGeom>
          <a:noFill/>
          <a:ln w="57150" cmpd="sng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1" name="Freeform 5"/>
          <p:cNvSpPr/>
          <p:nvPr/>
        </p:nvSpPr>
        <p:spPr bwMode="auto">
          <a:xfrm>
            <a:off x="5181600" y="990600"/>
            <a:ext cx="3657600" cy="1257300"/>
          </a:xfrm>
          <a:custGeom>
            <a:avLst/>
            <a:gdLst>
              <a:gd name="T0" fmla="*/ 0 w 1872"/>
              <a:gd name="T1" fmla="*/ 2147483647 h 1320"/>
              <a:gd name="T2" fmla="*/ 2147483647 w 1872"/>
              <a:gd name="T3" fmla="*/ 2147483647 h 1320"/>
              <a:gd name="T4" fmla="*/ 2147483647 w 1872"/>
              <a:gd name="T5" fmla="*/ 2147483647 h 1320"/>
              <a:gd name="T6" fmla="*/ 2147483647 w 1872"/>
              <a:gd name="T7" fmla="*/ 2147483647 h 1320"/>
              <a:gd name="T8" fmla="*/ 2147483647 w 1872"/>
              <a:gd name="T9" fmla="*/ 2147483647 h 1320"/>
              <a:gd name="T10" fmla="*/ 2147483647 w 1872"/>
              <a:gd name="T11" fmla="*/ 2147483647 h 1320"/>
              <a:gd name="T12" fmla="*/ 2147483647 w 1872"/>
              <a:gd name="T13" fmla="*/ 2147483647 h 1320"/>
              <a:gd name="T14" fmla="*/ 2147483647 w 1872"/>
              <a:gd name="T15" fmla="*/ 2147483647 h 1320"/>
              <a:gd name="T16" fmla="*/ 2147483647 w 1872"/>
              <a:gd name="T17" fmla="*/ 2147483647 h 1320"/>
              <a:gd name="T18" fmla="*/ 2147483647 w 1872"/>
              <a:gd name="T19" fmla="*/ 2147483647 h 1320"/>
              <a:gd name="T20" fmla="*/ 2147483647 w 1872"/>
              <a:gd name="T21" fmla="*/ 2147483647 h 1320"/>
              <a:gd name="T22" fmla="*/ 2147483647 w 1872"/>
              <a:gd name="T23" fmla="*/ 2147483647 h 1320"/>
              <a:gd name="T24" fmla="*/ 2147483647 w 1872"/>
              <a:gd name="T25" fmla="*/ 2147483647 h 1320"/>
              <a:gd name="T26" fmla="*/ 2147483647 w 1872"/>
              <a:gd name="T27" fmla="*/ 2147483647 h 1320"/>
              <a:gd name="T28" fmla="*/ 2147483647 w 1872"/>
              <a:gd name="T29" fmla="*/ 2147483647 h 1320"/>
              <a:gd name="T30" fmla="*/ 2147483647 w 1872"/>
              <a:gd name="T31" fmla="*/ 2147483647 h 1320"/>
              <a:gd name="T32" fmla="*/ 2147483647 w 1872"/>
              <a:gd name="T33" fmla="*/ 2147483647 h 132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872" h="1320">
                <a:moveTo>
                  <a:pt x="0" y="1216"/>
                </a:moveTo>
                <a:cubicBezTo>
                  <a:pt x="72" y="1168"/>
                  <a:pt x="144" y="1120"/>
                  <a:pt x="192" y="1072"/>
                </a:cubicBezTo>
                <a:cubicBezTo>
                  <a:pt x="240" y="1024"/>
                  <a:pt x="264" y="968"/>
                  <a:pt x="288" y="928"/>
                </a:cubicBezTo>
                <a:cubicBezTo>
                  <a:pt x="312" y="888"/>
                  <a:pt x="312" y="888"/>
                  <a:pt x="336" y="832"/>
                </a:cubicBezTo>
                <a:cubicBezTo>
                  <a:pt x="360" y="776"/>
                  <a:pt x="400" y="680"/>
                  <a:pt x="432" y="592"/>
                </a:cubicBezTo>
                <a:cubicBezTo>
                  <a:pt x="464" y="504"/>
                  <a:pt x="504" y="376"/>
                  <a:pt x="528" y="304"/>
                </a:cubicBezTo>
                <a:cubicBezTo>
                  <a:pt x="552" y="232"/>
                  <a:pt x="552" y="208"/>
                  <a:pt x="576" y="160"/>
                </a:cubicBezTo>
                <a:cubicBezTo>
                  <a:pt x="600" y="112"/>
                  <a:pt x="632" y="32"/>
                  <a:pt x="672" y="16"/>
                </a:cubicBezTo>
                <a:cubicBezTo>
                  <a:pt x="712" y="0"/>
                  <a:pt x="776" y="8"/>
                  <a:pt x="816" y="64"/>
                </a:cubicBezTo>
                <a:cubicBezTo>
                  <a:pt x="856" y="120"/>
                  <a:pt x="888" y="272"/>
                  <a:pt x="912" y="352"/>
                </a:cubicBezTo>
                <a:cubicBezTo>
                  <a:pt x="936" y="432"/>
                  <a:pt x="936" y="464"/>
                  <a:pt x="960" y="544"/>
                </a:cubicBezTo>
                <a:cubicBezTo>
                  <a:pt x="984" y="624"/>
                  <a:pt x="1024" y="760"/>
                  <a:pt x="1056" y="832"/>
                </a:cubicBezTo>
                <a:cubicBezTo>
                  <a:pt x="1088" y="904"/>
                  <a:pt x="1096" y="920"/>
                  <a:pt x="1152" y="976"/>
                </a:cubicBezTo>
                <a:cubicBezTo>
                  <a:pt x="1208" y="1032"/>
                  <a:pt x="1320" y="1120"/>
                  <a:pt x="1392" y="1168"/>
                </a:cubicBezTo>
                <a:cubicBezTo>
                  <a:pt x="1464" y="1216"/>
                  <a:pt x="1528" y="1240"/>
                  <a:pt x="1584" y="1264"/>
                </a:cubicBezTo>
                <a:cubicBezTo>
                  <a:pt x="1640" y="1288"/>
                  <a:pt x="1680" y="1304"/>
                  <a:pt x="1728" y="1312"/>
                </a:cubicBezTo>
                <a:cubicBezTo>
                  <a:pt x="1776" y="1320"/>
                  <a:pt x="1848" y="1312"/>
                  <a:pt x="1872" y="1312"/>
                </a:cubicBezTo>
              </a:path>
            </a:pathLst>
          </a:custGeom>
          <a:noFill/>
          <a:ln w="57150" cmpd="sng">
            <a:solidFill>
              <a:srgbClr val="FFCC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2" name="Line 6"/>
          <p:cNvSpPr>
            <a:spLocks noChangeShapeType="1"/>
          </p:cNvSpPr>
          <p:nvPr/>
        </p:nvSpPr>
        <p:spPr bwMode="auto">
          <a:xfrm>
            <a:off x="5943600" y="304800"/>
            <a:ext cx="0" cy="2286000"/>
          </a:xfrm>
          <a:prstGeom prst="line">
            <a:avLst/>
          </a:prstGeom>
          <a:noFill/>
          <a:ln w="38100">
            <a:solidFill>
              <a:srgbClr val="00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6629400" y="914400"/>
            <a:ext cx="0" cy="1676400"/>
          </a:xfrm>
          <a:prstGeom prst="line">
            <a:avLst/>
          </a:prstGeom>
          <a:noFill/>
          <a:ln w="38100">
            <a:solidFill>
              <a:srgbClr val="00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0" y="1143000"/>
            <a:ext cx="1524000" cy="528638"/>
          </a:xfrm>
          <a:prstGeom prst="rect">
            <a:avLst/>
          </a:prstGeom>
          <a:solidFill>
            <a:srgbClr val="FFFF00"/>
          </a:solidFill>
          <a:ln w="9525">
            <a:solidFill>
              <a:srgbClr val="FF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681038" y="2514600"/>
          <a:ext cx="12271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5" name="Equation" r:id="rId3" imgW="1765300" imgH="939800" progId="Equation.3">
                  <p:embed/>
                </p:oleObj>
              </mc:Choice>
              <mc:Fallback>
                <p:oleObj name="Equation" r:id="rId3" imgW="1765300" imgH="93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2514600"/>
                        <a:ext cx="122713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2214563" y="2559050"/>
          <a:ext cx="159543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6" name="Equation" r:id="rId5" imgW="2260600" imgH="1041400" progId="Equation.3">
                  <p:embed/>
                </p:oleObj>
              </mc:Choice>
              <mc:Fallback>
                <p:oleObj name="Equation" r:id="rId5" imgW="2260600" imgH="1041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559050"/>
                        <a:ext cx="159543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0" y="3429000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一定时：         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1235075" y="3913188"/>
          <a:ext cx="17367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7" name="Equation" r:id="rId7" imgW="1612900" imgH="558800" progId="Equation.3">
                  <p:embed/>
                </p:oleObj>
              </mc:Choice>
              <mc:Fallback>
                <p:oleObj name="Equation" r:id="rId7" imgW="1612900" imgH="55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3913188"/>
                        <a:ext cx="17367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13"/>
          <p:cNvGraphicFramePr>
            <a:graphicFrameLocks noChangeAspect="1"/>
          </p:cNvGraphicFramePr>
          <p:nvPr/>
        </p:nvGraphicFramePr>
        <p:xfrm>
          <a:off x="6173788" y="196850"/>
          <a:ext cx="722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8" name="Equation" r:id="rId9" imgW="850900" imgH="444500" progId="Equation.3">
                  <p:embed/>
                </p:oleObj>
              </mc:Choice>
              <mc:Fallback>
                <p:oleObj name="Equation" r:id="rId9" imgW="8509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196850"/>
                        <a:ext cx="722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4"/>
          <p:cNvGraphicFramePr>
            <a:graphicFrameLocks noChangeAspect="1"/>
          </p:cNvGraphicFramePr>
          <p:nvPr/>
        </p:nvGraphicFramePr>
        <p:xfrm>
          <a:off x="6927850" y="933450"/>
          <a:ext cx="71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9" name="Equation" r:id="rId11" imgW="838200" imgH="431800" progId="Equation.3">
                  <p:embed/>
                </p:oleObj>
              </mc:Choice>
              <mc:Fallback>
                <p:oleObj name="Equation" r:id="rId11" imgW="8382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850" y="933450"/>
                        <a:ext cx="71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5"/>
          <p:cNvGraphicFramePr>
            <a:graphicFrameLocks noChangeAspect="1"/>
          </p:cNvGraphicFramePr>
          <p:nvPr/>
        </p:nvGraphicFramePr>
        <p:xfrm>
          <a:off x="5445125" y="2584450"/>
          <a:ext cx="7969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0" name="Equation" r:id="rId13" imgW="863600" imgH="558800" progId="Equation.3">
                  <p:embed/>
                </p:oleObj>
              </mc:Choice>
              <mc:Fallback>
                <p:oleObj name="Equation" r:id="rId13" imgW="863600" imgH="558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2584450"/>
                        <a:ext cx="7969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6553200" y="2590800"/>
          <a:ext cx="762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1" name="Equation" r:id="rId15" imgW="914400" imgH="558800" progId="Equation.3">
                  <p:embed/>
                </p:oleObj>
              </mc:Choice>
              <mc:Fallback>
                <p:oleObj name="Equation" r:id="rId15" imgW="9144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90800"/>
                        <a:ext cx="762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0" y="4495800"/>
            <a:ext cx="4038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）麦氏分布律仅当气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体处于温度为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的平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衡态成立，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必须是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大量的，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范 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围内的平均分子数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9954" name="Group 18"/>
          <p:cNvGrpSpPr/>
          <p:nvPr/>
        </p:nvGrpSpPr>
        <p:grpSpPr bwMode="auto">
          <a:xfrm>
            <a:off x="0" y="76200"/>
            <a:ext cx="3873500" cy="892175"/>
            <a:chOff x="0" y="96"/>
            <a:chExt cx="2440" cy="562"/>
          </a:xfrm>
        </p:grpSpPr>
        <p:graphicFrame>
          <p:nvGraphicFramePr>
            <p:cNvPr id="65575" name="Object 19"/>
            <p:cNvGraphicFramePr>
              <a:graphicFrameLocks noChangeAspect="1"/>
            </p:cNvGraphicFramePr>
            <p:nvPr/>
          </p:nvGraphicFramePr>
          <p:xfrm>
            <a:off x="576" y="103"/>
            <a:ext cx="1864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22" name="Equation" r:id="rId17" imgW="4013200" imgH="1117600" progId="Equation.3">
                    <p:embed/>
                  </p:oleObj>
                </mc:Choice>
                <mc:Fallback>
                  <p:oleObj name="Equation" r:id="rId17" imgW="4013200" imgH="1117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03"/>
                          <a:ext cx="1864" cy="555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76" name="Object 20"/>
            <p:cNvGraphicFramePr>
              <a:graphicFrameLocks noChangeAspect="1"/>
            </p:cNvGraphicFramePr>
            <p:nvPr/>
          </p:nvGraphicFramePr>
          <p:xfrm>
            <a:off x="0" y="96"/>
            <a:ext cx="576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23" name="剪辑" r:id="rId19" imgW="4267200" imgH="3937000" progId="MS_ClipArt_Gallery.2">
                    <p:embed/>
                  </p:oleObj>
                </mc:Choice>
                <mc:Fallback>
                  <p:oleObj name="剪辑" r:id="rId19" imgW="4267200" imgH="3937000" progId="MS_ClipArt_Gallery.2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6"/>
                          <a:ext cx="576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7" name="Text Box 21"/>
          <p:cNvSpPr txBox="1">
            <a:spLocks noChangeArrowheads="1"/>
          </p:cNvSpPr>
          <p:nvPr/>
        </p:nvSpPr>
        <p:spPr bwMode="auto">
          <a:xfrm>
            <a:off x="-3175" y="2057400"/>
            <a:ext cx="3279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一定时：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1600200" y="1143000"/>
            <a:ext cx="396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影响分布曲线的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因素：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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99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9959" name="Group 23"/>
          <p:cNvGrpSpPr/>
          <p:nvPr/>
        </p:nvGrpSpPr>
        <p:grpSpPr bwMode="auto">
          <a:xfrm>
            <a:off x="4445000" y="2525713"/>
            <a:ext cx="4546600" cy="598487"/>
            <a:chOff x="2560" y="1591"/>
            <a:chExt cx="2864" cy="377"/>
          </a:xfrm>
        </p:grpSpPr>
        <p:sp>
          <p:nvSpPr>
            <p:cNvPr id="65572" name="Line 24"/>
            <p:cNvSpPr>
              <a:spLocks noChangeShapeType="1"/>
            </p:cNvSpPr>
            <p:nvPr/>
          </p:nvSpPr>
          <p:spPr bwMode="auto">
            <a:xfrm>
              <a:off x="2640" y="1632"/>
              <a:ext cx="268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73" name="Text Box 25"/>
            <p:cNvSpPr txBox="1">
              <a:spLocks noChangeArrowheads="1"/>
            </p:cNvSpPr>
            <p:nvPr/>
          </p:nvSpPr>
          <p:spPr bwMode="auto">
            <a:xfrm>
              <a:off x="2560" y="159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endPara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74" name="Text Box 26"/>
            <p:cNvSpPr txBox="1">
              <a:spLocks noChangeArrowheads="1"/>
            </p:cNvSpPr>
            <p:nvPr/>
          </p:nvSpPr>
          <p:spPr bwMode="auto">
            <a:xfrm>
              <a:off x="5146" y="16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963" name="Line 27"/>
          <p:cNvSpPr>
            <a:spLocks noChangeShapeType="1"/>
          </p:cNvSpPr>
          <p:nvPr/>
        </p:nvSpPr>
        <p:spPr bwMode="auto">
          <a:xfrm flipV="1">
            <a:off x="4291013" y="3937000"/>
            <a:ext cx="0" cy="2057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964" name="Object 28"/>
          <p:cNvGraphicFramePr>
            <a:graphicFrameLocks noChangeAspect="1"/>
          </p:cNvGraphicFramePr>
          <p:nvPr/>
        </p:nvGraphicFramePr>
        <p:xfrm>
          <a:off x="4367213" y="3708400"/>
          <a:ext cx="6524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公式" r:id="rId21" imgW="812800" imgH="508000" progId="Equation.3">
                  <p:embed/>
                </p:oleObj>
              </mc:Choice>
              <mc:Fallback>
                <p:oleObj name="公式" r:id="rId21" imgW="812800" imgH="5080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708400"/>
                        <a:ext cx="6524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Freeform 29"/>
          <p:cNvSpPr/>
          <p:nvPr/>
        </p:nvSpPr>
        <p:spPr bwMode="auto">
          <a:xfrm>
            <a:off x="4519613" y="3708400"/>
            <a:ext cx="2971800" cy="2095500"/>
          </a:xfrm>
          <a:custGeom>
            <a:avLst/>
            <a:gdLst>
              <a:gd name="T0" fmla="*/ 0 w 1872"/>
              <a:gd name="T1" fmla="*/ 2147483647 h 1320"/>
              <a:gd name="T2" fmla="*/ 2147483647 w 1872"/>
              <a:gd name="T3" fmla="*/ 2147483647 h 1320"/>
              <a:gd name="T4" fmla="*/ 2147483647 w 1872"/>
              <a:gd name="T5" fmla="*/ 2147483647 h 1320"/>
              <a:gd name="T6" fmla="*/ 2147483647 w 1872"/>
              <a:gd name="T7" fmla="*/ 2147483647 h 1320"/>
              <a:gd name="T8" fmla="*/ 2147483647 w 1872"/>
              <a:gd name="T9" fmla="*/ 2147483647 h 1320"/>
              <a:gd name="T10" fmla="*/ 2147483647 w 1872"/>
              <a:gd name="T11" fmla="*/ 2147483647 h 1320"/>
              <a:gd name="T12" fmla="*/ 2147483647 w 1872"/>
              <a:gd name="T13" fmla="*/ 2147483647 h 1320"/>
              <a:gd name="T14" fmla="*/ 2147483647 w 1872"/>
              <a:gd name="T15" fmla="*/ 2147483647 h 1320"/>
              <a:gd name="T16" fmla="*/ 2147483647 w 1872"/>
              <a:gd name="T17" fmla="*/ 2147483647 h 1320"/>
              <a:gd name="T18" fmla="*/ 2147483647 w 1872"/>
              <a:gd name="T19" fmla="*/ 2147483647 h 1320"/>
              <a:gd name="T20" fmla="*/ 2147483647 w 1872"/>
              <a:gd name="T21" fmla="*/ 2147483647 h 1320"/>
              <a:gd name="T22" fmla="*/ 2147483647 w 1872"/>
              <a:gd name="T23" fmla="*/ 2147483647 h 1320"/>
              <a:gd name="T24" fmla="*/ 2147483647 w 1872"/>
              <a:gd name="T25" fmla="*/ 2147483647 h 1320"/>
              <a:gd name="T26" fmla="*/ 2147483647 w 1872"/>
              <a:gd name="T27" fmla="*/ 2147483647 h 1320"/>
              <a:gd name="T28" fmla="*/ 2147483647 w 1872"/>
              <a:gd name="T29" fmla="*/ 2147483647 h 1320"/>
              <a:gd name="T30" fmla="*/ 2147483647 w 1872"/>
              <a:gd name="T31" fmla="*/ 2147483647 h 1320"/>
              <a:gd name="T32" fmla="*/ 2147483647 w 1872"/>
              <a:gd name="T33" fmla="*/ 2147483647 h 132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872" h="1320">
                <a:moveTo>
                  <a:pt x="0" y="1216"/>
                </a:moveTo>
                <a:cubicBezTo>
                  <a:pt x="72" y="1168"/>
                  <a:pt x="144" y="1120"/>
                  <a:pt x="192" y="1072"/>
                </a:cubicBezTo>
                <a:cubicBezTo>
                  <a:pt x="240" y="1024"/>
                  <a:pt x="264" y="968"/>
                  <a:pt x="288" y="928"/>
                </a:cubicBezTo>
                <a:cubicBezTo>
                  <a:pt x="312" y="888"/>
                  <a:pt x="312" y="888"/>
                  <a:pt x="336" y="832"/>
                </a:cubicBezTo>
                <a:cubicBezTo>
                  <a:pt x="360" y="776"/>
                  <a:pt x="400" y="680"/>
                  <a:pt x="432" y="592"/>
                </a:cubicBezTo>
                <a:cubicBezTo>
                  <a:pt x="464" y="504"/>
                  <a:pt x="504" y="376"/>
                  <a:pt x="528" y="304"/>
                </a:cubicBezTo>
                <a:cubicBezTo>
                  <a:pt x="552" y="232"/>
                  <a:pt x="552" y="208"/>
                  <a:pt x="576" y="160"/>
                </a:cubicBezTo>
                <a:cubicBezTo>
                  <a:pt x="600" y="112"/>
                  <a:pt x="632" y="32"/>
                  <a:pt x="672" y="16"/>
                </a:cubicBezTo>
                <a:cubicBezTo>
                  <a:pt x="712" y="0"/>
                  <a:pt x="776" y="8"/>
                  <a:pt x="816" y="64"/>
                </a:cubicBezTo>
                <a:cubicBezTo>
                  <a:pt x="856" y="120"/>
                  <a:pt x="888" y="272"/>
                  <a:pt x="912" y="352"/>
                </a:cubicBezTo>
                <a:cubicBezTo>
                  <a:pt x="936" y="432"/>
                  <a:pt x="936" y="464"/>
                  <a:pt x="960" y="544"/>
                </a:cubicBezTo>
                <a:cubicBezTo>
                  <a:pt x="984" y="624"/>
                  <a:pt x="1024" y="760"/>
                  <a:pt x="1056" y="832"/>
                </a:cubicBezTo>
                <a:cubicBezTo>
                  <a:pt x="1088" y="904"/>
                  <a:pt x="1096" y="920"/>
                  <a:pt x="1152" y="976"/>
                </a:cubicBezTo>
                <a:cubicBezTo>
                  <a:pt x="1208" y="1032"/>
                  <a:pt x="1320" y="1120"/>
                  <a:pt x="1392" y="1168"/>
                </a:cubicBezTo>
                <a:cubicBezTo>
                  <a:pt x="1464" y="1216"/>
                  <a:pt x="1528" y="1240"/>
                  <a:pt x="1584" y="1264"/>
                </a:cubicBezTo>
                <a:cubicBezTo>
                  <a:pt x="1640" y="1288"/>
                  <a:pt x="1680" y="1304"/>
                  <a:pt x="1728" y="1312"/>
                </a:cubicBezTo>
                <a:cubicBezTo>
                  <a:pt x="1776" y="1320"/>
                  <a:pt x="1848" y="1312"/>
                  <a:pt x="1872" y="1312"/>
                </a:cubicBezTo>
              </a:path>
            </a:pathLst>
          </a:custGeom>
          <a:noFill/>
          <a:ln w="57150" cmpd="sng">
            <a:solidFill>
              <a:srgbClr val="99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66" name="Freeform 30"/>
          <p:cNvSpPr/>
          <p:nvPr/>
        </p:nvSpPr>
        <p:spPr bwMode="auto">
          <a:xfrm>
            <a:off x="4900613" y="4394200"/>
            <a:ext cx="3657600" cy="1257300"/>
          </a:xfrm>
          <a:custGeom>
            <a:avLst/>
            <a:gdLst>
              <a:gd name="T0" fmla="*/ 0 w 1872"/>
              <a:gd name="T1" fmla="*/ 2147483647 h 1320"/>
              <a:gd name="T2" fmla="*/ 2147483647 w 1872"/>
              <a:gd name="T3" fmla="*/ 2147483647 h 1320"/>
              <a:gd name="T4" fmla="*/ 2147483647 w 1872"/>
              <a:gd name="T5" fmla="*/ 2147483647 h 1320"/>
              <a:gd name="T6" fmla="*/ 2147483647 w 1872"/>
              <a:gd name="T7" fmla="*/ 2147483647 h 1320"/>
              <a:gd name="T8" fmla="*/ 2147483647 w 1872"/>
              <a:gd name="T9" fmla="*/ 2147483647 h 1320"/>
              <a:gd name="T10" fmla="*/ 2147483647 w 1872"/>
              <a:gd name="T11" fmla="*/ 2147483647 h 1320"/>
              <a:gd name="T12" fmla="*/ 2147483647 w 1872"/>
              <a:gd name="T13" fmla="*/ 2147483647 h 1320"/>
              <a:gd name="T14" fmla="*/ 2147483647 w 1872"/>
              <a:gd name="T15" fmla="*/ 2147483647 h 1320"/>
              <a:gd name="T16" fmla="*/ 2147483647 w 1872"/>
              <a:gd name="T17" fmla="*/ 2147483647 h 1320"/>
              <a:gd name="T18" fmla="*/ 2147483647 w 1872"/>
              <a:gd name="T19" fmla="*/ 2147483647 h 1320"/>
              <a:gd name="T20" fmla="*/ 2147483647 w 1872"/>
              <a:gd name="T21" fmla="*/ 2147483647 h 1320"/>
              <a:gd name="T22" fmla="*/ 2147483647 w 1872"/>
              <a:gd name="T23" fmla="*/ 2147483647 h 1320"/>
              <a:gd name="T24" fmla="*/ 2147483647 w 1872"/>
              <a:gd name="T25" fmla="*/ 2147483647 h 1320"/>
              <a:gd name="T26" fmla="*/ 2147483647 w 1872"/>
              <a:gd name="T27" fmla="*/ 2147483647 h 1320"/>
              <a:gd name="T28" fmla="*/ 2147483647 w 1872"/>
              <a:gd name="T29" fmla="*/ 2147483647 h 1320"/>
              <a:gd name="T30" fmla="*/ 2147483647 w 1872"/>
              <a:gd name="T31" fmla="*/ 2147483647 h 1320"/>
              <a:gd name="T32" fmla="*/ 2147483647 w 1872"/>
              <a:gd name="T33" fmla="*/ 2147483647 h 132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872" h="1320">
                <a:moveTo>
                  <a:pt x="0" y="1216"/>
                </a:moveTo>
                <a:cubicBezTo>
                  <a:pt x="72" y="1168"/>
                  <a:pt x="144" y="1120"/>
                  <a:pt x="192" y="1072"/>
                </a:cubicBezTo>
                <a:cubicBezTo>
                  <a:pt x="240" y="1024"/>
                  <a:pt x="264" y="968"/>
                  <a:pt x="288" y="928"/>
                </a:cubicBezTo>
                <a:cubicBezTo>
                  <a:pt x="312" y="888"/>
                  <a:pt x="312" y="888"/>
                  <a:pt x="336" y="832"/>
                </a:cubicBezTo>
                <a:cubicBezTo>
                  <a:pt x="360" y="776"/>
                  <a:pt x="400" y="680"/>
                  <a:pt x="432" y="592"/>
                </a:cubicBezTo>
                <a:cubicBezTo>
                  <a:pt x="464" y="504"/>
                  <a:pt x="504" y="376"/>
                  <a:pt x="528" y="304"/>
                </a:cubicBezTo>
                <a:cubicBezTo>
                  <a:pt x="552" y="232"/>
                  <a:pt x="552" y="208"/>
                  <a:pt x="576" y="160"/>
                </a:cubicBezTo>
                <a:cubicBezTo>
                  <a:pt x="600" y="112"/>
                  <a:pt x="632" y="32"/>
                  <a:pt x="672" y="16"/>
                </a:cubicBezTo>
                <a:cubicBezTo>
                  <a:pt x="712" y="0"/>
                  <a:pt x="776" y="8"/>
                  <a:pt x="816" y="64"/>
                </a:cubicBezTo>
                <a:cubicBezTo>
                  <a:pt x="856" y="120"/>
                  <a:pt x="888" y="272"/>
                  <a:pt x="912" y="352"/>
                </a:cubicBezTo>
                <a:cubicBezTo>
                  <a:pt x="936" y="432"/>
                  <a:pt x="936" y="464"/>
                  <a:pt x="960" y="544"/>
                </a:cubicBezTo>
                <a:cubicBezTo>
                  <a:pt x="984" y="624"/>
                  <a:pt x="1024" y="760"/>
                  <a:pt x="1056" y="832"/>
                </a:cubicBezTo>
                <a:cubicBezTo>
                  <a:pt x="1088" y="904"/>
                  <a:pt x="1096" y="920"/>
                  <a:pt x="1152" y="976"/>
                </a:cubicBezTo>
                <a:cubicBezTo>
                  <a:pt x="1208" y="1032"/>
                  <a:pt x="1320" y="1120"/>
                  <a:pt x="1392" y="1168"/>
                </a:cubicBezTo>
                <a:cubicBezTo>
                  <a:pt x="1464" y="1216"/>
                  <a:pt x="1528" y="1240"/>
                  <a:pt x="1584" y="1264"/>
                </a:cubicBezTo>
                <a:cubicBezTo>
                  <a:pt x="1640" y="1288"/>
                  <a:pt x="1680" y="1304"/>
                  <a:pt x="1728" y="1312"/>
                </a:cubicBezTo>
                <a:cubicBezTo>
                  <a:pt x="1776" y="1320"/>
                  <a:pt x="1848" y="1312"/>
                  <a:pt x="1872" y="1312"/>
                </a:cubicBezTo>
              </a:path>
            </a:pathLst>
          </a:custGeom>
          <a:noFill/>
          <a:ln w="57150" cmpd="sng">
            <a:solidFill>
              <a:srgbClr val="FF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>
            <a:off x="5662613" y="3708400"/>
            <a:ext cx="0" cy="2286000"/>
          </a:xfrm>
          <a:prstGeom prst="line">
            <a:avLst/>
          </a:prstGeom>
          <a:noFill/>
          <a:ln w="38100">
            <a:solidFill>
              <a:srgbClr val="00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6324600" y="4419600"/>
            <a:ext cx="0" cy="1600200"/>
          </a:xfrm>
          <a:prstGeom prst="line">
            <a:avLst/>
          </a:prstGeom>
          <a:noFill/>
          <a:ln w="38100">
            <a:solidFill>
              <a:srgbClr val="00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969" name="Object 33"/>
          <p:cNvGraphicFramePr>
            <a:graphicFrameLocks noChangeAspect="1"/>
          </p:cNvGraphicFramePr>
          <p:nvPr/>
        </p:nvGraphicFramePr>
        <p:xfrm>
          <a:off x="5949950" y="3606800"/>
          <a:ext cx="6080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Equation" r:id="rId23" imgW="698500" imgH="431800" progId="Equation.3">
                  <p:embed/>
                </p:oleObj>
              </mc:Choice>
              <mc:Fallback>
                <p:oleObj name="Equation" r:id="rId23" imgW="698500" imgH="431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950" y="3606800"/>
                        <a:ext cx="6080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0" name="Object 34"/>
          <p:cNvGraphicFramePr>
            <a:graphicFrameLocks noChangeAspect="1"/>
          </p:cNvGraphicFramePr>
          <p:nvPr/>
        </p:nvGraphicFramePr>
        <p:xfrm>
          <a:off x="6691313" y="4330700"/>
          <a:ext cx="622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6" name="Equation" r:id="rId25" imgW="711200" imgH="444500" progId="Equation.3">
                  <p:embed/>
                </p:oleObj>
              </mc:Choice>
              <mc:Fallback>
                <p:oleObj name="Equation" r:id="rId25" imgW="711200" imgH="4445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4330700"/>
                        <a:ext cx="622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1" name="Object 35"/>
          <p:cNvGraphicFramePr>
            <a:graphicFrameLocks noChangeAspect="1"/>
          </p:cNvGraphicFramePr>
          <p:nvPr/>
        </p:nvGraphicFramePr>
        <p:xfrm>
          <a:off x="5299075" y="5943600"/>
          <a:ext cx="7969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7" name="Equation" r:id="rId27" imgW="863600" imgH="558800" progId="Equation.3">
                  <p:embed/>
                </p:oleObj>
              </mc:Choice>
              <mc:Fallback>
                <p:oleObj name="Equation" r:id="rId27" imgW="863600" imgH="558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5943600"/>
                        <a:ext cx="7969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2" name="Object 36"/>
          <p:cNvGraphicFramePr>
            <a:graphicFrameLocks noChangeAspect="1"/>
          </p:cNvGraphicFramePr>
          <p:nvPr/>
        </p:nvGraphicFramePr>
        <p:xfrm>
          <a:off x="6272213" y="5943600"/>
          <a:ext cx="8524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8" name="Equation" r:id="rId29" imgW="914400" imgH="558800" progId="Equation.3">
                  <p:embed/>
                </p:oleObj>
              </mc:Choice>
              <mc:Fallback>
                <p:oleObj name="Equation" r:id="rId29" imgW="914400" imgH="558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213" y="5943600"/>
                        <a:ext cx="8524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73" name="Group 37"/>
          <p:cNvGrpSpPr/>
          <p:nvPr/>
        </p:nvGrpSpPr>
        <p:grpSpPr bwMode="auto">
          <a:xfrm>
            <a:off x="4164013" y="5929313"/>
            <a:ext cx="4546600" cy="598487"/>
            <a:chOff x="2560" y="1591"/>
            <a:chExt cx="2864" cy="377"/>
          </a:xfrm>
        </p:grpSpPr>
        <p:sp>
          <p:nvSpPr>
            <p:cNvPr id="65569" name="Line 38"/>
            <p:cNvSpPr>
              <a:spLocks noChangeShapeType="1"/>
            </p:cNvSpPr>
            <p:nvPr/>
          </p:nvSpPr>
          <p:spPr bwMode="auto">
            <a:xfrm>
              <a:off x="2640" y="1632"/>
              <a:ext cx="268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70" name="Text Box 39"/>
            <p:cNvSpPr txBox="1">
              <a:spLocks noChangeArrowheads="1"/>
            </p:cNvSpPr>
            <p:nvPr/>
          </p:nvSpPr>
          <p:spPr bwMode="auto">
            <a:xfrm>
              <a:off x="2560" y="159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endPara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71" name="Text Box 40"/>
            <p:cNvSpPr txBox="1">
              <a:spLocks noChangeArrowheads="1"/>
            </p:cNvSpPr>
            <p:nvPr/>
          </p:nvSpPr>
          <p:spPr bwMode="auto">
            <a:xfrm>
              <a:off x="5146" y="16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75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75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75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9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3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8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75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/>
      <p:bldP spid="39940" grpId="0" animBg="1"/>
      <p:bldP spid="39941" grpId="0" animBg="1"/>
      <p:bldP spid="39942" grpId="0" animBg="1"/>
      <p:bldP spid="39943" grpId="0" animBg="1"/>
      <p:bldP spid="39944" grpId="0" animBg="1" autoUpdateAnimBg="0"/>
      <p:bldP spid="39947" grpId="0" autoUpdateAnimBg="0"/>
      <p:bldP spid="39953" grpId="0" autoUpdateAnimBg="0"/>
      <p:bldP spid="39957" grpId="0" autoUpdateAnimBg="0"/>
      <p:bldP spid="39958" grpId="0" autoUpdateAnimBg="0"/>
      <p:bldP spid="39963" grpId="0" animBg="1"/>
      <p:bldP spid="39965" grpId="0" animBg="1"/>
      <p:bldP spid="39966" grpId="0" animBg="1"/>
      <p:bldP spid="39967" grpId="0" animBg="1"/>
      <p:bldP spid="399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5934075" y="1779588"/>
          <a:ext cx="1104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Equation" r:id="rId1" imgW="1422400" imgH="901700" progId="Equation.3">
                  <p:embed/>
                </p:oleObj>
              </mc:Choice>
              <mc:Fallback>
                <p:oleObj name="Equation" r:id="rId1" imgW="1422400" imgH="901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1779588"/>
                        <a:ext cx="11049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7069138" y="1930400"/>
          <a:ext cx="17700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Equation" r:id="rId3" imgW="2159000" imgH="508000" progId="Equation.3">
                  <p:embed/>
                </p:oleObj>
              </mc:Choice>
              <mc:Fallback>
                <p:oleObj name="Equation" r:id="rId3" imgW="21590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8" y="1930400"/>
                        <a:ext cx="177006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4" name="Group 4"/>
          <p:cNvGrpSpPr/>
          <p:nvPr/>
        </p:nvGrpSpPr>
        <p:grpSpPr bwMode="auto">
          <a:xfrm>
            <a:off x="381000" y="1143000"/>
            <a:ext cx="2133600" cy="519113"/>
            <a:chOff x="144" y="720"/>
            <a:chExt cx="1344" cy="327"/>
          </a:xfrm>
        </p:grpSpPr>
        <p:sp>
          <p:nvSpPr>
            <p:cNvPr id="66597" name="Line 5"/>
            <p:cNvSpPr>
              <a:spLocks noChangeShapeType="1"/>
            </p:cNvSpPr>
            <p:nvPr/>
          </p:nvSpPr>
          <p:spPr bwMode="auto">
            <a:xfrm>
              <a:off x="816" y="816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8" name="Text Box 6"/>
            <p:cNvSpPr txBox="1">
              <a:spLocks noChangeArrowheads="1"/>
            </p:cNvSpPr>
            <p:nvPr/>
          </p:nvSpPr>
          <p:spPr bwMode="auto">
            <a:xfrm>
              <a:off x="144" y="720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(2)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求 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67" name="Group 7"/>
          <p:cNvGrpSpPr/>
          <p:nvPr/>
        </p:nvGrpSpPr>
        <p:grpSpPr bwMode="auto">
          <a:xfrm>
            <a:off x="714375" y="1658938"/>
            <a:ext cx="3571875" cy="931862"/>
            <a:chOff x="384" y="1036"/>
            <a:chExt cx="2250" cy="587"/>
          </a:xfrm>
        </p:grpSpPr>
        <p:graphicFrame>
          <p:nvGraphicFramePr>
            <p:cNvPr id="66595" name="Object 8"/>
            <p:cNvGraphicFramePr>
              <a:graphicFrameLocks noChangeAspect="1"/>
            </p:cNvGraphicFramePr>
            <p:nvPr/>
          </p:nvGraphicFramePr>
          <p:xfrm>
            <a:off x="384" y="1036"/>
            <a:ext cx="2250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0" name="Equation" r:id="rId5" imgW="4495800" imgH="1092200" progId="Equation.3">
                    <p:embed/>
                  </p:oleObj>
                </mc:Choice>
                <mc:Fallback>
                  <p:oleObj name="Equation" r:id="rId5" imgW="4495800" imgH="1092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036"/>
                          <a:ext cx="2250" cy="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96" name="Line 9"/>
            <p:cNvSpPr>
              <a:spLocks noChangeShapeType="1"/>
            </p:cNvSpPr>
            <p:nvPr/>
          </p:nvSpPr>
          <p:spPr bwMode="auto">
            <a:xfrm>
              <a:off x="384" y="1200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3581400" y="2514600"/>
          <a:ext cx="41148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Equation" r:id="rId7" imgW="5588000" imgH="1054100" progId="Equation.3">
                  <p:embed/>
                </p:oleObj>
              </mc:Choice>
              <mc:Fallback>
                <p:oleObj name="Equation" r:id="rId7" imgW="5588000" imgH="1054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514600"/>
                        <a:ext cx="41148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" name="Group 11"/>
          <p:cNvGrpSpPr/>
          <p:nvPr/>
        </p:nvGrpSpPr>
        <p:grpSpPr bwMode="auto">
          <a:xfrm>
            <a:off x="838200" y="2743200"/>
            <a:ext cx="2617788" cy="533400"/>
            <a:chOff x="480" y="1776"/>
            <a:chExt cx="1649" cy="336"/>
          </a:xfrm>
        </p:grpSpPr>
        <p:graphicFrame>
          <p:nvGraphicFramePr>
            <p:cNvPr id="66593" name="Object 12"/>
            <p:cNvGraphicFramePr>
              <a:graphicFrameLocks noChangeAspect="1"/>
            </p:cNvGraphicFramePr>
            <p:nvPr/>
          </p:nvGraphicFramePr>
          <p:xfrm>
            <a:off x="480" y="1776"/>
            <a:ext cx="164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2" name="Equation" r:id="rId9" imgW="3022600" imgH="508000" progId="Equation.3">
                    <p:embed/>
                  </p:oleObj>
                </mc:Choice>
                <mc:Fallback>
                  <p:oleObj name="Equation" r:id="rId9" imgW="3022600" imgH="508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776"/>
                          <a:ext cx="164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94" name="Line 13"/>
            <p:cNvSpPr>
              <a:spLocks noChangeShapeType="1"/>
            </p:cNvSpPr>
            <p:nvPr/>
          </p:nvSpPr>
          <p:spPr bwMode="auto">
            <a:xfrm flipH="1">
              <a:off x="753" y="1793"/>
              <a:ext cx="19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74" name="Group 14"/>
          <p:cNvGrpSpPr/>
          <p:nvPr/>
        </p:nvGrpSpPr>
        <p:grpSpPr bwMode="auto">
          <a:xfrm>
            <a:off x="990600" y="3505200"/>
            <a:ext cx="1752600" cy="838200"/>
            <a:chOff x="720" y="3695"/>
            <a:chExt cx="1056" cy="481"/>
          </a:xfrm>
        </p:grpSpPr>
        <p:graphicFrame>
          <p:nvGraphicFramePr>
            <p:cNvPr id="66591" name="Object 15"/>
            <p:cNvGraphicFramePr>
              <a:graphicFrameLocks noChangeAspect="1"/>
            </p:cNvGraphicFramePr>
            <p:nvPr/>
          </p:nvGraphicFramePr>
          <p:xfrm>
            <a:off x="720" y="3695"/>
            <a:ext cx="1056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3" name="Equation" r:id="rId11" imgW="1879600" imgH="952500" progId="Equation.3">
                    <p:embed/>
                  </p:oleObj>
                </mc:Choice>
                <mc:Fallback>
                  <p:oleObj name="Equation" r:id="rId11" imgW="1879600" imgH="9525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695"/>
                          <a:ext cx="1056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92" name="Line 16"/>
            <p:cNvSpPr>
              <a:spLocks noChangeShapeType="1"/>
            </p:cNvSpPr>
            <p:nvPr/>
          </p:nvSpPr>
          <p:spPr bwMode="auto">
            <a:xfrm>
              <a:off x="720" y="3840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2819400" y="3541713"/>
          <a:ext cx="1243013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4" name="Equation" r:id="rId13" imgW="1701800" imgH="1054100" progId="Equation.3">
                  <p:embed/>
                </p:oleObj>
              </mc:Choice>
              <mc:Fallback>
                <p:oleObj name="Equation" r:id="rId13" imgW="1701800" imgH="1054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41713"/>
                        <a:ext cx="1243013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4114800" y="3455988"/>
          <a:ext cx="158908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5" name="Equation" r:id="rId15" imgW="2311400" imgH="1117600" progId="Equation.3">
                  <p:embed/>
                </p:oleObj>
              </mc:Choice>
              <mc:Fallback>
                <p:oleObj name="Equation" r:id="rId15" imgW="2311400" imgH="1117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55988"/>
                        <a:ext cx="1589088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5791200" y="3581400"/>
            <a:ext cx="1208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1" i="1" u="none" strike="noStrike" kern="1200" cap="none" spc="0" normalizeH="0" baseline="0" noProof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0980" name="Object 20"/>
          <p:cNvGraphicFramePr>
            <a:graphicFrameLocks noChangeAspect="1"/>
          </p:cNvGraphicFramePr>
          <p:nvPr/>
        </p:nvGraphicFramePr>
        <p:xfrm>
          <a:off x="4295775" y="1690688"/>
          <a:ext cx="16684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Equation" r:id="rId17" imgW="2032000" imgH="990600" progId="Equation.3">
                  <p:embed/>
                </p:oleObj>
              </mc:Choice>
              <mc:Fallback>
                <p:oleObj name="Equation" r:id="rId17" imgW="2032000" imgH="990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1690688"/>
                        <a:ext cx="16684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1" name="Group 21"/>
          <p:cNvGrpSpPr/>
          <p:nvPr/>
        </p:nvGrpSpPr>
        <p:grpSpPr bwMode="auto">
          <a:xfrm>
            <a:off x="1588" y="0"/>
            <a:ext cx="8380412" cy="1073150"/>
            <a:chOff x="1" y="0"/>
            <a:chExt cx="5279" cy="676"/>
          </a:xfrm>
        </p:grpSpPr>
        <p:graphicFrame>
          <p:nvGraphicFramePr>
            <p:cNvPr id="66588" name="Object 22"/>
            <p:cNvGraphicFramePr>
              <a:graphicFrameLocks noChangeAspect="1"/>
            </p:cNvGraphicFramePr>
            <p:nvPr/>
          </p:nvGraphicFramePr>
          <p:xfrm>
            <a:off x="677" y="48"/>
            <a:ext cx="3163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7" name="Equation" r:id="rId19" imgW="5676900" imgH="1104900" progId="Equation.3">
                    <p:embed/>
                  </p:oleObj>
                </mc:Choice>
                <mc:Fallback>
                  <p:oleObj name="Equation" r:id="rId19" imgW="5676900" imgH="11049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" y="48"/>
                          <a:ext cx="3163" cy="57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9" name="Object 23"/>
            <p:cNvGraphicFramePr>
              <a:graphicFrameLocks noChangeAspect="1"/>
            </p:cNvGraphicFramePr>
            <p:nvPr/>
          </p:nvGraphicFramePr>
          <p:xfrm>
            <a:off x="3888" y="115"/>
            <a:ext cx="139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8" name="Equation" r:id="rId21" imgW="2692400" imgH="901700" progId="Equation.3">
                    <p:embed/>
                  </p:oleObj>
                </mc:Choice>
                <mc:Fallback>
                  <p:oleObj name="Equation" r:id="rId21" imgW="2692400" imgH="9017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15"/>
                          <a:ext cx="1392" cy="46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FF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0" name="Object 24"/>
            <p:cNvGraphicFramePr>
              <a:graphicFrameLocks noChangeAspect="1"/>
            </p:cNvGraphicFramePr>
            <p:nvPr/>
          </p:nvGraphicFramePr>
          <p:xfrm>
            <a:off x="1" y="0"/>
            <a:ext cx="671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49" name="剪辑" r:id="rId23" imgW="4267200" imgH="3937000" progId="MS_ClipArt_Gallery.2">
                    <p:embed/>
                  </p:oleObj>
                </mc:Choice>
                <mc:Fallback>
                  <p:oleObj name="剪辑" r:id="rId23" imgW="4267200" imgH="3937000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" y="0"/>
                          <a:ext cx="671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85" name="Object 25"/>
          <p:cNvGraphicFramePr>
            <a:graphicFrameLocks noChangeAspect="1"/>
          </p:cNvGraphicFramePr>
          <p:nvPr/>
        </p:nvGraphicFramePr>
        <p:xfrm>
          <a:off x="3429000" y="4848225"/>
          <a:ext cx="41910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Equation" r:id="rId25" imgW="5638800" imgH="1104900" progId="Equation.3">
                  <p:embed/>
                </p:oleObj>
              </mc:Choice>
              <mc:Fallback>
                <p:oleObj name="Equation" r:id="rId25" imgW="5638800" imgH="11049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48225"/>
                        <a:ext cx="41910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6" name="Group 26"/>
          <p:cNvGrpSpPr/>
          <p:nvPr/>
        </p:nvGrpSpPr>
        <p:grpSpPr bwMode="auto">
          <a:xfrm>
            <a:off x="762000" y="5073650"/>
            <a:ext cx="2667000" cy="612775"/>
            <a:chOff x="576" y="334"/>
            <a:chExt cx="1968" cy="386"/>
          </a:xfrm>
        </p:grpSpPr>
        <p:graphicFrame>
          <p:nvGraphicFramePr>
            <p:cNvPr id="66586" name="Object 27"/>
            <p:cNvGraphicFramePr>
              <a:graphicFrameLocks noChangeAspect="1"/>
            </p:cNvGraphicFramePr>
            <p:nvPr/>
          </p:nvGraphicFramePr>
          <p:xfrm>
            <a:off x="620" y="334"/>
            <a:ext cx="1924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1" name="Equation" r:id="rId27" imgW="3390900" imgH="685800" progId="Equation.3">
                    <p:embed/>
                  </p:oleObj>
                </mc:Choice>
                <mc:Fallback>
                  <p:oleObj name="Equation" r:id="rId27" imgW="3390900" imgH="6858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" y="334"/>
                          <a:ext cx="1924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7" name="Line 28"/>
            <p:cNvSpPr>
              <a:spLocks noChangeShapeType="1"/>
            </p:cNvSpPr>
            <p:nvPr/>
          </p:nvSpPr>
          <p:spPr bwMode="auto">
            <a:xfrm>
              <a:off x="576" y="384"/>
              <a:ext cx="28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89" name="Group 29"/>
          <p:cNvGrpSpPr/>
          <p:nvPr/>
        </p:nvGrpSpPr>
        <p:grpSpPr bwMode="auto">
          <a:xfrm>
            <a:off x="396875" y="4419600"/>
            <a:ext cx="1812925" cy="533400"/>
            <a:chOff x="288" y="0"/>
            <a:chExt cx="1142" cy="336"/>
          </a:xfrm>
        </p:grpSpPr>
        <p:sp>
          <p:nvSpPr>
            <p:cNvPr id="66583" name="Text Box 30"/>
            <p:cNvSpPr txBox="1">
              <a:spLocks noChangeArrowheads="1"/>
            </p:cNvSpPr>
            <p:nvPr/>
          </p:nvSpPr>
          <p:spPr bwMode="auto">
            <a:xfrm>
              <a:off x="288" y="0"/>
              <a:ext cx="10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(3)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求：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6584" name="Object 31"/>
            <p:cNvGraphicFramePr>
              <a:graphicFrameLocks noChangeAspect="1"/>
            </p:cNvGraphicFramePr>
            <p:nvPr/>
          </p:nvGraphicFramePr>
          <p:xfrm>
            <a:off x="960" y="12"/>
            <a:ext cx="4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2" name="Equation" r:id="rId29" imgW="939800" imgH="546100" progId="Equation.3">
                    <p:embed/>
                  </p:oleObj>
                </mc:Choice>
                <mc:Fallback>
                  <p:oleObj name="Equation" r:id="rId29" imgW="939800" imgH="5461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2"/>
                          <a:ext cx="470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5" name="Line 32"/>
            <p:cNvSpPr>
              <a:spLocks noChangeShapeType="1"/>
            </p:cNvSpPr>
            <p:nvPr/>
          </p:nvSpPr>
          <p:spPr bwMode="auto">
            <a:xfrm>
              <a:off x="1207" y="98"/>
              <a:ext cx="1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0993" name="Object 33"/>
          <p:cNvGraphicFramePr>
            <a:graphicFrameLocks noChangeAspect="1"/>
          </p:cNvGraphicFramePr>
          <p:nvPr/>
        </p:nvGraphicFramePr>
        <p:xfrm>
          <a:off x="7620000" y="4962525"/>
          <a:ext cx="10541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name="Equation" r:id="rId31" imgW="1346200" imgH="901700" progId="Equation.3">
                  <p:embed/>
                </p:oleObj>
              </mc:Choice>
              <mc:Fallback>
                <p:oleObj name="Equation" r:id="rId31" imgW="1346200" imgH="9017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962525"/>
                        <a:ext cx="10541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94" name="Group 34"/>
          <p:cNvGrpSpPr/>
          <p:nvPr/>
        </p:nvGrpSpPr>
        <p:grpSpPr bwMode="auto">
          <a:xfrm>
            <a:off x="1379538" y="5888038"/>
            <a:ext cx="2376487" cy="817562"/>
            <a:chOff x="624" y="1405"/>
            <a:chExt cx="1497" cy="515"/>
          </a:xfrm>
        </p:grpSpPr>
        <p:sp>
          <p:nvSpPr>
            <p:cNvPr id="66581" name="Line 35"/>
            <p:cNvSpPr>
              <a:spLocks noChangeShapeType="1"/>
            </p:cNvSpPr>
            <p:nvPr/>
          </p:nvSpPr>
          <p:spPr bwMode="auto">
            <a:xfrm>
              <a:off x="1056" y="1536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6582" name="Object 36"/>
            <p:cNvGraphicFramePr>
              <a:graphicFrameLocks noChangeAspect="1"/>
            </p:cNvGraphicFramePr>
            <p:nvPr/>
          </p:nvGraphicFramePr>
          <p:xfrm>
            <a:off x="624" y="1405"/>
            <a:ext cx="1497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" name="Equation" r:id="rId33" imgW="3073400" imgH="1016000" progId="Equation.3">
                    <p:embed/>
                  </p:oleObj>
                </mc:Choice>
                <mc:Fallback>
                  <p:oleObj name="Equation" r:id="rId33" imgW="3073400" imgH="10160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405"/>
                          <a:ext cx="1497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97" name="Object 37"/>
          <p:cNvGraphicFramePr>
            <a:graphicFrameLocks noChangeAspect="1"/>
          </p:cNvGraphicFramePr>
          <p:nvPr/>
        </p:nvGraphicFramePr>
        <p:xfrm>
          <a:off x="3817938" y="5891213"/>
          <a:ext cx="137953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Equation" r:id="rId35" imgW="1727200" imgH="1117600" progId="Equation.3">
                  <p:embed/>
                </p:oleObj>
              </mc:Choice>
              <mc:Fallback>
                <p:oleObj name="Equation" r:id="rId35" imgW="1727200" imgH="1117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938" y="5891213"/>
                        <a:ext cx="1379537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8" name="Object 38"/>
          <p:cNvGraphicFramePr>
            <a:graphicFrameLocks noChangeAspect="1"/>
          </p:cNvGraphicFramePr>
          <p:nvPr/>
        </p:nvGraphicFramePr>
        <p:xfrm>
          <a:off x="5265738" y="5891213"/>
          <a:ext cx="1820862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Equation" r:id="rId37" imgW="2324100" imgH="1117600" progId="Equation.3">
                  <p:embed/>
                </p:oleObj>
              </mc:Choice>
              <mc:Fallback>
                <p:oleObj name="Equation" r:id="rId37" imgW="2324100" imgH="1117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5891213"/>
                        <a:ext cx="1820862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4" dur="500"/>
                                        <p:tgtEl>
                                          <p:spTgt spid="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81000" y="2590800"/>
            <a:ext cx="9144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）求速率分布用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最可几速率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求平均自由程、平均碰撞频率用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平均速率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平均平动动能用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方均根速率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99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注意区别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381000" y="4616450"/>
            <a:ext cx="8839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）前面从统计规律（理论）得到过方均根速率，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现在麦氏分布律（实验）所得结果相同。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81000" y="16764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3124200" y="1524000"/>
            <a:ext cx="6096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rgbClr val="FF99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5334000" y="1524000"/>
            <a:ext cx="9302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1468438" y="1536700"/>
          <a:ext cx="18081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Equation" r:id="rId1" imgW="2667000" imgH="1117600" progId="Equation.3">
                  <p:embed/>
                </p:oleObj>
              </mc:Choice>
              <mc:Fallback>
                <p:oleObj name="Equation" r:id="rId1" imgW="2667000" imgH="1117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1536700"/>
                        <a:ext cx="180816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2" name="Group 8"/>
          <p:cNvGrpSpPr/>
          <p:nvPr/>
        </p:nvGrpSpPr>
        <p:grpSpPr bwMode="auto">
          <a:xfrm>
            <a:off x="3581400" y="1535113"/>
            <a:ext cx="1962150" cy="890587"/>
            <a:chOff x="2400" y="2071"/>
            <a:chExt cx="1236" cy="561"/>
          </a:xfrm>
        </p:grpSpPr>
        <p:graphicFrame>
          <p:nvGraphicFramePr>
            <p:cNvPr id="67597" name="Object 9"/>
            <p:cNvGraphicFramePr>
              <a:graphicFrameLocks noChangeAspect="1"/>
            </p:cNvGraphicFramePr>
            <p:nvPr/>
          </p:nvGraphicFramePr>
          <p:xfrm>
            <a:off x="2400" y="2071"/>
            <a:ext cx="123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3" name="Equation" r:id="rId3" imgW="2641600" imgH="1117600" progId="Equation.3">
                    <p:embed/>
                  </p:oleObj>
                </mc:Choice>
                <mc:Fallback>
                  <p:oleObj name="Equation" r:id="rId3" imgW="2641600" imgH="1117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071"/>
                          <a:ext cx="123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8" name="Line 10"/>
            <p:cNvSpPr>
              <a:spLocks noChangeShapeType="1"/>
            </p:cNvSpPr>
            <p:nvPr/>
          </p:nvSpPr>
          <p:spPr bwMode="auto">
            <a:xfrm>
              <a:off x="2448" y="2208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995" name="Group 11"/>
          <p:cNvGrpSpPr/>
          <p:nvPr/>
        </p:nvGrpSpPr>
        <p:grpSpPr bwMode="auto">
          <a:xfrm>
            <a:off x="5867400" y="1524000"/>
            <a:ext cx="2041525" cy="890588"/>
            <a:chOff x="4037" y="2071"/>
            <a:chExt cx="1286" cy="561"/>
          </a:xfrm>
        </p:grpSpPr>
        <p:graphicFrame>
          <p:nvGraphicFramePr>
            <p:cNvPr id="67595" name="Object 12"/>
            <p:cNvGraphicFramePr>
              <a:graphicFrameLocks noChangeAspect="1"/>
            </p:cNvGraphicFramePr>
            <p:nvPr/>
          </p:nvGraphicFramePr>
          <p:xfrm>
            <a:off x="4037" y="2071"/>
            <a:ext cx="128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64" name="Equation" r:id="rId5" imgW="2768600" imgH="1117600" progId="Equation.3">
                    <p:embed/>
                  </p:oleObj>
                </mc:Choice>
                <mc:Fallback>
                  <p:oleObj name="Equation" r:id="rId5" imgW="2768600" imgH="1117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2071"/>
                          <a:ext cx="128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6" name="Line 13"/>
            <p:cNvSpPr>
              <a:spLocks noChangeShapeType="1"/>
            </p:cNvSpPr>
            <p:nvPr/>
          </p:nvSpPr>
          <p:spPr bwMode="auto">
            <a:xfrm>
              <a:off x="4272" y="2208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998" name="AutoShape 14"/>
          <p:cNvSpPr>
            <a:spLocks noChangeArrowheads="1"/>
          </p:cNvSpPr>
          <p:nvPr/>
        </p:nvSpPr>
        <p:spPr bwMode="auto">
          <a:xfrm>
            <a:off x="609600" y="304800"/>
            <a:ext cx="1828800" cy="1219200"/>
          </a:xfrm>
          <a:prstGeom prst="horizontalScroll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FF006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结论：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87" grpId="0" autoUpdateAnimBg="0"/>
      <p:bldP spid="41988" grpId="0" autoUpdateAnimBg="0"/>
      <p:bldP spid="41989" grpId="0" autoUpdateAnimBg="0"/>
      <p:bldP spid="41990" grpId="0" autoUpdateAnimBg="0"/>
      <p:bldP spid="4199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228600" y="150813"/>
            <a:ext cx="89154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已知理气体在平衡状态下，分子的麦克斯韦速率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分布函数为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为总分子数，单个分子质量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为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，请分别说明下列各种形式的物理意义：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688975" y="1371600"/>
          <a:ext cx="81502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Equation" r:id="rId1" imgW="11531600" imgH="1828800" progId="Equation.3">
                  <p:embed/>
                </p:oleObj>
              </mc:Choice>
              <mc:Fallback>
                <p:oleObj name="Equation" r:id="rId1" imgW="11531600" imgH="182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371600"/>
                        <a:ext cx="81502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304800" y="2667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1066800" y="2782888"/>
          <a:ext cx="1712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7" name="Equation" r:id="rId3" imgW="2286000" imgH="431800" progId="Equation.3">
                  <p:embed/>
                </p:oleObj>
              </mc:Choice>
              <mc:Fallback>
                <p:oleObj name="Equation" r:id="rId3" imgW="22860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82888"/>
                        <a:ext cx="1712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0" name="Object 6"/>
          <p:cNvGraphicFramePr>
            <a:graphicFrameLocks noChangeAspect="1"/>
          </p:cNvGraphicFramePr>
          <p:nvPr/>
        </p:nvGraphicFramePr>
        <p:xfrm>
          <a:off x="3124200" y="4267200"/>
          <a:ext cx="9144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8" name="Equation" r:id="rId5" imgW="952500" imgH="330200" progId="Equation.3">
                  <p:embed/>
                </p:oleObj>
              </mc:Choice>
              <mc:Fallback>
                <p:oleObj name="Equation" r:id="rId5" imgW="9525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267200"/>
                        <a:ext cx="9144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898525" y="5176838"/>
          <a:ext cx="248126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" name="Equation" r:id="rId7" imgW="2844800" imgH="749300" progId="Equation.3">
                  <p:embed/>
                </p:oleObj>
              </mc:Choice>
              <mc:Fallback>
                <p:oleObj name="Equation" r:id="rId7" imgW="2844800" imgH="749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5176838"/>
                        <a:ext cx="248126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Object 8"/>
          <p:cNvGraphicFramePr>
            <a:graphicFrameLocks noChangeAspect="1"/>
          </p:cNvGraphicFramePr>
          <p:nvPr/>
        </p:nvGraphicFramePr>
        <p:xfrm>
          <a:off x="3365500" y="5111750"/>
          <a:ext cx="1447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0" name="Equation" r:id="rId9" imgW="1600200" imgH="901700" progId="Equation.3">
                  <p:embed/>
                </p:oleObj>
              </mc:Choice>
              <mc:Fallback>
                <p:oleObj name="Equation" r:id="rId9" imgW="1600200" imgH="901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5111750"/>
                        <a:ext cx="1447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9"/>
          <p:cNvGraphicFramePr>
            <a:graphicFrameLocks noChangeAspect="1"/>
          </p:cNvGraphicFramePr>
          <p:nvPr/>
        </p:nvGraphicFramePr>
        <p:xfrm>
          <a:off x="4813300" y="5110163"/>
          <a:ext cx="190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1" name="Equation" r:id="rId11" imgW="2070100" imgH="901700" progId="Equation.3">
                  <p:embed/>
                </p:oleObj>
              </mc:Choice>
              <mc:Fallback>
                <p:oleObj name="Equation" r:id="rId11" imgW="2070100" imgH="901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5110163"/>
                        <a:ext cx="1905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/>
          <p:cNvGraphicFramePr>
            <a:graphicFrameLocks noChangeAspect="1"/>
          </p:cNvGraphicFramePr>
          <p:nvPr/>
        </p:nvGraphicFramePr>
        <p:xfrm>
          <a:off x="6642100" y="5072063"/>
          <a:ext cx="7493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Equation" r:id="rId13" imgW="990600" imgH="1003300" progId="Equation.3">
                  <p:embed/>
                </p:oleObj>
              </mc:Choice>
              <mc:Fallback>
                <p:oleObj name="Equation" r:id="rId13" imgW="990600" imgH="1003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5072063"/>
                        <a:ext cx="7493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914400" y="4227513"/>
          <a:ext cx="21463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Equation" r:id="rId15" imgW="2946400" imgH="482600" progId="Equation.3">
                  <p:embed/>
                </p:oleObj>
              </mc:Choice>
              <mc:Fallback>
                <p:oleObj name="Equation" r:id="rId15" imgW="2946400" imgH="482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27513"/>
                        <a:ext cx="21463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>
            <a:graphicFrameLocks noChangeAspect="1"/>
          </p:cNvGraphicFramePr>
          <p:nvPr/>
        </p:nvGraphicFramePr>
        <p:xfrm>
          <a:off x="2819400" y="2614613"/>
          <a:ext cx="80803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4" name="Equation" r:id="rId17" imgW="1016000" imgH="901700" progId="Equation.3">
                  <p:embed/>
                </p:oleObj>
              </mc:Choice>
              <mc:Fallback>
                <p:oleObj name="Equation" r:id="rId17" imgW="1016000" imgH="901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14613"/>
                        <a:ext cx="80803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7" name="Text Box 13"/>
          <p:cNvSpPr txBox="1">
            <a:spLocks noChangeArrowheads="1"/>
          </p:cNvSpPr>
          <p:nvPr/>
        </p:nvSpPr>
        <p:spPr bwMode="auto">
          <a:xfrm>
            <a:off x="3657600" y="2590800"/>
            <a:ext cx="5791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dv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速率区间出现的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分子数占总分子数的百分比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78" name="Text Box 14"/>
          <p:cNvSpPr txBox="1">
            <a:spLocks noChangeArrowheads="1"/>
          </p:cNvSpPr>
          <p:nvPr/>
        </p:nvSpPr>
        <p:spPr bwMode="auto">
          <a:xfrm>
            <a:off x="2209800" y="4525963"/>
            <a:ext cx="6934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dv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速率区间出现的分子数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1600200" y="35814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分子在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dv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区间出现的几率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81" name="Text Box 17"/>
          <p:cNvSpPr txBox="1">
            <a:spLocks noChangeArrowheads="1"/>
          </p:cNvSpPr>
          <p:nvPr/>
        </p:nvSpPr>
        <p:spPr bwMode="auto">
          <a:xfrm>
            <a:off x="2133600" y="5791200"/>
            <a:ext cx="701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速率区间出现分子数占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总分子数的比率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75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utoUpdateAnimBg="0"/>
      <p:bldP spid="113668" grpId="0" autoUpdateAnimBg="0"/>
      <p:bldP spid="113677" grpId="0" autoUpdateAnimBg="0"/>
      <p:bldP spid="113678" grpId="0" autoUpdateAnimBg="0"/>
      <p:bldP spid="113680" grpId="0" autoUpdateAnimBg="0"/>
      <p:bldP spid="11368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228600" y="76200"/>
            <a:ext cx="8915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已知理气体在平衡状态下，分子的麦克斯韦速率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分布函数为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为总分子数，单个分子质量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为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，请分别说明下列各种形式的物理意义：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688975" y="1295400"/>
          <a:ext cx="81502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0" name="Equation" r:id="rId1" imgW="11531600" imgH="1828800" progId="Equation.3">
                  <p:embed/>
                </p:oleObj>
              </mc:Choice>
              <mc:Fallback>
                <p:oleObj name="Equation" r:id="rId1" imgW="11531600" imgH="182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295400"/>
                        <a:ext cx="81502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1111250" y="2595563"/>
          <a:ext cx="275113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" name="Equation" r:id="rId3" imgW="3136900" imgH="749300" progId="Equation.3">
                  <p:embed/>
                </p:oleObj>
              </mc:Choice>
              <mc:Fallback>
                <p:oleObj name="Equation" r:id="rId3" imgW="3136900" imgH="749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2595563"/>
                        <a:ext cx="2751138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143000" y="3810000"/>
          <a:ext cx="25828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2" name="Equation" r:id="rId5" imgW="3289300" imgH="749300" progId="Equation.3">
                  <p:embed/>
                </p:oleObj>
              </mc:Choice>
              <mc:Fallback>
                <p:oleObj name="Equation" r:id="rId5" imgW="3289300" imgH="749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10000"/>
                        <a:ext cx="258286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4924425" y="3733800"/>
          <a:ext cx="18113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3" name="Equation" r:id="rId7" imgW="1790700" imgH="749300" progId="Equation.3">
                  <p:embed/>
                </p:oleObj>
              </mc:Choice>
              <mc:Fallback>
                <p:oleObj name="Equation" r:id="rId7" imgW="1790700" imgH="749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733800"/>
                        <a:ext cx="1811338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/>
          <p:cNvGraphicFramePr>
            <a:graphicFrameLocks noChangeAspect="1"/>
          </p:cNvGraphicFramePr>
          <p:nvPr/>
        </p:nvGraphicFramePr>
        <p:xfrm>
          <a:off x="1119188" y="5546725"/>
          <a:ext cx="32242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" name="Equation" r:id="rId9" imgW="3987800" imgH="901700" progId="Equation.3">
                  <p:embed/>
                </p:oleObj>
              </mc:Choice>
              <mc:Fallback>
                <p:oleObj name="Equation" r:id="rId9" imgW="3987800" imgH="901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5546725"/>
                        <a:ext cx="3224212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696" name="Group 8"/>
          <p:cNvGrpSpPr/>
          <p:nvPr/>
        </p:nvGrpSpPr>
        <p:grpSpPr bwMode="auto">
          <a:xfrm>
            <a:off x="6567488" y="5546725"/>
            <a:ext cx="1890712" cy="698500"/>
            <a:chOff x="2832" y="3840"/>
            <a:chExt cx="1177" cy="480"/>
          </a:xfrm>
        </p:grpSpPr>
        <p:sp>
          <p:nvSpPr>
            <p:cNvPr id="69662" name="Line 9"/>
            <p:cNvSpPr>
              <a:spLocks noChangeShapeType="1"/>
            </p:cNvSpPr>
            <p:nvPr/>
          </p:nvSpPr>
          <p:spPr bwMode="auto">
            <a:xfrm flipV="1">
              <a:off x="3275" y="3936"/>
              <a:ext cx="229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63" name="Line 10"/>
            <p:cNvSpPr>
              <a:spLocks noChangeShapeType="1"/>
            </p:cNvSpPr>
            <p:nvPr/>
          </p:nvSpPr>
          <p:spPr bwMode="auto">
            <a:xfrm flipV="1">
              <a:off x="3755" y="3937"/>
              <a:ext cx="229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9664" name="Object 11"/>
            <p:cNvGraphicFramePr>
              <a:graphicFrameLocks noChangeAspect="1"/>
            </p:cNvGraphicFramePr>
            <p:nvPr/>
          </p:nvGraphicFramePr>
          <p:xfrm>
            <a:off x="2832" y="3840"/>
            <a:ext cx="1177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5" name="Equation" r:id="rId11" imgW="2286000" imgH="889000" progId="Equation.3">
                    <p:embed/>
                  </p:oleObj>
                </mc:Choice>
                <mc:Fallback>
                  <p:oleObj name="Equation" r:id="rId11" imgW="2286000" imgH="889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840"/>
                          <a:ext cx="1177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00" name="Group 12"/>
          <p:cNvGrpSpPr/>
          <p:nvPr/>
        </p:nvGrpSpPr>
        <p:grpSpPr bwMode="auto">
          <a:xfrm>
            <a:off x="3881438" y="3913188"/>
            <a:ext cx="461962" cy="430212"/>
            <a:chOff x="416" y="2976"/>
            <a:chExt cx="291" cy="271"/>
          </a:xfrm>
        </p:grpSpPr>
        <p:graphicFrame>
          <p:nvGraphicFramePr>
            <p:cNvPr id="69660" name="Object 13"/>
            <p:cNvGraphicFramePr>
              <a:graphicFrameLocks noChangeAspect="1"/>
            </p:cNvGraphicFramePr>
            <p:nvPr/>
          </p:nvGraphicFramePr>
          <p:xfrm>
            <a:off x="416" y="2976"/>
            <a:ext cx="29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16" name="Equation" r:id="rId13" imgW="495300" imgH="457200" progId="Equation.3">
                    <p:embed/>
                  </p:oleObj>
                </mc:Choice>
                <mc:Fallback>
                  <p:oleObj name="Equation" r:id="rId13" imgW="495300" imgH="4572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2976"/>
                          <a:ext cx="29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61" name="Line 14"/>
            <p:cNvSpPr>
              <a:spLocks noChangeShapeType="1"/>
            </p:cNvSpPr>
            <p:nvPr/>
          </p:nvSpPr>
          <p:spPr bwMode="auto">
            <a:xfrm>
              <a:off x="432" y="3012"/>
              <a:ext cx="243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4703" name="Line 15"/>
          <p:cNvSpPr>
            <a:spLocks noChangeShapeType="1"/>
          </p:cNvSpPr>
          <p:nvPr/>
        </p:nvSpPr>
        <p:spPr bwMode="auto">
          <a:xfrm>
            <a:off x="3871913" y="3962400"/>
            <a:ext cx="53975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04" name="Line 16"/>
          <p:cNvSpPr>
            <a:spLocks noChangeShapeType="1"/>
          </p:cNvSpPr>
          <p:nvPr/>
        </p:nvSpPr>
        <p:spPr bwMode="auto">
          <a:xfrm flipH="1">
            <a:off x="3871913" y="4038600"/>
            <a:ext cx="53975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4705" name="Object 17"/>
          <p:cNvGraphicFramePr>
            <a:graphicFrameLocks noChangeAspect="1"/>
          </p:cNvGraphicFramePr>
          <p:nvPr/>
        </p:nvGraphicFramePr>
        <p:xfrm>
          <a:off x="5688013" y="2667000"/>
          <a:ext cx="102393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7" name="Equation" r:id="rId15" imgW="1054100" imgH="457200" progId="Equation.3">
                  <p:embed/>
                </p:oleObj>
              </mc:Choice>
              <mc:Fallback>
                <p:oleObj name="Equation" r:id="rId15" imgW="10541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667000"/>
                        <a:ext cx="1023937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6" name="Object 18"/>
          <p:cNvGraphicFramePr>
            <a:graphicFrameLocks noChangeAspect="1"/>
          </p:cNvGraphicFramePr>
          <p:nvPr/>
        </p:nvGraphicFramePr>
        <p:xfrm>
          <a:off x="3786188" y="2514600"/>
          <a:ext cx="19875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8" name="Equation" r:id="rId17" imgW="2159000" imgH="901700" progId="Equation.3">
                  <p:embed/>
                </p:oleObj>
              </mc:Choice>
              <mc:Fallback>
                <p:oleObj name="Equation" r:id="rId17" imgW="2159000" imgH="9017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514600"/>
                        <a:ext cx="19875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7" name="Object 19"/>
          <p:cNvGraphicFramePr>
            <a:graphicFrameLocks noChangeAspect="1"/>
          </p:cNvGraphicFramePr>
          <p:nvPr/>
        </p:nvGraphicFramePr>
        <p:xfrm>
          <a:off x="3505200" y="3733800"/>
          <a:ext cx="14652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9" name="Equation" r:id="rId19" imgW="1447165" imgH="761365" progId="Equation.3">
                  <p:embed/>
                </p:oleObj>
              </mc:Choice>
              <mc:Fallback>
                <p:oleObj name="Equation" r:id="rId19" imgW="1447165" imgH="76136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733800"/>
                        <a:ext cx="1465263" cy="762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8" name="Line 20"/>
          <p:cNvSpPr>
            <a:spLocks noChangeShapeType="1"/>
          </p:cNvSpPr>
          <p:nvPr/>
        </p:nvSpPr>
        <p:spPr bwMode="auto">
          <a:xfrm>
            <a:off x="6764338" y="4114800"/>
            <a:ext cx="771525" cy="1588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7569200" y="3824288"/>
            <a:ext cx="1270000" cy="528637"/>
          </a:xfrm>
          <a:prstGeom prst="rect">
            <a:avLst/>
          </a:prstGeom>
          <a:solidFill>
            <a:schemeClr val="bg1"/>
          </a:solidFill>
          <a:ln w="95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没意义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4710" name="Object 22"/>
          <p:cNvGraphicFramePr>
            <a:graphicFrameLocks noChangeAspect="1"/>
          </p:cNvGraphicFramePr>
          <p:nvPr/>
        </p:nvGraphicFramePr>
        <p:xfrm>
          <a:off x="4289425" y="5546725"/>
          <a:ext cx="22764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0" name="Equation" r:id="rId21" imgW="2781300" imgH="901700" progId="Equation.3">
                  <p:embed/>
                </p:oleObj>
              </mc:Choice>
              <mc:Fallback>
                <p:oleObj name="Equation" r:id="rId21" imgW="2781300" imgH="9017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425" y="5546725"/>
                        <a:ext cx="22764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0" name="Text Box 24"/>
          <p:cNvSpPr txBox="1">
            <a:spLocks noChangeArrowheads="1"/>
          </p:cNvSpPr>
          <p:nvPr/>
        </p:nvSpPr>
        <p:spPr bwMode="auto">
          <a:xfrm>
            <a:off x="381000" y="264795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13" name="Text Box 25"/>
          <p:cNvSpPr txBox="1">
            <a:spLocks noChangeArrowheads="1"/>
          </p:cNvSpPr>
          <p:nvPr/>
        </p:nvSpPr>
        <p:spPr bwMode="auto">
          <a:xfrm>
            <a:off x="1752600" y="320040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速率区间出现的分子数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14" name="Text Box 26"/>
          <p:cNvSpPr txBox="1">
            <a:spLocks noChangeArrowheads="1"/>
          </p:cNvSpPr>
          <p:nvPr/>
        </p:nvSpPr>
        <p:spPr bwMode="auto">
          <a:xfrm>
            <a:off x="1676400" y="6202363"/>
            <a:ext cx="7543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在整个</a:t>
            </a:r>
            <a:r>
              <a:rPr kumimoji="1" lang="zh-CN" altLang="en-US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速率区间分子的平均平动动能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4715" name="Object 27"/>
          <p:cNvGraphicFramePr>
            <a:graphicFrameLocks noChangeAspect="1"/>
          </p:cNvGraphicFramePr>
          <p:nvPr/>
        </p:nvGraphicFramePr>
        <p:xfrm>
          <a:off x="2125663" y="4495800"/>
          <a:ext cx="16843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1" name="Equation" r:id="rId23" imgW="2311400" imgH="749300" progId="Equation.3">
                  <p:embed/>
                </p:oleObj>
              </mc:Choice>
              <mc:Fallback>
                <p:oleObj name="Equation" r:id="rId23" imgW="2311400" imgH="749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4495800"/>
                        <a:ext cx="16843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16" name="Line 28"/>
          <p:cNvSpPr>
            <a:spLocks noChangeShapeType="1"/>
          </p:cNvSpPr>
          <p:nvPr/>
        </p:nvSpPr>
        <p:spPr bwMode="auto">
          <a:xfrm>
            <a:off x="1828800" y="5029200"/>
            <a:ext cx="2286000" cy="0"/>
          </a:xfrm>
          <a:prstGeom prst="line">
            <a:avLst/>
          </a:prstGeom>
          <a:noFill/>
          <a:ln w="28575">
            <a:solidFill>
              <a:srgbClr val="FFCC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4717" name="Object 29"/>
          <p:cNvGraphicFramePr>
            <a:graphicFrameLocks noChangeAspect="1"/>
          </p:cNvGraphicFramePr>
          <p:nvPr/>
        </p:nvGraphicFramePr>
        <p:xfrm>
          <a:off x="2133600" y="5029200"/>
          <a:ext cx="14843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2" name="Equation" r:id="rId25" imgW="2019300" imgH="749300" progId="Equation.3">
                  <p:embed/>
                </p:oleObj>
              </mc:Choice>
              <mc:Fallback>
                <p:oleObj name="Equation" r:id="rId25" imgW="2019300" imgH="7493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029200"/>
                        <a:ext cx="14843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8" name="Object 30"/>
          <p:cNvGraphicFramePr>
            <a:graphicFrameLocks noChangeAspect="1"/>
          </p:cNvGraphicFramePr>
          <p:nvPr/>
        </p:nvGraphicFramePr>
        <p:xfrm>
          <a:off x="4114800" y="4495800"/>
          <a:ext cx="139065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3" name="Equation" r:id="rId27" imgW="1879600" imgH="1651000" progId="Equation.3">
                  <p:embed/>
                </p:oleObj>
              </mc:Choice>
              <mc:Fallback>
                <p:oleObj name="Equation" r:id="rId27" imgW="1879600" imgH="16510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495800"/>
                        <a:ext cx="139065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719" name="Group 31"/>
          <p:cNvGrpSpPr/>
          <p:nvPr/>
        </p:nvGrpSpPr>
        <p:grpSpPr bwMode="auto">
          <a:xfrm>
            <a:off x="5638800" y="4860925"/>
            <a:ext cx="838200" cy="452438"/>
            <a:chOff x="3312" y="3062"/>
            <a:chExt cx="528" cy="285"/>
          </a:xfrm>
        </p:grpSpPr>
        <p:graphicFrame>
          <p:nvGraphicFramePr>
            <p:cNvPr id="69658" name="Object 32"/>
            <p:cNvGraphicFramePr>
              <a:graphicFrameLocks noChangeAspect="1"/>
            </p:cNvGraphicFramePr>
            <p:nvPr/>
          </p:nvGraphicFramePr>
          <p:xfrm>
            <a:off x="3312" y="3062"/>
            <a:ext cx="52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4" name="Equation" r:id="rId29" imgW="838200" imgH="457200" progId="Equation.3">
                    <p:embed/>
                  </p:oleObj>
                </mc:Choice>
                <mc:Fallback>
                  <p:oleObj name="Equation" r:id="rId29" imgW="838200" imgH="457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062"/>
                          <a:ext cx="52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59" name="Line 33"/>
            <p:cNvSpPr>
              <a:spLocks noChangeShapeType="1"/>
            </p:cNvSpPr>
            <p:nvPr/>
          </p:nvSpPr>
          <p:spPr bwMode="auto">
            <a:xfrm>
              <a:off x="3456" y="3072"/>
              <a:ext cx="28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11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11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1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3" grpId="0" animBg="1"/>
      <p:bldP spid="114704" grpId="0" animBg="1"/>
      <p:bldP spid="114708" grpId="0" animBg="1"/>
      <p:bldP spid="114709" grpId="0" animBg="1" autoUpdateAnimBg="0"/>
      <p:bldP spid="114713" grpId="0" autoUpdateAnimBg="0"/>
      <p:bldP spid="114714" grpId="0" autoUpdateAnimBg="0"/>
      <p:bldP spid="1147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/>
          <p:cNvGrpSpPr/>
          <p:nvPr/>
        </p:nvGrpSpPr>
        <p:grpSpPr bwMode="auto">
          <a:xfrm>
            <a:off x="304800" y="1568450"/>
            <a:ext cx="8839200" cy="946150"/>
            <a:chOff x="192" y="940"/>
            <a:chExt cx="5568" cy="596"/>
          </a:xfrm>
        </p:grpSpPr>
        <p:sp>
          <p:nvSpPr>
            <p:cNvPr id="70671" name="Text Box 3"/>
            <p:cNvSpPr txBox="1">
              <a:spLocks noChangeArrowheads="1"/>
            </p:cNvSpPr>
            <p:nvPr/>
          </p:nvSpPr>
          <p:spPr bwMode="auto">
            <a:xfrm>
              <a:off x="192" y="940"/>
              <a:ext cx="556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解：根据麦氏速率分布，在区间                     范围内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的分子数占总分子数的比率为：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0672" name="Object 4"/>
            <p:cNvGraphicFramePr>
              <a:graphicFrameLocks noChangeAspect="1"/>
            </p:cNvGraphicFramePr>
            <p:nvPr/>
          </p:nvGraphicFramePr>
          <p:xfrm>
            <a:off x="3456" y="971"/>
            <a:ext cx="110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4" name="Equation" r:id="rId1" imgW="1955800" imgH="330200" progId="Equation.3">
                    <p:embed/>
                  </p:oleObj>
                </mc:Choice>
                <mc:Fallback>
                  <p:oleObj name="Equation" r:id="rId1" imgW="1955800" imgH="330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971"/>
                          <a:ext cx="1104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1752600" y="2509838"/>
          <a:ext cx="58674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5" name="Equation" r:id="rId3" imgW="6286500" imgH="1104900" progId="Equation.3">
                  <p:embed/>
                </p:oleObj>
              </mc:Choice>
              <mc:Fallback>
                <p:oleObj name="Equation" r:id="rId3" imgW="6286500" imgH="1104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09838"/>
                        <a:ext cx="58674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AutoShape 6"/>
          <p:cNvSpPr/>
          <p:nvPr/>
        </p:nvSpPr>
        <p:spPr bwMode="auto">
          <a:xfrm>
            <a:off x="685800" y="3810000"/>
            <a:ext cx="228600" cy="2209800"/>
          </a:xfrm>
          <a:prstGeom prst="leftBrace">
            <a:avLst>
              <a:gd name="adj1" fmla="val 8055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1079500" y="3352800"/>
          <a:ext cx="33401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6" name="Equation" r:id="rId5" imgW="3886200" imgH="1092200" progId="Equation.3">
                  <p:embed/>
                </p:oleObj>
              </mc:Choice>
              <mc:Fallback>
                <p:oleObj name="Equation" r:id="rId5" imgW="3886200" imgH="109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3352800"/>
                        <a:ext cx="33401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852488" y="4343400"/>
          <a:ext cx="52435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Equation" r:id="rId7" imgW="6235700" imgH="1092200" progId="Equation.3">
                  <p:embed/>
                </p:oleObj>
              </mc:Choice>
              <mc:Fallback>
                <p:oleObj name="Equation" r:id="rId7" imgW="6235700" imgH="1092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4343400"/>
                        <a:ext cx="52435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914400" y="5486400"/>
          <a:ext cx="22113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name="Equation" r:id="rId9" imgW="2578100" imgH="901700" progId="Equation.3">
                  <p:embed/>
                </p:oleObj>
              </mc:Choice>
              <mc:Fallback>
                <p:oleObj name="Equation" r:id="rId9" imgW="2578100" imgH="901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86400"/>
                        <a:ext cx="2211388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6248400" y="3429000"/>
            <a:ext cx="0" cy="3200400"/>
          </a:xfrm>
          <a:prstGeom prst="line">
            <a:avLst/>
          </a:prstGeom>
          <a:noFill/>
          <a:ln w="38100">
            <a:solidFill>
              <a:srgbClr val="FF99CC"/>
            </a:solidFill>
            <a:prstDash val="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6537325" y="3778250"/>
            <a:ext cx="2225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代入上式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6477000" y="4470400"/>
          <a:ext cx="2216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9" name="Equation" r:id="rId11" imgW="2476500" imgH="889000" progId="Equation.3">
                  <p:embed/>
                </p:oleObj>
              </mc:Choice>
              <mc:Fallback>
                <p:oleObj name="Equation" r:id="rId11" imgW="2476500" imgH="889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470400"/>
                        <a:ext cx="2216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5" name="Group 13"/>
          <p:cNvGrpSpPr/>
          <p:nvPr/>
        </p:nvGrpSpPr>
        <p:grpSpPr bwMode="auto">
          <a:xfrm>
            <a:off x="228600" y="-47625"/>
            <a:ext cx="9144000" cy="1508125"/>
            <a:chOff x="0" y="-30"/>
            <a:chExt cx="5760" cy="950"/>
          </a:xfrm>
        </p:grpSpPr>
        <p:sp>
          <p:nvSpPr>
            <p:cNvPr id="70668" name="Text Box 14"/>
            <p:cNvSpPr txBox="1">
              <a:spLocks noChangeArrowheads="1"/>
            </p:cNvSpPr>
            <p:nvPr/>
          </p:nvSpPr>
          <p:spPr bwMode="auto">
            <a:xfrm>
              <a:off x="0" y="112"/>
              <a:ext cx="5760" cy="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2.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试计算，气体分子热运动其速率介于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和                  之间的分子数占总分子数的百分比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0669" name="Object 15"/>
            <p:cNvGraphicFramePr>
              <a:graphicFrameLocks noChangeAspect="1"/>
            </p:cNvGraphicFramePr>
            <p:nvPr/>
          </p:nvGraphicFramePr>
          <p:xfrm>
            <a:off x="4176" y="-30"/>
            <a:ext cx="905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40" name="Equation" r:id="rId13" imgW="1600200" imgH="1092200" progId="Equation.3">
                    <p:embed/>
                  </p:oleObj>
                </mc:Choice>
                <mc:Fallback>
                  <p:oleObj name="Equation" r:id="rId13" imgW="1600200" imgH="10922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-30"/>
                          <a:ext cx="905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0" name="Object 16"/>
            <p:cNvGraphicFramePr>
              <a:graphicFrameLocks noChangeAspect="1"/>
            </p:cNvGraphicFramePr>
            <p:nvPr/>
          </p:nvGraphicFramePr>
          <p:xfrm>
            <a:off x="816" y="384"/>
            <a:ext cx="914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41" name="Equation" r:id="rId15" imgW="1612900" imgH="1092200" progId="Equation.3">
                    <p:embed/>
                  </p:oleObj>
                </mc:Choice>
                <mc:Fallback>
                  <p:oleObj name="Equation" r:id="rId15" imgW="1612900" imgH="10922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84"/>
                          <a:ext cx="914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042" grpId="0" animBg="1"/>
      <p:bldP spid="4404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28600" y="146050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某系统有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个粒子，其速率分布函数为：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AutoShape 3"/>
          <p:cNvSpPr/>
          <p:nvPr/>
        </p:nvSpPr>
        <p:spPr bwMode="auto">
          <a:xfrm>
            <a:off x="1066800" y="755650"/>
            <a:ext cx="228600" cy="920750"/>
          </a:xfrm>
          <a:prstGeom prst="leftBrace">
            <a:avLst>
              <a:gd name="adj1" fmla="val 33565"/>
              <a:gd name="adj2" fmla="val 50000"/>
            </a:avLst>
          </a:prstGeom>
          <a:noFill/>
          <a:ln w="3810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371600" y="603250"/>
          <a:ext cx="502920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8" name="Equation" r:id="rId1" imgW="5727700" imgH="901700" progId="Equation.3">
                  <p:embed/>
                </p:oleObj>
              </mc:Choice>
              <mc:Fallback>
                <p:oleObj name="Equation" r:id="rId1" imgW="5727700" imgH="901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03250"/>
                        <a:ext cx="502920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1606550" y="1317625"/>
          <a:ext cx="42608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9" name="Equation" r:id="rId3" imgW="4495800" imgH="482600" progId="Equation.3">
                  <p:embed/>
                </p:oleObj>
              </mc:Choice>
              <mc:Fallback>
                <p:oleObj name="Equation" r:id="rId3" imgW="44958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1317625"/>
                        <a:ext cx="42608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365125" y="1752600"/>
            <a:ext cx="8016875" cy="104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）速率分布曲线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）由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求常数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;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）求粒子的平均速率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304800" y="28336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685800" y="3443288"/>
            <a:ext cx="411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由归一化条件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2247900" y="3881438"/>
          <a:ext cx="22860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" name="Equation" r:id="rId5" imgW="2590800" imgH="685800" progId="Equation.3">
                  <p:embed/>
                </p:oleObj>
              </mc:Choice>
              <mc:Fallback>
                <p:oleObj name="Equation" r:id="rId5" imgW="2590800" imgH="685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3881438"/>
                        <a:ext cx="22860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447800" y="4511675"/>
          <a:ext cx="19875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" name="Equation" r:id="rId7" imgW="1917700" imgH="685800" progId="Equation.3">
                  <p:embed/>
                </p:oleObj>
              </mc:Choice>
              <mc:Fallback>
                <p:oleObj name="Equation" r:id="rId7" imgW="1917700" imgH="685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11675"/>
                        <a:ext cx="19875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7162800" y="4467225"/>
          <a:ext cx="11350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2" name="Equation" r:id="rId9" imgW="1219200" imgH="1003300" progId="Equation.3">
                  <p:embed/>
                </p:oleObj>
              </mc:Choice>
              <mc:Fallback>
                <p:oleObj name="Equation" r:id="rId9" imgW="1219200" imgH="1003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467225"/>
                        <a:ext cx="11350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685800" y="2833688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）速率分布曲线见右图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4724400" y="4618038"/>
            <a:ext cx="1828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1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533400" y="53482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）平均速率：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5867400" y="5561013"/>
          <a:ext cx="1493838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3" name="Equation" r:id="rId11" imgW="1549400" imgH="1155700" progId="Equation.3">
                  <p:embed/>
                </p:oleObj>
              </mc:Choice>
              <mc:Fallback>
                <p:oleObj name="Equation" r:id="rId11" imgW="1549400" imgH="1155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561013"/>
                        <a:ext cx="1493838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322263" y="4610100"/>
            <a:ext cx="1582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求得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17" name="AutoShape 17"/>
          <p:cNvSpPr>
            <a:spLocks noChangeArrowheads="1"/>
          </p:cNvSpPr>
          <p:nvPr/>
        </p:nvSpPr>
        <p:spPr bwMode="auto">
          <a:xfrm>
            <a:off x="3886200" y="48164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18" name="AutoShape 18"/>
          <p:cNvSpPr>
            <a:spLocks noChangeArrowheads="1"/>
          </p:cNvSpPr>
          <p:nvPr/>
        </p:nvSpPr>
        <p:spPr bwMode="auto">
          <a:xfrm>
            <a:off x="6172200" y="4740275"/>
            <a:ext cx="9144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1366838" y="5773738"/>
          <a:ext cx="236696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4" name="Equation" r:id="rId13" imgW="2832100" imgH="685800" progId="Equation.3">
                  <p:embed/>
                </p:oleObj>
              </mc:Choice>
              <mc:Fallback>
                <p:oleObj name="Equation" r:id="rId13" imgW="2832100" imgH="685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5773738"/>
                        <a:ext cx="236696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1371600" y="5943600"/>
            <a:ext cx="304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3810000" y="5713413"/>
          <a:ext cx="198913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5" name="Equation" r:id="rId15" imgW="2108200" imgH="1003300" progId="Equation.3">
                  <p:embed/>
                </p:oleObj>
              </mc:Choice>
              <mc:Fallback>
                <p:oleObj name="Equation" r:id="rId15" imgW="2108200" imgH="1003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713413"/>
                        <a:ext cx="198913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/>
          <p:cNvGraphicFramePr>
            <a:graphicFrameLocks noChangeAspect="1"/>
          </p:cNvGraphicFramePr>
          <p:nvPr/>
        </p:nvGraphicFramePr>
        <p:xfrm>
          <a:off x="7421563" y="5713413"/>
          <a:ext cx="1036637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6" name="Equation" r:id="rId17" imgW="1041400" imgH="901700" progId="Equation.3">
                  <p:embed/>
                </p:oleObj>
              </mc:Choice>
              <mc:Fallback>
                <p:oleObj name="Equation" r:id="rId17" imgW="1041400" imgH="9017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1563" y="5713413"/>
                        <a:ext cx="1036637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4" name="Line 24"/>
          <p:cNvSpPr>
            <a:spLocks noChangeShapeType="1"/>
          </p:cNvSpPr>
          <p:nvPr/>
        </p:nvSpPr>
        <p:spPr bwMode="auto">
          <a:xfrm flipV="1">
            <a:off x="6003925" y="2468563"/>
            <a:ext cx="0" cy="1524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25" name="Object 25"/>
          <p:cNvGraphicFramePr>
            <a:graphicFrameLocks noChangeAspect="1"/>
          </p:cNvGraphicFramePr>
          <p:nvPr/>
        </p:nvGraphicFramePr>
        <p:xfrm>
          <a:off x="5289550" y="2493963"/>
          <a:ext cx="72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7" name="Equation" r:id="rId19" imgW="914400" imgH="431800" progId="Equation.3">
                  <p:embed/>
                </p:oleObj>
              </mc:Choice>
              <mc:Fallback>
                <p:oleObj name="Equation" r:id="rId19" imgW="914400" imgH="4318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2493963"/>
                        <a:ext cx="723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6" name="Line 26"/>
          <p:cNvSpPr>
            <a:spLocks noChangeShapeType="1"/>
          </p:cNvSpPr>
          <p:nvPr/>
        </p:nvSpPr>
        <p:spPr bwMode="auto">
          <a:xfrm>
            <a:off x="6003925" y="3154363"/>
            <a:ext cx="1676400" cy="0"/>
          </a:xfrm>
          <a:prstGeom prst="line">
            <a:avLst/>
          </a:prstGeom>
          <a:noFill/>
          <a:ln w="5715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7680325" y="3154363"/>
            <a:ext cx="0" cy="838200"/>
          </a:xfrm>
          <a:prstGeom prst="line">
            <a:avLst/>
          </a:prstGeom>
          <a:noFill/>
          <a:ln w="28575">
            <a:solidFill>
              <a:srgbClr val="66FF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>
            <a:off x="5919788" y="3140075"/>
            <a:ext cx="76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29" name="Text Box 29"/>
          <p:cNvSpPr txBox="1">
            <a:spLocks noChangeArrowheads="1"/>
          </p:cNvSpPr>
          <p:nvPr/>
        </p:nvSpPr>
        <p:spPr bwMode="auto">
          <a:xfrm>
            <a:off x="5699125" y="3870325"/>
            <a:ext cx="777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0" name="Text Box 30"/>
          <p:cNvSpPr txBox="1">
            <a:spLocks noChangeArrowheads="1"/>
          </p:cNvSpPr>
          <p:nvPr/>
        </p:nvSpPr>
        <p:spPr bwMode="auto">
          <a:xfrm>
            <a:off x="5470525" y="2925763"/>
            <a:ext cx="777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1" name="Text Box 31"/>
          <p:cNvSpPr txBox="1">
            <a:spLocks noChangeArrowheads="1"/>
          </p:cNvSpPr>
          <p:nvPr/>
        </p:nvSpPr>
        <p:spPr bwMode="auto">
          <a:xfrm>
            <a:off x="7512050" y="3840163"/>
            <a:ext cx="777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3200" b="1" i="1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2" name="Text Box 32"/>
          <p:cNvSpPr txBox="1">
            <a:spLocks noChangeArrowheads="1"/>
          </p:cNvSpPr>
          <p:nvPr/>
        </p:nvSpPr>
        <p:spPr bwMode="auto">
          <a:xfrm>
            <a:off x="8747125" y="3916363"/>
            <a:ext cx="625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3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>
            <a:off x="6003925" y="3962400"/>
            <a:ext cx="30480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>
            <a:off x="7680325" y="3962400"/>
            <a:ext cx="838200" cy="0"/>
          </a:xfrm>
          <a:prstGeom prst="line">
            <a:avLst/>
          </a:prstGeom>
          <a:noFill/>
          <a:ln w="5715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5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1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5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5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75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75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75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25"/>
                            </p:stCondLst>
                            <p:childTnLst>
                              <p:par>
                                <p:cTn id="9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1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nimBg="1"/>
      <p:bldP spid="51206" grpId="0" autoUpdateAnimBg="0"/>
      <p:bldP spid="51207" grpId="0" autoUpdateAnimBg="0"/>
      <p:bldP spid="51208" grpId="0" autoUpdateAnimBg="0"/>
      <p:bldP spid="51212" grpId="0" autoUpdateAnimBg="0"/>
      <p:bldP spid="51213" grpId="0" autoUpdateAnimBg="0"/>
      <p:bldP spid="51214" grpId="0" autoUpdateAnimBg="0"/>
      <p:bldP spid="51216" grpId="0" autoUpdateAnimBg="0"/>
      <p:bldP spid="51217" grpId="0" animBg="1"/>
      <p:bldP spid="51218" grpId="0" animBg="1"/>
      <p:bldP spid="51220" grpId="0" animBg="1"/>
      <p:bldP spid="51224" grpId="0" animBg="1"/>
      <p:bldP spid="51226" grpId="0" animBg="1"/>
      <p:bldP spid="51227" grpId="0" animBg="1"/>
      <p:bldP spid="51228" grpId="0" animBg="1"/>
      <p:bldP spid="51229" grpId="0" autoUpdateAnimBg="0"/>
      <p:bldP spid="51230" grpId="0" autoUpdateAnimBg="0"/>
      <p:bldP spid="51231" grpId="0" autoUpdateAnimBg="0"/>
      <p:bldP spid="51232" grpId="0" autoUpdateAnimBg="0"/>
      <p:bldP spid="51233" grpId="0" animBg="1"/>
      <p:bldP spid="512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74613"/>
            <a:ext cx="91440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由麦氏分布律导出理想气体分子按平动动能的分布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律，并找出最可几动能是什么？一个分子的平均平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动动能是什么？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28600" y="13716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解：一个分子的平动动能：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4665663" y="1228725"/>
          <a:ext cx="16589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2" name="Equation" r:id="rId1" imgW="1968500" imgH="901700" progId="Equation.3">
                  <p:embed/>
                </p:oleObj>
              </mc:Choice>
              <mc:Fallback>
                <p:oleObj name="Equation" r:id="rId1" imgW="1968500" imgH="901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663" y="1228725"/>
                        <a:ext cx="1658937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6477000" y="1409700"/>
          <a:ext cx="2057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3" name="Equation" r:id="rId3" imgW="2171700" imgH="482600" progId="Equation.3">
                  <p:embed/>
                </p:oleObj>
              </mc:Choice>
              <mc:Fallback>
                <p:oleObj name="Equation" r:id="rId3" imgW="21717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409700"/>
                        <a:ext cx="2057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914400" y="19050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由麦氏分布律：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1295400" y="2209800"/>
          <a:ext cx="61182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name="Equation" r:id="rId5" imgW="6959600" imgH="1092200" progId="Equation.3">
                  <p:embed/>
                </p:oleObj>
              </mc:Choice>
              <mc:Fallback>
                <p:oleObj name="Equation" r:id="rId5" imgW="6959600" imgH="109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09800"/>
                        <a:ext cx="61182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660650" y="3160713"/>
          <a:ext cx="52641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name="Equation" r:id="rId7" imgW="5981700" imgH="1117600" progId="Equation.3">
                  <p:embed/>
                </p:oleObj>
              </mc:Choice>
              <mc:Fallback>
                <p:oleObj name="Equation" r:id="rId7" imgW="5981700" imgH="1117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160713"/>
                        <a:ext cx="526415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968375" y="4421188"/>
          <a:ext cx="16986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" name="Equation" r:id="rId9" imgW="1778000" imgH="482600" progId="Equation.3">
                  <p:embed/>
                </p:oleObj>
              </mc:Choice>
              <mc:Fallback>
                <p:oleObj name="Equation" r:id="rId9" imgW="17780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4421188"/>
                        <a:ext cx="16986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Arc 10"/>
          <p:cNvSpPr/>
          <p:nvPr/>
        </p:nvSpPr>
        <p:spPr bwMode="auto">
          <a:xfrm rot="10800000">
            <a:off x="6169025" y="3121025"/>
            <a:ext cx="990600" cy="1143000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6729" y="37265"/>
                </a:moveTo>
                <a:cubicBezTo>
                  <a:pt x="2432" y="33187"/>
                  <a:pt x="0" y="275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6537" y="43200"/>
                  <a:pt x="11635" y="41421"/>
                  <a:pt x="7750" y="38176"/>
                </a:cubicBezTo>
              </a:path>
              <a:path w="43200" h="43200" stroke="0" extrusionOk="0">
                <a:moveTo>
                  <a:pt x="6729" y="37265"/>
                </a:moveTo>
                <a:cubicBezTo>
                  <a:pt x="2432" y="33187"/>
                  <a:pt x="0" y="275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6537" y="43200"/>
                  <a:pt x="11635" y="41421"/>
                  <a:pt x="7750" y="38176"/>
                </a:cubicBezTo>
                <a:lnTo>
                  <a:pt x="21600" y="21600"/>
                </a:lnTo>
                <a:lnTo>
                  <a:pt x="6729" y="37265"/>
                </a:lnTo>
                <a:close/>
              </a:path>
            </a:pathLst>
          </a:custGeom>
          <a:noFill/>
          <a:ln w="38100">
            <a:solidFill>
              <a:srgbClr val="D6009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5" name="AutoShape 11"/>
          <p:cNvSpPr>
            <a:spLocks noChangeArrowheads="1"/>
          </p:cNvSpPr>
          <p:nvPr/>
        </p:nvSpPr>
        <p:spPr bwMode="auto">
          <a:xfrm rot="5400000">
            <a:off x="7962900" y="2247900"/>
            <a:ext cx="609600" cy="533400"/>
          </a:xfrm>
          <a:prstGeom prst="wedgeEllipseCallout">
            <a:avLst>
              <a:gd name="adj1" fmla="val 112236"/>
              <a:gd name="adj2" fmla="val 269639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endParaRPr kumimoji="1" lang="en-US" altLang="zh-CN" sz="36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3886200" y="3429000"/>
            <a:ext cx="4572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7391400" y="3810000"/>
            <a:ext cx="3810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048000" y="3505200"/>
            <a:ext cx="228600" cy="3810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3657600" y="3733800"/>
            <a:ext cx="228600" cy="3810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2762250" y="31384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2749550" y="4114800"/>
          <a:ext cx="46418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" name="Equation" r:id="rId11" imgW="5105400" imgH="1104900" progId="Equation.3">
                  <p:embed/>
                </p:oleObj>
              </mc:Choice>
              <mc:Fallback>
                <p:oleObj name="Equation" r:id="rId11" imgW="5105400" imgH="1104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4114800"/>
                        <a:ext cx="46418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6400800" y="3276600"/>
            <a:ext cx="152400" cy="3048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1219200" y="626268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这就是理想气体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分子按平动动能分布定律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6553200" y="3886200"/>
            <a:ext cx="3048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 flipV="1">
            <a:off x="1143000" y="6172200"/>
            <a:ext cx="6096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6" name="AutoShape 22"/>
          <p:cNvSpPr>
            <a:spLocks noChangeArrowheads="1"/>
          </p:cNvSpPr>
          <p:nvPr/>
        </p:nvSpPr>
        <p:spPr bwMode="auto">
          <a:xfrm rot="5400000">
            <a:off x="8039100" y="4000500"/>
            <a:ext cx="685800" cy="914400"/>
          </a:xfrm>
          <a:prstGeom prst="wedgeEllipseCallout">
            <a:avLst>
              <a:gd name="adj1" fmla="val -82181"/>
              <a:gd name="adj2" fmla="val 5815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vdv</a:t>
            </a:r>
            <a:endParaRPr kumimoji="1" lang="en-US" altLang="zh-CN" sz="36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7" name="Arc 23"/>
          <p:cNvSpPr/>
          <p:nvPr/>
        </p:nvSpPr>
        <p:spPr bwMode="auto">
          <a:xfrm rot="10800000">
            <a:off x="7162800" y="3048000"/>
            <a:ext cx="762000" cy="1143000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3926" y="9182"/>
                </a:moveTo>
                <a:cubicBezTo>
                  <a:pt x="7970" y="3426"/>
                  <a:pt x="1456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325"/>
                  <a:pt x="744" y="15094"/>
                  <a:pt x="2176" y="12149"/>
                </a:cubicBezTo>
              </a:path>
              <a:path w="43200" h="43200" stroke="0" extrusionOk="0">
                <a:moveTo>
                  <a:pt x="3926" y="9182"/>
                </a:moveTo>
                <a:cubicBezTo>
                  <a:pt x="7970" y="3426"/>
                  <a:pt x="1456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325"/>
                  <a:pt x="744" y="15094"/>
                  <a:pt x="2176" y="12149"/>
                </a:cubicBezTo>
                <a:lnTo>
                  <a:pt x="21600" y="21600"/>
                </a:lnTo>
                <a:lnTo>
                  <a:pt x="3926" y="9182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49" name="Object 25"/>
          <p:cNvGraphicFramePr>
            <a:graphicFrameLocks noChangeAspect="1"/>
          </p:cNvGraphicFramePr>
          <p:nvPr/>
        </p:nvGraphicFramePr>
        <p:xfrm>
          <a:off x="1524000" y="5105400"/>
          <a:ext cx="51403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8" name="Equation" r:id="rId13" imgW="5664200" imgH="1104900" progId="Equation.3">
                  <p:embed/>
                </p:oleObj>
              </mc:Choice>
              <mc:Fallback>
                <p:oleObj name="Equation" r:id="rId13" imgW="5664200" imgH="11049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105400"/>
                        <a:ext cx="51403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utoUpdateAnimBg="0"/>
      <p:bldP spid="52227" grpId="0" autoUpdateAnimBg="0"/>
      <p:bldP spid="52230" grpId="0" autoUpdateAnimBg="0"/>
      <p:bldP spid="52234" grpId="0" animBg="1"/>
      <p:bldP spid="52235" grpId="0" animBg="1" autoUpdateAnimBg="0"/>
      <p:bldP spid="52236" grpId="0" animBg="1"/>
      <p:bldP spid="52237" grpId="0" animBg="1"/>
      <p:bldP spid="52238" grpId="0" animBg="1"/>
      <p:bldP spid="52239" grpId="0" animBg="1"/>
      <p:bldP spid="52240" grpId="0" autoUpdateAnimBg="0"/>
      <p:bldP spid="52242" grpId="0" animBg="1"/>
      <p:bldP spid="52243" grpId="0" autoUpdateAnimBg="0"/>
      <p:bldP spid="52244" grpId="0" animBg="1"/>
      <p:bldP spid="52245" grpId="0" animBg="1"/>
      <p:bldP spid="52246" grpId="0" animBg="1" autoUpdateAnimBg="0"/>
      <p:bldP spid="522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457200" y="4510088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分子的平均平动动能为：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2173288" y="5013325"/>
          <a:ext cx="2286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6" name="Equation" r:id="rId1" imgW="2565400" imgH="685800" progId="Equation.3">
                  <p:embed/>
                </p:oleObj>
              </mc:Choice>
              <mc:Fallback>
                <p:oleObj name="Equation" r:id="rId1" imgW="256540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5013325"/>
                        <a:ext cx="22860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2" name="Group 4"/>
          <p:cNvGrpSpPr/>
          <p:nvPr/>
        </p:nvGrpSpPr>
        <p:grpSpPr bwMode="auto">
          <a:xfrm>
            <a:off x="1304925" y="3581400"/>
            <a:ext cx="6391275" cy="927100"/>
            <a:chOff x="380" y="860"/>
            <a:chExt cx="4218" cy="584"/>
          </a:xfrm>
        </p:grpSpPr>
        <p:graphicFrame>
          <p:nvGraphicFramePr>
            <p:cNvPr id="73757" name="Object 5"/>
            <p:cNvGraphicFramePr>
              <a:graphicFrameLocks noChangeAspect="1"/>
            </p:cNvGraphicFramePr>
            <p:nvPr/>
          </p:nvGraphicFramePr>
          <p:xfrm>
            <a:off x="380" y="1029"/>
            <a:ext cx="107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07" name="Equation" r:id="rId3" imgW="1778000" imgH="482600" progId="Equation.3">
                    <p:embed/>
                  </p:oleObj>
                </mc:Choice>
                <mc:Fallback>
                  <p:oleObj name="Equation" r:id="rId3" imgW="1778000" imgH="48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1029"/>
                          <a:ext cx="107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58" name="Object 6"/>
            <p:cNvGraphicFramePr>
              <a:graphicFrameLocks noChangeAspect="1"/>
            </p:cNvGraphicFramePr>
            <p:nvPr/>
          </p:nvGraphicFramePr>
          <p:xfrm>
            <a:off x="1529" y="860"/>
            <a:ext cx="3069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08" name="Equation" r:id="rId5" imgW="5105400" imgH="1104900" progId="Equation.3">
                    <p:embed/>
                  </p:oleObj>
                </mc:Choice>
                <mc:Fallback>
                  <p:oleObj name="Equation" r:id="rId5" imgW="5105400" imgH="1104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9" y="860"/>
                          <a:ext cx="3069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5" name="Group 7"/>
          <p:cNvGrpSpPr/>
          <p:nvPr/>
        </p:nvGrpSpPr>
        <p:grpSpPr bwMode="auto">
          <a:xfrm>
            <a:off x="1295400" y="5122863"/>
            <a:ext cx="725488" cy="592137"/>
            <a:chOff x="240" y="1600"/>
            <a:chExt cx="457" cy="373"/>
          </a:xfrm>
        </p:grpSpPr>
        <p:graphicFrame>
          <p:nvGraphicFramePr>
            <p:cNvPr id="73755" name="Object 8"/>
            <p:cNvGraphicFramePr>
              <a:graphicFrameLocks noChangeAspect="1"/>
            </p:cNvGraphicFramePr>
            <p:nvPr/>
          </p:nvGraphicFramePr>
          <p:xfrm>
            <a:off x="262" y="1600"/>
            <a:ext cx="435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09" name="Equation" r:id="rId7" imgW="711200" imgH="482600" progId="Equation.3">
                    <p:embed/>
                  </p:oleObj>
                </mc:Choice>
                <mc:Fallback>
                  <p:oleObj name="Equation" r:id="rId7" imgW="711200" imgH="482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" y="1600"/>
                          <a:ext cx="435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6" name="Line 9"/>
            <p:cNvSpPr>
              <a:spLocks noChangeShapeType="1"/>
            </p:cNvSpPr>
            <p:nvPr/>
          </p:nvSpPr>
          <p:spPr bwMode="auto">
            <a:xfrm>
              <a:off x="240" y="1680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3259" name="Group 11"/>
          <p:cNvGrpSpPr/>
          <p:nvPr/>
        </p:nvGrpSpPr>
        <p:grpSpPr bwMode="auto">
          <a:xfrm>
            <a:off x="5943600" y="4648200"/>
            <a:ext cx="3200400" cy="914400"/>
            <a:chOff x="3744" y="2928"/>
            <a:chExt cx="2016" cy="576"/>
          </a:xfrm>
        </p:grpSpPr>
        <p:graphicFrame>
          <p:nvGraphicFramePr>
            <p:cNvPr id="73751" name="Object 12"/>
            <p:cNvGraphicFramePr>
              <a:graphicFrameLocks noChangeAspect="1"/>
            </p:cNvGraphicFramePr>
            <p:nvPr/>
          </p:nvGraphicFramePr>
          <p:xfrm>
            <a:off x="4451" y="2950"/>
            <a:ext cx="1128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0" name="Equation" r:id="rId9" imgW="1727200" imgH="901700" progId="Equation.3">
                    <p:embed/>
                  </p:oleObj>
                </mc:Choice>
                <mc:Fallback>
                  <p:oleObj name="Equation" r:id="rId9" imgW="1727200" imgH="9017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2950"/>
                          <a:ext cx="1128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2" name="Line 13"/>
            <p:cNvSpPr>
              <a:spLocks noChangeShapeType="1"/>
            </p:cNvSpPr>
            <p:nvPr/>
          </p:nvSpPr>
          <p:spPr bwMode="auto">
            <a:xfrm>
              <a:off x="4464" y="307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753" name="Rectangle 14"/>
            <p:cNvSpPr>
              <a:spLocks noChangeArrowheads="1"/>
            </p:cNvSpPr>
            <p:nvPr/>
          </p:nvSpPr>
          <p:spPr bwMode="auto">
            <a:xfrm>
              <a:off x="4272" y="2928"/>
              <a:ext cx="1488" cy="576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3754" name="Object 15"/>
            <p:cNvGraphicFramePr>
              <a:graphicFrameLocks noChangeAspect="1"/>
            </p:cNvGraphicFramePr>
            <p:nvPr/>
          </p:nvGraphicFramePr>
          <p:xfrm>
            <a:off x="3744" y="2928"/>
            <a:ext cx="576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1" name="剪辑" r:id="rId11" imgW="4267200" imgH="3937000" progId="MS_ClipArt_Gallery.2">
                    <p:embed/>
                  </p:oleObj>
                </mc:Choice>
                <mc:Fallback>
                  <p:oleObj name="剪辑" r:id="rId11" imgW="4267200" imgH="3937000" progId="MS_ClipArt_Gallery.2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928"/>
                          <a:ext cx="576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1752600" y="5618163"/>
          <a:ext cx="49530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2" name="Equation" r:id="rId13" imgW="5575300" imgH="1104900" progId="Equation.3">
                  <p:embed/>
                </p:oleObj>
              </mc:Choice>
              <mc:Fallback>
                <p:oleObj name="Equation" r:id="rId13" imgW="5575300" imgH="11049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18163"/>
                        <a:ext cx="495300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6781800" y="5791200"/>
          <a:ext cx="11826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3" name="Equation" r:id="rId15" imgW="1244600" imgH="901700" progId="Equation.3">
                  <p:embed/>
                </p:oleObj>
              </mc:Choice>
              <mc:Fallback>
                <p:oleObj name="Equation" r:id="rId15" imgW="1244600" imgH="9017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791200"/>
                        <a:ext cx="11826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730250" y="12192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最可几动能：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CC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1873250" y="1752600"/>
          <a:ext cx="2209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4" name="Equation" r:id="rId17" imgW="2679700" imgH="1104900" progId="Equation.3">
                  <p:embed/>
                </p:oleObj>
              </mc:Choice>
              <mc:Fallback>
                <p:oleObj name="Equation" r:id="rId17" imgW="2679700" imgH="11049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1752600"/>
                        <a:ext cx="22098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20"/>
          <p:cNvGraphicFramePr>
            <a:graphicFrameLocks noChangeAspect="1"/>
          </p:cNvGraphicFramePr>
          <p:nvPr/>
        </p:nvGraphicFramePr>
        <p:xfrm>
          <a:off x="4768850" y="1752600"/>
          <a:ext cx="2514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5" name="Equation" r:id="rId19" imgW="3225800" imgH="901700" progId="Equation.3">
                  <p:embed/>
                </p:oleObj>
              </mc:Choice>
              <mc:Fallback>
                <p:oleObj name="Equation" r:id="rId19" imgW="3225800" imgH="9017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1752600"/>
                        <a:ext cx="2514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2362200" y="2667000"/>
          <a:ext cx="20177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6" name="Equation" r:id="rId21" imgW="2133600" imgH="901700" progId="Equation.3">
                  <p:embed/>
                </p:oleObj>
              </mc:Choice>
              <mc:Fallback>
                <p:oleObj name="Equation" r:id="rId21" imgW="2133600" imgH="901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667000"/>
                        <a:ext cx="2017713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/>
          <p:cNvGraphicFramePr>
            <a:graphicFrameLocks noChangeAspect="1"/>
          </p:cNvGraphicFramePr>
          <p:nvPr/>
        </p:nvGraphicFramePr>
        <p:xfrm>
          <a:off x="4495800" y="2697163"/>
          <a:ext cx="26670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7" name="Equation" r:id="rId23" imgW="3378200" imgH="901700" progId="Equation.3">
                  <p:embed/>
                </p:oleObj>
              </mc:Choice>
              <mc:Fallback>
                <p:oleObj name="Equation" r:id="rId23" imgW="3378200" imgH="9017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697163"/>
                        <a:ext cx="26670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1" name="AutoShape 23"/>
          <p:cNvSpPr>
            <a:spLocks noChangeArrowheads="1"/>
          </p:cNvSpPr>
          <p:nvPr/>
        </p:nvSpPr>
        <p:spPr bwMode="auto">
          <a:xfrm>
            <a:off x="457200" y="2362200"/>
            <a:ext cx="1371600" cy="1219200"/>
          </a:xfrm>
          <a:prstGeom prst="irregularSeal1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72" name="Line 24"/>
          <p:cNvSpPr>
            <a:spLocks noChangeShapeType="1"/>
          </p:cNvSpPr>
          <p:nvPr/>
        </p:nvSpPr>
        <p:spPr bwMode="auto">
          <a:xfrm>
            <a:off x="1752600" y="3048000"/>
            <a:ext cx="609600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3" name="Text Box 25"/>
          <p:cNvSpPr txBox="1">
            <a:spLocks noChangeArrowheads="1"/>
          </p:cNvSpPr>
          <p:nvPr/>
        </p:nvSpPr>
        <p:spPr bwMode="auto">
          <a:xfrm>
            <a:off x="517525" y="3763963"/>
            <a:ext cx="995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又：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7696200" y="3695700"/>
          <a:ext cx="1016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8" name="Equation" r:id="rId25" imgW="1016000" imgH="901700" progId="Equation.3">
                  <p:embed/>
                </p:oleObj>
              </mc:Choice>
              <mc:Fallback>
                <p:oleObj name="Equation" r:id="rId25" imgW="1016000" imgH="9017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695700"/>
                        <a:ext cx="1016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75" name="Group 27"/>
          <p:cNvGrpSpPr/>
          <p:nvPr/>
        </p:nvGrpSpPr>
        <p:grpSpPr bwMode="auto">
          <a:xfrm>
            <a:off x="0" y="0"/>
            <a:ext cx="6781800" cy="1143000"/>
            <a:chOff x="0" y="0"/>
            <a:chExt cx="4272" cy="720"/>
          </a:xfrm>
        </p:grpSpPr>
        <p:grpSp>
          <p:nvGrpSpPr>
            <p:cNvPr id="73747" name="Group 28"/>
            <p:cNvGrpSpPr/>
            <p:nvPr/>
          </p:nvGrpSpPr>
          <p:grpSpPr bwMode="auto">
            <a:xfrm>
              <a:off x="672" y="48"/>
              <a:ext cx="3600" cy="672"/>
              <a:chOff x="240" y="0"/>
              <a:chExt cx="3600" cy="672"/>
            </a:xfrm>
          </p:grpSpPr>
          <p:graphicFrame>
            <p:nvGraphicFramePr>
              <p:cNvPr id="73749" name="Object 29"/>
              <p:cNvGraphicFramePr>
                <a:graphicFrameLocks noChangeAspect="1"/>
              </p:cNvGraphicFramePr>
              <p:nvPr/>
            </p:nvGraphicFramePr>
            <p:xfrm>
              <a:off x="384" y="0"/>
              <a:ext cx="3238" cy="6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19" name="Equation" r:id="rId27" imgW="5664200" imgH="1104900" progId="Equation.3">
                      <p:embed/>
                    </p:oleObj>
                  </mc:Choice>
                  <mc:Fallback>
                    <p:oleObj name="Equation" r:id="rId27" imgW="5664200" imgH="11049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" y="0"/>
                            <a:ext cx="3238" cy="6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750" name="Rectangle 30"/>
              <p:cNvSpPr>
                <a:spLocks noChangeArrowheads="1"/>
              </p:cNvSpPr>
              <p:nvPr/>
            </p:nvSpPr>
            <p:spPr bwMode="auto">
              <a:xfrm>
                <a:off x="240" y="0"/>
                <a:ext cx="3600" cy="672"/>
              </a:xfrm>
              <a:prstGeom prst="rect">
                <a:avLst/>
              </a:prstGeom>
              <a:noFill/>
              <a:ln w="38100">
                <a:solidFill>
                  <a:srgbClr val="FF99CC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73748" name="Object 31"/>
            <p:cNvGraphicFramePr>
              <a:graphicFrameLocks noChangeAspect="1"/>
            </p:cNvGraphicFramePr>
            <p:nvPr/>
          </p:nvGraphicFramePr>
          <p:xfrm>
            <a:off x="0" y="0"/>
            <a:ext cx="67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20" name="剪辑" r:id="rId29" imgW="4267200" imgH="3937000" progId="MS_ClipArt_Gallery.2">
                    <p:embed/>
                  </p:oleObj>
                </mc:Choice>
                <mc:Fallback>
                  <p:oleObj name="剪辑" r:id="rId29" imgW="4267200" imgH="3937000" progId="MS_ClipArt_Gallery.2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672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75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66" grpId="0" autoUpdateAnimBg="0"/>
      <p:bldP spid="53271" grpId="0" animBg="1" autoUpdateAnimBg="0"/>
      <p:bldP spid="53272" grpId="0" animBg="1"/>
      <p:bldP spid="53273" grpId="0" autoUpdateAnimBg="0"/>
    </p:bldLst>
  </p:timing>
</p:sld>
</file>

<file path=ppt/tags/tag1.xml><?xml version="1.0" encoding="utf-8"?>
<p:tagLst xmlns:p="http://schemas.openxmlformats.org/presentationml/2006/main">
  <p:tag name="KSO_WPP_MARK_KEY" val="0fbe17bb-dacd-47cf-a14a-50064cda108b"/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2_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C0504D"/>
      </a:accent2>
      <a:accent3>
        <a:srgbClr val="FFFFFF"/>
      </a:accent3>
      <a:accent4>
        <a:srgbClr val="000000"/>
      </a:accent4>
      <a:accent5>
        <a:srgbClr val="AAAAFF"/>
      </a:accent5>
      <a:accent6>
        <a:srgbClr val="AE4845"/>
      </a:accent6>
      <a:hlink>
        <a:srgbClr val="0000FF"/>
      </a:hlink>
      <a:folHlink>
        <a:srgbClr val="FF3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000F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000F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AE4845"/>
        </a:accent6>
        <a:hlink>
          <a:srgbClr val="0000FF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2847</Words>
  <Application>WPS 演示</Application>
  <PresentationFormat>全屏显示(4:3)</PresentationFormat>
  <Paragraphs>426</Paragraphs>
  <Slides>24</Slides>
  <Notes>2</Notes>
  <HiddenSlides>0</HiddenSlides>
  <MMClips>4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186</vt:i4>
      </vt:variant>
      <vt:variant>
        <vt:lpstr>幻灯片标题</vt:lpstr>
      </vt:variant>
      <vt:variant>
        <vt:i4>24</vt:i4>
      </vt:variant>
    </vt:vector>
  </HeadingPairs>
  <TitlesOfParts>
    <vt:vector size="236" baseType="lpstr">
      <vt:lpstr>Arial</vt:lpstr>
      <vt:lpstr>宋体</vt:lpstr>
      <vt:lpstr>Wingdings</vt:lpstr>
      <vt:lpstr>Times New Roman</vt:lpstr>
      <vt:lpstr>Calibri</vt:lpstr>
      <vt:lpstr>Times New Roman</vt:lpstr>
      <vt:lpstr>楷体_GB2312</vt:lpstr>
      <vt:lpstr>新宋体</vt:lpstr>
      <vt:lpstr>Symbol</vt:lpstr>
      <vt:lpstr>隶书</vt:lpstr>
      <vt:lpstr>微软雅黑</vt:lpstr>
      <vt:lpstr>Arial Unicode MS</vt:lpstr>
      <vt:lpstr>黑体</vt:lpstr>
      <vt:lpstr>Symbol</vt:lpstr>
      <vt:lpstr>Bookman Old Style</vt:lpstr>
      <vt:lpstr>华文中宋</vt:lpstr>
      <vt:lpstr>_x000B__x000C_</vt:lpstr>
      <vt:lpstr>Tahoma</vt:lpstr>
      <vt:lpstr>Book Antiqua</vt:lpstr>
      <vt:lpstr>仿宋_GB2312</vt:lpstr>
      <vt:lpstr>仿宋</vt:lpstr>
      <vt:lpstr>Segoe Print</vt:lpstr>
      <vt:lpstr>默认设计模板</vt:lpstr>
      <vt:lpstr>2_默认设计模板</vt:lpstr>
      <vt:lpstr>1_默认设计模板</vt:lpstr>
      <vt:lpstr>Office Theme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DREAM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WXL</dc:creator>
  <cp:lastModifiedBy>WPS_1631981099</cp:lastModifiedBy>
  <cp:revision>226</cp:revision>
  <dcterms:created xsi:type="dcterms:W3CDTF">2003-04-15T13:50:00Z</dcterms:created>
  <dcterms:modified xsi:type="dcterms:W3CDTF">2024-04-16T08:04:19Z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BC4485714C29493CBDC63916F0FCEA1C</vt:lpwstr>
  </property>
  <property fmtid="{D5CDD505-2E9C-101B-9397-08002B2CF9AE}" pid="3" name="KSOProductBuildVer">
    <vt:lpwstr>2052-12.1.0.16729</vt:lpwstr>
  </property>
</Properties>
</file>