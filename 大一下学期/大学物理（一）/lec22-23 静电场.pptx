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3" r:id="rId4"/>
  </p:sldMasterIdLst>
  <p:notesMasterIdLst>
    <p:notesMasterId r:id="rId31"/>
  </p:notesMasterIdLst>
  <p:handoutMasterIdLst>
    <p:handoutMasterId r:id="rId48"/>
  </p:handoutMasterIdLst>
  <p:sldIdLst>
    <p:sldId id="473" r:id="rId5"/>
    <p:sldId id="475" r:id="rId6"/>
    <p:sldId id="458" r:id="rId7"/>
    <p:sldId id="459" r:id="rId8"/>
    <p:sldId id="441" r:id="rId9"/>
    <p:sldId id="709" r:id="rId10"/>
    <p:sldId id="795" r:id="rId11"/>
    <p:sldId id="796" r:id="rId12"/>
    <p:sldId id="713" r:id="rId13"/>
    <p:sldId id="797" r:id="rId14"/>
    <p:sldId id="800" r:id="rId15"/>
    <p:sldId id="802" r:id="rId16"/>
    <p:sldId id="804" r:id="rId17"/>
    <p:sldId id="718" r:id="rId18"/>
    <p:sldId id="719" r:id="rId19"/>
    <p:sldId id="720" r:id="rId20"/>
    <p:sldId id="721" r:id="rId21"/>
    <p:sldId id="722" r:id="rId22"/>
    <p:sldId id="723" r:id="rId23"/>
    <p:sldId id="724" r:id="rId24"/>
    <p:sldId id="725" r:id="rId25"/>
    <p:sldId id="726" r:id="rId26"/>
    <p:sldId id="727" r:id="rId27"/>
    <p:sldId id="728" r:id="rId28"/>
    <p:sldId id="729" r:id="rId29"/>
    <p:sldId id="805" r:id="rId30"/>
    <p:sldId id="806" r:id="rId32"/>
    <p:sldId id="807" r:id="rId33"/>
    <p:sldId id="808" r:id="rId34"/>
    <p:sldId id="809" r:id="rId35"/>
    <p:sldId id="810" r:id="rId36"/>
    <p:sldId id="811" r:id="rId37"/>
    <p:sldId id="812" r:id="rId38"/>
    <p:sldId id="813" r:id="rId39"/>
    <p:sldId id="814" r:id="rId40"/>
    <p:sldId id="815" r:id="rId41"/>
    <p:sldId id="816" r:id="rId42"/>
    <p:sldId id="817" r:id="rId43"/>
    <p:sldId id="818" r:id="rId44"/>
    <p:sldId id="819" r:id="rId45"/>
    <p:sldId id="820" r:id="rId46"/>
    <p:sldId id="821" r:id="rId47"/>
  </p:sldIdLst>
  <p:sldSz cx="9144000" cy="6858000" type="screen4x3"/>
  <p:notesSz cx="6834505" cy="9979025"/>
  <p:custDataLst>
    <p:tags r:id="rId5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800000"/>
    <a:srgbClr val="0000FF"/>
    <a:srgbClr val="33CCFF"/>
    <a:srgbClr val="3399FF"/>
    <a:srgbClr val="FFFF00"/>
    <a:srgbClr val="CC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977"/>
    <p:restoredTop sz="99472"/>
  </p:normalViewPr>
  <p:slideViewPr>
    <p:cSldViewPr showGuides="1">
      <p:cViewPr varScale="1">
        <p:scale>
          <a:sx n="99" d="100"/>
          <a:sy n="99" d="100"/>
        </p:scale>
        <p:origin x="140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2" Type="http://schemas.openxmlformats.org/officeDocument/2006/relationships/tags" Target="tags/tag1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1.xml"/><Relationship Id="rId49" Type="http://schemas.openxmlformats.org/officeDocument/2006/relationships/presProps" Target="presProps.xml"/><Relationship Id="rId48" Type="http://schemas.openxmlformats.org/officeDocument/2006/relationships/handoutMaster" Target="handoutMasters/handoutMaster1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image" Target="../media/image16.wmf"/><Relationship Id="rId7" Type="http://schemas.openxmlformats.org/officeDocument/2006/relationships/image" Target="../media/image15.w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1" Type="http://schemas.openxmlformats.org/officeDocument/2006/relationships/image" Target="../media/image19.wmf"/><Relationship Id="rId10" Type="http://schemas.openxmlformats.org/officeDocument/2006/relationships/image" Target="../media/image18.e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1" Type="http://schemas.openxmlformats.org/officeDocument/2006/relationships/image" Target="../media/image30.wmf"/><Relationship Id="rId10" Type="http://schemas.openxmlformats.org/officeDocument/2006/relationships/image" Target="../media/image29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7" Type="http://schemas.openxmlformats.org/officeDocument/2006/relationships/image" Target="../media/image35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Relationship Id="rId3" Type="http://schemas.openxmlformats.org/officeDocument/2006/relationships/image" Target="../media/image31.e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38.emf"/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7" Type="http://schemas.openxmlformats.org/officeDocument/2006/relationships/image" Target="../media/image50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61.wmf"/><Relationship Id="rId8" Type="http://schemas.openxmlformats.org/officeDocument/2006/relationships/image" Target="../media/image60.wmf"/><Relationship Id="rId7" Type="http://schemas.openxmlformats.org/officeDocument/2006/relationships/image" Target="../media/image59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3" Type="http://schemas.openxmlformats.org/officeDocument/2006/relationships/image" Target="../media/image65.wmf"/><Relationship Id="rId12" Type="http://schemas.openxmlformats.org/officeDocument/2006/relationships/image" Target="../media/image64.wmf"/><Relationship Id="rId11" Type="http://schemas.openxmlformats.org/officeDocument/2006/relationships/image" Target="../media/image63.emf"/><Relationship Id="rId10" Type="http://schemas.openxmlformats.org/officeDocument/2006/relationships/image" Target="../media/image62.wmf"/><Relationship Id="rId1" Type="http://schemas.openxmlformats.org/officeDocument/2006/relationships/image" Target="../media/image53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74.wmf"/><Relationship Id="rId8" Type="http://schemas.openxmlformats.org/officeDocument/2006/relationships/image" Target="../media/image73.wmf"/><Relationship Id="rId7" Type="http://schemas.openxmlformats.org/officeDocument/2006/relationships/image" Target="../media/image72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6" Type="http://schemas.openxmlformats.org/officeDocument/2006/relationships/image" Target="../media/image81.wmf"/><Relationship Id="rId15" Type="http://schemas.openxmlformats.org/officeDocument/2006/relationships/image" Target="../media/image80.emf"/><Relationship Id="rId14" Type="http://schemas.openxmlformats.org/officeDocument/2006/relationships/image" Target="../media/image79.emf"/><Relationship Id="rId13" Type="http://schemas.openxmlformats.org/officeDocument/2006/relationships/image" Target="../media/image78.wmf"/><Relationship Id="rId12" Type="http://schemas.openxmlformats.org/officeDocument/2006/relationships/image" Target="../media/image77.emf"/><Relationship Id="rId11" Type="http://schemas.openxmlformats.org/officeDocument/2006/relationships/image" Target="../media/image76.wmf"/><Relationship Id="rId10" Type="http://schemas.openxmlformats.org/officeDocument/2006/relationships/image" Target="../media/image75.wmf"/><Relationship Id="rId1" Type="http://schemas.openxmlformats.org/officeDocument/2006/relationships/image" Target="../media/image66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90.emf"/><Relationship Id="rId8" Type="http://schemas.openxmlformats.org/officeDocument/2006/relationships/image" Target="../media/image89.emf"/><Relationship Id="rId7" Type="http://schemas.openxmlformats.org/officeDocument/2006/relationships/image" Target="../media/image88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Relationship Id="rId3" Type="http://schemas.openxmlformats.org/officeDocument/2006/relationships/image" Target="../media/image84.wmf"/><Relationship Id="rId2" Type="http://schemas.openxmlformats.org/officeDocument/2006/relationships/image" Target="../media/image83.emf"/><Relationship Id="rId10" Type="http://schemas.openxmlformats.org/officeDocument/2006/relationships/image" Target="../media/image91.emf"/><Relationship Id="rId1" Type="http://schemas.openxmlformats.org/officeDocument/2006/relationships/image" Target="../media/image82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84.wmf"/><Relationship Id="rId8" Type="http://schemas.openxmlformats.org/officeDocument/2006/relationships/image" Target="../media/image98.emf"/><Relationship Id="rId7" Type="http://schemas.openxmlformats.org/officeDocument/2006/relationships/image" Target="../media/image82.wmf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2" Type="http://schemas.openxmlformats.org/officeDocument/2006/relationships/image" Target="../media/image101.emf"/><Relationship Id="rId11" Type="http://schemas.openxmlformats.org/officeDocument/2006/relationships/image" Target="../media/image100.emf"/><Relationship Id="rId10" Type="http://schemas.openxmlformats.org/officeDocument/2006/relationships/image" Target="../media/image99.emf"/><Relationship Id="rId1" Type="http://schemas.openxmlformats.org/officeDocument/2006/relationships/image" Target="../media/image92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0.wmf"/><Relationship Id="rId8" Type="http://schemas.openxmlformats.org/officeDocument/2006/relationships/image" Target="../media/image109.wmf"/><Relationship Id="rId7" Type="http://schemas.openxmlformats.org/officeDocument/2006/relationships/image" Target="../media/image108.wmf"/><Relationship Id="rId6" Type="http://schemas.openxmlformats.org/officeDocument/2006/relationships/image" Target="../media/image107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Relationship Id="rId3" Type="http://schemas.openxmlformats.org/officeDocument/2006/relationships/image" Target="../media/image104.wmf"/><Relationship Id="rId20" Type="http://schemas.openxmlformats.org/officeDocument/2006/relationships/image" Target="../media/image121.wmf"/><Relationship Id="rId2" Type="http://schemas.openxmlformats.org/officeDocument/2006/relationships/image" Target="../media/image103.wmf"/><Relationship Id="rId19" Type="http://schemas.openxmlformats.org/officeDocument/2006/relationships/image" Target="../media/image120.wmf"/><Relationship Id="rId18" Type="http://schemas.openxmlformats.org/officeDocument/2006/relationships/image" Target="../media/image119.wmf"/><Relationship Id="rId17" Type="http://schemas.openxmlformats.org/officeDocument/2006/relationships/image" Target="../media/image118.wmf"/><Relationship Id="rId16" Type="http://schemas.openxmlformats.org/officeDocument/2006/relationships/image" Target="../media/image117.wmf"/><Relationship Id="rId15" Type="http://schemas.openxmlformats.org/officeDocument/2006/relationships/image" Target="../media/image116.wmf"/><Relationship Id="rId14" Type="http://schemas.openxmlformats.org/officeDocument/2006/relationships/image" Target="../media/image115.wmf"/><Relationship Id="rId13" Type="http://schemas.openxmlformats.org/officeDocument/2006/relationships/image" Target="../media/image114.wmf"/><Relationship Id="rId12" Type="http://schemas.openxmlformats.org/officeDocument/2006/relationships/image" Target="../media/image113.wmf"/><Relationship Id="rId11" Type="http://schemas.openxmlformats.org/officeDocument/2006/relationships/image" Target="../media/image112.wmf"/><Relationship Id="rId10" Type="http://schemas.openxmlformats.org/officeDocument/2006/relationships/image" Target="../media/image111.wmf"/><Relationship Id="rId1" Type="http://schemas.openxmlformats.org/officeDocument/2006/relationships/image" Target="../media/image102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wmf"/><Relationship Id="rId8" Type="http://schemas.openxmlformats.org/officeDocument/2006/relationships/image" Target="../media/image109.wmf"/><Relationship Id="rId7" Type="http://schemas.openxmlformats.org/officeDocument/2006/relationships/image" Target="../media/image104.w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2" Type="http://schemas.openxmlformats.org/officeDocument/2006/relationships/image" Target="../media/image120.wmf"/><Relationship Id="rId11" Type="http://schemas.openxmlformats.org/officeDocument/2006/relationships/image" Target="../media/image119.wmf"/><Relationship Id="rId10" Type="http://schemas.openxmlformats.org/officeDocument/2006/relationships/image" Target="../media/image118.wmf"/><Relationship Id="rId1" Type="http://schemas.openxmlformats.org/officeDocument/2006/relationships/image" Target="../media/image122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6.wmf"/><Relationship Id="rId8" Type="http://schemas.openxmlformats.org/officeDocument/2006/relationships/image" Target="../media/image135.wmf"/><Relationship Id="rId7" Type="http://schemas.openxmlformats.org/officeDocument/2006/relationships/image" Target="../media/image134.wmf"/><Relationship Id="rId6" Type="http://schemas.openxmlformats.org/officeDocument/2006/relationships/image" Target="../media/image133.wmf"/><Relationship Id="rId5" Type="http://schemas.openxmlformats.org/officeDocument/2006/relationships/image" Target="../media/image132.wmf"/><Relationship Id="rId4" Type="http://schemas.openxmlformats.org/officeDocument/2006/relationships/image" Target="../media/image131.wmf"/><Relationship Id="rId3" Type="http://schemas.openxmlformats.org/officeDocument/2006/relationships/image" Target="../media/image130.wmf"/><Relationship Id="rId2" Type="http://schemas.openxmlformats.org/officeDocument/2006/relationships/image" Target="../media/image129.wmf"/><Relationship Id="rId18" Type="http://schemas.openxmlformats.org/officeDocument/2006/relationships/image" Target="../media/image145.wmf"/><Relationship Id="rId17" Type="http://schemas.openxmlformats.org/officeDocument/2006/relationships/image" Target="../media/image144.wmf"/><Relationship Id="rId16" Type="http://schemas.openxmlformats.org/officeDocument/2006/relationships/image" Target="../media/image143.wmf"/><Relationship Id="rId15" Type="http://schemas.openxmlformats.org/officeDocument/2006/relationships/image" Target="../media/image142.wmf"/><Relationship Id="rId14" Type="http://schemas.openxmlformats.org/officeDocument/2006/relationships/image" Target="../media/image141.wmf"/><Relationship Id="rId13" Type="http://schemas.openxmlformats.org/officeDocument/2006/relationships/image" Target="../media/image140.wmf"/><Relationship Id="rId12" Type="http://schemas.openxmlformats.org/officeDocument/2006/relationships/image" Target="../media/image139.wmf"/><Relationship Id="rId11" Type="http://schemas.openxmlformats.org/officeDocument/2006/relationships/image" Target="../media/image138.wmf"/><Relationship Id="rId10" Type="http://schemas.openxmlformats.org/officeDocument/2006/relationships/image" Target="../media/image137.wmf"/><Relationship Id="rId1" Type="http://schemas.openxmlformats.org/officeDocument/2006/relationships/image" Target="../media/image128.e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4.wmf"/><Relationship Id="rId8" Type="http://schemas.openxmlformats.org/officeDocument/2006/relationships/image" Target="../media/image153.wmf"/><Relationship Id="rId7" Type="http://schemas.openxmlformats.org/officeDocument/2006/relationships/image" Target="../media/image152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Relationship Id="rId3" Type="http://schemas.openxmlformats.org/officeDocument/2006/relationships/image" Target="../media/image148.wmf"/><Relationship Id="rId2" Type="http://schemas.openxmlformats.org/officeDocument/2006/relationships/image" Target="../media/image147.wmf"/><Relationship Id="rId17" Type="http://schemas.openxmlformats.org/officeDocument/2006/relationships/image" Target="../media/image162.wmf"/><Relationship Id="rId16" Type="http://schemas.openxmlformats.org/officeDocument/2006/relationships/image" Target="../media/image161.wmf"/><Relationship Id="rId15" Type="http://schemas.openxmlformats.org/officeDocument/2006/relationships/image" Target="../media/image160.wmf"/><Relationship Id="rId14" Type="http://schemas.openxmlformats.org/officeDocument/2006/relationships/image" Target="../media/image159.wmf"/><Relationship Id="rId13" Type="http://schemas.openxmlformats.org/officeDocument/2006/relationships/image" Target="../media/image158.wmf"/><Relationship Id="rId12" Type="http://schemas.openxmlformats.org/officeDocument/2006/relationships/image" Target="../media/image157.wmf"/><Relationship Id="rId11" Type="http://schemas.openxmlformats.org/officeDocument/2006/relationships/image" Target="../media/image156.wmf"/><Relationship Id="rId10" Type="http://schemas.openxmlformats.org/officeDocument/2006/relationships/image" Target="../media/image155.wmf"/><Relationship Id="rId1" Type="http://schemas.openxmlformats.org/officeDocument/2006/relationships/image" Target="../media/image146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1.wmf"/><Relationship Id="rId8" Type="http://schemas.openxmlformats.org/officeDocument/2006/relationships/image" Target="../media/image170.emf"/><Relationship Id="rId7" Type="http://schemas.openxmlformats.org/officeDocument/2006/relationships/image" Target="../media/image169.wmf"/><Relationship Id="rId6" Type="http://schemas.openxmlformats.org/officeDocument/2006/relationships/image" Target="../media/image168.emf"/><Relationship Id="rId5" Type="http://schemas.openxmlformats.org/officeDocument/2006/relationships/image" Target="../media/image167.emf"/><Relationship Id="rId4" Type="http://schemas.openxmlformats.org/officeDocument/2006/relationships/image" Target="../media/image166.emf"/><Relationship Id="rId3" Type="http://schemas.openxmlformats.org/officeDocument/2006/relationships/image" Target="../media/image165.wmf"/><Relationship Id="rId2" Type="http://schemas.openxmlformats.org/officeDocument/2006/relationships/image" Target="../media/image164.wmf"/><Relationship Id="rId16" Type="http://schemas.openxmlformats.org/officeDocument/2006/relationships/image" Target="../media/image178.wmf"/><Relationship Id="rId15" Type="http://schemas.openxmlformats.org/officeDocument/2006/relationships/image" Target="../media/image177.emf"/><Relationship Id="rId14" Type="http://schemas.openxmlformats.org/officeDocument/2006/relationships/image" Target="../media/image176.wmf"/><Relationship Id="rId13" Type="http://schemas.openxmlformats.org/officeDocument/2006/relationships/image" Target="../media/image175.wmf"/><Relationship Id="rId12" Type="http://schemas.openxmlformats.org/officeDocument/2006/relationships/image" Target="../media/image174.emf"/><Relationship Id="rId11" Type="http://schemas.openxmlformats.org/officeDocument/2006/relationships/image" Target="../media/image173.wmf"/><Relationship Id="rId10" Type="http://schemas.openxmlformats.org/officeDocument/2006/relationships/image" Target="../media/image172.emf"/><Relationship Id="rId1" Type="http://schemas.openxmlformats.org/officeDocument/2006/relationships/image" Target="../media/image163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6.emf"/><Relationship Id="rId8" Type="http://schemas.openxmlformats.org/officeDocument/2006/relationships/image" Target="../media/image169.wmf"/><Relationship Id="rId7" Type="http://schemas.openxmlformats.org/officeDocument/2006/relationships/image" Target="../media/image185.emf"/><Relationship Id="rId6" Type="http://schemas.openxmlformats.org/officeDocument/2006/relationships/image" Target="../media/image184.emf"/><Relationship Id="rId5" Type="http://schemas.openxmlformats.org/officeDocument/2006/relationships/image" Target="../media/image183.emf"/><Relationship Id="rId4" Type="http://schemas.openxmlformats.org/officeDocument/2006/relationships/image" Target="../media/image182.wmf"/><Relationship Id="rId3" Type="http://schemas.openxmlformats.org/officeDocument/2006/relationships/image" Target="../media/image181.wmf"/><Relationship Id="rId2" Type="http://schemas.openxmlformats.org/officeDocument/2006/relationships/image" Target="../media/image180.wmf"/><Relationship Id="rId15" Type="http://schemas.openxmlformats.org/officeDocument/2006/relationships/image" Target="../media/image189.emf"/><Relationship Id="rId14" Type="http://schemas.openxmlformats.org/officeDocument/2006/relationships/image" Target="../media/image188.emf"/><Relationship Id="rId13" Type="http://schemas.openxmlformats.org/officeDocument/2006/relationships/image" Target="../media/image175.wmf"/><Relationship Id="rId12" Type="http://schemas.openxmlformats.org/officeDocument/2006/relationships/image" Target="../media/image173.wmf"/><Relationship Id="rId11" Type="http://schemas.openxmlformats.org/officeDocument/2006/relationships/image" Target="../media/image187.emf"/><Relationship Id="rId10" Type="http://schemas.openxmlformats.org/officeDocument/2006/relationships/image" Target="../media/image171.wmf"/><Relationship Id="rId1" Type="http://schemas.openxmlformats.org/officeDocument/2006/relationships/image" Target="../media/image179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7.wmf"/><Relationship Id="rId8" Type="http://schemas.openxmlformats.org/officeDocument/2006/relationships/image" Target="../media/image196.wmf"/><Relationship Id="rId7" Type="http://schemas.openxmlformats.org/officeDocument/2006/relationships/image" Target="../media/image195.wmf"/><Relationship Id="rId6" Type="http://schemas.openxmlformats.org/officeDocument/2006/relationships/image" Target="../media/image194.wmf"/><Relationship Id="rId5" Type="http://schemas.openxmlformats.org/officeDocument/2006/relationships/image" Target="../media/image193.wmf"/><Relationship Id="rId4" Type="http://schemas.openxmlformats.org/officeDocument/2006/relationships/image" Target="../media/image192.wmf"/><Relationship Id="rId3" Type="http://schemas.openxmlformats.org/officeDocument/2006/relationships/image" Target="../media/image169.wmf"/><Relationship Id="rId2" Type="http://schemas.openxmlformats.org/officeDocument/2006/relationships/image" Target="../media/image191.wmf"/><Relationship Id="rId18" Type="http://schemas.openxmlformats.org/officeDocument/2006/relationships/image" Target="../media/image206.wmf"/><Relationship Id="rId17" Type="http://schemas.openxmlformats.org/officeDocument/2006/relationships/image" Target="../media/image205.wmf"/><Relationship Id="rId16" Type="http://schemas.openxmlformats.org/officeDocument/2006/relationships/image" Target="../media/image204.emf"/><Relationship Id="rId15" Type="http://schemas.openxmlformats.org/officeDocument/2006/relationships/image" Target="../media/image203.emf"/><Relationship Id="rId14" Type="http://schemas.openxmlformats.org/officeDocument/2006/relationships/image" Target="../media/image202.emf"/><Relationship Id="rId13" Type="http://schemas.openxmlformats.org/officeDocument/2006/relationships/image" Target="../media/image201.wmf"/><Relationship Id="rId12" Type="http://schemas.openxmlformats.org/officeDocument/2006/relationships/image" Target="../media/image200.emf"/><Relationship Id="rId11" Type="http://schemas.openxmlformats.org/officeDocument/2006/relationships/image" Target="../media/image199.wmf"/><Relationship Id="rId10" Type="http://schemas.openxmlformats.org/officeDocument/2006/relationships/image" Target="../media/image198.emf"/><Relationship Id="rId1" Type="http://schemas.openxmlformats.org/officeDocument/2006/relationships/image" Target="../media/image190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10.wmf"/><Relationship Id="rId3" Type="http://schemas.openxmlformats.org/officeDocument/2006/relationships/image" Target="../media/image209.wmf"/><Relationship Id="rId2" Type="http://schemas.openxmlformats.org/officeDocument/2006/relationships/image" Target="../media/image208.emf"/><Relationship Id="rId1" Type="http://schemas.openxmlformats.org/officeDocument/2006/relationships/image" Target="../media/image207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1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9.wmf"/><Relationship Id="rId8" Type="http://schemas.openxmlformats.org/officeDocument/2006/relationships/image" Target="../media/image218.wmf"/><Relationship Id="rId7" Type="http://schemas.openxmlformats.org/officeDocument/2006/relationships/image" Target="../media/image211.wmf"/><Relationship Id="rId6" Type="http://schemas.openxmlformats.org/officeDocument/2006/relationships/image" Target="../media/image217.wmf"/><Relationship Id="rId5" Type="http://schemas.openxmlformats.org/officeDocument/2006/relationships/image" Target="../media/image216.wmf"/><Relationship Id="rId4" Type="http://schemas.openxmlformats.org/officeDocument/2006/relationships/image" Target="../media/image215.wmf"/><Relationship Id="rId3" Type="http://schemas.openxmlformats.org/officeDocument/2006/relationships/image" Target="../media/image214.wmf"/><Relationship Id="rId2" Type="http://schemas.openxmlformats.org/officeDocument/2006/relationships/image" Target="../media/image213.wmf"/><Relationship Id="rId16" Type="http://schemas.openxmlformats.org/officeDocument/2006/relationships/image" Target="../media/image225.wmf"/><Relationship Id="rId15" Type="http://schemas.openxmlformats.org/officeDocument/2006/relationships/image" Target="../media/image224.wmf"/><Relationship Id="rId14" Type="http://schemas.openxmlformats.org/officeDocument/2006/relationships/image" Target="../media/image207.wmf"/><Relationship Id="rId13" Type="http://schemas.openxmlformats.org/officeDocument/2006/relationships/image" Target="../media/image223.wmf"/><Relationship Id="rId12" Type="http://schemas.openxmlformats.org/officeDocument/2006/relationships/image" Target="../media/image222.wmf"/><Relationship Id="rId11" Type="http://schemas.openxmlformats.org/officeDocument/2006/relationships/image" Target="../media/image221.wmf"/><Relationship Id="rId10" Type="http://schemas.openxmlformats.org/officeDocument/2006/relationships/image" Target="../media/image220.wmf"/><Relationship Id="rId1" Type="http://schemas.openxmlformats.org/officeDocument/2006/relationships/image" Target="../media/image212.wmf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2.emf"/><Relationship Id="rId8" Type="http://schemas.openxmlformats.org/officeDocument/2006/relationships/image" Target="../media/image231.wmf"/><Relationship Id="rId7" Type="http://schemas.openxmlformats.org/officeDocument/2006/relationships/image" Target="../media/image230.wmf"/><Relationship Id="rId6" Type="http://schemas.openxmlformats.org/officeDocument/2006/relationships/image" Target="../media/image229.wmf"/><Relationship Id="rId5" Type="http://schemas.openxmlformats.org/officeDocument/2006/relationships/image" Target="../media/image223.wmf"/><Relationship Id="rId4" Type="http://schemas.openxmlformats.org/officeDocument/2006/relationships/image" Target="../media/image219.wmf"/><Relationship Id="rId3" Type="http://schemas.openxmlformats.org/officeDocument/2006/relationships/image" Target="../media/image228.wmf"/><Relationship Id="rId2" Type="http://schemas.openxmlformats.org/officeDocument/2006/relationships/image" Target="../media/image226.wmf"/><Relationship Id="rId10" Type="http://schemas.openxmlformats.org/officeDocument/2006/relationships/image" Target="../media/image233.wmf"/><Relationship Id="rId1" Type="http://schemas.openxmlformats.org/officeDocument/2006/relationships/image" Target="../media/image218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2.wmf"/><Relationship Id="rId8" Type="http://schemas.openxmlformats.org/officeDocument/2006/relationships/image" Target="../media/image241.wmf"/><Relationship Id="rId7" Type="http://schemas.openxmlformats.org/officeDocument/2006/relationships/image" Target="../media/image240.wmf"/><Relationship Id="rId6" Type="http://schemas.openxmlformats.org/officeDocument/2006/relationships/image" Target="../media/image239.wmf"/><Relationship Id="rId5" Type="http://schemas.openxmlformats.org/officeDocument/2006/relationships/image" Target="../media/image238.wmf"/><Relationship Id="rId4" Type="http://schemas.openxmlformats.org/officeDocument/2006/relationships/image" Target="../media/image237.wmf"/><Relationship Id="rId3" Type="http://schemas.openxmlformats.org/officeDocument/2006/relationships/image" Target="../media/image236.wmf"/><Relationship Id="rId2" Type="http://schemas.openxmlformats.org/officeDocument/2006/relationships/image" Target="../media/image235.wmf"/><Relationship Id="rId14" Type="http://schemas.openxmlformats.org/officeDocument/2006/relationships/image" Target="../media/image246.wmf"/><Relationship Id="rId13" Type="http://schemas.openxmlformats.org/officeDocument/2006/relationships/image" Target="../media/image245.wmf"/><Relationship Id="rId12" Type="http://schemas.openxmlformats.org/officeDocument/2006/relationships/image" Target="../media/image244.emf"/><Relationship Id="rId11" Type="http://schemas.openxmlformats.org/officeDocument/2006/relationships/image" Target="../media/image211.wmf"/><Relationship Id="rId10" Type="http://schemas.openxmlformats.org/officeDocument/2006/relationships/image" Target="../media/image243.wmf"/><Relationship Id="rId1" Type="http://schemas.openxmlformats.org/officeDocument/2006/relationships/image" Target="../media/image234.wmf"/></Relationships>
</file>

<file path=ppt/drawings/_rels/vmlDrawing2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5.wmf"/><Relationship Id="rId8" Type="http://schemas.openxmlformats.org/officeDocument/2006/relationships/image" Target="../media/image254.wmf"/><Relationship Id="rId7" Type="http://schemas.openxmlformats.org/officeDocument/2006/relationships/image" Target="../media/image253.wmf"/><Relationship Id="rId6" Type="http://schemas.openxmlformats.org/officeDocument/2006/relationships/image" Target="../media/image252.wmf"/><Relationship Id="rId5" Type="http://schemas.openxmlformats.org/officeDocument/2006/relationships/image" Target="../media/image251.wmf"/><Relationship Id="rId4" Type="http://schemas.openxmlformats.org/officeDocument/2006/relationships/image" Target="../media/image250.emf"/><Relationship Id="rId3" Type="http://schemas.openxmlformats.org/officeDocument/2006/relationships/image" Target="../media/image249.wmf"/><Relationship Id="rId2" Type="http://schemas.openxmlformats.org/officeDocument/2006/relationships/image" Target="../media/image248.wmf"/><Relationship Id="rId15" Type="http://schemas.openxmlformats.org/officeDocument/2006/relationships/image" Target="../media/image261.emf"/><Relationship Id="rId14" Type="http://schemas.openxmlformats.org/officeDocument/2006/relationships/image" Target="../media/image260.emf"/><Relationship Id="rId13" Type="http://schemas.openxmlformats.org/officeDocument/2006/relationships/image" Target="../media/image259.emf"/><Relationship Id="rId12" Type="http://schemas.openxmlformats.org/officeDocument/2006/relationships/image" Target="../media/image258.wmf"/><Relationship Id="rId11" Type="http://schemas.openxmlformats.org/officeDocument/2006/relationships/image" Target="../media/image257.wmf"/><Relationship Id="rId10" Type="http://schemas.openxmlformats.org/officeDocument/2006/relationships/image" Target="../media/image256.wmf"/><Relationship Id="rId1" Type="http://schemas.openxmlformats.org/officeDocument/2006/relationships/image" Target="../media/image247.wmf"/></Relationships>
</file>

<file path=ppt/drawings/_rels/vmlDrawing27.vml.rels><?xml version="1.0" encoding="UTF-8" standalone="yes"?>
<Relationships xmlns="http://schemas.openxmlformats.org/package/2006/relationships"><Relationship Id="rId6" Type="http://schemas.openxmlformats.org/officeDocument/2006/relationships/image" Target="../media/image267.wmf"/><Relationship Id="rId5" Type="http://schemas.openxmlformats.org/officeDocument/2006/relationships/image" Target="../media/image266.wmf"/><Relationship Id="rId4" Type="http://schemas.openxmlformats.org/officeDocument/2006/relationships/image" Target="../media/image265.wmf"/><Relationship Id="rId3" Type="http://schemas.openxmlformats.org/officeDocument/2006/relationships/image" Target="../media/image264.wmf"/><Relationship Id="rId2" Type="http://schemas.openxmlformats.org/officeDocument/2006/relationships/image" Target="../media/image263.emf"/><Relationship Id="rId1" Type="http://schemas.openxmlformats.org/officeDocument/2006/relationships/image" Target="../media/image262.emf"/></Relationships>
</file>

<file path=ppt/drawings/_rels/vmlDrawing28.vml.rels><?xml version="1.0" encoding="UTF-8" standalone="yes"?>
<Relationships xmlns="http://schemas.openxmlformats.org/package/2006/relationships"><Relationship Id="rId7" Type="http://schemas.openxmlformats.org/officeDocument/2006/relationships/image" Target="../media/image272.emf"/><Relationship Id="rId6" Type="http://schemas.openxmlformats.org/officeDocument/2006/relationships/image" Target="../media/image271.wmf"/><Relationship Id="rId5" Type="http://schemas.openxmlformats.org/officeDocument/2006/relationships/image" Target="../media/image270.wmf"/><Relationship Id="rId4" Type="http://schemas.openxmlformats.org/officeDocument/2006/relationships/image" Target="../media/image269.wmf"/><Relationship Id="rId3" Type="http://schemas.openxmlformats.org/officeDocument/2006/relationships/image" Target="../media/image265.wmf"/><Relationship Id="rId2" Type="http://schemas.openxmlformats.org/officeDocument/2006/relationships/image" Target="../media/image264.wmf"/><Relationship Id="rId1" Type="http://schemas.openxmlformats.org/officeDocument/2006/relationships/image" Target="../media/image268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1.wmf"/><Relationship Id="rId8" Type="http://schemas.openxmlformats.org/officeDocument/2006/relationships/image" Target="../media/image280.emf"/><Relationship Id="rId7" Type="http://schemas.openxmlformats.org/officeDocument/2006/relationships/image" Target="../media/image279.emf"/><Relationship Id="rId6" Type="http://schemas.openxmlformats.org/officeDocument/2006/relationships/image" Target="../media/image278.emf"/><Relationship Id="rId5" Type="http://schemas.openxmlformats.org/officeDocument/2006/relationships/image" Target="../media/image277.wmf"/><Relationship Id="rId4" Type="http://schemas.openxmlformats.org/officeDocument/2006/relationships/image" Target="../media/image276.wmf"/><Relationship Id="rId3" Type="http://schemas.openxmlformats.org/officeDocument/2006/relationships/image" Target="../media/image275.wmf"/><Relationship Id="rId2" Type="http://schemas.openxmlformats.org/officeDocument/2006/relationships/image" Target="../media/image274.wmf"/><Relationship Id="rId13" Type="http://schemas.openxmlformats.org/officeDocument/2006/relationships/image" Target="../media/image285.wmf"/><Relationship Id="rId12" Type="http://schemas.openxmlformats.org/officeDocument/2006/relationships/image" Target="../media/image284.wmf"/><Relationship Id="rId11" Type="http://schemas.openxmlformats.org/officeDocument/2006/relationships/image" Target="../media/image283.wmf"/><Relationship Id="rId10" Type="http://schemas.openxmlformats.org/officeDocument/2006/relationships/image" Target="../media/image282.wmf"/><Relationship Id="rId1" Type="http://schemas.openxmlformats.org/officeDocument/2006/relationships/image" Target="../media/image273.wmf"/></Relationships>
</file>

<file path=ppt/drawings/_rels/vmlDrawing3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4.wmf"/><Relationship Id="rId8" Type="http://schemas.openxmlformats.org/officeDocument/2006/relationships/image" Target="../media/image293.wmf"/><Relationship Id="rId7" Type="http://schemas.openxmlformats.org/officeDocument/2006/relationships/image" Target="../media/image292.wmf"/><Relationship Id="rId6" Type="http://schemas.openxmlformats.org/officeDocument/2006/relationships/image" Target="../media/image291.wmf"/><Relationship Id="rId5" Type="http://schemas.openxmlformats.org/officeDocument/2006/relationships/image" Target="../media/image290.wmf"/><Relationship Id="rId4" Type="http://schemas.openxmlformats.org/officeDocument/2006/relationships/image" Target="../media/image289.wmf"/><Relationship Id="rId3" Type="http://schemas.openxmlformats.org/officeDocument/2006/relationships/image" Target="../media/image288.wmf"/><Relationship Id="rId2" Type="http://schemas.openxmlformats.org/officeDocument/2006/relationships/image" Target="../media/image287.wmf"/><Relationship Id="rId11" Type="http://schemas.openxmlformats.org/officeDocument/2006/relationships/image" Target="../media/image296.wmf"/><Relationship Id="rId10" Type="http://schemas.openxmlformats.org/officeDocument/2006/relationships/image" Target="../media/image295.wmf"/><Relationship Id="rId1" Type="http://schemas.openxmlformats.org/officeDocument/2006/relationships/image" Target="../media/image286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8.wmf"/><Relationship Id="rId1" Type="http://schemas.openxmlformats.org/officeDocument/2006/relationships/image" Target="../media/image297.wmf"/></Relationships>
</file>

<file path=ppt/drawings/_rels/vmlDrawing32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7.emf"/><Relationship Id="rId8" Type="http://schemas.openxmlformats.org/officeDocument/2006/relationships/image" Target="../media/image306.emf"/><Relationship Id="rId7" Type="http://schemas.openxmlformats.org/officeDocument/2006/relationships/image" Target="../media/image305.emf"/><Relationship Id="rId6" Type="http://schemas.openxmlformats.org/officeDocument/2006/relationships/image" Target="../media/image304.wmf"/><Relationship Id="rId5" Type="http://schemas.openxmlformats.org/officeDocument/2006/relationships/image" Target="../media/image303.wmf"/><Relationship Id="rId4" Type="http://schemas.openxmlformats.org/officeDocument/2006/relationships/image" Target="../media/image302.wmf"/><Relationship Id="rId3" Type="http://schemas.openxmlformats.org/officeDocument/2006/relationships/image" Target="../media/image301.wmf"/><Relationship Id="rId2" Type="http://schemas.openxmlformats.org/officeDocument/2006/relationships/image" Target="../media/image300.wmf"/><Relationship Id="rId17" Type="http://schemas.openxmlformats.org/officeDocument/2006/relationships/image" Target="../media/image315.wmf"/><Relationship Id="rId16" Type="http://schemas.openxmlformats.org/officeDocument/2006/relationships/image" Target="../media/image314.wmf"/><Relationship Id="rId15" Type="http://schemas.openxmlformats.org/officeDocument/2006/relationships/image" Target="../media/image313.wmf"/><Relationship Id="rId14" Type="http://schemas.openxmlformats.org/officeDocument/2006/relationships/image" Target="../media/image312.wmf"/><Relationship Id="rId13" Type="http://schemas.openxmlformats.org/officeDocument/2006/relationships/image" Target="../media/image311.wmf"/><Relationship Id="rId12" Type="http://schemas.openxmlformats.org/officeDocument/2006/relationships/image" Target="../media/image310.wmf"/><Relationship Id="rId11" Type="http://schemas.openxmlformats.org/officeDocument/2006/relationships/image" Target="../media/image309.wmf"/><Relationship Id="rId10" Type="http://schemas.openxmlformats.org/officeDocument/2006/relationships/image" Target="../media/image308.emf"/><Relationship Id="rId1" Type="http://schemas.openxmlformats.org/officeDocument/2006/relationships/image" Target="../media/image299.wmf"/></Relationships>
</file>

<file path=ppt/drawings/_rels/vmlDrawing33.vml.rels><?xml version="1.0" encoding="UTF-8" standalone="yes"?>
<Relationships xmlns="http://schemas.openxmlformats.org/package/2006/relationships"><Relationship Id="rId7" Type="http://schemas.openxmlformats.org/officeDocument/2006/relationships/image" Target="../media/image319.wmf"/><Relationship Id="rId6" Type="http://schemas.openxmlformats.org/officeDocument/2006/relationships/image" Target="../media/image257.wmf"/><Relationship Id="rId5" Type="http://schemas.openxmlformats.org/officeDocument/2006/relationships/image" Target="../media/image318.wmf"/><Relationship Id="rId4" Type="http://schemas.openxmlformats.org/officeDocument/2006/relationships/image" Target="../media/image217.wmf"/><Relationship Id="rId3" Type="http://schemas.openxmlformats.org/officeDocument/2006/relationships/image" Target="../media/image317.wmf"/><Relationship Id="rId2" Type="http://schemas.openxmlformats.org/officeDocument/2006/relationships/image" Target="../media/image215.wmf"/><Relationship Id="rId1" Type="http://schemas.openxmlformats.org/officeDocument/2006/relationships/image" Target="../media/image316.wmf"/></Relationships>
</file>

<file path=ppt/drawings/_rels/vmlDrawing3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9.emf"/><Relationship Id="rId8" Type="http://schemas.openxmlformats.org/officeDocument/2006/relationships/image" Target="../media/image328.emf"/><Relationship Id="rId7" Type="http://schemas.openxmlformats.org/officeDocument/2006/relationships/image" Target="../media/image327.wmf"/><Relationship Id="rId6" Type="http://schemas.openxmlformats.org/officeDocument/2006/relationships/image" Target="../media/image326.emf"/><Relationship Id="rId5" Type="http://schemas.openxmlformats.org/officeDocument/2006/relationships/image" Target="../media/image325.emf"/><Relationship Id="rId4" Type="http://schemas.openxmlformats.org/officeDocument/2006/relationships/image" Target="../media/image324.wmf"/><Relationship Id="rId3" Type="http://schemas.openxmlformats.org/officeDocument/2006/relationships/image" Target="../media/image322.wmf"/><Relationship Id="rId2" Type="http://schemas.openxmlformats.org/officeDocument/2006/relationships/image" Target="../media/image321.wmf"/><Relationship Id="rId10" Type="http://schemas.openxmlformats.org/officeDocument/2006/relationships/image" Target="../media/image330.wmf"/><Relationship Id="rId1" Type="http://schemas.openxmlformats.org/officeDocument/2006/relationships/image" Target="../media/image320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8.wmf"/><Relationship Id="rId7" Type="http://schemas.openxmlformats.org/officeDocument/2006/relationships/image" Target="../media/image337.wmf"/><Relationship Id="rId6" Type="http://schemas.openxmlformats.org/officeDocument/2006/relationships/image" Target="../media/image336.wmf"/><Relationship Id="rId5" Type="http://schemas.openxmlformats.org/officeDocument/2006/relationships/image" Target="../media/image335.wmf"/><Relationship Id="rId4" Type="http://schemas.openxmlformats.org/officeDocument/2006/relationships/image" Target="../media/image334.wmf"/><Relationship Id="rId3" Type="http://schemas.openxmlformats.org/officeDocument/2006/relationships/image" Target="../media/image333.wmf"/><Relationship Id="rId2" Type="http://schemas.openxmlformats.org/officeDocument/2006/relationships/image" Target="../media/image332.wmf"/><Relationship Id="rId1" Type="http://schemas.openxmlformats.org/officeDocument/2006/relationships/image" Target="../media/image331.wmf"/></Relationships>
</file>

<file path=ppt/drawings/_rels/vmlDrawing3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7.wmf"/><Relationship Id="rId8" Type="http://schemas.openxmlformats.org/officeDocument/2006/relationships/image" Target="../media/image346.wmf"/><Relationship Id="rId7" Type="http://schemas.openxmlformats.org/officeDocument/2006/relationships/image" Target="../media/image345.wmf"/><Relationship Id="rId6" Type="http://schemas.openxmlformats.org/officeDocument/2006/relationships/image" Target="../media/image344.wmf"/><Relationship Id="rId5" Type="http://schemas.openxmlformats.org/officeDocument/2006/relationships/image" Target="../media/image343.wmf"/><Relationship Id="rId4" Type="http://schemas.openxmlformats.org/officeDocument/2006/relationships/image" Target="../media/image342.wmf"/><Relationship Id="rId3" Type="http://schemas.openxmlformats.org/officeDocument/2006/relationships/image" Target="../media/image341.wmf"/><Relationship Id="rId2" Type="http://schemas.openxmlformats.org/officeDocument/2006/relationships/image" Target="../media/image340.wmf"/><Relationship Id="rId12" Type="http://schemas.openxmlformats.org/officeDocument/2006/relationships/image" Target="../media/image350.wmf"/><Relationship Id="rId11" Type="http://schemas.openxmlformats.org/officeDocument/2006/relationships/image" Target="../media/image349.wmf"/><Relationship Id="rId10" Type="http://schemas.openxmlformats.org/officeDocument/2006/relationships/image" Target="../media/image348.wmf"/><Relationship Id="rId1" Type="http://schemas.openxmlformats.org/officeDocument/2006/relationships/image" Target="../media/image339.wmf"/></Relationships>
</file>

<file path=ppt/drawings/_rels/vmlDrawing3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9.wmf"/><Relationship Id="rId8" Type="http://schemas.openxmlformats.org/officeDocument/2006/relationships/image" Target="../media/image358.wmf"/><Relationship Id="rId7" Type="http://schemas.openxmlformats.org/officeDocument/2006/relationships/image" Target="../media/image357.emf"/><Relationship Id="rId6" Type="http://schemas.openxmlformats.org/officeDocument/2006/relationships/image" Target="../media/image356.wmf"/><Relationship Id="rId5" Type="http://schemas.openxmlformats.org/officeDocument/2006/relationships/image" Target="../media/image355.wmf"/><Relationship Id="rId4" Type="http://schemas.openxmlformats.org/officeDocument/2006/relationships/image" Target="../media/image354.wmf"/><Relationship Id="rId3" Type="http://schemas.openxmlformats.org/officeDocument/2006/relationships/image" Target="../media/image353.wmf"/><Relationship Id="rId2" Type="http://schemas.openxmlformats.org/officeDocument/2006/relationships/image" Target="../media/image352.wmf"/><Relationship Id="rId10" Type="http://schemas.openxmlformats.org/officeDocument/2006/relationships/image" Target="../media/image360.wmf"/><Relationship Id="rId1" Type="http://schemas.openxmlformats.org/officeDocument/2006/relationships/image" Target="../media/image35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6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08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1913" y="0"/>
            <a:ext cx="2960688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08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78963"/>
            <a:ext cx="2962275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08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1913" y="9478963"/>
            <a:ext cx="2960688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5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5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8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8" name="Rectangle 4"/>
          <p:cNvSpPr>
            <a:spLocks noRot="1" noTextEdit="1"/>
          </p:cNvSpPr>
          <p:nvPr>
            <p:ph type="sldImg" idx="2"/>
          </p:nvPr>
        </p:nvSpPr>
        <p:spPr>
          <a:xfrm>
            <a:off x="922338" y="747713"/>
            <a:ext cx="4991100" cy="37433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95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5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8963"/>
            <a:ext cx="2962275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5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78963"/>
            <a:ext cx="2960688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高斯是德国物理学家和数学家，他在实验物理和理论物理以及数学方面都作出了很多贡献，他导出的高斯定理是电磁学的一条重要规律。用电通量表示电场和场源电荷关系的定理。</a:t>
            </a:r>
            <a:endParaRPr lang="zh-CN" altLang="en-US" dirty="0"/>
          </a:p>
        </p:txBody>
      </p:sp>
      <p:sp>
        <p:nvSpPr>
          <p:cNvPr id="4506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solidFill>
                  <a:srgbClr val="000000"/>
                </a:solidFill>
              </a:rPr>
            </a:fld>
            <a:endParaRPr lang="en-US" altLang="zh-CN" sz="1200" b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通过</a:t>
            </a:r>
            <a:r>
              <a:rPr lang="en-US" altLang="zh-CN" dirty="0"/>
              <a:t>ds</a:t>
            </a:r>
            <a:r>
              <a:rPr lang="zh-CN" altLang="en-US" dirty="0"/>
              <a:t>和</a:t>
            </a:r>
            <a:r>
              <a:rPr lang="en-US" altLang="zh-CN" dirty="0"/>
              <a:t>ds</a:t>
            </a:r>
            <a:r>
              <a:rPr lang="zh-CN" altLang="en-US" dirty="0"/>
              <a:t>垂直的电场线的条数是一样的。</a:t>
            </a:r>
            <a:endParaRPr lang="en-US" altLang="zh-CN" dirty="0"/>
          </a:p>
          <a:p>
            <a:pPr lvl="0" eaLnBrk="1" hangingPunct="1"/>
            <a:r>
              <a:rPr lang="zh-CN" altLang="en-US" dirty="0"/>
              <a:t>此面元在垂直于场强方向的投影</a:t>
            </a:r>
            <a:r>
              <a:rPr lang="en-US" altLang="zh-CN" dirty="0"/>
              <a:t>ds</a:t>
            </a:r>
            <a:r>
              <a:rPr lang="zh-CN" altLang="en-US" dirty="0"/>
              <a:t>垂直。</a:t>
            </a:r>
            <a:endParaRPr lang="zh-CN" altLang="en-US" dirty="0"/>
          </a:p>
        </p:txBody>
      </p:sp>
      <p:sp>
        <p:nvSpPr>
          <p:cNvPr id="4813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solidFill>
                  <a:srgbClr val="000000"/>
                </a:solidFill>
              </a:rPr>
            </a:fld>
            <a:endParaRPr lang="en-US" altLang="zh-CN" sz="1200" b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</a:rPr>
            </a:fld>
            <a:endParaRPr lang="zh-CN" altLang="en-US" sz="1200" b="0" dirty="0">
              <a:solidFill>
                <a:srgbClr val="000000"/>
              </a:solidFill>
            </a:endParaRPr>
          </a:p>
        </p:txBody>
      </p:sp>
      <p:sp>
        <p:nvSpPr>
          <p:cNvPr id="5017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zh-CN" altLang="en-US" b="1" dirty="0"/>
              <a:t>曲面</a:t>
            </a:r>
            <a:r>
              <a:rPr lang="en-US" altLang="zh-CN" b="1" i="1" dirty="0"/>
              <a:t>S</a:t>
            </a:r>
            <a:r>
              <a:rPr lang="zh-CN" altLang="en-US" b="1" dirty="0"/>
              <a:t>上,各点的</a:t>
            </a:r>
            <a:r>
              <a:rPr lang="en-US" altLang="zh-CN" b="1" i="1" dirty="0"/>
              <a:t>E</a:t>
            </a:r>
            <a:r>
              <a:rPr lang="zh-CN" altLang="en-US" b="1" dirty="0"/>
              <a:t>大小方向均不同</a:t>
            </a:r>
            <a:endParaRPr lang="zh-CN" altLang="en-US" b="1" dirty="0"/>
          </a:p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</a:rPr>
            </a:fld>
            <a:endParaRPr lang="zh-CN" altLang="en-US" sz="1200" b="0" dirty="0">
              <a:solidFill>
                <a:srgbClr val="000000"/>
              </a:solidFill>
            </a:endParaRPr>
          </a:p>
        </p:txBody>
      </p:sp>
      <p:sp>
        <p:nvSpPr>
          <p:cNvPr id="62467" name="Rectangle 1026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62468" name="Rectangle 1027"/>
          <p:cNvSpPr/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</a:rPr>
            </a:fld>
            <a:endParaRPr lang="zh-CN" altLang="en-US" sz="1200" b="0" dirty="0">
              <a:solidFill>
                <a:srgbClr val="000000"/>
              </a:solidFill>
            </a:endParaRPr>
          </a:p>
        </p:txBody>
      </p:sp>
      <p:sp>
        <p:nvSpPr>
          <p:cNvPr id="64515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64516" name="Rectangle 3"/>
          <p:cNvSpPr/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</a:rPr>
            </a:fld>
            <a:endParaRPr lang="zh-CN" altLang="en-US" sz="1200" b="0" dirty="0">
              <a:solidFill>
                <a:srgbClr val="000000"/>
              </a:solidFill>
            </a:endParaRPr>
          </a:p>
        </p:txBody>
      </p:sp>
      <p:sp>
        <p:nvSpPr>
          <p:cNvPr id="66563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66564" name="Rectangle 3"/>
          <p:cNvSpPr/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2"/>
          <p:cNvSpPr/>
          <p:nvPr/>
        </p:nvSpPr>
        <p:spPr>
          <a:xfrm>
            <a:off x="690563" y="3340100"/>
            <a:ext cx="7653337" cy="485775"/>
          </a:xfrm>
          <a:custGeom>
            <a:avLst/>
            <a:gdLst/>
            <a:ahLst/>
            <a:cxnLst>
              <a:cxn ang="0">
                <a:pos x="560286192" y="205697824"/>
              </a:cxn>
              <a:cxn ang="0">
                <a:pos x="2147483646" y="205697824"/>
              </a:cxn>
              <a:cxn ang="0">
                <a:pos x="2147483646" y="441221624"/>
              </a:cxn>
              <a:cxn ang="0">
                <a:pos x="0" y="453563757"/>
              </a:cxn>
              <a:cxn ang="0">
                <a:pos x="560286192" y="205697824"/>
              </a:cxn>
            </a:cxnLst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kumimoji="0" sz="4800"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>
              <a:spcBef>
                <a:spcPct val="0"/>
              </a:spcBef>
              <a:buClrTx/>
              <a:buFontTx/>
              <a:buNone/>
              <a:defRPr kumimoji="0">
                <a:solidFill>
                  <a:srgbClr val="333333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>
                <a:solidFill>
                  <a:srgbClr val="578963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>
                <a:solidFill>
                  <a:srgbClr val="578963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solidFill>
                  <a:srgbClr val="578963"/>
                </a:solidFill>
              </a:rPr>
            </a:fld>
            <a:endParaRPr lang="zh-CN" altLang="en-US" dirty="0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4" Type="http://schemas.openxmlformats.org/officeDocument/2006/relationships/theme" Target="../theme/theme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50000"/>
              </a:spcBef>
              <a:defRPr kumimoji="0" sz="1400" b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50000"/>
              </a:spcBef>
              <a:defRPr kumimoji="0" sz="1400" b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800">
                <a:solidFill>
                  <a:srgbClr val="0000FF"/>
                </a:solidFill>
                <a:latin typeface="Arial" panose="020B06040202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9FFCC"/>
            </a:gs>
            <a:gs pos="50000">
              <a:schemeClr val="bg1"/>
            </a:gs>
            <a:gs pos="100000">
              <a:srgbClr val="99FFC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 i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 i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audio" Target="../media/audio1.wav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0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w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3.wmf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7.bin"/><Relationship Id="rId24" Type="http://schemas.openxmlformats.org/officeDocument/2006/relationships/vmlDrawing" Target="../drawings/vmlDrawing3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19.wmf"/><Relationship Id="rId21" Type="http://schemas.openxmlformats.org/officeDocument/2006/relationships/oleObject" Target="../embeddings/oleObject16.bin"/><Relationship Id="rId20" Type="http://schemas.openxmlformats.org/officeDocument/2006/relationships/image" Target="../media/image18.emf"/><Relationship Id="rId2" Type="http://schemas.openxmlformats.org/officeDocument/2006/relationships/image" Target="../media/image9.wmf"/><Relationship Id="rId19" Type="http://schemas.openxmlformats.org/officeDocument/2006/relationships/oleObject" Target="../embeddings/oleObject15.bin"/><Relationship Id="rId18" Type="http://schemas.openxmlformats.org/officeDocument/2006/relationships/image" Target="../media/image17.wmf"/><Relationship Id="rId17" Type="http://schemas.openxmlformats.org/officeDocument/2006/relationships/oleObject" Target="../embeddings/oleObject14.bin"/><Relationship Id="rId16" Type="http://schemas.openxmlformats.org/officeDocument/2006/relationships/image" Target="../media/image16.wmf"/><Relationship Id="rId15" Type="http://schemas.openxmlformats.org/officeDocument/2006/relationships/oleObject" Target="../embeddings/oleObject13.bin"/><Relationship Id="rId14" Type="http://schemas.openxmlformats.org/officeDocument/2006/relationships/image" Target="../media/image15.wmf"/><Relationship Id="rId13" Type="http://schemas.openxmlformats.org/officeDocument/2006/relationships/oleObject" Target="../embeddings/oleObject12.bin"/><Relationship Id="rId12" Type="http://schemas.openxmlformats.org/officeDocument/2006/relationships/image" Target="../media/image14.emf"/><Relationship Id="rId11" Type="http://schemas.openxmlformats.org/officeDocument/2006/relationships/oleObject" Target="../embeddings/oleObject11.bin"/><Relationship Id="rId10" Type="http://schemas.openxmlformats.org/officeDocument/2006/relationships/image" Target="../media/image13.emf"/><Relationship Id="rId1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18.bin"/><Relationship Id="rId24" Type="http://schemas.openxmlformats.org/officeDocument/2006/relationships/vmlDrawing" Target="../drawings/vmlDrawing4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30.wmf"/><Relationship Id="rId21" Type="http://schemas.openxmlformats.org/officeDocument/2006/relationships/oleObject" Target="../embeddings/oleObject27.bin"/><Relationship Id="rId20" Type="http://schemas.openxmlformats.org/officeDocument/2006/relationships/image" Target="../media/image29.wmf"/><Relationship Id="rId2" Type="http://schemas.openxmlformats.org/officeDocument/2006/relationships/image" Target="../media/image20.wmf"/><Relationship Id="rId19" Type="http://schemas.openxmlformats.org/officeDocument/2006/relationships/oleObject" Target="../embeddings/oleObject26.bin"/><Relationship Id="rId18" Type="http://schemas.openxmlformats.org/officeDocument/2006/relationships/image" Target="../media/image28.wmf"/><Relationship Id="rId17" Type="http://schemas.openxmlformats.org/officeDocument/2006/relationships/oleObject" Target="../embeddings/oleObject25.bin"/><Relationship Id="rId16" Type="http://schemas.openxmlformats.org/officeDocument/2006/relationships/image" Target="../media/image27.wmf"/><Relationship Id="rId15" Type="http://schemas.openxmlformats.org/officeDocument/2006/relationships/oleObject" Target="../embeddings/oleObject24.bin"/><Relationship Id="rId14" Type="http://schemas.openxmlformats.org/officeDocument/2006/relationships/image" Target="../media/image26.wmf"/><Relationship Id="rId13" Type="http://schemas.openxmlformats.org/officeDocument/2006/relationships/oleObject" Target="../embeddings/oleObject23.bin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22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17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.bin"/><Relationship Id="rId8" Type="http://schemas.openxmlformats.org/officeDocument/2006/relationships/image" Target="../media/image32.wmf"/><Relationship Id="rId7" Type="http://schemas.openxmlformats.org/officeDocument/2006/relationships/oleObject" Target="../embeddings/oleObject31.bin"/><Relationship Id="rId6" Type="http://schemas.openxmlformats.org/officeDocument/2006/relationships/image" Target="../media/image31.e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9.wmf"/><Relationship Id="rId16" Type="http://schemas.openxmlformats.org/officeDocument/2006/relationships/vmlDrawing" Target="../drawings/vmlDrawing5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35.wmf"/><Relationship Id="rId13" Type="http://schemas.openxmlformats.org/officeDocument/2006/relationships/oleObject" Target="../embeddings/oleObject34.bin"/><Relationship Id="rId12" Type="http://schemas.openxmlformats.org/officeDocument/2006/relationships/image" Target="../media/image34.wmf"/><Relationship Id="rId11" Type="http://schemas.openxmlformats.org/officeDocument/2006/relationships/oleObject" Target="../embeddings/oleObject33.bin"/><Relationship Id="rId10" Type="http://schemas.openxmlformats.org/officeDocument/2006/relationships/image" Target="../media/image33.wmf"/><Relationship Id="rId1" Type="http://schemas.openxmlformats.org/officeDocument/2006/relationships/oleObject" Target="../embeddings/oleObject28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8.e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33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35.bin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0.png"/><Relationship Id="rId2" Type="http://schemas.openxmlformats.org/officeDocument/2006/relationships/oleObject" Target="../embeddings/oleObject39.bin"/><Relationship Id="rId1" Type="http://schemas.openxmlformats.org/officeDocument/2006/relationships/image" Target="../media/image39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3.e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2.w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41.wmf"/><Relationship Id="rId1" Type="http://schemas.openxmlformats.org/officeDocument/2006/relationships/oleObject" Target="../embeddings/oleObject40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.bin"/><Relationship Id="rId8" Type="http://schemas.openxmlformats.org/officeDocument/2006/relationships/image" Target="../media/image47.wmf"/><Relationship Id="rId7" Type="http://schemas.openxmlformats.org/officeDocument/2006/relationships/oleObject" Target="../embeddings/oleObject46.bin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44.wmf"/><Relationship Id="rId19" Type="http://schemas.openxmlformats.org/officeDocument/2006/relationships/vmlDrawing" Target="../drawings/vmlDrawing9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52.emf"/><Relationship Id="rId16" Type="http://schemas.openxmlformats.org/officeDocument/2006/relationships/oleObject" Target="../embeddings/oleObject50.bin"/><Relationship Id="rId15" Type="http://schemas.openxmlformats.org/officeDocument/2006/relationships/image" Target="../media/image51.wmf"/><Relationship Id="rId14" Type="http://schemas.openxmlformats.org/officeDocument/2006/relationships/image" Target="../media/image50.wmf"/><Relationship Id="rId13" Type="http://schemas.openxmlformats.org/officeDocument/2006/relationships/oleObject" Target="../embeddings/oleObject49.bin"/><Relationship Id="rId12" Type="http://schemas.openxmlformats.org/officeDocument/2006/relationships/image" Target="../media/image49.wmf"/><Relationship Id="rId11" Type="http://schemas.openxmlformats.org/officeDocument/2006/relationships/oleObject" Target="../embeddings/oleObject48.bin"/><Relationship Id="rId10" Type="http://schemas.openxmlformats.org/officeDocument/2006/relationships/image" Target="../media/image48.wmf"/><Relationship Id="rId1" Type="http://schemas.openxmlformats.org/officeDocument/2006/relationships/oleObject" Target="../embeddings/oleObject43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.bin"/><Relationship Id="rId8" Type="http://schemas.openxmlformats.org/officeDocument/2006/relationships/image" Target="../media/image56.wmf"/><Relationship Id="rId7" Type="http://schemas.openxmlformats.org/officeDocument/2006/relationships/oleObject" Target="../embeddings/oleObject54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4.wmf"/><Relationship Id="rId3" Type="http://schemas.openxmlformats.org/officeDocument/2006/relationships/oleObject" Target="../embeddings/oleObject52.bin"/><Relationship Id="rId28" Type="http://schemas.openxmlformats.org/officeDocument/2006/relationships/vmlDrawing" Target="../drawings/vmlDrawing10.v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65.wmf"/><Relationship Id="rId25" Type="http://schemas.openxmlformats.org/officeDocument/2006/relationships/oleObject" Target="../embeddings/oleObject63.bin"/><Relationship Id="rId24" Type="http://schemas.openxmlformats.org/officeDocument/2006/relationships/image" Target="../media/image64.wmf"/><Relationship Id="rId23" Type="http://schemas.openxmlformats.org/officeDocument/2006/relationships/oleObject" Target="../embeddings/oleObject62.bin"/><Relationship Id="rId22" Type="http://schemas.openxmlformats.org/officeDocument/2006/relationships/image" Target="../media/image63.emf"/><Relationship Id="rId21" Type="http://schemas.openxmlformats.org/officeDocument/2006/relationships/oleObject" Target="../embeddings/oleObject61.bin"/><Relationship Id="rId20" Type="http://schemas.openxmlformats.org/officeDocument/2006/relationships/image" Target="../media/image62.wmf"/><Relationship Id="rId2" Type="http://schemas.openxmlformats.org/officeDocument/2006/relationships/image" Target="../media/image53.wmf"/><Relationship Id="rId19" Type="http://schemas.openxmlformats.org/officeDocument/2006/relationships/oleObject" Target="../embeddings/oleObject60.bin"/><Relationship Id="rId18" Type="http://schemas.openxmlformats.org/officeDocument/2006/relationships/image" Target="../media/image61.wmf"/><Relationship Id="rId17" Type="http://schemas.openxmlformats.org/officeDocument/2006/relationships/oleObject" Target="../embeddings/oleObject59.bin"/><Relationship Id="rId16" Type="http://schemas.openxmlformats.org/officeDocument/2006/relationships/image" Target="../media/image60.wmf"/><Relationship Id="rId15" Type="http://schemas.openxmlformats.org/officeDocument/2006/relationships/oleObject" Target="../embeddings/oleObject58.bin"/><Relationship Id="rId14" Type="http://schemas.openxmlformats.org/officeDocument/2006/relationships/image" Target="../media/image59.wmf"/><Relationship Id="rId13" Type="http://schemas.openxmlformats.org/officeDocument/2006/relationships/oleObject" Target="../embeddings/oleObject57.bin"/><Relationship Id="rId12" Type="http://schemas.openxmlformats.org/officeDocument/2006/relationships/image" Target="../media/image58.wmf"/><Relationship Id="rId11" Type="http://schemas.openxmlformats.org/officeDocument/2006/relationships/oleObject" Target="../embeddings/oleObject56.bin"/><Relationship Id="rId10" Type="http://schemas.openxmlformats.org/officeDocument/2006/relationships/image" Target="../media/image57.wmf"/><Relationship Id="rId1" Type="http://schemas.openxmlformats.org/officeDocument/2006/relationships/oleObject" Target="../embeddings/oleObject51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8.bin"/><Relationship Id="rId8" Type="http://schemas.openxmlformats.org/officeDocument/2006/relationships/image" Target="../media/image69.wmf"/><Relationship Id="rId7" Type="http://schemas.openxmlformats.org/officeDocument/2006/relationships/oleObject" Target="../embeddings/oleObject67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67.wmf"/><Relationship Id="rId34" Type="http://schemas.openxmlformats.org/officeDocument/2006/relationships/vmlDrawing" Target="../drawings/vmlDrawing11.vml"/><Relationship Id="rId33" Type="http://schemas.openxmlformats.org/officeDocument/2006/relationships/slideLayout" Target="../slideLayouts/slideLayout7.xml"/><Relationship Id="rId32" Type="http://schemas.openxmlformats.org/officeDocument/2006/relationships/image" Target="../media/image81.wmf"/><Relationship Id="rId31" Type="http://schemas.openxmlformats.org/officeDocument/2006/relationships/oleObject" Target="../embeddings/oleObject79.bin"/><Relationship Id="rId30" Type="http://schemas.openxmlformats.org/officeDocument/2006/relationships/image" Target="../media/image80.emf"/><Relationship Id="rId3" Type="http://schemas.openxmlformats.org/officeDocument/2006/relationships/oleObject" Target="../embeddings/oleObject65.bin"/><Relationship Id="rId29" Type="http://schemas.openxmlformats.org/officeDocument/2006/relationships/oleObject" Target="../embeddings/oleObject78.bin"/><Relationship Id="rId28" Type="http://schemas.openxmlformats.org/officeDocument/2006/relationships/image" Target="../media/image79.emf"/><Relationship Id="rId27" Type="http://schemas.openxmlformats.org/officeDocument/2006/relationships/oleObject" Target="../embeddings/oleObject77.bin"/><Relationship Id="rId26" Type="http://schemas.openxmlformats.org/officeDocument/2006/relationships/image" Target="../media/image78.wmf"/><Relationship Id="rId25" Type="http://schemas.openxmlformats.org/officeDocument/2006/relationships/oleObject" Target="../embeddings/oleObject76.bin"/><Relationship Id="rId24" Type="http://schemas.openxmlformats.org/officeDocument/2006/relationships/image" Target="../media/image77.emf"/><Relationship Id="rId23" Type="http://schemas.openxmlformats.org/officeDocument/2006/relationships/oleObject" Target="../embeddings/oleObject75.bin"/><Relationship Id="rId22" Type="http://schemas.openxmlformats.org/officeDocument/2006/relationships/image" Target="../media/image76.wmf"/><Relationship Id="rId21" Type="http://schemas.openxmlformats.org/officeDocument/2006/relationships/oleObject" Target="../embeddings/oleObject74.bin"/><Relationship Id="rId20" Type="http://schemas.openxmlformats.org/officeDocument/2006/relationships/image" Target="../media/image75.wmf"/><Relationship Id="rId2" Type="http://schemas.openxmlformats.org/officeDocument/2006/relationships/image" Target="../media/image66.wmf"/><Relationship Id="rId19" Type="http://schemas.openxmlformats.org/officeDocument/2006/relationships/oleObject" Target="../embeddings/oleObject73.bin"/><Relationship Id="rId18" Type="http://schemas.openxmlformats.org/officeDocument/2006/relationships/image" Target="../media/image74.wmf"/><Relationship Id="rId17" Type="http://schemas.openxmlformats.org/officeDocument/2006/relationships/oleObject" Target="../embeddings/oleObject72.bin"/><Relationship Id="rId16" Type="http://schemas.openxmlformats.org/officeDocument/2006/relationships/image" Target="../media/image73.wmf"/><Relationship Id="rId15" Type="http://schemas.openxmlformats.org/officeDocument/2006/relationships/oleObject" Target="../embeddings/oleObject71.bin"/><Relationship Id="rId14" Type="http://schemas.openxmlformats.org/officeDocument/2006/relationships/image" Target="../media/image72.wmf"/><Relationship Id="rId13" Type="http://schemas.openxmlformats.org/officeDocument/2006/relationships/oleObject" Target="../embeddings/oleObject70.bin"/><Relationship Id="rId12" Type="http://schemas.openxmlformats.org/officeDocument/2006/relationships/image" Target="../media/image71.wmf"/><Relationship Id="rId11" Type="http://schemas.openxmlformats.org/officeDocument/2006/relationships/oleObject" Target="../embeddings/oleObject69.bin"/><Relationship Id="rId10" Type="http://schemas.openxmlformats.org/officeDocument/2006/relationships/image" Target="../media/image70.wmf"/><Relationship Id="rId1" Type="http://schemas.openxmlformats.org/officeDocument/2006/relationships/oleObject" Target="../embeddings/oleObject64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4.bin"/><Relationship Id="rId8" Type="http://schemas.openxmlformats.org/officeDocument/2006/relationships/image" Target="../media/image85.wmf"/><Relationship Id="rId7" Type="http://schemas.openxmlformats.org/officeDocument/2006/relationships/oleObject" Target="../embeddings/oleObject83.bin"/><Relationship Id="rId6" Type="http://schemas.openxmlformats.org/officeDocument/2006/relationships/image" Target="../media/image84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83.emf"/><Relationship Id="rId3" Type="http://schemas.openxmlformats.org/officeDocument/2006/relationships/oleObject" Target="../embeddings/oleObject81.bin"/><Relationship Id="rId23" Type="http://schemas.openxmlformats.org/officeDocument/2006/relationships/vmlDrawing" Target="../drawings/vmlDrawing12.v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91.emf"/><Relationship Id="rId20" Type="http://schemas.openxmlformats.org/officeDocument/2006/relationships/oleObject" Target="../embeddings/oleObject90.bin"/><Relationship Id="rId2" Type="http://schemas.openxmlformats.org/officeDocument/2006/relationships/image" Target="../media/image82.wmf"/><Relationship Id="rId19" Type="http://schemas.openxmlformats.org/officeDocument/2006/relationships/image" Target="../media/image90.emf"/><Relationship Id="rId18" Type="http://schemas.openxmlformats.org/officeDocument/2006/relationships/oleObject" Target="../embeddings/oleObject89.bin"/><Relationship Id="rId17" Type="http://schemas.openxmlformats.org/officeDocument/2006/relationships/image" Target="../media/image89.emf"/><Relationship Id="rId16" Type="http://schemas.openxmlformats.org/officeDocument/2006/relationships/oleObject" Target="../embeddings/oleObject88.bin"/><Relationship Id="rId15" Type="http://schemas.openxmlformats.org/officeDocument/2006/relationships/oleObject" Target="../embeddings/oleObject87.bin"/><Relationship Id="rId14" Type="http://schemas.openxmlformats.org/officeDocument/2006/relationships/image" Target="../media/image88.wmf"/><Relationship Id="rId13" Type="http://schemas.openxmlformats.org/officeDocument/2006/relationships/oleObject" Target="../embeddings/oleObject86.bin"/><Relationship Id="rId12" Type="http://schemas.openxmlformats.org/officeDocument/2006/relationships/image" Target="../media/image87.wmf"/><Relationship Id="rId11" Type="http://schemas.openxmlformats.org/officeDocument/2006/relationships/oleObject" Target="../embeddings/oleObject85.bin"/><Relationship Id="rId10" Type="http://schemas.openxmlformats.org/officeDocument/2006/relationships/image" Target="../media/image86.wmf"/><Relationship Id="rId1" Type="http://schemas.openxmlformats.org/officeDocument/2006/relationships/oleObject" Target="../embeddings/oleObject80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5.bin"/><Relationship Id="rId8" Type="http://schemas.openxmlformats.org/officeDocument/2006/relationships/image" Target="../media/image95.wmf"/><Relationship Id="rId7" Type="http://schemas.openxmlformats.org/officeDocument/2006/relationships/oleObject" Target="../embeddings/oleObject94.bin"/><Relationship Id="rId6" Type="http://schemas.openxmlformats.org/officeDocument/2006/relationships/image" Target="../media/image94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93.wmf"/><Relationship Id="rId3" Type="http://schemas.openxmlformats.org/officeDocument/2006/relationships/oleObject" Target="../embeddings/oleObject92.bin"/><Relationship Id="rId29" Type="http://schemas.openxmlformats.org/officeDocument/2006/relationships/vmlDrawing" Target="../drawings/vmlDrawing13.v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101.emf"/><Relationship Id="rId26" Type="http://schemas.openxmlformats.org/officeDocument/2006/relationships/oleObject" Target="../embeddings/oleObject104.bin"/><Relationship Id="rId25" Type="http://schemas.openxmlformats.org/officeDocument/2006/relationships/image" Target="../media/image100.emf"/><Relationship Id="rId24" Type="http://schemas.openxmlformats.org/officeDocument/2006/relationships/oleObject" Target="../embeddings/oleObject103.bin"/><Relationship Id="rId23" Type="http://schemas.openxmlformats.org/officeDocument/2006/relationships/image" Target="../media/image99.emf"/><Relationship Id="rId22" Type="http://schemas.openxmlformats.org/officeDocument/2006/relationships/oleObject" Target="../embeddings/oleObject102.bin"/><Relationship Id="rId21" Type="http://schemas.openxmlformats.org/officeDocument/2006/relationships/oleObject" Target="../embeddings/oleObject101.bin"/><Relationship Id="rId20" Type="http://schemas.openxmlformats.org/officeDocument/2006/relationships/image" Target="../media/image84.wmf"/><Relationship Id="rId2" Type="http://schemas.openxmlformats.org/officeDocument/2006/relationships/image" Target="../media/image92.wmf"/><Relationship Id="rId19" Type="http://schemas.openxmlformats.org/officeDocument/2006/relationships/oleObject" Target="../embeddings/oleObject100.bin"/><Relationship Id="rId18" Type="http://schemas.openxmlformats.org/officeDocument/2006/relationships/image" Target="../media/image98.emf"/><Relationship Id="rId17" Type="http://schemas.openxmlformats.org/officeDocument/2006/relationships/oleObject" Target="../embeddings/oleObject99.bin"/><Relationship Id="rId16" Type="http://schemas.openxmlformats.org/officeDocument/2006/relationships/image" Target="../media/image82.wmf"/><Relationship Id="rId15" Type="http://schemas.openxmlformats.org/officeDocument/2006/relationships/oleObject" Target="../embeddings/oleObject98.bin"/><Relationship Id="rId14" Type="http://schemas.openxmlformats.org/officeDocument/2006/relationships/oleObject" Target="../embeddings/oleObject97.bin"/><Relationship Id="rId13" Type="http://schemas.openxmlformats.org/officeDocument/2006/relationships/image" Target="../media/image97.wmf"/><Relationship Id="rId12" Type="http://schemas.openxmlformats.org/officeDocument/2006/relationships/oleObject" Target="../embeddings/oleObject96.bin"/><Relationship Id="rId11" Type="http://schemas.openxmlformats.org/officeDocument/2006/relationships/image" Target="../media/image51.wmf"/><Relationship Id="rId10" Type="http://schemas.openxmlformats.org/officeDocument/2006/relationships/image" Target="../media/image96.wmf"/><Relationship Id="rId1" Type="http://schemas.openxmlformats.org/officeDocument/2006/relationships/oleObject" Target="../embeddings/oleObject91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9.bin"/><Relationship Id="rId8" Type="http://schemas.openxmlformats.org/officeDocument/2006/relationships/image" Target="../media/image105.wmf"/><Relationship Id="rId7" Type="http://schemas.openxmlformats.org/officeDocument/2006/relationships/oleObject" Target="../embeddings/oleObject108.bin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07.bin"/><Relationship Id="rId43" Type="http://schemas.openxmlformats.org/officeDocument/2006/relationships/vmlDrawing" Target="../drawings/vmlDrawing14.vml"/><Relationship Id="rId42" Type="http://schemas.openxmlformats.org/officeDocument/2006/relationships/slideLayout" Target="../slideLayouts/slideLayout7.xml"/><Relationship Id="rId41" Type="http://schemas.openxmlformats.org/officeDocument/2006/relationships/image" Target="../media/image121.wmf"/><Relationship Id="rId40" Type="http://schemas.openxmlformats.org/officeDocument/2006/relationships/oleObject" Target="../embeddings/oleObject124.bin"/><Relationship Id="rId4" Type="http://schemas.openxmlformats.org/officeDocument/2006/relationships/image" Target="../media/image103.wmf"/><Relationship Id="rId39" Type="http://schemas.openxmlformats.org/officeDocument/2006/relationships/image" Target="../media/image120.wmf"/><Relationship Id="rId38" Type="http://schemas.openxmlformats.org/officeDocument/2006/relationships/oleObject" Target="../embeddings/oleObject123.bin"/><Relationship Id="rId37" Type="http://schemas.openxmlformats.org/officeDocument/2006/relationships/image" Target="../media/image119.wmf"/><Relationship Id="rId36" Type="http://schemas.openxmlformats.org/officeDocument/2006/relationships/oleObject" Target="../embeddings/oleObject122.bin"/><Relationship Id="rId35" Type="http://schemas.openxmlformats.org/officeDocument/2006/relationships/image" Target="../media/image118.wmf"/><Relationship Id="rId34" Type="http://schemas.openxmlformats.org/officeDocument/2006/relationships/oleObject" Target="../embeddings/oleObject121.bin"/><Relationship Id="rId33" Type="http://schemas.openxmlformats.org/officeDocument/2006/relationships/image" Target="../media/image117.wmf"/><Relationship Id="rId32" Type="http://schemas.openxmlformats.org/officeDocument/2006/relationships/oleObject" Target="../embeddings/oleObject120.bin"/><Relationship Id="rId31" Type="http://schemas.openxmlformats.org/officeDocument/2006/relationships/image" Target="../media/image116.wmf"/><Relationship Id="rId30" Type="http://schemas.openxmlformats.org/officeDocument/2006/relationships/oleObject" Target="../embeddings/oleObject119.bin"/><Relationship Id="rId3" Type="http://schemas.openxmlformats.org/officeDocument/2006/relationships/oleObject" Target="../embeddings/oleObject106.bin"/><Relationship Id="rId29" Type="http://schemas.openxmlformats.org/officeDocument/2006/relationships/image" Target="../media/image115.wmf"/><Relationship Id="rId28" Type="http://schemas.openxmlformats.org/officeDocument/2006/relationships/oleObject" Target="../embeddings/oleObject118.bin"/><Relationship Id="rId27" Type="http://schemas.openxmlformats.org/officeDocument/2006/relationships/image" Target="../media/image114.wmf"/><Relationship Id="rId26" Type="http://schemas.openxmlformats.org/officeDocument/2006/relationships/oleObject" Target="../embeddings/oleObject117.bin"/><Relationship Id="rId25" Type="http://schemas.openxmlformats.org/officeDocument/2006/relationships/image" Target="../media/image113.wmf"/><Relationship Id="rId24" Type="http://schemas.openxmlformats.org/officeDocument/2006/relationships/oleObject" Target="../embeddings/oleObject116.bin"/><Relationship Id="rId23" Type="http://schemas.openxmlformats.org/officeDocument/2006/relationships/image" Target="../media/image112.wmf"/><Relationship Id="rId22" Type="http://schemas.openxmlformats.org/officeDocument/2006/relationships/oleObject" Target="../embeddings/oleObject115.bin"/><Relationship Id="rId21" Type="http://schemas.openxmlformats.org/officeDocument/2006/relationships/image" Target="../media/image111.wmf"/><Relationship Id="rId20" Type="http://schemas.openxmlformats.org/officeDocument/2006/relationships/oleObject" Target="../embeddings/oleObject114.bin"/><Relationship Id="rId2" Type="http://schemas.openxmlformats.org/officeDocument/2006/relationships/image" Target="../media/image102.wmf"/><Relationship Id="rId19" Type="http://schemas.openxmlformats.org/officeDocument/2006/relationships/image" Target="../media/image51.wmf"/><Relationship Id="rId18" Type="http://schemas.openxmlformats.org/officeDocument/2006/relationships/image" Target="../media/image110.wmf"/><Relationship Id="rId17" Type="http://schemas.openxmlformats.org/officeDocument/2006/relationships/oleObject" Target="../embeddings/oleObject113.bin"/><Relationship Id="rId16" Type="http://schemas.openxmlformats.org/officeDocument/2006/relationships/image" Target="../media/image109.wmf"/><Relationship Id="rId15" Type="http://schemas.openxmlformats.org/officeDocument/2006/relationships/oleObject" Target="../embeddings/oleObject112.bin"/><Relationship Id="rId14" Type="http://schemas.openxmlformats.org/officeDocument/2006/relationships/image" Target="../media/image108.wmf"/><Relationship Id="rId13" Type="http://schemas.openxmlformats.org/officeDocument/2006/relationships/oleObject" Target="../embeddings/oleObject111.bin"/><Relationship Id="rId12" Type="http://schemas.openxmlformats.org/officeDocument/2006/relationships/image" Target="../media/image107.wmf"/><Relationship Id="rId11" Type="http://schemas.openxmlformats.org/officeDocument/2006/relationships/oleObject" Target="../embeddings/oleObject110.bin"/><Relationship Id="rId10" Type="http://schemas.openxmlformats.org/officeDocument/2006/relationships/image" Target="../media/image106.wmf"/><Relationship Id="rId1" Type="http://schemas.openxmlformats.org/officeDocument/2006/relationships/oleObject" Target="../embeddings/oleObject105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wmf"/><Relationship Id="rId8" Type="http://schemas.openxmlformats.org/officeDocument/2006/relationships/image" Target="../media/image125.wmf"/><Relationship Id="rId7" Type="http://schemas.openxmlformats.org/officeDocument/2006/relationships/oleObject" Target="../embeddings/oleObject128.bin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23.wmf"/><Relationship Id="rId3" Type="http://schemas.openxmlformats.org/officeDocument/2006/relationships/oleObject" Target="../embeddings/oleObject126.bin"/><Relationship Id="rId27" Type="http://schemas.openxmlformats.org/officeDocument/2006/relationships/vmlDrawing" Target="../drawings/vmlDrawing15.vml"/><Relationship Id="rId26" Type="http://schemas.openxmlformats.org/officeDocument/2006/relationships/slideLayout" Target="../slideLayouts/slideLayout7.xml"/><Relationship Id="rId25" Type="http://schemas.openxmlformats.org/officeDocument/2006/relationships/image" Target="../media/image120.wmf"/><Relationship Id="rId24" Type="http://schemas.openxmlformats.org/officeDocument/2006/relationships/oleObject" Target="../embeddings/oleObject136.bin"/><Relationship Id="rId23" Type="http://schemas.openxmlformats.org/officeDocument/2006/relationships/image" Target="../media/image119.wmf"/><Relationship Id="rId22" Type="http://schemas.openxmlformats.org/officeDocument/2006/relationships/oleObject" Target="../embeddings/oleObject135.bin"/><Relationship Id="rId21" Type="http://schemas.openxmlformats.org/officeDocument/2006/relationships/image" Target="../media/image118.wmf"/><Relationship Id="rId20" Type="http://schemas.openxmlformats.org/officeDocument/2006/relationships/oleObject" Target="../embeddings/oleObject134.bin"/><Relationship Id="rId2" Type="http://schemas.openxmlformats.org/officeDocument/2006/relationships/image" Target="../media/image122.wmf"/><Relationship Id="rId19" Type="http://schemas.openxmlformats.org/officeDocument/2006/relationships/image" Target="../media/image115.wmf"/><Relationship Id="rId18" Type="http://schemas.openxmlformats.org/officeDocument/2006/relationships/oleObject" Target="../embeddings/oleObject133.bin"/><Relationship Id="rId17" Type="http://schemas.openxmlformats.org/officeDocument/2006/relationships/image" Target="../media/image109.wmf"/><Relationship Id="rId16" Type="http://schemas.openxmlformats.org/officeDocument/2006/relationships/oleObject" Target="../embeddings/oleObject132.bin"/><Relationship Id="rId15" Type="http://schemas.openxmlformats.org/officeDocument/2006/relationships/image" Target="../media/image104.wmf"/><Relationship Id="rId14" Type="http://schemas.openxmlformats.org/officeDocument/2006/relationships/oleObject" Target="../embeddings/oleObject131.bin"/><Relationship Id="rId13" Type="http://schemas.openxmlformats.org/officeDocument/2006/relationships/image" Target="../media/image127.wmf"/><Relationship Id="rId12" Type="http://schemas.openxmlformats.org/officeDocument/2006/relationships/oleObject" Target="../embeddings/oleObject130.bin"/><Relationship Id="rId11" Type="http://schemas.openxmlformats.org/officeDocument/2006/relationships/image" Target="../media/image126.wmf"/><Relationship Id="rId10" Type="http://schemas.openxmlformats.org/officeDocument/2006/relationships/oleObject" Target="../embeddings/oleObject129.bin"/><Relationship Id="rId1" Type="http://schemas.openxmlformats.org/officeDocument/2006/relationships/oleObject" Target="../embeddings/oleObject125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1.bin"/><Relationship Id="rId8" Type="http://schemas.openxmlformats.org/officeDocument/2006/relationships/image" Target="../media/image131.wmf"/><Relationship Id="rId7" Type="http://schemas.openxmlformats.org/officeDocument/2006/relationships/oleObject" Target="../embeddings/oleObject140.bin"/><Relationship Id="rId6" Type="http://schemas.openxmlformats.org/officeDocument/2006/relationships/image" Target="../media/image130.wmf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129.wmf"/><Relationship Id="rId39" Type="http://schemas.openxmlformats.org/officeDocument/2006/relationships/vmlDrawing" Target="../drawings/vmlDrawing16.vml"/><Relationship Id="rId38" Type="http://schemas.openxmlformats.org/officeDocument/2006/relationships/slideLayout" Target="../slideLayouts/slideLayout7.xml"/><Relationship Id="rId37" Type="http://schemas.openxmlformats.org/officeDocument/2006/relationships/image" Target="../media/image145.wmf"/><Relationship Id="rId36" Type="http://schemas.openxmlformats.org/officeDocument/2006/relationships/oleObject" Target="../embeddings/oleObject154.bin"/><Relationship Id="rId35" Type="http://schemas.openxmlformats.org/officeDocument/2006/relationships/image" Target="../media/image51.wmf"/><Relationship Id="rId34" Type="http://schemas.openxmlformats.org/officeDocument/2006/relationships/image" Target="../media/image144.wmf"/><Relationship Id="rId33" Type="http://schemas.openxmlformats.org/officeDocument/2006/relationships/oleObject" Target="../embeddings/oleObject153.bin"/><Relationship Id="rId32" Type="http://schemas.openxmlformats.org/officeDocument/2006/relationships/image" Target="../media/image143.wmf"/><Relationship Id="rId31" Type="http://schemas.openxmlformats.org/officeDocument/2006/relationships/oleObject" Target="../embeddings/oleObject152.bin"/><Relationship Id="rId30" Type="http://schemas.openxmlformats.org/officeDocument/2006/relationships/image" Target="../media/image142.wmf"/><Relationship Id="rId3" Type="http://schemas.openxmlformats.org/officeDocument/2006/relationships/oleObject" Target="../embeddings/oleObject138.bin"/><Relationship Id="rId29" Type="http://schemas.openxmlformats.org/officeDocument/2006/relationships/oleObject" Target="../embeddings/oleObject151.bin"/><Relationship Id="rId28" Type="http://schemas.openxmlformats.org/officeDocument/2006/relationships/image" Target="../media/image141.wmf"/><Relationship Id="rId27" Type="http://schemas.openxmlformats.org/officeDocument/2006/relationships/oleObject" Target="../embeddings/oleObject150.bin"/><Relationship Id="rId26" Type="http://schemas.openxmlformats.org/officeDocument/2006/relationships/image" Target="../media/image140.wmf"/><Relationship Id="rId25" Type="http://schemas.openxmlformats.org/officeDocument/2006/relationships/oleObject" Target="../embeddings/oleObject149.bin"/><Relationship Id="rId24" Type="http://schemas.openxmlformats.org/officeDocument/2006/relationships/image" Target="../media/image139.wmf"/><Relationship Id="rId23" Type="http://schemas.openxmlformats.org/officeDocument/2006/relationships/oleObject" Target="../embeddings/oleObject148.bin"/><Relationship Id="rId22" Type="http://schemas.openxmlformats.org/officeDocument/2006/relationships/image" Target="../media/image138.wmf"/><Relationship Id="rId21" Type="http://schemas.openxmlformats.org/officeDocument/2006/relationships/oleObject" Target="../embeddings/oleObject147.bin"/><Relationship Id="rId20" Type="http://schemas.openxmlformats.org/officeDocument/2006/relationships/image" Target="../media/image137.wmf"/><Relationship Id="rId2" Type="http://schemas.openxmlformats.org/officeDocument/2006/relationships/image" Target="../media/image128.emf"/><Relationship Id="rId19" Type="http://schemas.openxmlformats.org/officeDocument/2006/relationships/oleObject" Target="../embeddings/oleObject146.bin"/><Relationship Id="rId18" Type="http://schemas.openxmlformats.org/officeDocument/2006/relationships/image" Target="../media/image136.wmf"/><Relationship Id="rId17" Type="http://schemas.openxmlformats.org/officeDocument/2006/relationships/oleObject" Target="../embeddings/oleObject145.bin"/><Relationship Id="rId16" Type="http://schemas.openxmlformats.org/officeDocument/2006/relationships/image" Target="../media/image135.wmf"/><Relationship Id="rId15" Type="http://schemas.openxmlformats.org/officeDocument/2006/relationships/oleObject" Target="../embeddings/oleObject144.bin"/><Relationship Id="rId14" Type="http://schemas.openxmlformats.org/officeDocument/2006/relationships/image" Target="../media/image134.wmf"/><Relationship Id="rId13" Type="http://schemas.openxmlformats.org/officeDocument/2006/relationships/oleObject" Target="../embeddings/oleObject143.bin"/><Relationship Id="rId12" Type="http://schemas.openxmlformats.org/officeDocument/2006/relationships/image" Target="../media/image133.wmf"/><Relationship Id="rId11" Type="http://schemas.openxmlformats.org/officeDocument/2006/relationships/oleObject" Target="../embeddings/oleObject142.bin"/><Relationship Id="rId10" Type="http://schemas.openxmlformats.org/officeDocument/2006/relationships/image" Target="../media/image132.wmf"/><Relationship Id="rId1" Type="http://schemas.openxmlformats.org/officeDocument/2006/relationships/oleObject" Target="../embeddings/oleObject137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9.bin"/><Relationship Id="rId8" Type="http://schemas.openxmlformats.org/officeDocument/2006/relationships/image" Target="../media/image149.wmf"/><Relationship Id="rId7" Type="http://schemas.openxmlformats.org/officeDocument/2006/relationships/oleObject" Target="../embeddings/oleObject158.bin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57.bin"/><Relationship Id="rId4" Type="http://schemas.openxmlformats.org/officeDocument/2006/relationships/image" Target="../media/image147.wmf"/><Relationship Id="rId36" Type="http://schemas.openxmlformats.org/officeDocument/2006/relationships/vmlDrawing" Target="../drawings/vmlDrawing17.vml"/><Relationship Id="rId35" Type="http://schemas.openxmlformats.org/officeDocument/2006/relationships/slideLayout" Target="../slideLayouts/slideLayout7.xml"/><Relationship Id="rId34" Type="http://schemas.openxmlformats.org/officeDocument/2006/relationships/image" Target="../media/image162.wmf"/><Relationship Id="rId33" Type="http://schemas.openxmlformats.org/officeDocument/2006/relationships/oleObject" Target="../embeddings/oleObject171.bin"/><Relationship Id="rId32" Type="http://schemas.openxmlformats.org/officeDocument/2006/relationships/image" Target="../media/image161.wmf"/><Relationship Id="rId31" Type="http://schemas.openxmlformats.org/officeDocument/2006/relationships/oleObject" Target="../embeddings/oleObject170.bin"/><Relationship Id="rId30" Type="http://schemas.openxmlformats.org/officeDocument/2006/relationships/image" Target="../media/image160.wmf"/><Relationship Id="rId3" Type="http://schemas.openxmlformats.org/officeDocument/2006/relationships/oleObject" Target="../embeddings/oleObject156.bin"/><Relationship Id="rId29" Type="http://schemas.openxmlformats.org/officeDocument/2006/relationships/oleObject" Target="../embeddings/oleObject169.bin"/><Relationship Id="rId28" Type="http://schemas.openxmlformats.org/officeDocument/2006/relationships/image" Target="../media/image159.wmf"/><Relationship Id="rId27" Type="http://schemas.openxmlformats.org/officeDocument/2006/relationships/oleObject" Target="../embeddings/oleObject168.bin"/><Relationship Id="rId26" Type="http://schemas.openxmlformats.org/officeDocument/2006/relationships/image" Target="../media/image158.wmf"/><Relationship Id="rId25" Type="http://schemas.openxmlformats.org/officeDocument/2006/relationships/oleObject" Target="../embeddings/oleObject167.bin"/><Relationship Id="rId24" Type="http://schemas.openxmlformats.org/officeDocument/2006/relationships/image" Target="../media/image157.wmf"/><Relationship Id="rId23" Type="http://schemas.openxmlformats.org/officeDocument/2006/relationships/oleObject" Target="../embeddings/oleObject166.bin"/><Relationship Id="rId22" Type="http://schemas.openxmlformats.org/officeDocument/2006/relationships/image" Target="../media/image156.wmf"/><Relationship Id="rId21" Type="http://schemas.openxmlformats.org/officeDocument/2006/relationships/oleObject" Target="../embeddings/oleObject165.bin"/><Relationship Id="rId20" Type="http://schemas.openxmlformats.org/officeDocument/2006/relationships/image" Target="../media/image155.wmf"/><Relationship Id="rId2" Type="http://schemas.openxmlformats.org/officeDocument/2006/relationships/image" Target="../media/image146.wmf"/><Relationship Id="rId19" Type="http://schemas.openxmlformats.org/officeDocument/2006/relationships/oleObject" Target="../embeddings/oleObject164.bin"/><Relationship Id="rId18" Type="http://schemas.openxmlformats.org/officeDocument/2006/relationships/image" Target="../media/image154.wmf"/><Relationship Id="rId17" Type="http://schemas.openxmlformats.org/officeDocument/2006/relationships/oleObject" Target="../embeddings/oleObject163.bin"/><Relationship Id="rId16" Type="http://schemas.openxmlformats.org/officeDocument/2006/relationships/image" Target="../media/image153.wmf"/><Relationship Id="rId15" Type="http://schemas.openxmlformats.org/officeDocument/2006/relationships/oleObject" Target="../embeddings/oleObject162.bin"/><Relationship Id="rId14" Type="http://schemas.openxmlformats.org/officeDocument/2006/relationships/image" Target="../media/image152.wmf"/><Relationship Id="rId13" Type="http://schemas.openxmlformats.org/officeDocument/2006/relationships/oleObject" Target="../embeddings/oleObject161.bin"/><Relationship Id="rId12" Type="http://schemas.openxmlformats.org/officeDocument/2006/relationships/image" Target="../media/image151.wmf"/><Relationship Id="rId11" Type="http://schemas.openxmlformats.org/officeDocument/2006/relationships/oleObject" Target="../embeddings/oleObject160.bin"/><Relationship Id="rId10" Type="http://schemas.openxmlformats.org/officeDocument/2006/relationships/image" Target="../media/image150.wmf"/><Relationship Id="rId1" Type="http://schemas.openxmlformats.org/officeDocument/2006/relationships/oleObject" Target="../embeddings/oleObject155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6.bin"/><Relationship Id="rId8" Type="http://schemas.openxmlformats.org/officeDocument/2006/relationships/image" Target="../media/image166.emf"/><Relationship Id="rId7" Type="http://schemas.openxmlformats.org/officeDocument/2006/relationships/oleObject" Target="../embeddings/oleObject175.bin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174.bin"/><Relationship Id="rId4" Type="http://schemas.openxmlformats.org/officeDocument/2006/relationships/image" Target="../media/image164.wmf"/><Relationship Id="rId35" Type="http://schemas.openxmlformats.org/officeDocument/2006/relationships/vmlDrawing" Target="../drawings/vmlDrawing18.vml"/><Relationship Id="rId34" Type="http://schemas.openxmlformats.org/officeDocument/2006/relationships/slideLayout" Target="../slideLayouts/slideLayout7.xml"/><Relationship Id="rId33" Type="http://schemas.openxmlformats.org/officeDocument/2006/relationships/image" Target="../media/image178.wmf"/><Relationship Id="rId32" Type="http://schemas.openxmlformats.org/officeDocument/2006/relationships/oleObject" Target="../embeddings/oleObject188.bin"/><Relationship Id="rId31" Type="http://schemas.openxmlformats.org/officeDocument/2006/relationships/image" Target="../media/image177.emf"/><Relationship Id="rId30" Type="http://schemas.openxmlformats.org/officeDocument/2006/relationships/oleObject" Target="../embeddings/oleObject187.bin"/><Relationship Id="rId3" Type="http://schemas.openxmlformats.org/officeDocument/2006/relationships/oleObject" Target="../embeddings/oleObject173.bin"/><Relationship Id="rId29" Type="http://schemas.openxmlformats.org/officeDocument/2006/relationships/image" Target="../media/image176.wmf"/><Relationship Id="rId28" Type="http://schemas.openxmlformats.org/officeDocument/2006/relationships/oleObject" Target="../embeddings/oleObject186.bin"/><Relationship Id="rId27" Type="http://schemas.openxmlformats.org/officeDocument/2006/relationships/image" Target="../media/image175.wmf"/><Relationship Id="rId26" Type="http://schemas.openxmlformats.org/officeDocument/2006/relationships/oleObject" Target="../embeddings/oleObject185.bin"/><Relationship Id="rId25" Type="http://schemas.openxmlformats.org/officeDocument/2006/relationships/image" Target="../media/image174.emf"/><Relationship Id="rId24" Type="http://schemas.openxmlformats.org/officeDocument/2006/relationships/oleObject" Target="../embeddings/oleObject184.bin"/><Relationship Id="rId23" Type="http://schemas.openxmlformats.org/officeDocument/2006/relationships/image" Target="../media/image173.wmf"/><Relationship Id="rId22" Type="http://schemas.openxmlformats.org/officeDocument/2006/relationships/oleObject" Target="../embeddings/oleObject183.bin"/><Relationship Id="rId21" Type="http://schemas.openxmlformats.org/officeDocument/2006/relationships/image" Target="../media/image172.emf"/><Relationship Id="rId20" Type="http://schemas.openxmlformats.org/officeDocument/2006/relationships/oleObject" Target="../embeddings/oleObject182.bin"/><Relationship Id="rId2" Type="http://schemas.openxmlformats.org/officeDocument/2006/relationships/image" Target="../media/image163.wmf"/><Relationship Id="rId19" Type="http://schemas.openxmlformats.org/officeDocument/2006/relationships/image" Target="../media/image171.wmf"/><Relationship Id="rId18" Type="http://schemas.openxmlformats.org/officeDocument/2006/relationships/oleObject" Target="../embeddings/oleObject181.bin"/><Relationship Id="rId17" Type="http://schemas.openxmlformats.org/officeDocument/2006/relationships/image" Target="../media/image170.emf"/><Relationship Id="rId16" Type="http://schemas.openxmlformats.org/officeDocument/2006/relationships/oleObject" Target="../embeddings/oleObject180.bin"/><Relationship Id="rId15" Type="http://schemas.openxmlformats.org/officeDocument/2006/relationships/oleObject" Target="../embeddings/oleObject179.bin"/><Relationship Id="rId14" Type="http://schemas.openxmlformats.org/officeDocument/2006/relationships/image" Target="../media/image169.wmf"/><Relationship Id="rId13" Type="http://schemas.openxmlformats.org/officeDocument/2006/relationships/oleObject" Target="../embeddings/oleObject178.bin"/><Relationship Id="rId12" Type="http://schemas.openxmlformats.org/officeDocument/2006/relationships/image" Target="../media/image168.emf"/><Relationship Id="rId11" Type="http://schemas.openxmlformats.org/officeDocument/2006/relationships/oleObject" Target="../embeddings/oleObject177.bin"/><Relationship Id="rId10" Type="http://schemas.openxmlformats.org/officeDocument/2006/relationships/image" Target="../media/image167.emf"/><Relationship Id="rId1" Type="http://schemas.openxmlformats.org/officeDocument/2006/relationships/oleObject" Target="../embeddings/oleObject172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3.bin"/><Relationship Id="rId8" Type="http://schemas.openxmlformats.org/officeDocument/2006/relationships/image" Target="../media/image182.wmf"/><Relationship Id="rId7" Type="http://schemas.openxmlformats.org/officeDocument/2006/relationships/oleObject" Target="../embeddings/oleObject192.bin"/><Relationship Id="rId6" Type="http://schemas.openxmlformats.org/officeDocument/2006/relationships/image" Target="../media/image181.wmf"/><Relationship Id="rId5" Type="http://schemas.openxmlformats.org/officeDocument/2006/relationships/oleObject" Target="../embeddings/oleObject191.bin"/><Relationship Id="rId4" Type="http://schemas.openxmlformats.org/officeDocument/2006/relationships/image" Target="../media/image180.wmf"/><Relationship Id="rId33" Type="http://schemas.openxmlformats.org/officeDocument/2006/relationships/vmlDrawing" Target="../drawings/vmlDrawing19.vml"/><Relationship Id="rId32" Type="http://schemas.openxmlformats.org/officeDocument/2006/relationships/slideLayout" Target="../slideLayouts/slideLayout7.xml"/><Relationship Id="rId31" Type="http://schemas.openxmlformats.org/officeDocument/2006/relationships/image" Target="../media/image189.emf"/><Relationship Id="rId30" Type="http://schemas.openxmlformats.org/officeDocument/2006/relationships/oleObject" Target="../embeddings/oleObject204.bin"/><Relationship Id="rId3" Type="http://schemas.openxmlformats.org/officeDocument/2006/relationships/oleObject" Target="../embeddings/oleObject190.bin"/><Relationship Id="rId29" Type="http://schemas.openxmlformats.org/officeDocument/2006/relationships/image" Target="../media/image188.emf"/><Relationship Id="rId28" Type="http://schemas.openxmlformats.org/officeDocument/2006/relationships/oleObject" Target="../embeddings/oleObject203.bin"/><Relationship Id="rId27" Type="http://schemas.openxmlformats.org/officeDocument/2006/relationships/image" Target="../media/image175.wmf"/><Relationship Id="rId26" Type="http://schemas.openxmlformats.org/officeDocument/2006/relationships/oleObject" Target="../embeddings/oleObject202.bin"/><Relationship Id="rId25" Type="http://schemas.openxmlformats.org/officeDocument/2006/relationships/image" Target="../media/image173.wmf"/><Relationship Id="rId24" Type="http://schemas.openxmlformats.org/officeDocument/2006/relationships/oleObject" Target="../embeddings/oleObject201.bin"/><Relationship Id="rId23" Type="http://schemas.openxmlformats.org/officeDocument/2006/relationships/image" Target="../media/image187.emf"/><Relationship Id="rId22" Type="http://schemas.openxmlformats.org/officeDocument/2006/relationships/oleObject" Target="../embeddings/oleObject200.bin"/><Relationship Id="rId21" Type="http://schemas.openxmlformats.org/officeDocument/2006/relationships/image" Target="../media/image171.wmf"/><Relationship Id="rId20" Type="http://schemas.openxmlformats.org/officeDocument/2006/relationships/oleObject" Target="../embeddings/oleObject199.bin"/><Relationship Id="rId2" Type="http://schemas.openxmlformats.org/officeDocument/2006/relationships/image" Target="../media/image179.wmf"/><Relationship Id="rId19" Type="http://schemas.openxmlformats.org/officeDocument/2006/relationships/image" Target="../media/image186.emf"/><Relationship Id="rId18" Type="http://schemas.openxmlformats.org/officeDocument/2006/relationships/oleObject" Target="../embeddings/oleObject198.bin"/><Relationship Id="rId17" Type="http://schemas.openxmlformats.org/officeDocument/2006/relationships/oleObject" Target="../embeddings/oleObject197.bin"/><Relationship Id="rId16" Type="http://schemas.openxmlformats.org/officeDocument/2006/relationships/image" Target="../media/image169.wmf"/><Relationship Id="rId15" Type="http://schemas.openxmlformats.org/officeDocument/2006/relationships/oleObject" Target="../embeddings/oleObject196.bin"/><Relationship Id="rId14" Type="http://schemas.openxmlformats.org/officeDocument/2006/relationships/image" Target="../media/image185.emf"/><Relationship Id="rId13" Type="http://schemas.openxmlformats.org/officeDocument/2006/relationships/oleObject" Target="../embeddings/oleObject195.bin"/><Relationship Id="rId12" Type="http://schemas.openxmlformats.org/officeDocument/2006/relationships/image" Target="../media/image184.emf"/><Relationship Id="rId11" Type="http://schemas.openxmlformats.org/officeDocument/2006/relationships/oleObject" Target="../embeddings/oleObject194.bin"/><Relationship Id="rId10" Type="http://schemas.openxmlformats.org/officeDocument/2006/relationships/image" Target="../media/image183.emf"/><Relationship Id="rId1" Type="http://schemas.openxmlformats.org/officeDocument/2006/relationships/oleObject" Target="../embeddings/oleObject189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1.wmf"/><Relationship Id="rId8" Type="http://schemas.openxmlformats.org/officeDocument/2006/relationships/oleObject" Target="../embeddings/oleObject211.bin"/><Relationship Id="rId7" Type="http://schemas.openxmlformats.org/officeDocument/2006/relationships/oleObject" Target="../embeddings/oleObject210.bin"/><Relationship Id="rId6" Type="http://schemas.openxmlformats.org/officeDocument/2006/relationships/oleObject" Target="../embeddings/oleObject209.bin"/><Relationship Id="rId5" Type="http://schemas.openxmlformats.org/officeDocument/2006/relationships/oleObject" Target="../embeddings/oleObject208.bin"/><Relationship Id="rId44" Type="http://schemas.openxmlformats.org/officeDocument/2006/relationships/vmlDrawing" Target="../drawings/vmlDrawing20.vml"/><Relationship Id="rId43" Type="http://schemas.openxmlformats.org/officeDocument/2006/relationships/slideLayout" Target="../slideLayouts/slideLayout7.xml"/><Relationship Id="rId42" Type="http://schemas.openxmlformats.org/officeDocument/2006/relationships/image" Target="../media/image206.wmf"/><Relationship Id="rId41" Type="http://schemas.openxmlformats.org/officeDocument/2006/relationships/oleObject" Target="../embeddings/oleObject228.bin"/><Relationship Id="rId40" Type="http://schemas.openxmlformats.org/officeDocument/2006/relationships/image" Target="../media/image205.wmf"/><Relationship Id="rId4" Type="http://schemas.openxmlformats.org/officeDocument/2006/relationships/oleObject" Target="../embeddings/oleObject207.bin"/><Relationship Id="rId39" Type="http://schemas.openxmlformats.org/officeDocument/2006/relationships/oleObject" Target="../embeddings/oleObject227.bin"/><Relationship Id="rId38" Type="http://schemas.openxmlformats.org/officeDocument/2006/relationships/image" Target="../media/image204.emf"/><Relationship Id="rId37" Type="http://schemas.openxmlformats.org/officeDocument/2006/relationships/oleObject" Target="../embeddings/oleObject226.bin"/><Relationship Id="rId36" Type="http://schemas.openxmlformats.org/officeDocument/2006/relationships/image" Target="../media/image203.emf"/><Relationship Id="rId35" Type="http://schemas.openxmlformats.org/officeDocument/2006/relationships/oleObject" Target="../embeddings/oleObject225.bin"/><Relationship Id="rId34" Type="http://schemas.openxmlformats.org/officeDocument/2006/relationships/image" Target="../media/image202.emf"/><Relationship Id="rId33" Type="http://schemas.openxmlformats.org/officeDocument/2006/relationships/oleObject" Target="../embeddings/oleObject224.bin"/><Relationship Id="rId32" Type="http://schemas.openxmlformats.org/officeDocument/2006/relationships/image" Target="../media/image201.wmf"/><Relationship Id="rId31" Type="http://schemas.openxmlformats.org/officeDocument/2006/relationships/oleObject" Target="../embeddings/oleObject223.bin"/><Relationship Id="rId30" Type="http://schemas.openxmlformats.org/officeDocument/2006/relationships/image" Target="../media/image200.emf"/><Relationship Id="rId3" Type="http://schemas.openxmlformats.org/officeDocument/2006/relationships/oleObject" Target="../embeddings/oleObject206.bin"/><Relationship Id="rId29" Type="http://schemas.openxmlformats.org/officeDocument/2006/relationships/oleObject" Target="../embeddings/oleObject222.bin"/><Relationship Id="rId28" Type="http://schemas.openxmlformats.org/officeDocument/2006/relationships/image" Target="../media/image199.wmf"/><Relationship Id="rId27" Type="http://schemas.openxmlformats.org/officeDocument/2006/relationships/oleObject" Target="../embeddings/oleObject221.bin"/><Relationship Id="rId26" Type="http://schemas.openxmlformats.org/officeDocument/2006/relationships/image" Target="../media/image198.emf"/><Relationship Id="rId25" Type="http://schemas.openxmlformats.org/officeDocument/2006/relationships/oleObject" Target="../embeddings/oleObject220.bin"/><Relationship Id="rId24" Type="http://schemas.openxmlformats.org/officeDocument/2006/relationships/image" Target="../media/image197.wmf"/><Relationship Id="rId23" Type="http://schemas.openxmlformats.org/officeDocument/2006/relationships/oleObject" Target="../embeddings/oleObject219.bin"/><Relationship Id="rId22" Type="http://schemas.openxmlformats.org/officeDocument/2006/relationships/image" Target="../media/image196.wmf"/><Relationship Id="rId21" Type="http://schemas.openxmlformats.org/officeDocument/2006/relationships/oleObject" Target="../embeddings/oleObject218.bin"/><Relationship Id="rId20" Type="http://schemas.openxmlformats.org/officeDocument/2006/relationships/oleObject" Target="../embeddings/oleObject217.bin"/><Relationship Id="rId2" Type="http://schemas.openxmlformats.org/officeDocument/2006/relationships/image" Target="../media/image190.wmf"/><Relationship Id="rId19" Type="http://schemas.openxmlformats.org/officeDocument/2006/relationships/image" Target="../media/image195.wmf"/><Relationship Id="rId18" Type="http://schemas.openxmlformats.org/officeDocument/2006/relationships/oleObject" Target="../embeddings/oleObject216.bin"/><Relationship Id="rId17" Type="http://schemas.openxmlformats.org/officeDocument/2006/relationships/image" Target="../media/image194.wmf"/><Relationship Id="rId16" Type="http://schemas.openxmlformats.org/officeDocument/2006/relationships/oleObject" Target="../embeddings/oleObject215.bin"/><Relationship Id="rId15" Type="http://schemas.openxmlformats.org/officeDocument/2006/relationships/image" Target="../media/image193.wmf"/><Relationship Id="rId14" Type="http://schemas.openxmlformats.org/officeDocument/2006/relationships/oleObject" Target="../embeddings/oleObject214.bin"/><Relationship Id="rId13" Type="http://schemas.openxmlformats.org/officeDocument/2006/relationships/image" Target="../media/image192.wmf"/><Relationship Id="rId12" Type="http://schemas.openxmlformats.org/officeDocument/2006/relationships/oleObject" Target="../embeddings/oleObject213.bin"/><Relationship Id="rId11" Type="http://schemas.openxmlformats.org/officeDocument/2006/relationships/image" Target="../media/image169.wmf"/><Relationship Id="rId10" Type="http://schemas.openxmlformats.org/officeDocument/2006/relationships/oleObject" Target="../embeddings/oleObject212.bin"/><Relationship Id="rId1" Type="http://schemas.openxmlformats.org/officeDocument/2006/relationships/oleObject" Target="../embeddings/oleObject205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210.wmf"/><Relationship Id="rId7" Type="http://schemas.openxmlformats.org/officeDocument/2006/relationships/oleObject" Target="../embeddings/oleObject232.bin"/><Relationship Id="rId6" Type="http://schemas.openxmlformats.org/officeDocument/2006/relationships/image" Target="../media/image209.wmf"/><Relationship Id="rId5" Type="http://schemas.openxmlformats.org/officeDocument/2006/relationships/oleObject" Target="../embeddings/oleObject231.bin"/><Relationship Id="rId4" Type="http://schemas.openxmlformats.org/officeDocument/2006/relationships/image" Target="../media/image208.emf"/><Relationship Id="rId3" Type="http://schemas.openxmlformats.org/officeDocument/2006/relationships/oleObject" Target="../embeddings/oleObject230.bin"/><Relationship Id="rId2" Type="http://schemas.openxmlformats.org/officeDocument/2006/relationships/image" Target="../media/image207.wmf"/><Relationship Id="rId11" Type="http://schemas.openxmlformats.org/officeDocument/2006/relationships/notesSlide" Target="../notesSlides/notesSlide1.xml"/><Relationship Id="rId10" Type="http://schemas.openxmlformats.org/officeDocument/2006/relationships/vmlDrawing" Target="../drawings/vmlDrawing21.vml"/><Relationship Id="rId1" Type="http://schemas.openxmlformats.org/officeDocument/2006/relationships/oleObject" Target="../embeddings/oleObject229.bin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11.wmf"/><Relationship Id="rId1" Type="http://schemas.openxmlformats.org/officeDocument/2006/relationships/oleObject" Target="../embeddings/oleObject233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8.bin"/><Relationship Id="rId8" Type="http://schemas.openxmlformats.org/officeDocument/2006/relationships/image" Target="../media/image215.wmf"/><Relationship Id="rId7" Type="http://schemas.openxmlformats.org/officeDocument/2006/relationships/oleObject" Target="../embeddings/oleObject237.bin"/><Relationship Id="rId6" Type="http://schemas.openxmlformats.org/officeDocument/2006/relationships/image" Target="../media/image214.wmf"/><Relationship Id="rId5" Type="http://schemas.openxmlformats.org/officeDocument/2006/relationships/oleObject" Target="../embeddings/oleObject236.bin"/><Relationship Id="rId4" Type="http://schemas.openxmlformats.org/officeDocument/2006/relationships/image" Target="../media/image213.wmf"/><Relationship Id="rId38" Type="http://schemas.openxmlformats.org/officeDocument/2006/relationships/notesSlide" Target="../notesSlides/notesSlide2.xml"/><Relationship Id="rId37" Type="http://schemas.openxmlformats.org/officeDocument/2006/relationships/vmlDrawing" Target="../drawings/vmlDrawing23.vml"/><Relationship Id="rId36" Type="http://schemas.openxmlformats.org/officeDocument/2006/relationships/slideLayout" Target="../slideLayouts/slideLayout18.xml"/><Relationship Id="rId35" Type="http://schemas.openxmlformats.org/officeDocument/2006/relationships/image" Target="../media/image225.wmf"/><Relationship Id="rId34" Type="http://schemas.openxmlformats.org/officeDocument/2006/relationships/oleObject" Target="../embeddings/oleObject252.bin"/><Relationship Id="rId33" Type="http://schemas.openxmlformats.org/officeDocument/2006/relationships/image" Target="../media/image224.wmf"/><Relationship Id="rId32" Type="http://schemas.openxmlformats.org/officeDocument/2006/relationships/oleObject" Target="../embeddings/oleObject251.bin"/><Relationship Id="rId31" Type="http://schemas.openxmlformats.org/officeDocument/2006/relationships/image" Target="../media/image207.wmf"/><Relationship Id="rId30" Type="http://schemas.openxmlformats.org/officeDocument/2006/relationships/oleObject" Target="../embeddings/oleObject250.bin"/><Relationship Id="rId3" Type="http://schemas.openxmlformats.org/officeDocument/2006/relationships/oleObject" Target="../embeddings/oleObject235.bin"/><Relationship Id="rId29" Type="http://schemas.openxmlformats.org/officeDocument/2006/relationships/image" Target="../media/image223.wmf"/><Relationship Id="rId28" Type="http://schemas.openxmlformats.org/officeDocument/2006/relationships/oleObject" Target="../embeddings/oleObject249.bin"/><Relationship Id="rId27" Type="http://schemas.openxmlformats.org/officeDocument/2006/relationships/image" Target="../media/image222.wmf"/><Relationship Id="rId26" Type="http://schemas.openxmlformats.org/officeDocument/2006/relationships/oleObject" Target="../embeddings/oleObject248.bin"/><Relationship Id="rId25" Type="http://schemas.openxmlformats.org/officeDocument/2006/relationships/image" Target="../media/image221.wmf"/><Relationship Id="rId24" Type="http://schemas.openxmlformats.org/officeDocument/2006/relationships/oleObject" Target="../embeddings/oleObject247.bin"/><Relationship Id="rId23" Type="http://schemas.openxmlformats.org/officeDocument/2006/relationships/oleObject" Target="../embeddings/oleObject246.bin"/><Relationship Id="rId22" Type="http://schemas.openxmlformats.org/officeDocument/2006/relationships/oleObject" Target="../embeddings/oleObject245.bin"/><Relationship Id="rId21" Type="http://schemas.openxmlformats.org/officeDocument/2006/relationships/image" Target="../media/image220.wmf"/><Relationship Id="rId20" Type="http://schemas.openxmlformats.org/officeDocument/2006/relationships/oleObject" Target="../embeddings/oleObject244.bin"/><Relationship Id="rId2" Type="http://schemas.openxmlformats.org/officeDocument/2006/relationships/image" Target="../media/image212.wmf"/><Relationship Id="rId19" Type="http://schemas.openxmlformats.org/officeDocument/2006/relationships/image" Target="../media/image219.wmf"/><Relationship Id="rId18" Type="http://schemas.openxmlformats.org/officeDocument/2006/relationships/oleObject" Target="../embeddings/oleObject243.bin"/><Relationship Id="rId17" Type="http://schemas.openxmlformats.org/officeDocument/2006/relationships/image" Target="../media/image218.wmf"/><Relationship Id="rId16" Type="http://schemas.openxmlformats.org/officeDocument/2006/relationships/oleObject" Target="../embeddings/oleObject242.bin"/><Relationship Id="rId15" Type="http://schemas.openxmlformats.org/officeDocument/2006/relationships/oleObject" Target="../embeddings/oleObject241.bin"/><Relationship Id="rId14" Type="http://schemas.openxmlformats.org/officeDocument/2006/relationships/image" Target="../media/image211.wmf"/><Relationship Id="rId13" Type="http://schemas.openxmlformats.org/officeDocument/2006/relationships/oleObject" Target="../embeddings/oleObject240.bin"/><Relationship Id="rId12" Type="http://schemas.openxmlformats.org/officeDocument/2006/relationships/image" Target="../media/image217.wmf"/><Relationship Id="rId11" Type="http://schemas.openxmlformats.org/officeDocument/2006/relationships/oleObject" Target="../embeddings/oleObject239.bin"/><Relationship Id="rId10" Type="http://schemas.openxmlformats.org/officeDocument/2006/relationships/image" Target="../media/image216.wmf"/><Relationship Id="rId1" Type="http://schemas.openxmlformats.org/officeDocument/2006/relationships/oleObject" Target="../embeddings/oleObject234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9.wmf"/><Relationship Id="rId8" Type="http://schemas.openxmlformats.org/officeDocument/2006/relationships/oleObject" Target="../embeddings/oleObject256.bin"/><Relationship Id="rId7" Type="http://schemas.openxmlformats.org/officeDocument/2006/relationships/image" Target="../media/image228.wmf"/><Relationship Id="rId6" Type="http://schemas.openxmlformats.org/officeDocument/2006/relationships/oleObject" Target="../embeddings/oleObject255.bin"/><Relationship Id="rId5" Type="http://schemas.openxmlformats.org/officeDocument/2006/relationships/image" Target="../media/image227.png"/><Relationship Id="rId4" Type="http://schemas.openxmlformats.org/officeDocument/2006/relationships/image" Target="../media/image226.wmf"/><Relationship Id="rId3" Type="http://schemas.openxmlformats.org/officeDocument/2006/relationships/oleObject" Target="../embeddings/oleObject254.bin"/><Relationship Id="rId24" Type="http://schemas.openxmlformats.org/officeDocument/2006/relationships/notesSlide" Target="../notesSlides/notesSlide3.xml"/><Relationship Id="rId23" Type="http://schemas.openxmlformats.org/officeDocument/2006/relationships/vmlDrawing" Target="../drawings/vmlDrawing24.vml"/><Relationship Id="rId22" Type="http://schemas.openxmlformats.org/officeDocument/2006/relationships/slideLayout" Target="../slideLayouts/slideLayout18.xml"/><Relationship Id="rId21" Type="http://schemas.openxmlformats.org/officeDocument/2006/relationships/image" Target="../media/image233.wmf"/><Relationship Id="rId20" Type="http://schemas.openxmlformats.org/officeDocument/2006/relationships/oleObject" Target="../embeddings/oleObject262.bin"/><Relationship Id="rId2" Type="http://schemas.openxmlformats.org/officeDocument/2006/relationships/image" Target="../media/image218.wmf"/><Relationship Id="rId19" Type="http://schemas.openxmlformats.org/officeDocument/2006/relationships/image" Target="../media/image232.emf"/><Relationship Id="rId18" Type="http://schemas.openxmlformats.org/officeDocument/2006/relationships/oleObject" Target="../embeddings/oleObject261.bin"/><Relationship Id="rId17" Type="http://schemas.openxmlformats.org/officeDocument/2006/relationships/image" Target="../media/image231.wmf"/><Relationship Id="rId16" Type="http://schemas.openxmlformats.org/officeDocument/2006/relationships/oleObject" Target="../embeddings/oleObject260.bin"/><Relationship Id="rId15" Type="http://schemas.openxmlformats.org/officeDocument/2006/relationships/image" Target="../media/image230.wmf"/><Relationship Id="rId14" Type="http://schemas.openxmlformats.org/officeDocument/2006/relationships/oleObject" Target="../embeddings/oleObject259.bin"/><Relationship Id="rId13" Type="http://schemas.openxmlformats.org/officeDocument/2006/relationships/image" Target="../media/image229.wmf"/><Relationship Id="rId12" Type="http://schemas.openxmlformats.org/officeDocument/2006/relationships/oleObject" Target="../embeddings/oleObject258.bin"/><Relationship Id="rId11" Type="http://schemas.openxmlformats.org/officeDocument/2006/relationships/image" Target="../media/image223.wmf"/><Relationship Id="rId10" Type="http://schemas.openxmlformats.org/officeDocument/2006/relationships/oleObject" Target="../embeddings/oleObject257.bin"/><Relationship Id="rId1" Type="http://schemas.openxmlformats.org/officeDocument/2006/relationships/oleObject" Target="../embeddings/oleObject253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7.bin"/><Relationship Id="rId8" Type="http://schemas.openxmlformats.org/officeDocument/2006/relationships/image" Target="../media/image237.wmf"/><Relationship Id="rId7" Type="http://schemas.openxmlformats.org/officeDocument/2006/relationships/oleObject" Target="../embeddings/oleObject266.bin"/><Relationship Id="rId6" Type="http://schemas.openxmlformats.org/officeDocument/2006/relationships/image" Target="../media/image236.wmf"/><Relationship Id="rId5" Type="http://schemas.openxmlformats.org/officeDocument/2006/relationships/oleObject" Target="../embeddings/oleObject265.bin"/><Relationship Id="rId4" Type="http://schemas.openxmlformats.org/officeDocument/2006/relationships/image" Target="../media/image235.wmf"/><Relationship Id="rId32" Type="http://schemas.openxmlformats.org/officeDocument/2006/relationships/vmlDrawing" Target="../drawings/vmlDrawing25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246.wmf"/><Relationship Id="rId3" Type="http://schemas.openxmlformats.org/officeDocument/2006/relationships/oleObject" Target="../embeddings/oleObject264.bin"/><Relationship Id="rId29" Type="http://schemas.openxmlformats.org/officeDocument/2006/relationships/oleObject" Target="../embeddings/oleObject278.bin"/><Relationship Id="rId28" Type="http://schemas.openxmlformats.org/officeDocument/2006/relationships/image" Target="../media/image245.wmf"/><Relationship Id="rId27" Type="http://schemas.openxmlformats.org/officeDocument/2006/relationships/oleObject" Target="../embeddings/oleObject277.bin"/><Relationship Id="rId26" Type="http://schemas.openxmlformats.org/officeDocument/2006/relationships/image" Target="../media/image244.emf"/><Relationship Id="rId25" Type="http://schemas.openxmlformats.org/officeDocument/2006/relationships/oleObject" Target="../embeddings/oleObject276.bin"/><Relationship Id="rId24" Type="http://schemas.openxmlformats.org/officeDocument/2006/relationships/oleObject" Target="../embeddings/oleObject275.bin"/><Relationship Id="rId23" Type="http://schemas.openxmlformats.org/officeDocument/2006/relationships/oleObject" Target="../embeddings/oleObject274.bin"/><Relationship Id="rId22" Type="http://schemas.openxmlformats.org/officeDocument/2006/relationships/image" Target="../media/image211.wmf"/><Relationship Id="rId21" Type="http://schemas.openxmlformats.org/officeDocument/2006/relationships/oleObject" Target="../embeddings/oleObject273.bin"/><Relationship Id="rId20" Type="http://schemas.openxmlformats.org/officeDocument/2006/relationships/image" Target="../media/image243.wmf"/><Relationship Id="rId2" Type="http://schemas.openxmlformats.org/officeDocument/2006/relationships/image" Target="../media/image234.wmf"/><Relationship Id="rId19" Type="http://schemas.openxmlformats.org/officeDocument/2006/relationships/oleObject" Target="../embeddings/oleObject272.bin"/><Relationship Id="rId18" Type="http://schemas.openxmlformats.org/officeDocument/2006/relationships/image" Target="../media/image242.wmf"/><Relationship Id="rId17" Type="http://schemas.openxmlformats.org/officeDocument/2006/relationships/oleObject" Target="../embeddings/oleObject271.bin"/><Relationship Id="rId16" Type="http://schemas.openxmlformats.org/officeDocument/2006/relationships/image" Target="../media/image241.wmf"/><Relationship Id="rId15" Type="http://schemas.openxmlformats.org/officeDocument/2006/relationships/oleObject" Target="../embeddings/oleObject270.bin"/><Relationship Id="rId14" Type="http://schemas.openxmlformats.org/officeDocument/2006/relationships/image" Target="../media/image240.wmf"/><Relationship Id="rId13" Type="http://schemas.openxmlformats.org/officeDocument/2006/relationships/oleObject" Target="../embeddings/oleObject269.bin"/><Relationship Id="rId12" Type="http://schemas.openxmlformats.org/officeDocument/2006/relationships/image" Target="../media/image239.wmf"/><Relationship Id="rId11" Type="http://schemas.openxmlformats.org/officeDocument/2006/relationships/oleObject" Target="../embeddings/oleObject268.bin"/><Relationship Id="rId10" Type="http://schemas.openxmlformats.org/officeDocument/2006/relationships/image" Target="../media/image238.wmf"/><Relationship Id="rId1" Type="http://schemas.openxmlformats.org/officeDocument/2006/relationships/oleObject" Target="../embeddings/oleObject263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3.bin"/><Relationship Id="rId8" Type="http://schemas.openxmlformats.org/officeDocument/2006/relationships/image" Target="../media/image250.emf"/><Relationship Id="rId7" Type="http://schemas.openxmlformats.org/officeDocument/2006/relationships/oleObject" Target="../embeddings/oleObject282.bin"/><Relationship Id="rId6" Type="http://schemas.openxmlformats.org/officeDocument/2006/relationships/image" Target="../media/image249.wmf"/><Relationship Id="rId5" Type="http://schemas.openxmlformats.org/officeDocument/2006/relationships/oleObject" Target="../embeddings/oleObject281.bin"/><Relationship Id="rId4" Type="http://schemas.openxmlformats.org/officeDocument/2006/relationships/image" Target="../media/image248.wmf"/><Relationship Id="rId32" Type="http://schemas.openxmlformats.org/officeDocument/2006/relationships/vmlDrawing" Target="../drawings/vmlDrawing26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261.emf"/><Relationship Id="rId3" Type="http://schemas.openxmlformats.org/officeDocument/2006/relationships/oleObject" Target="../embeddings/oleObject280.bin"/><Relationship Id="rId29" Type="http://schemas.openxmlformats.org/officeDocument/2006/relationships/oleObject" Target="../embeddings/oleObject293.bin"/><Relationship Id="rId28" Type="http://schemas.openxmlformats.org/officeDocument/2006/relationships/image" Target="../media/image260.emf"/><Relationship Id="rId27" Type="http://schemas.openxmlformats.org/officeDocument/2006/relationships/oleObject" Target="../embeddings/oleObject292.bin"/><Relationship Id="rId26" Type="http://schemas.openxmlformats.org/officeDocument/2006/relationships/image" Target="../media/image259.emf"/><Relationship Id="rId25" Type="http://schemas.openxmlformats.org/officeDocument/2006/relationships/oleObject" Target="../embeddings/oleObject291.bin"/><Relationship Id="rId24" Type="http://schemas.openxmlformats.org/officeDocument/2006/relationships/image" Target="../media/image258.wmf"/><Relationship Id="rId23" Type="http://schemas.openxmlformats.org/officeDocument/2006/relationships/oleObject" Target="../embeddings/oleObject290.bin"/><Relationship Id="rId22" Type="http://schemas.openxmlformats.org/officeDocument/2006/relationships/image" Target="../media/image257.wmf"/><Relationship Id="rId21" Type="http://schemas.openxmlformats.org/officeDocument/2006/relationships/oleObject" Target="../embeddings/oleObject289.bin"/><Relationship Id="rId20" Type="http://schemas.openxmlformats.org/officeDocument/2006/relationships/image" Target="../media/image256.wmf"/><Relationship Id="rId2" Type="http://schemas.openxmlformats.org/officeDocument/2006/relationships/image" Target="../media/image247.wmf"/><Relationship Id="rId19" Type="http://schemas.openxmlformats.org/officeDocument/2006/relationships/oleObject" Target="../embeddings/oleObject288.bin"/><Relationship Id="rId18" Type="http://schemas.openxmlformats.org/officeDocument/2006/relationships/image" Target="../media/image255.wmf"/><Relationship Id="rId17" Type="http://schemas.openxmlformats.org/officeDocument/2006/relationships/oleObject" Target="../embeddings/oleObject287.bin"/><Relationship Id="rId16" Type="http://schemas.openxmlformats.org/officeDocument/2006/relationships/image" Target="../media/image254.wmf"/><Relationship Id="rId15" Type="http://schemas.openxmlformats.org/officeDocument/2006/relationships/oleObject" Target="../embeddings/oleObject286.bin"/><Relationship Id="rId14" Type="http://schemas.openxmlformats.org/officeDocument/2006/relationships/image" Target="../media/image253.wmf"/><Relationship Id="rId13" Type="http://schemas.openxmlformats.org/officeDocument/2006/relationships/oleObject" Target="../embeddings/oleObject285.bin"/><Relationship Id="rId12" Type="http://schemas.openxmlformats.org/officeDocument/2006/relationships/image" Target="../media/image252.wmf"/><Relationship Id="rId11" Type="http://schemas.openxmlformats.org/officeDocument/2006/relationships/oleObject" Target="../embeddings/oleObject284.bin"/><Relationship Id="rId10" Type="http://schemas.openxmlformats.org/officeDocument/2006/relationships/image" Target="../media/image251.wmf"/><Relationship Id="rId1" Type="http://schemas.openxmlformats.org/officeDocument/2006/relationships/oleObject" Target="../embeddings/oleObject279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8.bin"/><Relationship Id="rId8" Type="http://schemas.openxmlformats.org/officeDocument/2006/relationships/image" Target="../media/image265.wmf"/><Relationship Id="rId7" Type="http://schemas.openxmlformats.org/officeDocument/2006/relationships/oleObject" Target="../embeddings/oleObject297.bin"/><Relationship Id="rId6" Type="http://schemas.openxmlformats.org/officeDocument/2006/relationships/image" Target="../media/image264.wmf"/><Relationship Id="rId5" Type="http://schemas.openxmlformats.org/officeDocument/2006/relationships/oleObject" Target="../embeddings/oleObject296.bin"/><Relationship Id="rId4" Type="http://schemas.openxmlformats.org/officeDocument/2006/relationships/image" Target="../media/image263.emf"/><Relationship Id="rId3" Type="http://schemas.openxmlformats.org/officeDocument/2006/relationships/oleObject" Target="../embeddings/oleObject295.bin"/><Relationship Id="rId2" Type="http://schemas.openxmlformats.org/officeDocument/2006/relationships/image" Target="../media/image262.emf"/><Relationship Id="rId14" Type="http://schemas.openxmlformats.org/officeDocument/2006/relationships/vmlDrawing" Target="../drawings/vmlDrawing27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267.wmf"/><Relationship Id="rId11" Type="http://schemas.openxmlformats.org/officeDocument/2006/relationships/oleObject" Target="../embeddings/oleObject299.bin"/><Relationship Id="rId10" Type="http://schemas.openxmlformats.org/officeDocument/2006/relationships/image" Target="../media/image266.wmf"/><Relationship Id="rId1" Type="http://schemas.openxmlformats.org/officeDocument/2006/relationships/oleObject" Target="../embeddings/oleObject294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4.bin"/><Relationship Id="rId8" Type="http://schemas.openxmlformats.org/officeDocument/2006/relationships/image" Target="../media/image269.wmf"/><Relationship Id="rId7" Type="http://schemas.openxmlformats.org/officeDocument/2006/relationships/oleObject" Target="../embeddings/oleObject303.bin"/><Relationship Id="rId6" Type="http://schemas.openxmlformats.org/officeDocument/2006/relationships/image" Target="../media/image265.wmf"/><Relationship Id="rId5" Type="http://schemas.openxmlformats.org/officeDocument/2006/relationships/oleObject" Target="../embeddings/oleObject302.bin"/><Relationship Id="rId4" Type="http://schemas.openxmlformats.org/officeDocument/2006/relationships/image" Target="../media/image264.wmf"/><Relationship Id="rId3" Type="http://schemas.openxmlformats.org/officeDocument/2006/relationships/oleObject" Target="../embeddings/oleObject301.bin"/><Relationship Id="rId2" Type="http://schemas.openxmlformats.org/officeDocument/2006/relationships/image" Target="../media/image268.wmf"/><Relationship Id="rId16" Type="http://schemas.openxmlformats.org/officeDocument/2006/relationships/vmlDrawing" Target="../drawings/vmlDrawing28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272.emf"/><Relationship Id="rId13" Type="http://schemas.openxmlformats.org/officeDocument/2006/relationships/oleObject" Target="../embeddings/oleObject306.bin"/><Relationship Id="rId12" Type="http://schemas.openxmlformats.org/officeDocument/2006/relationships/image" Target="../media/image271.wmf"/><Relationship Id="rId11" Type="http://schemas.openxmlformats.org/officeDocument/2006/relationships/oleObject" Target="../embeddings/oleObject305.bin"/><Relationship Id="rId10" Type="http://schemas.openxmlformats.org/officeDocument/2006/relationships/image" Target="../media/image270.wmf"/><Relationship Id="rId1" Type="http://schemas.openxmlformats.org/officeDocument/2006/relationships/oleObject" Target="../embeddings/oleObject300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1.bin"/><Relationship Id="rId8" Type="http://schemas.openxmlformats.org/officeDocument/2006/relationships/image" Target="../media/image276.wmf"/><Relationship Id="rId7" Type="http://schemas.openxmlformats.org/officeDocument/2006/relationships/oleObject" Target="../embeddings/oleObject310.bin"/><Relationship Id="rId6" Type="http://schemas.openxmlformats.org/officeDocument/2006/relationships/image" Target="../media/image275.wmf"/><Relationship Id="rId5" Type="http://schemas.openxmlformats.org/officeDocument/2006/relationships/oleObject" Target="../embeddings/oleObject309.bin"/><Relationship Id="rId4" Type="http://schemas.openxmlformats.org/officeDocument/2006/relationships/image" Target="../media/image274.wmf"/><Relationship Id="rId3" Type="http://schemas.openxmlformats.org/officeDocument/2006/relationships/oleObject" Target="../embeddings/oleObject308.bin"/><Relationship Id="rId28" Type="http://schemas.openxmlformats.org/officeDocument/2006/relationships/vmlDrawing" Target="../drawings/vmlDrawing29.vml"/><Relationship Id="rId27" Type="http://schemas.openxmlformats.org/officeDocument/2006/relationships/slideLayout" Target="../slideLayouts/slideLayout23.xml"/><Relationship Id="rId26" Type="http://schemas.openxmlformats.org/officeDocument/2006/relationships/image" Target="../media/image285.wmf"/><Relationship Id="rId25" Type="http://schemas.openxmlformats.org/officeDocument/2006/relationships/oleObject" Target="../embeddings/oleObject319.bin"/><Relationship Id="rId24" Type="http://schemas.openxmlformats.org/officeDocument/2006/relationships/image" Target="../media/image284.wmf"/><Relationship Id="rId23" Type="http://schemas.openxmlformats.org/officeDocument/2006/relationships/oleObject" Target="../embeddings/oleObject318.bin"/><Relationship Id="rId22" Type="http://schemas.openxmlformats.org/officeDocument/2006/relationships/image" Target="../media/image283.wmf"/><Relationship Id="rId21" Type="http://schemas.openxmlformats.org/officeDocument/2006/relationships/oleObject" Target="../embeddings/oleObject317.bin"/><Relationship Id="rId20" Type="http://schemas.openxmlformats.org/officeDocument/2006/relationships/image" Target="../media/image282.wmf"/><Relationship Id="rId2" Type="http://schemas.openxmlformats.org/officeDocument/2006/relationships/image" Target="../media/image273.wmf"/><Relationship Id="rId19" Type="http://schemas.openxmlformats.org/officeDocument/2006/relationships/oleObject" Target="../embeddings/oleObject316.bin"/><Relationship Id="rId18" Type="http://schemas.openxmlformats.org/officeDocument/2006/relationships/image" Target="../media/image281.wmf"/><Relationship Id="rId17" Type="http://schemas.openxmlformats.org/officeDocument/2006/relationships/oleObject" Target="../embeddings/oleObject315.bin"/><Relationship Id="rId16" Type="http://schemas.openxmlformats.org/officeDocument/2006/relationships/image" Target="../media/image280.emf"/><Relationship Id="rId15" Type="http://schemas.openxmlformats.org/officeDocument/2006/relationships/oleObject" Target="../embeddings/oleObject314.bin"/><Relationship Id="rId14" Type="http://schemas.openxmlformats.org/officeDocument/2006/relationships/image" Target="../media/image279.emf"/><Relationship Id="rId13" Type="http://schemas.openxmlformats.org/officeDocument/2006/relationships/oleObject" Target="../embeddings/oleObject313.bin"/><Relationship Id="rId12" Type="http://schemas.openxmlformats.org/officeDocument/2006/relationships/image" Target="../media/image278.emf"/><Relationship Id="rId11" Type="http://schemas.openxmlformats.org/officeDocument/2006/relationships/oleObject" Target="../embeddings/oleObject312.bin"/><Relationship Id="rId10" Type="http://schemas.openxmlformats.org/officeDocument/2006/relationships/image" Target="../media/image277.wmf"/><Relationship Id="rId1" Type="http://schemas.openxmlformats.org/officeDocument/2006/relationships/oleObject" Target="../embeddings/oleObject307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4.bin"/><Relationship Id="rId8" Type="http://schemas.openxmlformats.org/officeDocument/2006/relationships/image" Target="../media/image289.wmf"/><Relationship Id="rId7" Type="http://schemas.openxmlformats.org/officeDocument/2006/relationships/oleObject" Target="../embeddings/oleObject323.bin"/><Relationship Id="rId6" Type="http://schemas.openxmlformats.org/officeDocument/2006/relationships/image" Target="../media/image288.wmf"/><Relationship Id="rId5" Type="http://schemas.openxmlformats.org/officeDocument/2006/relationships/oleObject" Target="../embeddings/oleObject322.bin"/><Relationship Id="rId4" Type="http://schemas.openxmlformats.org/officeDocument/2006/relationships/image" Target="../media/image287.wmf"/><Relationship Id="rId3" Type="http://schemas.openxmlformats.org/officeDocument/2006/relationships/oleObject" Target="../embeddings/oleObject321.bin"/><Relationship Id="rId24" Type="http://schemas.openxmlformats.org/officeDocument/2006/relationships/vmlDrawing" Target="../drawings/vmlDrawing30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296.wmf"/><Relationship Id="rId21" Type="http://schemas.openxmlformats.org/officeDocument/2006/relationships/oleObject" Target="../embeddings/oleObject330.bin"/><Relationship Id="rId20" Type="http://schemas.openxmlformats.org/officeDocument/2006/relationships/image" Target="../media/image295.wmf"/><Relationship Id="rId2" Type="http://schemas.openxmlformats.org/officeDocument/2006/relationships/image" Target="../media/image286.wmf"/><Relationship Id="rId19" Type="http://schemas.openxmlformats.org/officeDocument/2006/relationships/oleObject" Target="../embeddings/oleObject329.bin"/><Relationship Id="rId18" Type="http://schemas.openxmlformats.org/officeDocument/2006/relationships/image" Target="../media/image294.wmf"/><Relationship Id="rId17" Type="http://schemas.openxmlformats.org/officeDocument/2006/relationships/oleObject" Target="../embeddings/oleObject328.bin"/><Relationship Id="rId16" Type="http://schemas.openxmlformats.org/officeDocument/2006/relationships/image" Target="../media/image293.wmf"/><Relationship Id="rId15" Type="http://schemas.openxmlformats.org/officeDocument/2006/relationships/oleObject" Target="../embeddings/oleObject327.bin"/><Relationship Id="rId14" Type="http://schemas.openxmlformats.org/officeDocument/2006/relationships/image" Target="../media/image292.wmf"/><Relationship Id="rId13" Type="http://schemas.openxmlformats.org/officeDocument/2006/relationships/oleObject" Target="../embeddings/oleObject326.bin"/><Relationship Id="rId12" Type="http://schemas.openxmlformats.org/officeDocument/2006/relationships/image" Target="../media/image291.wmf"/><Relationship Id="rId11" Type="http://schemas.openxmlformats.org/officeDocument/2006/relationships/oleObject" Target="../embeddings/oleObject325.bin"/><Relationship Id="rId10" Type="http://schemas.openxmlformats.org/officeDocument/2006/relationships/image" Target="../media/image290.wmf"/><Relationship Id="rId1" Type="http://schemas.openxmlformats.org/officeDocument/2006/relationships/oleObject" Target="../embeddings/oleObject320.bin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1.v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298.wmf"/><Relationship Id="rId3" Type="http://schemas.openxmlformats.org/officeDocument/2006/relationships/oleObject" Target="../embeddings/oleObject332.bin"/><Relationship Id="rId2" Type="http://schemas.openxmlformats.org/officeDocument/2006/relationships/image" Target="../media/image297.wmf"/><Relationship Id="rId1" Type="http://schemas.openxmlformats.org/officeDocument/2006/relationships/oleObject" Target="../embeddings/oleObject331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7.bin"/><Relationship Id="rId8" Type="http://schemas.openxmlformats.org/officeDocument/2006/relationships/image" Target="../media/image302.wmf"/><Relationship Id="rId7" Type="http://schemas.openxmlformats.org/officeDocument/2006/relationships/oleObject" Target="../embeddings/oleObject336.bin"/><Relationship Id="rId6" Type="http://schemas.openxmlformats.org/officeDocument/2006/relationships/image" Target="../media/image301.wmf"/><Relationship Id="rId5" Type="http://schemas.openxmlformats.org/officeDocument/2006/relationships/oleObject" Target="../embeddings/oleObject335.bin"/><Relationship Id="rId4" Type="http://schemas.openxmlformats.org/officeDocument/2006/relationships/image" Target="../media/image300.wmf"/><Relationship Id="rId36" Type="http://schemas.openxmlformats.org/officeDocument/2006/relationships/vmlDrawing" Target="../drawings/vmlDrawing32.vml"/><Relationship Id="rId35" Type="http://schemas.openxmlformats.org/officeDocument/2006/relationships/slideLayout" Target="../slideLayouts/slideLayout18.xml"/><Relationship Id="rId34" Type="http://schemas.openxmlformats.org/officeDocument/2006/relationships/image" Target="../media/image315.wmf"/><Relationship Id="rId33" Type="http://schemas.openxmlformats.org/officeDocument/2006/relationships/oleObject" Target="../embeddings/oleObject349.bin"/><Relationship Id="rId32" Type="http://schemas.openxmlformats.org/officeDocument/2006/relationships/image" Target="../media/image314.wmf"/><Relationship Id="rId31" Type="http://schemas.openxmlformats.org/officeDocument/2006/relationships/oleObject" Target="../embeddings/oleObject348.bin"/><Relationship Id="rId30" Type="http://schemas.openxmlformats.org/officeDocument/2006/relationships/image" Target="../media/image313.wmf"/><Relationship Id="rId3" Type="http://schemas.openxmlformats.org/officeDocument/2006/relationships/oleObject" Target="../embeddings/oleObject334.bin"/><Relationship Id="rId29" Type="http://schemas.openxmlformats.org/officeDocument/2006/relationships/oleObject" Target="../embeddings/oleObject347.bin"/><Relationship Id="rId28" Type="http://schemas.openxmlformats.org/officeDocument/2006/relationships/image" Target="../media/image312.wmf"/><Relationship Id="rId27" Type="http://schemas.openxmlformats.org/officeDocument/2006/relationships/oleObject" Target="../embeddings/oleObject346.bin"/><Relationship Id="rId26" Type="http://schemas.openxmlformats.org/officeDocument/2006/relationships/image" Target="../media/image311.wmf"/><Relationship Id="rId25" Type="http://schemas.openxmlformats.org/officeDocument/2006/relationships/oleObject" Target="../embeddings/oleObject345.bin"/><Relationship Id="rId24" Type="http://schemas.openxmlformats.org/officeDocument/2006/relationships/image" Target="../media/image310.wmf"/><Relationship Id="rId23" Type="http://schemas.openxmlformats.org/officeDocument/2006/relationships/oleObject" Target="../embeddings/oleObject344.bin"/><Relationship Id="rId22" Type="http://schemas.openxmlformats.org/officeDocument/2006/relationships/image" Target="../media/image309.wmf"/><Relationship Id="rId21" Type="http://schemas.openxmlformats.org/officeDocument/2006/relationships/oleObject" Target="../embeddings/oleObject343.bin"/><Relationship Id="rId20" Type="http://schemas.openxmlformats.org/officeDocument/2006/relationships/image" Target="../media/image308.emf"/><Relationship Id="rId2" Type="http://schemas.openxmlformats.org/officeDocument/2006/relationships/image" Target="../media/image299.wmf"/><Relationship Id="rId19" Type="http://schemas.openxmlformats.org/officeDocument/2006/relationships/oleObject" Target="../embeddings/oleObject342.bin"/><Relationship Id="rId18" Type="http://schemas.openxmlformats.org/officeDocument/2006/relationships/image" Target="../media/image307.emf"/><Relationship Id="rId17" Type="http://schemas.openxmlformats.org/officeDocument/2006/relationships/oleObject" Target="../embeddings/oleObject341.bin"/><Relationship Id="rId16" Type="http://schemas.openxmlformats.org/officeDocument/2006/relationships/image" Target="../media/image306.emf"/><Relationship Id="rId15" Type="http://schemas.openxmlformats.org/officeDocument/2006/relationships/oleObject" Target="../embeddings/oleObject340.bin"/><Relationship Id="rId14" Type="http://schemas.openxmlformats.org/officeDocument/2006/relationships/image" Target="../media/image305.emf"/><Relationship Id="rId13" Type="http://schemas.openxmlformats.org/officeDocument/2006/relationships/oleObject" Target="../embeddings/oleObject339.bin"/><Relationship Id="rId12" Type="http://schemas.openxmlformats.org/officeDocument/2006/relationships/image" Target="../media/image304.wmf"/><Relationship Id="rId11" Type="http://schemas.openxmlformats.org/officeDocument/2006/relationships/oleObject" Target="../embeddings/oleObject338.bin"/><Relationship Id="rId10" Type="http://schemas.openxmlformats.org/officeDocument/2006/relationships/image" Target="../media/image303.wmf"/><Relationship Id="rId1" Type="http://schemas.openxmlformats.org/officeDocument/2006/relationships/oleObject" Target="../embeddings/oleObject333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4.bin"/><Relationship Id="rId8" Type="http://schemas.openxmlformats.org/officeDocument/2006/relationships/image" Target="../media/image217.wmf"/><Relationship Id="rId7" Type="http://schemas.openxmlformats.org/officeDocument/2006/relationships/oleObject" Target="../embeddings/oleObject353.bin"/><Relationship Id="rId6" Type="http://schemas.openxmlformats.org/officeDocument/2006/relationships/image" Target="../media/image317.wmf"/><Relationship Id="rId5" Type="http://schemas.openxmlformats.org/officeDocument/2006/relationships/oleObject" Target="../embeddings/oleObject352.bin"/><Relationship Id="rId4" Type="http://schemas.openxmlformats.org/officeDocument/2006/relationships/image" Target="../media/image215.wmf"/><Relationship Id="rId3" Type="http://schemas.openxmlformats.org/officeDocument/2006/relationships/oleObject" Target="../embeddings/oleObject351.bin"/><Relationship Id="rId2" Type="http://schemas.openxmlformats.org/officeDocument/2006/relationships/image" Target="../media/image316.wmf"/><Relationship Id="rId16" Type="http://schemas.openxmlformats.org/officeDocument/2006/relationships/vmlDrawing" Target="../drawings/vmlDrawing33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319.wmf"/><Relationship Id="rId13" Type="http://schemas.openxmlformats.org/officeDocument/2006/relationships/oleObject" Target="../embeddings/oleObject356.bin"/><Relationship Id="rId12" Type="http://schemas.openxmlformats.org/officeDocument/2006/relationships/image" Target="../media/image257.wmf"/><Relationship Id="rId11" Type="http://schemas.openxmlformats.org/officeDocument/2006/relationships/oleObject" Target="../embeddings/oleObject355.bin"/><Relationship Id="rId10" Type="http://schemas.openxmlformats.org/officeDocument/2006/relationships/image" Target="../media/image318.wmf"/><Relationship Id="rId1" Type="http://schemas.openxmlformats.org/officeDocument/2006/relationships/oleObject" Target="../embeddings/oleObject350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4.wmf"/><Relationship Id="rId8" Type="http://schemas.openxmlformats.org/officeDocument/2006/relationships/oleObject" Target="../embeddings/oleObject360.bin"/><Relationship Id="rId7" Type="http://schemas.openxmlformats.org/officeDocument/2006/relationships/image" Target="../media/image323.png"/><Relationship Id="rId6" Type="http://schemas.openxmlformats.org/officeDocument/2006/relationships/image" Target="../media/image322.wmf"/><Relationship Id="rId5" Type="http://schemas.openxmlformats.org/officeDocument/2006/relationships/oleObject" Target="../embeddings/oleObject359.bin"/><Relationship Id="rId4" Type="http://schemas.openxmlformats.org/officeDocument/2006/relationships/image" Target="../media/image321.wmf"/><Relationship Id="rId3" Type="http://schemas.openxmlformats.org/officeDocument/2006/relationships/oleObject" Target="../embeddings/oleObject358.bin"/><Relationship Id="rId23" Type="http://schemas.openxmlformats.org/officeDocument/2006/relationships/vmlDrawing" Target="../drawings/vmlDrawing34.vml"/><Relationship Id="rId22" Type="http://schemas.openxmlformats.org/officeDocument/2006/relationships/slideLayout" Target="../slideLayouts/slideLayout18.xml"/><Relationship Id="rId21" Type="http://schemas.openxmlformats.org/officeDocument/2006/relationships/image" Target="../media/image330.wmf"/><Relationship Id="rId20" Type="http://schemas.openxmlformats.org/officeDocument/2006/relationships/oleObject" Target="../embeddings/oleObject366.bin"/><Relationship Id="rId2" Type="http://schemas.openxmlformats.org/officeDocument/2006/relationships/image" Target="../media/image320.wmf"/><Relationship Id="rId19" Type="http://schemas.openxmlformats.org/officeDocument/2006/relationships/image" Target="../media/image329.emf"/><Relationship Id="rId18" Type="http://schemas.openxmlformats.org/officeDocument/2006/relationships/oleObject" Target="../embeddings/oleObject365.bin"/><Relationship Id="rId17" Type="http://schemas.openxmlformats.org/officeDocument/2006/relationships/image" Target="../media/image328.emf"/><Relationship Id="rId16" Type="http://schemas.openxmlformats.org/officeDocument/2006/relationships/oleObject" Target="../embeddings/oleObject364.bin"/><Relationship Id="rId15" Type="http://schemas.openxmlformats.org/officeDocument/2006/relationships/image" Target="../media/image327.wmf"/><Relationship Id="rId14" Type="http://schemas.openxmlformats.org/officeDocument/2006/relationships/oleObject" Target="../embeddings/oleObject363.bin"/><Relationship Id="rId13" Type="http://schemas.openxmlformats.org/officeDocument/2006/relationships/image" Target="../media/image326.emf"/><Relationship Id="rId12" Type="http://schemas.openxmlformats.org/officeDocument/2006/relationships/oleObject" Target="../embeddings/oleObject362.bin"/><Relationship Id="rId11" Type="http://schemas.openxmlformats.org/officeDocument/2006/relationships/image" Target="../media/image325.emf"/><Relationship Id="rId10" Type="http://schemas.openxmlformats.org/officeDocument/2006/relationships/oleObject" Target="../embeddings/oleObject361.bin"/><Relationship Id="rId1" Type="http://schemas.openxmlformats.org/officeDocument/2006/relationships/oleObject" Target="../embeddings/oleObject357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1.bin"/><Relationship Id="rId8" Type="http://schemas.openxmlformats.org/officeDocument/2006/relationships/image" Target="../media/image334.wmf"/><Relationship Id="rId7" Type="http://schemas.openxmlformats.org/officeDocument/2006/relationships/oleObject" Target="../embeddings/oleObject370.bin"/><Relationship Id="rId6" Type="http://schemas.openxmlformats.org/officeDocument/2006/relationships/image" Target="../media/image333.wmf"/><Relationship Id="rId5" Type="http://schemas.openxmlformats.org/officeDocument/2006/relationships/oleObject" Target="../embeddings/oleObject369.bin"/><Relationship Id="rId4" Type="http://schemas.openxmlformats.org/officeDocument/2006/relationships/image" Target="../media/image332.wmf"/><Relationship Id="rId3" Type="http://schemas.openxmlformats.org/officeDocument/2006/relationships/oleObject" Target="../embeddings/oleObject368.bin"/><Relationship Id="rId2" Type="http://schemas.openxmlformats.org/officeDocument/2006/relationships/image" Target="../media/image331.wmf"/><Relationship Id="rId19" Type="http://schemas.openxmlformats.org/officeDocument/2006/relationships/notesSlide" Target="../notesSlides/notesSlide4.xml"/><Relationship Id="rId18" Type="http://schemas.openxmlformats.org/officeDocument/2006/relationships/vmlDrawing" Target="../drawings/vmlDrawing35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338.wmf"/><Relationship Id="rId15" Type="http://schemas.openxmlformats.org/officeDocument/2006/relationships/oleObject" Target="../embeddings/oleObject374.bin"/><Relationship Id="rId14" Type="http://schemas.openxmlformats.org/officeDocument/2006/relationships/image" Target="../media/image337.wmf"/><Relationship Id="rId13" Type="http://schemas.openxmlformats.org/officeDocument/2006/relationships/oleObject" Target="../embeddings/oleObject373.bin"/><Relationship Id="rId12" Type="http://schemas.openxmlformats.org/officeDocument/2006/relationships/image" Target="../media/image336.wmf"/><Relationship Id="rId11" Type="http://schemas.openxmlformats.org/officeDocument/2006/relationships/oleObject" Target="../embeddings/oleObject372.bin"/><Relationship Id="rId10" Type="http://schemas.openxmlformats.org/officeDocument/2006/relationships/image" Target="../media/image335.wmf"/><Relationship Id="rId1" Type="http://schemas.openxmlformats.org/officeDocument/2006/relationships/oleObject" Target="../embeddings/oleObject367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9.bin"/><Relationship Id="rId8" Type="http://schemas.openxmlformats.org/officeDocument/2006/relationships/image" Target="../media/image342.wmf"/><Relationship Id="rId7" Type="http://schemas.openxmlformats.org/officeDocument/2006/relationships/oleObject" Target="../embeddings/oleObject378.bin"/><Relationship Id="rId6" Type="http://schemas.openxmlformats.org/officeDocument/2006/relationships/image" Target="../media/image341.wmf"/><Relationship Id="rId5" Type="http://schemas.openxmlformats.org/officeDocument/2006/relationships/oleObject" Target="../embeddings/oleObject377.bin"/><Relationship Id="rId4" Type="http://schemas.openxmlformats.org/officeDocument/2006/relationships/image" Target="../media/image340.wmf"/><Relationship Id="rId3" Type="http://schemas.openxmlformats.org/officeDocument/2006/relationships/oleObject" Target="../embeddings/oleObject376.bin"/><Relationship Id="rId27" Type="http://schemas.openxmlformats.org/officeDocument/2006/relationships/notesSlide" Target="../notesSlides/notesSlide5.xml"/><Relationship Id="rId26" Type="http://schemas.openxmlformats.org/officeDocument/2006/relationships/vmlDrawing" Target="../drawings/vmlDrawing36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350.wmf"/><Relationship Id="rId23" Type="http://schemas.openxmlformats.org/officeDocument/2006/relationships/oleObject" Target="../embeddings/oleObject386.bin"/><Relationship Id="rId22" Type="http://schemas.openxmlformats.org/officeDocument/2006/relationships/image" Target="../media/image349.wmf"/><Relationship Id="rId21" Type="http://schemas.openxmlformats.org/officeDocument/2006/relationships/oleObject" Target="../embeddings/oleObject385.bin"/><Relationship Id="rId20" Type="http://schemas.openxmlformats.org/officeDocument/2006/relationships/image" Target="../media/image348.wmf"/><Relationship Id="rId2" Type="http://schemas.openxmlformats.org/officeDocument/2006/relationships/image" Target="../media/image339.wmf"/><Relationship Id="rId19" Type="http://schemas.openxmlformats.org/officeDocument/2006/relationships/oleObject" Target="../embeddings/oleObject384.bin"/><Relationship Id="rId18" Type="http://schemas.openxmlformats.org/officeDocument/2006/relationships/image" Target="../media/image347.wmf"/><Relationship Id="rId17" Type="http://schemas.openxmlformats.org/officeDocument/2006/relationships/oleObject" Target="../embeddings/oleObject383.bin"/><Relationship Id="rId16" Type="http://schemas.openxmlformats.org/officeDocument/2006/relationships/image" Target="../media/image346.wmf"/><Relationship Id="rId15" Type="http://schemas.openxmlformats.org/officeDocument/2006/relationships/oleObject" Target="../embeddings/oleObject382.bin"/><Relationship Id="rId14" Type="http://schemas.openxmlformats.org/officeDocument/2006/relationships/image" Target="../media/image345.wmf"/><Relationship Id="rId13" Type="http://schemas.openxmlformats.org/officeDocument/2006/relationships/oleObject" Target="../embeddings/oleObject381.bin"/><Relationship Id="rId12" Type="http://schemas.openxmlformats.org/officeDocument/2006/relationships/image" Target="../media/image344.wmf"/><Relationship Id="rId11" Type="http://schemas.openxmlformats.org/officeDocument/2006/relationships/oleObject" Target="../embeddings/oleObject380.bin"/><Relationship Id="rId10" Type="http://schemas.openxmlformats.org/officeDocument/2006/relationships/image" Target="../media/image343.wmf"/><Relationship Id="rId1" Type="http://schemas.openxmlformats.org/officeDocument/2006/relationships/oleObject" Target="../embeddings/oleObject375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1.bin"/><Relationship Id="rId8" Type="http://schemas.openxmlformats.org/officeDocument/2006/relationships/image" Target="../media/image354.wmf"/><Relationship Id="rId7" Type="http://schemas.openxmlformats.org/officeDocument/2006/relationships/oleObject" Target="../embeddings/oleObject390.bin"/><Relationship Id="rId6" Type="http://schemas.openxmlformats.org/officeDocument/2006/relationships/image" Target="../media/image353.wmf"/><Relationship Id="rId5" Type="http://schemas.openxmlformats.org/officeDocument/2006/relationships/oleObject" Target="../embeddings/oleObject389.bin"/><Relationship Id="rId4" Type="http://schemas.openxmlformats.org/officeDocument/2006/relationships/image" Target="../media/image352.wmf"/><Relationship Id="rId3" Type="http://schemas.openxmlformats.org/officeDocument/2006/relationships/oleObject" Target="../embeddings/oleObject388.bin"/><Relationship Id="rId23" Type="http://schemas.openxmlformats.org/officeDocument/2006/relationships/notesSlide" Target="../notesSlides/notesSlide6.xml"/><Relationship Id="rId22" Type="http://schemas.openxmlformats.org/officeDocument/2006/relationships/vmlDrawing" Target="../drawings/vmlDrawing37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360.wmf"/><Relationship Id="rId2" Type="http://schemas.openxmlformats.org/officeDocument/2006/relationships/image" Target="../media/image351.wmf"/><Relationship Id="rId19" Type="http://schemas.openxmlformats.org/officeDocument/2006/relationships/oleObject" Target="../embeddings/oleObject396.bin"/><Relationship Id="rId18" Type="http://schemas.openxmlformats.org/officeDocument/2006/relationships/image" Target="../media/image359.wmf"/><Relationship Id="rId17" Type="http://schemas.openxmlformats.org/officeDocument/2006/relationships/oleObject" Target="../embeddings/oleObject395.bin"/><Relationship Id="rId16" Type="http://schemas.openxmlformats.org/officeDocument/2006/relationships/image" Target="../media/image358.wmf"/><Relationship Id="rId15" Type="http://schemas.openxmlformats.org/officeDocument/2006/relationships/oleObject" Target="../embeddings/oleObject394.bin"/><Relationship Id="rId14" Type="http://schemas.openxmlformats.org/officeDocument/2006/relationships/image" Target="../media/image357.emf"/><Relationship Id="rId13" Type="http://schemas.openxmlformats.org/officeDocument/2006/relationships/oleObject" Target="../embeddings/oleObject393.bin"/><Relationship Id="rId12" Type="http://schemas.openxmlformats.org/officeDocument/2006/relationships/image" Target="../media/image356.wmf"/><Relationship Id="rId11" Type="http://schemas.openxmlformats.org/officeDocument/2006/relationships/oleObject" Target="../embeddings/oleObject392.bin"/><Relationship Id="rId10" Type="http://schemas.openxmlformats.org/officeDocument/2006/relationships/image" Target="../media/image355.wmf"/><Relationship Id="rId1" Type="http://schemas.openxmlformats.org/officeDocument/2006/relationships/oleObject" Target="../embeddings/oleObject38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179388" y="188913"/>
            <a:ext cx="3060700" cy="1000125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>
                <a:solidFill>
                  <a:schemeClr val="tx1"/>
                </a:solidFill>
              </a:rPr>
              <a:t>玻尔兹曼熵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292868" name="Text Box 4"/>
          <p:cNvSpPr txBox="1"/>
          <p:nvPr/>
        </p:nvSpPr>
        <p:spPr>
          <a:xfrm>
            <a:off x="900113" y="1412875"/>
            <a:ext cx="7686675" cy="519113"/>
          </a:xfrm>
          <a:prstGeom prst="rect">
            <a:avLst/>
          </a:prstGeom>
          <a:solidFill>
            <a:srgbClr val="99FF99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怎样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定量地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描写状态的无序性和过程的方向性？</a:t>
            </a:r>
            <a:endParaRPr lang="zh-CN" altLang="en-US" sz="2800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92869" name="Text Box 5"/>
          <p:cNvSpPr txBox="1"/>
          <p:nvPr/>
        </p:nvSpPr>
        <p:spPr>
          <a:xfrm>
            <a:off x="1979613" y="1989138"/>
            <a:ext cx="51847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（以气体自由膨胀为例来说明）</a:t>
            </a:r>
            <a:endParaRPr lang="zh-CN" altLang="en-US" sz="28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92871" name="Text Box 7"/>
          <p:cNvSpPr txBox="1"/>
          <p:nvPr/>
        </p:nvSpPr>
        <p:spPr>
          <a:xfrm>
            <a:off x="3743325" y="3068638"/>
            <a:ext cx="4806950" cy="13731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将隔板拉开后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endParaRPr lang="en-US" altLang="zh-CN" sz="28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只表示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A,B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中各有多少个分子</a:t>
            </a:r>
            <a:endParaRPr lang="zh-CN" altLang="en-US" sz="2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----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称为宏观状态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;</a:t>
            </a:r>
            <a:endParaRPr lang="en-US" altLang="zh-CN" sz="2800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pic>
        <p:nvPicPr>
          <p:cNvPr id="292872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213" y="2971800"/>
            <a:ext cx="3403600" cy="3221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2873" name="Text Box 9"/>
          <p:cNvSpPr txBox="1"/>
          <p:nvPr/>
        </p:nvSpPr>
        <p:spPr>
          <a:xfrm>
            <a:off x="3887788" y="4616450"/>
            <a:ext cx="4273550" cy="13731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表示出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A,B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中各是哪些分子</a:t>
            </a:r>
            <a:endParaRPr lang="zh-CN" altLang="en-US" sz="2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     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分子的微观分布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)</a:t>
            </a:r>
            <a:endParaRPr lang="en-US" altLang="zh-CN" sz="2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      ----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称为微观状态</a:t>
            </a:r>
            <a:endParaRPr lang="zh-CN" altLang="en-US" sz="2800" b="1" dirty="0">
              <a:solidFill>
                <a:srgbClr val="3333CC"/>
              </a:solidFill>
              <a:latin typeface="宋体" panose="02010600030101010101" pitchFamily="2" charset="-122"/>
            </a:endParaRPr>
          </a:p>
        </p:txBody>
      </p:sp>
      <p:sp>
        <p:nvSpPr>
          <p:cNvPr id="18440" name="Text Box 10"/>
          <p:cNvSpPr txBox="1"/>
          <p:nvPr/>
        </p:nvSpPr>
        <p:spPr>
          <a:xfrm>
            <a:off x="8496300" y="6392863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</a:rPr>
              <a:t>70</a:t>
            </a:r>
            <a:endParaRPr lang="en-US" altLang="zh-CN" sz="2400" b="1" i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28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28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28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28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28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8" grpId="0" animBg="1"/>
      <p:bldP spid="292869" grpId="0"/>
      <p:bldP spid="292871" grpId="0"/>
      <p:bldP spid="29287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94914" name="Group 2"/>
          <p:cNvGrpSpPr/>
          <p:nvPr/>
        </p:nvGrpSpPr>
        <p:grpSpPr>
          <a:xfrm>
            <a:off x="387350" y="228600"/>
            <a:ext cx="5495925" cy="838200"/>
            <a:chOff x="244" y="144"/>
            <a:chExt cx="3462" cy="528"/>
          </a:xfrm>
        </p:grpSpPr>
        <p:grpSp>
          <p:nvGrpSpPr>
            <p:cNvPr id="19590" name="Group 3"/>
            <p:cNvGrpSpPr/>
            <p:nvPr/>
          </p:nvGrpSpPr>
          <p:grpSpPr>
            <a:xfrm>
              <a:off x="244" y="144"/>
              <a:ext cx="760" cy="528"/>
              <a:chOff x="244" y="144"/>
              <a:chExt cx="760" cy="528"/>
            </a:xfrm>
          </p:grpSpPr>
          <p:grpSp>
            <p:nvGrpSpPr>
              <p:cNvPr id="19592" name="Group 4"/>
              <p:cNvGrpSpPr/>
              <p:nvPr/>
            </p:nvGrpSpPr>
            <p:grpSpPr>
              <a:xfrm>
                <a:off x="244" y="144"/>
                <a:ext cx="760" cy="528"/>
                <a:chOff x="244" y="144"/>
                <a:chExt cx="760" cy="528"/>
              </a:xfrm>
            </p:grpSpPr>
            <p:sp>
              <p:nvSpPr>
                <p:cNvPr id="19597" name="Rectangle 5"/>
                <p:cNvSpPr/>
                <p:nvPr/>
              </p:nvSpPr>
              <p:spPr>
                <a:xfrm>
                  <a:off x="244" y="148"/>
                  <a:ext cx="760" cy="520"/>
                </a:xfrm>
                <a:prstGeom prst="rect">
                  <a:avLst/>
                </a:prstGeom>
                <a:solidFill>
                  <a:schemeClr val="folHlink"/>
                </a:solidFill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98" name="Line 6"/>
                <p:cNvSpPr/>
                <p:nvPr/>
              </p:nvSpPr>
              <p:spPr>
                <a:xfrm>
                  <a:off x="624" y="144"/>
                  <a:ext cx="0" cy="528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sp>
            <p:nvSpPr>
              <p:cNvPr id="19593" name="Oval 7"/>
              <p:cNvSpPr/>
              <p:nvPr/>
            </p:nvSpPr>
            <p:spPr>
              <a:xfrm>
                <a:off x="333" y="292"/>
                <a:ext cx="51" cy="88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94" name="Oval 8"/>
              <p:cNvSpPr/>
              <p:nvPr/>
            </p:nvSpPr>
            <p:spPr>
              <a:xfrm>
                <a:off x="510" y="292"/>
                <a:ext cx="51" cy="88"/>
              </a:xfrm>
              <a:prstGeom prst="ellipse">
                <a:avLst/>
              </a:prstGeom>
              <a:solidFill>
                <a:srgbClr val="FF6699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95" name="Oval 9"/>
              <p:cNvSpPr/>
              <p:nvPr/>
            </p:nvSpPr>
            <p:spPr>
              <a:xfrm>
                <a:off x="480" y="484"/>
                <a:ext cx="51" cy="88"/>
              </a:xfrm>
              <a:prstGeom prst="ellipse">
                <a:avLst/>
              </a:prstGeom>
              <a:solidFill>
                <a:schemeClr val="accent2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96" name="Oval 10"/>
              <p:cNvSpPr/>
              <p:nvPr/>
            </p:nvSpPr>
            <p:spPr>
              <a:xfrm>
                <a:off x="362" y="484"/>
                <a:ext cx="51" cy="88"/>
              </a:xfrm>
              <a:prstGeom prst="ellipse">
                <a:avLst/>
              </a:prstGeom>
              <a:solidFill>
                <a:srgbClr val="CCFF99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9591" name="Rectangle 11"/>
            <p:cNvSpPr/>
            <p:nvPr/>
          </p:nvSpPr>
          <p:spPr>
            <a:xfrm>
              <a:off x="1143" y="249"/>
              <a:ext cx="25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左</a:t>
              </a:r>
              <a:r>
                <a:rPr lang="en-US" altLang="zh-CN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4</a:t>
              </a:r>
              <a:r>
                <a:rPr lang="zh-CN" altLang="en-US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，右</a:t>
              </a:r>
              <a:r>
                <a:rPr lang="en-US" altLang="zh-CN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0</a:t>
              </a:r>
              <a:r>
                <a:rPr lang="zh-CN" altLang="en-US" sz="2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，微观状态数 </a:t>
              </a: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94924" name="Group 12"/>
          <p:cNvGrpSpPr/>
          <p:nvPr/>
        </p:nvGrpSpPr>
        <p:grpSpPr>
          <a:xfrm>
            <a:off x="381000" y="1295400"/>
            <a:ext cx="8016875" cy="946150"/>
            <a:chOff x="240" y="816"/>
            <a:chExt cx="5050" cy="596"/>
          </a:xfrm>
        </p:grpSpPr>
        <p:grpSp>
          <p:nvGrpSpPr>
            <p:cNvPr id="19557" name="Group 13"/>
            <p:cNvGrpSpPr/>
            <p:nvPr/>
          </p:nvGrpSpPr>
          <p:grpSpPr>
            <a:xfrm>
              <a:off x="1104" y="864"/>
              <a:ext cx="760" cy="528"/>
              <a:chOff x="1108" y="864"/>
              <a:chExt cx="760" cy="528"/>
            </a:xfrm>
          </p:grpSpPr>
          <p:grpSp>
            <p:nvGrpSpPr>
              <p:cNvPr id="19583" name="Group 14"/>
              <p:cNvGrpSpPr/>
              <p:nvPr/>
            </p:nvGrpSpPr>
            <p:grpSpPr>
              <a:xfrm>
                <a:off x="1108" y="864"/>
                <a:ext cx="760" cy="528"/>
                <a:chOff x="1108" y="864"/>
                <a:chExt cx="760" cy="528"/>
              </a:xfrm>
            </p:grpSpPr>
            <p:sp>
              <p:nvSpPr>
                <p:cNvPr id="19588" name="Rectangle 15"/>
                <p:cNvSpPr/>
                <p:nvPr/>
              </p:nvSpPr>
              <p:spPr>
                <a:xfrm>
                  <a:off x="1108" y="868"/>
                  <a:ext cx="760" cy="520"/>
                </a:xfrm>
                <a:prstGeom prst="rect">
                  <a:avLst/>
                </a:prstGeom>
                <a:solidFill>
                  <a:schemeClr val="folHlink"/>
                </a:solidFill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89" name="Line 16"/>
                <p:cNvSpPr/>
                <p:nvPr/>
              </p:nvSpPr>
              <p:spPr>
                <a:xfrm>
                  <a:off x="1488" y="864"/>
                  <a:ext cx="0" cy="528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sp>
            <p:nvSpPr>
              <p:cNvPr id="19584" name="Oval 17"/>
              <p:cNvSpPr/>
              <p:nvPr/>
            </p:nvSpPr>
            <p:spPr>
              <a:xfrm>
                <a:off x="1197" y="1012"/>
                <a:ext cx="51" cy="88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85" name="Oval 18"/>
              <p:cNvSpPr/>
              <p:nvPr/>
            </p:nvSpPr>
            <p:spPr>
              <a:xfrm>
                <a:off x="1374" y="1012"/>
                <a:ext cx="51" cy="88"/>
              </a:xfrm>
              <a:prstGeom prst="ellipse">
                <a:avLst/>
              </a:prstGeom>
              <a:solidFill>
                <a:srgbClr val="FF6699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86" name="Oval 19"/>
              <p:cNvSpPr/>
              <p:nvPr/>
            </p:nvSpPr>
            <p:spPr>
              <a:xfrm>
                <a:off x="1669" y="1012"/>
                <a:ext cx="51" cy="88"/>
              </a:xfrm>
              <a:prstGeom prst="ellipse">
                <a:avLst/>
              </a:prstGeom>
              <a:solidFill>
                <a:schemeClr val="accent2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87" name="Oval 20"/>
              <p:cNvSpPr/>
              <p:nvPr/>
            </p:nvSpPr>
            <p:spPr>
              <a:xfrm>
                <a:off x="1226" y="1204"/>
                <a:ext cx="51" cy="88"/>
              </a:xfrm>
              <a:prstGeom prst="ellipse">
                <a:avLst/>
              </a:prstGeom>
              <a:solidFill>
                <a:srgbClr val="CCFF99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9558" name="Group 21"/>
            <p:cNvGrpSpPr/>
            <p:nvPr/>
          </p:nvGrpSpPr>
          <p:grpSpPr>
            <a:xfrm>
              <a:off x="2832" y="864"/>
              <a:ext cx="760" cy="528"/>
              <a:chOff x="2836" y="864"/>
              <a:chExt cx="760" cy="528"/>
            </a:xfrm>
          </p:grpSpPr>
          <p:grpSp>
            <p:nvGrpSpPr>
              <p:cNvPr id="19576" name="Group 22"/>
              <p:cNvGrpSpPr/>
              <p:nvPr/>
            </p:nvGrpSpPr>
            <p:grpSpPr>
              <a:xfrm>
                <a:off x="2836" y="864"/>
                <a:ext cx="760" cy="528"/>
                <a:chOff x="2836" y="864"/>
                <a:chExt cx="760" cy="528"/>
              </a:xfrm>
            </p:grpSpPr>
            <p:sp>
              <p:nvSpPr>
                <p:cNvPr id="19581" name="Rectangle 23"/>
                <p:cNvSpPr/>
                <p:nvPr/>
              </p:nvSpPr>
              <p:spPr>
                <a:xfrm>
                  <a:off x="2836" y="868"/>
                  <a:ext cx="760" cy="520"/>
                </a:xfrm>
                <a:prstGeom prst="rect">
                  <a:avLst/>
                </a:prstGeom>
                <a:solidFill>
                  <a:schemeClr val="folHlink"/>
                </a:solidFill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82" name="Line 24"/>
                <p:cNvSpPr/>
                <p:nvPr/>
              </p:nvSpPr>
              <p:spPr>
                <a:xfrm>
                  <a:off x="3216" y="864"/>
                  <a:ext cx="0" cy="528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sp>
            <p:nvSpPr>
              <p:cNvPr id="19577" name="Oval 25"/>
              <p:cNvSpPr/>
              <p:nvPr/>
            </p:nvSpPr>
            <p:spPr>
              <a:xfrm>
                <a:off x="3338" y="1204"/>
                <a:ext cx="51" cy="88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78" name="Oval 26"/>
              <p:cNvSpPr/>
              <p:nvPr/>
            </p:nvSpPr>
            <p:spPr>
              <a:xfrm>
                <a:off x="3102" y="1012"/>
                <a:ext cx="51" cy="88"/>
              </a:xfrm>
              <a:prstGeom prst="ellipse">
                <a:avLst/>
              </a:prstGeom>
              <a:solidFill>
                <a:srgbClr val="FF6699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79" name="Oval 27"/>
              <p:cNvSpPr/>
              <p:nvPr/>
            </p:nvSpPr>
            <p:spPr>
              <a:xfrm>
                <a:off x="3072" y="1204"/>
                <a:ext cx="51" cy="88"/>
              </a:xfrm>
              <a:prstGeom prst="ellipse">
                <a:avLst/>
              </a:prstGeom>
              <a:solidFill>
                <a:schemeClr val="accent2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80" name="Oval 28"/>
              <p:cNvSpPr/>
              <p:nvPr/>
            </p:nvSpPr>
            <p:spPr>
              <a:xfrm>
                <a:off x="2954" y="1204"/>
                <a:ext cx="51" cy="88"/>
              </a:xfrm>
              <a:prstGeom prst="ellipse">
                <a:avLst/>
              </a:prstGeom>
              <a:solidFill>
                <a:srgbClr val="CCFF99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9559" name="Group 29"/>
            <p:cNvGrpSpPr/>
            <p:nvPr/>
          </p:nvGrpSpPr>
          <p:grpSpPr>
            <a:xfrm>
              <a:off x="240" y="864"/>
              <a:ext cx="760" cy="528"/>
              <a:chOff x="244" y="864"/>
              <a:chExt cx="760" cy="528"/>
            </a:xfrm>
          </p:grpSpPr>
          <p:grpSp>
            <p:nvGrpSpPr>
              <p:cNvPr id="19569" name="Group 30"/>
              <p:cNvGrpSpPr/>
              <p:nvPr/>
            </p:nvGrpSpPr>
            <p:grpSpPr>
              <a:xfrm>
                <a:off x="244" y="864"/>
                <a:ext cx="760" cy="528"/>
                <a:chOff x="244" y="864"/>
                <a:chExt cx="760" cy="528"/>
              </a:xfrm>
            </p:grpSpPr>
            <p:sp>
              <p:nvSpPr>
                <p:cNvPr id="19574" name="Rectangle 31"/>
                <p:cNvSpPr/>
                <p:nvPr/>
              </p:nvSpPr>
              <p:spPr>
                <a:xfrm>
                  <a:off x="244" y="868"/>
                  <a:ext cx="760" cy="520"/>
                </a:xfrm>
                <a:prstGeom prst="rect">
                  <a:avLst/>
                </a:prstGeom>
                <a:solidFill>
                  <a:schemeClr val="folHlink"/>
                </a:solidFill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75" name="Line 32"/>
                <p:cNvSpPr/>
                <p:nvPr/>
              </p:nvSpPr>
              <p:spPr>
                <a:xfrm>
                  <a:off x="624" y="864"/>
                  <a:ext cx="0" cy="528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sp>
            <p:nvSpPr>
              <p:cNvPr id="19570" name="Oval 33"/>
              <p:cNvSpPr/>
              <p:nvPr/>
            </p:nvSpPr>
            <p:spPr>
              <a:xfrm>
                <a:off x="333" y="1012"/>
                <a:ext cx="51" cy="88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71" name="Oval 34"/>
              <p:cNvSpPr/>
              <p:nvPr/>
            </p:nvSpPr>
            <p:spPr>
              <a:xfrm>
                <a:off x="510" y="1012"/>
                <a:ext cx="51" cy="88"/>
              </a:xfrm>
              <a:prstGeom prst="ellipse">
                <a:avLst/>
              </a:prstGeom>
              <a:solidFill>
                <a:srgbClr val="FF6699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72" name="Oval 35"/>
              <p:cNvSpPr/>
              <p:nvPr/>
            </p:nvSpPr>
            <p:spPr>
              <a:xfrm>
                <a:off x="480" y="1204"/>
                <a:ext cx="51" cy="88"/>
              </a:xfrm>
              <a:prstGeom prst="ellipse">
                <a:avLst/>
              </a:prstGeom>
              <a:solidFill>
                <a:schemeClr val="accent2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73" name="Oval 36"/>
              <p:cNvSpPr/>
              <p:nvPr/>
            </p:nvSpPr>
            <p:spPr>
              <a:xfrm>
                <a:off x="805" y="1060"/>
                <a:ext cx="51" cy="88"/>
              </a:xfrm>
              <a:prstGeom prst="ellipse">
                <a:avLst/>
              </a:prstGeom>
              <a:solidFill>
                <a:srgbClr val="CCFF99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9560" name="Group 37"/>
            <p:cNvGrpSpPr/>
            <p:nvPr/>
          </p:nvGrpSpPr>
          <p:grpSpPr>
            <a:xfrm>
              <a:off x="1968" y="864"/>
              <a:ext cx="760" cy="528"/>
              <a:chOff x="1972" y="864"/>
              <a:chExt cx="760" cy="528"/>
            </a:xfrm>
          </p:grpSpPr>
          <p:grpSp>
            <p:nvGrpSpPr>
              <p:cNvPr id="19562" name="Group 38"/>
              <p:cNvGrpSpPr/>
              <p:nvPr/>
            </p:nvGrpSpPr>
            <p:grpSpPr>
              <a:xfrm>
                <a:off x="1972" y="864"/>
                <a:ext cx="760" cy="528"/>
                <a:chOff x="1972" y="864"/>
                <a:chExt cx="760" cy="528"/>
              </a:xfrm>
            </p:grpSpPr>
            <p:sp>
              <p:nvSpPr>
                <p:cNvPr id="19567" name="Rectangle 39"/>
                <p:cNvSpPr/>
                <p:nvPr/>
              </p:nvSpPr>
              <p:spPr>
                <a:xfrm>
                  <a:off x="1972" y="868"/>
                  <a:ext cx="760" cy="520"/>
                </a:xfrm>
                <a:prstGeom prst="rect">
                  <a:avLst/>
                </a:prstGeom>
                <a:solidFill>
                  <a:schemeClr val="folHlink"/>
                </a:solidFill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68" name="Line 40"/>
                <p:cNvSpPr/>
                <p:nvPr/>
              </p:nvSpPr>
              <p:spPr>
                <a:xfrm>
                  <a:off x="2352" y="864"/>
                  <a:ext cx="0" cy="528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sp>
            <p:nvSpPr>
              <p:cNvPr id="19563" name="Oval 41"/>
              <p:cNvSpPr/>
              <p:nvPr/>
            </p:nvSpPr>
            <p:spPr>
              <a:xfrm>
                <a:off x="2061" y="1012"/>
                <a:ext cx="51" cy="88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64" name="Oval 42"/>
              <p:cNvSpPr/>
              <p:nvPr/>
            </p:nvSpPr>
            <p:spPr>
              <a:xfrm>
                <a:off x="2533" y="1204"/>
                <a:ext cx="51" cy="88"/>
              </a:xfrm>
              <a:prstGeom prst="ellipse">
                <a:avLst/>
              </a:prstGeom>
              <a:solidFill>
                <a:srgbClr val="FF6699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65" name="Oval 43"/>
              <p:cNvSpPr/>
              <p:nvPr/>
            </p:nvSpPr>
            <p:spPr>
              <a:xfrm>
                <a:off x="2208" y="1204"/>
                <a:ext cx="51" cy="88"/>
              </a:xfrm>
              <a:prstGeom prst="ellipse">
                <a:avLst/>
              </a:prstGeom>
              <a:solidFill>
                <a:schemeClr val="accent2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66" name="Oval 44"/>
              <p:cNvSpPr/>
              <p:nvPr/>
            </p:nvSpPr>
            <p:spPr>
              <a:xfrm>
                <a:off x="2090" y="1204"/>
                <a:ext cx="51" cy="88"/>
              </a:xfrm>
              <a:prstGeom prst="ellipse">
                <a:avLst/>
              </a:prstGeom>
              <a:solidFill>
                <a:srgbClr val="CCFF99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9561" name="Rectangle 45"/>
            <p:cNvSpPr/>
            <p:nvPr/>
          </p:nvSpPr>
          <p:spPr>
            <a:xfrm>
              <a:off x="3840" y="816"/>
              <a:ext cx="1450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左</a:t>
              </a:r>
              <a:r>
                <a:rPr lang="en-US" altLang="zh-CN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3</a:t>
              </a:r>
              <a:r>
                <a:rPr lang="zh-CN" altLang="en-US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，右</a:t>
              </a:r>
              <a:r>
                <a:rPr lang="en-US" altLang="zh-CN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1</a:t>
              </a:r>
              <a:r>
                <a:rPr lang="zh-CN" altLang="en-US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，</a:t>
              </a:r>
              <a:endPara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marL="0" lvl="0" indent="0" defTabSz="762000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微观状态数 </a:t>
              </a: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4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94958" name="Group 46"/>
          <p:cNvGrpSpPr/>
          <p:nvPr/>
        </p:nvGrpSpPr>
        <p:grpSpPr>
          <a:xfrm>
            <a:off x="387350" y="2514600"/>
            <a:ext cx="8240713" cy="1905000"/>
            <a:chOff x="244" y="1584"/>
            <a:chExt cx="5191" cy="1200"/>
          </a:xfrm>
        </p:grpSpPr>
        <p:grpSp>
          <p:nvGrpSpPr>
            <p:cNvPr id="19507" name="Group 47"/>
            <p:cNvGrpSpPr/>
            <p:nvPr/>
          </p:nvGrpSpPr>
          <p:grpSpPr>
            <a:xfrm>
              <a:off x="244" y="1584"/>
              <a:ext cx="2488" cy="1200"/>
              <a:chOff x="244" y="1584"/>
              <a:chExt cx="2488" cy="1200"/>
            </a:xfrm>
          </p:grpSpPr>
          <p:grpSp>
            <p:nvGrpSpPr>
              <p:cNvPr id="19509" name="Group 48"/>
              <p:cNvGrpSpPr/>
              <p:nvPr/>
            </p:nvGrpSpPr>
            <p:grpSpPr>
              <a:xfrm>
                <a:off x="244" y="1584"/>
                <a:ext cx="765" cy="528"/>
                <a:chOff x="244" y="1584"/>
                <a:chExt cx="765" cy="528"/>
              </a:xfrm>
            </p:grpSpPr>
            <p:grpSp>
              <p:nvGrpSpPr>
                <p:cNvPr id="19550" name="Group 49"/>
                <p:cNvGrpSpPr/>
                <p:nvPr/>
              </p:nvGrpSpPr>
              <p:grpSpPr>
                <a:xfrm>
                  <a:off x="244" y="1584"/>
                  <a:ext cx="765" cy="528"/>
                  <a:chOff x="244" y="1584"/>
                  <a:chExt cx="765" cy="528"/>
                </a:xfrm>
              </p:grpSpPr>
              <p:sp>
                <p:nvSpPr>
                  <p:cNvPr id="19555" name="Rectangle 50"/>
                  <p:cNvSpPr/>
                  <p:nvPr/>
                </p:nvSpPr>
                <p:spPr>
                  <a:xfrm>
                    <a:off x="244" y="1588"/>
                    <a:ext cx="765" cy="520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b="1" i="1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56" name="Line 51"/>
                  <p:cNvSpPr/>
                  <p:nvPr/>
                </p:nvSpPr>
                <p:spPr>
                  <a:xfrm>
                    <a:off x="627" y="1584"/>
                    <a:ext cx="0" cy="528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19551" name="Oval 52"/>
                <p:cNvSpPr/>
                <p:nvPr/>
              </p:nvSpPr>
              <p:spPr>
                <a:xfrm>
                  <a:off x="332" y="1732"/>
                  <a:ext cx="53" cy="8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52" name="Oval 53"/>
                <p:cNvSpPr/>
                <p:nvPr/>
              </p:nvSpPr>
              <p:spPr>
                <a:xfrm>
                  <a:off x="481" y="1876"/>
                  <a:ext cx="51" cy="88"/>
                </a:xfrm>
                <a:prstGeom prst="ellipse">
                  <a:avLst/>
                </a:prstGeom>
                <a:solidFill>
                  <a:srgbClr val="FF66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53" name="Oval 54"/>
                <p:cNvSpPr/>
                <p:nvPr/>
              </p:nvSpPr>
              <p:spPr>
                <a:xfrm>
                  <a:off x="809" y="1732"/>
                  <a:ext cx="51" cy="88"/>
                </a:xfrm>
                <a:prstGeom prst="ellipse">
                  <a:avLst/>
                </a:prstGeom>
                <a:solidFill>
                  <a:schemeClr val="accent2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54" name="Oval 55"/>
                <p:cNvSpPr/>
                <p:nvPr/>
              </p:nvSpPr>
              <p:spPr>
                <a:xfrm>
                  <a:off x="809" y="1924"/>
                  <a:ext cx="51" cy="88"/>
                </a:xfrm>
                <a:prstGeom prst="ellipse">
                  <a:avLst/>
                </a:prstGeom>
                <a:solidFill>
                  <a:srgbClr val="CCFF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19510" name="Group 56"/>
              <p:cNvGrpSpPr/>
              <p:nvPr/>
            </p:nvGrpSpPr>
            <p:grpSpPr>
              <a:xfrm>
                <a:off x="1105" y="1584"/>
                <a:ext cx="766" cy="528"/>
                <a:chOff x="1105" y="1584"/>
                <a:chExt cx="766" cy="528"/>
              </a:xfrm>
            </p:grpSpPr>
            <p:grpSp>
              <p:nvGrpSpPr>
                <p:cNvPr id="19543" name="Group 57"/>
                <p:cNvGrpSpPr/>
                <p:nvPr/>
              </p:nvGrpSpPr>
              <p:grpSpPr>
                <a:xfrm>
                  <a:off x="1105" y="1584"/>
                  <a:ext cx="766" cy="528"/>
                  <a:chOff x="1105" y="1584"/>
                  <a:chExt cx="766" cy="528"/>
                </a:xfrm>
              </p:grpSpPr>
              <p:sp>
                <p:nvSpPr>
                  <p:cNvPr id="19548" name="Rectangle 58"/>
                  <p:cNvSpPr/>
                  <p:nvPr/>
                </p:nvSpPr>
                <p:spPr>
                  <a:xfrm>
                    <a:off x="1105" y="1588"/>
                    <a:ext cx="766" cy="520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b="1" i="1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49" name="Line 59"/>
                  <p:cNvSpPr/>
                  <p:nvPr/>
                </p:nvSpPr>
                <p:spPr>
                  <a:xfrm>
                    <a:off x="1488" y="1584"/>
                    <a:ext cx="0" cy="528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19544" name="Oval 60"/>
                <p:cNvSpPr/>
                <p:nvPr/>
              </p:nvSpPr>
              <p:spPr>
                <a:xfrm>
                  <a:off x="1641" y="1780"/>
                  <a:ext cx="51" cy="8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45" name="Oval 61"/>
                <p:cNvSpPr/>
                <p:nvPr/>
              </p:nvSpPr>
              <p:spPr>
                <a:xfrm>
                  <a:off x="1225" y="1828"/>
                  <a:ext cx="51" cy="88"/>
                </a:xfrm>
                <a:prstGeom prst="ellipse">
                  <a:avLst/>
                </a:prstGeom>
                <a:solidFill>
                  <a:srgbClr val="FF66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46" name="Oval 62"/>
                <p:cNvSpPr/>
                <p:nvPr/>
              </p:nvSpPr>
              <p:spPr>
                <a:xfrm>
                  <a:off x="1343" y="1924"/>
                  <a:ext cx="53" cy="88"/>
                </a:xfrm>
                <a:prstGeom prst="ellipse">
                  <a:avLst/>
                </a:prstGeom>
                <a:solidFill>
                  <a:schemeClr val="accent2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47" name="Oval 63"/>
                <p:cNvSpPr/>
                <p:nvPr/>
              </p:nvSpPr>
              <p:spPr>
                <a:xfrm>
                  <a:off x="1729" y="1972"/>
                  <a:ext cx="51" cy="88"/>
                </a:xfrm>
                <a:prstGeom prst="ellipse">
                  <a:avLst/>
                </a:prstGeom>
                <a:solidFill>
                  <a:srgbClr val="CCFF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19511" name="Group 64"/>
              <p:cNvGrpSpPr/>
              <p:nvPr/>
            </p:nvGrpSpPr>
            <p:grpSpPr>
              <a:xfrm>
                <a:off x="1967" y="1584"/>
                <a:ext cx="765" cy="528"/>
                <a:chOff x="1967" y="1584"/>
                <a:chExt cx="765" cy="528"/>
              </a:xfrm>
            </p:grpSpPr>
            <p:grpSp>
              <p:nvGrpSpPr>
                <p:cNvPr id="19536" name="Group 65"/>
                <p:cNvGrpSpPr/>
                <p:nvPr/>
              </p:nvGrpSpPr>
              <p:grpSpPr>
                <a:xfrm>
                  <a:off x="1967" y="1584"/>
                  <a:ext cx="765" cy="528"/>
                  <a:chOff x="1967" y="1584"/>
                  <a:chExt cx="765" cy="528"/>
                </a:xfrm>
              </p:grpSpPr>
              <p:sp>
                <p:nvSpPr>
                  <p:cNvPr id="19541" name="Rectangle 66"/>
                  <p:cNvSpPr/>
                  <p:nvPr/>
                </p:nvSpPr>
                <p:spPr>
                  <a:xfrm>
                    <a:off x="1967" y="1588"/>
                    <a:ext cx="765" cy="520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b="1" i="1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42" name="Line 67"/>
                  <p:cNvSpPr/>
                  <p:nvPr/>
                </p:nvSpPr>
                <p:spPr>
                  <a:xfrm>
                    <a:off x="2349" y="1584"/>
                    <a:ext cx="0" cy="528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19537" name="Oval 68"/>
                <p:cNvSpPr/>
                <p:nvPr/>
              </p:nvSpPr>
              <p:spPr>
                <a:xfrm>
                  <a:off x="2473" y="1780"/>
                  <a:ext cx="51" cy="8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38" name="Oval 69"/>
                <p:cNvSpPr/>
                <p:nvPr/>
              </p:nvSpPr>
              <p:spPr>
                <a:xfrm>
                  <a:off x="2236" y="1732"/>
                  <a:ext cx="51" cy="88"/>
                </a:xfrm>
                <a:prstGeom prst="ellipse">
                  <a:avLst/>
                </a:prstGeom>
                <a:solidFill>
                  <a:srgbClr val="FF66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39" name="Oval 70"/>
                <p:cNvSpPr/>
                <p:nvPr/>
              </p:nvSpPr>
              <p:spPr>
                <a:xfrm>
                  <a:off x="2620" y="1924"/>
                  <a:ext cx="53" cy="88"/>
                </a:xfrm>
                <a:prstGeom prst="ellipse">
                  <a:avLst/>
                </a:prstGeom>
                <a:solidFill>
                  <a:schemeClr val="accent2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40" name="Oval 71"/>
                <p:cNvSpPr/>
                <p:nvPr/>
              </p:nvSpPr>
              <p:spPr>
                <a:xfrm>
                  <a:off x="2087" y="1924"/>
                  <a:ext cx="50" cy="88"/>
                </a:xfrm>
                <a:prstGeom prst="ellipse">
                  <a:avLst/>
                </a:prstGeom>
                <a:solidFill>
                  <a:srgbClr val="CCFF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19512" name="Group 72"/>
              <p:cNvGrpSpPr/>
              <p:nvPr/>
            </p:nvGrpSpPr>
            <p:grpSpPr>
              <a:xfrm>
                <a:off x="1105" y="2256"/>
                <a:ext cx="766" cy="528"/>
                <a:chOff x="1105" y="2256"/>
                <a:chExt cx="766" cy="528"/>
              </a:xfrm>
            </p:grpSpPr>
            <p:grpSp>
              <p:nvGrpSpPr>
                <p:cNvPr id="19529" name="Group 73"/>
                <p:cNvGrpSpPr/>
                <p:nvPr/>
              </p:nvGrpSpPr>
              <p:grpSpPr>
                <a:xfrm>
                  <a:off x="1105" y="2256"/>
                  <a:ext cx="766" cy="528"/>
                  <a:chOff x="1105" y="2256"/>
                  <a:chExt cx="766" cy="528"/>
                </a:xfrm>
              </p:grpSpPr>
              <p:sp>
                <p:nvSpPr>
                  <p:cNvPr id="19534" name="Rectangle 74"/>
                  <p:cNvSpPr/>
                  <p:nvPr/>
                </p:nvSpPr>
                <p:spPr>
                  <a:xfrm>
                    <a:off x="1105" y="2260"/>
                    <a:ext cx="766" cy="520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b="1" i="1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35" name="Line 75"/>
                  <p:cNvSpPr/>
                  <p:nvPr/>
                </p:nvSpPr>
                <p:spPr>
                  <a:xfrm>
                    <a:off x="1488" y="2256"/>
                    <a:ext cx="0" cy="528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19530" name="Oval 76"/>
                <p:cNvSpPr/>
                <p:nvPr/>
              </p:nvSpPr>
              <p:spPr>
                <a:xfrm>
                  <a:off x="1580" y="2356"/>
                  <a:ext cx="53" cy="8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31" name="Oval 77"/>
                <p:cNvSpPr/>
                <p:nvPr/>
              </p:nvSpPr>
              <p:spPr>
                <a:xfrm>
                  <a:off x="1671" y="2644"/>
                  <a:ext cx="50" cy="88"/>
                </a:xfrm>
                <a:prstGeom prst="ellipse">
                  <a:avLst/>
                </a:prstGeom>
                <a:solidFill>
                  <a:srgbClr val="FF66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32" name="Oval 78"/>
                <p:cNvSpPr/>
                <p:nvPr/>
              </p:nvSpPr>
              <p:spPr>
                <a:xfrm>
                  <a:off x="1313" y="2452"/>
                  <a:ext cx="51" cy="88"/>
                </a:xfrm>
                <a:prstGeom prst="ellipse">
                  <a:avLst/>
                </a:prstGeom>
                <a:solidFill>
                  <a:schemeClr val="accent2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33" name="Oval 79"/>
                <p:cNvSpPr/>
                <p:nvPr/>
              </p:nvSpPr>
              <p:spPr>
                <a:xfrm>
                  <a:off x="1225" y="2596"/>
                  <a:ext cx="51" cy="88"/>
                </a:xfrm>
                <a:prstGeom prst="ellipse">
                  <a:avLst/>
                </a:prstGeom>
                <a:solidFill>
                  <a:srgbClr val="CCFF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19513" name="Group 80"/>
              <p:cNvGrpSpPr/>
              <p:nvPr/>
            </p:nvGrpSpPr>
            <p:grpSpPr>
              <a:xfrm>
                <a:off x="244" y="2256"/>
                <a:ext cx="765" cy="528"/>
                <a:chOff x="244" y="2256"/>
                <a:chExt cx="765" cy="528"/>
              </a:xfrm>
            </p:grpSpPr>
            <p:grpSp>
              <p:nvGrpSpPr>
                <p:cNvPr id="19522" name="Group 81"/>
                <p:cNvGrpSpPr/>
                <p:nvPr/>
              </p:nvGrpSpPr>
              <p:grpSpPr>
                <a:xfrm>
                  <a:off x="244" y="2256"/>
                  <a:ext cx="765" cy="528"/>
                  <a:chOff x="244" y="2256"/>
                  <a:chExt cx="765" cy="528"/>
                </a:xfrm>
              </p:grpSpPr>
              <p:sp>
                <p:nvSpPr>
                  <p:cNvPr id="19527" name="Rectangle 82"/>
                  <p:cNvSpPr/>
                  <p:nvPr/>
                </p:nvSpPr>
                <p:spPr>
                  <a:xfrm>
                    <a:off x="244" y="2260"/>
                    <a:ext cx="765" cy="520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b="1" i="1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28" name="Line 83"/>
                  <p:cNvSpPr/>
                  <p:nvPr/>
                </p:nvSpPr>
                <p:spPr>
                  <a:xfrm>
                    <a:off x="627" y="2256"/>
                    <a:ext cx="0" cy="528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19523" name="Oval 84"/>
                <p:cNvSpPr/>
                <p:nvPr/>
              </p:nvSpPr>
              <p:spPr>
                <a:xfrm>
                  <a:off x="332" y="2404"/>
                  <a:ext cx="53" cy="8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24" name="Oval 85"/>
                <p:cNvSpPr/>
                <p:nvPr/>
              </p:nvSpPr>
              <p:spPr>
                <a:xfrm>
                  <a:off x="839" y="2644"/>
                  <a:ext cx="50" cy="88"/>
                </a:xfrm>
                <a:prstGeom prst="ellipse">
                  <a:avLst/>
                </a:prstGeom>
                <a:solidFill>
                  <a:srgbClr val="FF66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25" name="Oval 86"/>
                <p:cNvSpPr/>
                <p:nvPr/>
              </p:nvSpPr>
              <p:spPr>
                <a:xfrm>
                  <a:off x="748" y="2452"/>
                  <a:ext cx="53" cy="88"/>
                </a:xfrm>
                <a:prstGeom prst="ellipse">
                  <a:avLst/>
                </a:prstGeom>
                <a:solidFill>
                  <a:schemeClr val="accent2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26" name="Oval 87"/>
                <p:cNvSpPr/>
                <p:nvPr/>
              </p:nvSpPr>
              <p:spPr>
                <a:xfrm>
                  <a:off x="364" y="2596"/>
                  <a:ext cx="51" cy="88"/>
                </a:xfrm>
                <a:prstGeom prst="ellipse">
                  <a:avLst/>
                </a:prstGeom>
                <a:solidFill>
                  <a:srgbClr val="CCFF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19514" name="Group 88"/>
              <p:cNvGrpSpPr/>
              <p:nvPr/>
            </p:nvGrpSpPr>
            <p:grpSpPr>
              <a:xfrm>
                <a:off x="1967" y="2256"/>
                <a:ext cx="765" cy="528"/>
                <a:chOff x="1967" y="2256"/>
                <a:chExt cx="765" cy="528"/>
              </a:xfrm>
            </p:grpSpPr>
            <p:grpSp>
              <p:nvGrpSpPr>
                <p:cNvPr id="19515" name="Group 89"/>
                <p:cNvGrpSpPr/>
                <p:nvPr/>
              </p:nvGrpSpPr>
              <p:grpSpPr>
                <a:xfrm>
                  <a:off x="1967" y="2256"/>
                  <a:ext cx="765" cy="528"/>
                  <a:chOff x="1967" y="2256"/>
                  <a:chExt cx="765" cy="528"/>
                </a:xfrm>
              </p:grpSpPr>
              <p:sp>
                <p:nvSpPr>
                  <p:cNvPr id="19520" name="Rectangle 90"/>
                  <p:cNvSpPr/>
                  <p:nvPr/>
                </p:nvSpPr>
                <p:spPr>
                  <a:xfrm>
                    <a:off x="1967" y="2260"/>
                    <a:ext cx="765" cy="520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b="1" i="1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21" name="Line 91"/>
                  <p:cNvSpPr/>
                  <p:nvPr/>
                </p:nvSpPr>
                <p:spPr>
                  <a:xfrm>
                    <a:off x="2349" y="2256"/>
                    <a:ext cx="0" cy="528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19516" name="Oval 92"/>
                <p:cNvSpPr/>
                <p:nvPr/>
              </p:nvSpPr>
              <p:spPr>
                <a:xfrm>
                  <a:off x="2057" y="2404"/>
                  <a:ext cx="51" cy="8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17" name="Oval 93"/>
                <p:cNvSpPr/>
                <p:nvPr/>
              </p:nvSpPr>
              <p:spPr>
                <a:xfrm>
                  <a:off x="2532" y="2356"/>
                  <a:ext cx="51" cy="88"/>
                </a:xfrm>
                <a:prstGeom prst="ellipse">
                  <a:avLst/>
                </a:prstGeom>
                <a:solidFill>
                  <a:srgbClr val="FF66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18" name="Oval 94"/>
                <p:cNvSpPr/>
                <p:nvPr/>
              </p:nvSpPr>
              <p:spPr>
                <a:xfrm>
                  <a:off x="2204" y="2596"/>
                  <a:ext cx="53" cy="88"/>
                </a:xfrm>
                <a:prstGeom prst="ellipse">
                  <a:avLst/>
                </a:prstGeom>
                <a:solidFill>
                  <a:schemeClr val="accent2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19" name="Oval 95"/>
                <p:cNvSpPr/>
                <p:nvPr/>
              </p:nvSpPr>
              <p:spPr>
                <a:xfrm>
                  <a:off x="2444" y="2644"/>
                  <a:ext cx="51" cy="88"/>
                </a:xfrm>
                <a:prstGeom prst="ellipse">
                  <a:avLst/>
                </a:prstGeom>
                <a:solidFill>
                  <a:srgbClr val="CCFF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sp>
          <p:nvSpPr>
            <p:cNvPr id="19508" name="Rectangle 96"/>
            <p:cNvSpPr/>
            <p:nvPr/>
          </p:nvSpPr>
          <p:spPr>
            <a:xfrm>
              <a:off x="2872" y="2025"/>
              <a:ext cx="25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左</a:t>
              </a:r>
              <a:r>
                <a:rPr lang="en-US" altLang="zh-CN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2</a:t>
              </a:r>
              <a:r>
                <a:rPr lang="zh-CN" altLang="en-US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，右</a:t>
              </a:r>
              <a:r>
                <a:rPr lang="en-US" altLang="zh-CN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2</a:t>
              </a:r>
              <a:r>
                <a:rPr lang="zh-CN" altLang="en-US" sz="2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，微观状态数 </a:t>
              </a: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6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95009" name="Group 97"/>
          <p:cNvGrpSpPr/>
          <p:nvPr/>
        </p:nvGrpSpPr>
        <p:grpSpPr>
          <a:xfrm>
            <a:off x="387350" y="4648200"/>
            <a:ext cx="8162925" cy="946150"/>
            <a:chOff x="244" y="2928"/>
            <a:chExt cx="5142" cy="596"/>
          </a:xfrm>
        </p:grpSpPr>
        <p:grpSp>
          <p:nvGrpSpPr>
            <p:cNvPr id="19473" name="Group 98"/>
            <p:cNvGrpSpPr/>
            <p:nvPr/>
          </p:nvGrpSpPr>
          <p:grpSpPr>
            <a:xfrm>
              <a:off x="244" y="2976"/>
              <a:ext cx="3466" cy="528"/>
              <a:chOff x="244" y="2976"/>
              <a:chExt cx="3466" cy="528"/>
            </a:xfrm>
          </p:grpSpPr>
          <p:grpSp>
            <p:nvGrpSpPr>
              <p:cNvPr id="19475" name="Group 99"/>
              <p:cNvGrpSpPr/>
              <p:nvPr/>
            </p:nvGrpSpPr>
            <p:grpSpPr>
              <a:xfrm>
                <a:off x="1143" y="2976"/>
                <a:ext cx="799" cy="528"/>
                <a:chOff x="1143" y="2976"/>
                <a:chExt cx="799" cy="528"/>
              </a:xfrm>
            </p:grpSpPr>
            <p:grpSp>
              <p:nvGrpSpPr>
                <p:cNvPr id="19500" name="Group 100"/>
                <p:cNvGrpSpPr/>
                <p:nvPr/>
              </p:nvGrpSpPr>
              <p:grpSpPr>
                <a:xfrm>
                  <a:off x="1143" y="2976"/>
                  <a:ext cx="799" cy="528"/>
                  <a:chOff x="1143" y="2976"/>
                  <a:chExt cx="799" cy="528"/>
                </a:xfrm>
              </p:grpSpPr>
              <p:sp>
                <p:nvSpPr>
                  <p:cNvPr id="19505" name="Rectangle 101"/>
                  <p:cNvSpPr/>
                  <p:nvPr/>
                </p:nvSpPr>
                <p:spPr>
                  <a:xfrm>
                    <a:off x="1143" y="2980"/>
                    <a:ext cx="799" cy="520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b="1" i="1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06" name="Line 102"/>
                  <p:cNvSpPr/>
                  <p:nvPr/>
                </p:nvSpPr>
                <p:spPr>
                  <a:xfrm>
                    <a:off x="1543" y="2976"/>
                    <a:ext cx="0" cy="528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19501" name="Oval 103"/>
                <p:cNvSpPr/>
                <p:nvPr/>
              </p:nvSpPr>
              <p:spPr>
                <a:xfrm>
                  <a:off x="1671" y="3124"/>
                  <a:ext cx="54" cy="8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02" name="Oval 104"/>
                <p:cNvSpPr/>
                <p:nvPr/>
              </p:nvSpPr>
              <p:spPr>
                <a:xfrm>
                  <a:off x="1826" y="3364"/>
                  <a:ext cx="54" cy="88"/>
                </a:xfrm>
                <a:prstGeom prst="ellipse">
                  <a:avLst/>
                </a:prstGeom>
                <a:solidFill>
                  <a:srgbClr val="FF66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03" name="Oval 105"/>
                <p:cNvSpPr/>
                <p:nvPr/>
              </p:nvSpPr>
              <p:spPr>
                <a:xfrm>
                  <a:off x="1392" y="3316"/>
                  <a:ext cx="54" cy="88"/>
                </a:xfrm>
                <a:prstGeom prst="ellipse">
                  <a:avLst/>
                </a:prstGeom>
                <a:solidFill>
                  <a:schemeClr val="accent2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504" name="Oval 106"/>
                <p:cNvSpPr/>
                <p:nvPr/>
              </p:nvSpPr>
              <p:spPr>
                <a:xfrm>
                  <a:off x="1701" y="3316"/>
                  <a:ext cx="55" cy="88"/>
                </a:xfrm>
                <a:prstGeom prst="ellipse">
                  <a:avLst/>
                </a:prstGeom>
                <a:solidFill>
                  <a:srgbClr val="CCFF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19476" name="Group 107"/>
              <p:cNvGrpSpPr/>
              <p:nvPr/>
            </p:nvGrpSpPr>
            <p:grpSpPr>
              <a:xfrm>
                <a:off x="244" y="2976"/>
                <a:ext cx="798" cy="528"/>
                <a:chOff x="244" y="2976"/>
                <a:chExt cx="798" cy="528"/>
              </a:xfrm>
            </p:grpSpPr>
            <p:grpSp>
              <p:nvGrpSpPr>
                <p:cNvPr id="19493" name="Group 108"/>
                <p:cNvGrpSpPr/>
                <p:nvPr/>
              </p:nvGrpSpPr>
              <p:grpSpPr>
                <a:xfrm>
                  <a:off x="244" y="2976"/>
                  <a:ext cx="798" cy="528"/>
                  <a:chOff x="244" y="2976"/>
                  <a:chExt cx="798" cy="528"/>
                </a:xfrm>
              </p:grpSpPr>
              <p:sp>
                <p:nvSpPr>
                  <p:cNvPr id="19498" name="Rectangle 109"/>
                  <p:cNvSpPr/>
                  <p:nvPr/>
                </p:nvSpPr>
                <p:spPr>
                  <a:xfrm>
                    <a:off x="244" y="2980"/>
                    <a:ext cx="798" cy="520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b="1" i="1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99" name="Line 110"/>
                  <p:cNvSpPr/>
                  <p:nvPr/>
                </p:nvSpPr>
                <p:spPr>
                  <a:xfrm>
                    <a:off x="644" y="2976"/>
                    <a:ext cx="0" cy="528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19494" name="Oval 111"/>
                <p:cNvSpPr/>
                <p:nvPr/>
              </p:nvSpPr>
              <p:spPr>
                <a:xfrm>
                  <a:off x="709" y="3172"/>
                  <a:ext cx="54" cy="8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495" name="Oval 112"/>
                <p:cNvSpPr/>
                <p:nvPr/>
              </p:nvSpPr>
              <p:spPr>
                <a:xfrm>
                  <a:off x="741" y="3364"/>
                  <a:ext cx="53" cy="88"/>
                </a:xfrm>
                <a:prstGeom prst="ellipse">
                  <a:avLst/>
                </a:prstGeom>
                <a:solidFill>
                  <a:srgbClr val="FF66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496" name="Oval 113"/>
                <p:cNvSpPr/>
                <p:nvPr/>
              </p:nvSpPr>
              <p:spPr>
                <a:xfrm>
                  <a:off x="865" y="3316"/>
                  <a:ext cx="53" cy="88"/>
                </a:xfrm>
                <a:prstGeom prst="ellipse">
                  <a:avLst/>
                </a:prstGeom>
                <a:solidFill>
                  <a:schemeClr val="accent2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497" name="Oval 114"/>
                <p:cNvSpPr/>
                <p:nvPr/>
              </p:nvSpPr>
              <p:spPr>
                <a:xfrm>
                  <a:off x="368" y="3316"/>
                  <a:ext cx="54" cy="88"/>
                </a:xfrm>
                <a:prstGeom prst="ellipse">
                  <a:avLst/>
                </a:prstGeom>
                <a:solidFill>
                  <a:srgbClr val="CCFF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19477" name="Group 115"/>
              <p:cNvGrpSpPr/>
              <p:nvPr/>
            </p:nvGrpSpPr>
            <p:grpSpPr>
              <a:xfrm>
                <a:off x="2012" y="2976"/>
                <a:ext cx="799" cy="528"/>
                <a:chOff x="2012" y="2976"/>
                <a:chExt cx="799" cy="528"/>
              </a:xfrm>
            </p:grpSpPr>
            <p:grpSp>
              <p:nvGrpSpPr>
                <p:cNvPr id="19486" name="Group 116"/>
                <p:cNvGrpSpPr/>
                <p:nvPr/>
              </p:nvGrpSpPr>
              <p:grpSpPr>
                <a:xfrm>
                  <a:off x="2012" y="2976"/>
                  <a:ext cx="799" cy="528"/>
                  <a:chOff x="2012" y="2976"/>
                  <a:chExt cx="799" cy="528"/>
                </a:xfrm>
              </p:grpSpPr>
              <p:sp>
                <p:nvSpPr>
                  <p:cNvPr id="19491" name="Rectangle 117"/>
                  <p:cNvSpPr/>
                  <p:nvPr/>
                </p:nvSpPr>
                <p:spPr>
                  <a:xfrm>
                    <a:off x="2012" y="2980"/>
                    <a:ext cx="799" cy="520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b="1" i="1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92" name="Line 118"/>
                  <p:cNvSpPr/>
                  <p:nvPr/>
                </p:nvSpPr>
                <p:spPr>
                  <a:xfrm>
                    <a:off x="2411" y="2976"/>
                    <a:ext cx="0" cy="528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19487" name="Oval 119"/>
                <p:cNvSpPr/>
                <p:nvPr/>
              </p:nvSpPr>
              <p:spPr>
                <a:xfrm>
                  <a:off x="2570" y="3076"/>
                  <a:ext cx="54" cy="8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488" name="Oval 120"/>
                <p:cNvSpPr/>
                <p:nvPr/>
              </p:nvSpPr>
              <p:spPr>
                <a:xfrm>
                  <a:off x="2291" y="3124"/>
                  <a:ext cx="54" cy="88"/>
                </a:xfrm>
                <a:prstGeom prst="ellipse">
                  <a:avLst/>
                </a:prstGeom>
                <a:solidFill>
                  <a:srgbClr val="FF66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489" name="Oval 121"/>
                <p:cNvSpPr/>
                <p:nvPr/>
              </p:nvSpPr>
              <p:spPr>
                <a:xfrm>
                  <a:off x="2570" y="3268"/>
                  <a:ext cx="54" cy="88"/>
                </a:xfrm>
                <a:prstGeom prst="ellipse">
                  <a:avLst/>
                </a:prstGeom>
                <a:solidFill>
                  <a:schemeClr val="accent2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490" name="Oval 122"/>
                <p:cNvSpPr/>
                <p:nvPr/>
              </p:nvSpPr>
              <p:spPr>
                <a:xfrm>
                  <a:off x="2446" y="3364"/>
                  <a:ext cx="55" cy="88"/>
                </a:xfrm>
                <a:prstGeom prst="ellipse">
                  <a:avLst/>
                </a:prstGeom>
                <a:solidFill>
                  <a:srgbClr val="CCFF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19478" name="Group 123"/>
              <p:cNvGrpSpPr/>
              <p:nvPr/>
            </p:nvGrpSpPr>
            <p:grpSpPr>
              <a:xfrm>
                <a:off x="2912" y="2976"/>
                <a:ext cx="798" cy="528"/>
                <a:chOff x="2912" y="2976"/>
                <a:chExt cx="798" cy="528"/>
              </a:xfrm>
            </p:grpSpPr>
            <p:grpSp>
              <p:nvGrpSpPr>
                <p:cNvPr id="19479" name="Group 124"/>
                <p:cNvGrpSpPr/>
                <p:nvPr/>
              </p:nvGrpSpPr>
              <p:grpSpPr>
                <a:xfrm>
                  <a:off x="2912" y="2976"/>
                  <a:ext cx="798" cy="528"/>
                  <a:chOff x="2912" y="2976"/>
                  <a:chExt cx="798" cy="528"/>
                </a:xfrm>
              </p:grpSpPr>
              <p:sp>
                <p:nvSpPr>
                  <p:cNvPr id="19484" name="Rectangle 125"/>
                  <p:cNvSpPr/>
                  <p:nvPr/>
                </p:nvSpPr>
                <p:spPr>
                  <a:xfrm>
                    <a:off x="2912" y="2980"/>
                    <a:ext cx="798" cy="520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b="1" i="1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85" name="Line 126"/>
                  <p:cNvSpPr/>
                  <p:nvPr/>
                </p:nvSpPr>
                <p:spPr>
                  <a:xfrm>
                    <a:off x="3311" y="2976"/>
                    <a:ext cx="0" cy="528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19480" name="Oval 127"/>
                <p:cNvSpPr/>
                <p:nvPr/>
              </p:nvSpPr>
              <p:spPr>
                <a:xfrm>
                  <a:off x="3004" y="3124"/>
                  <a:ext cx="55" cy="8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481" name="Oval 128"/>
                <p:cNvSpPr/>
                <p:nvPr/>
              </p:nvSpPr>
              <p:spPr>
                <a:xfrm>
                  <a:off x="3501" y="3124"/>
                  <a:ext cx="54" cy="88"/>
                </a:xfrm>
                <a:prstGeom prst="ellipse">
                  <a:avLst/>
                </a:prstGeom>
                <a:solidFill>
                  <a:srgbClr val="FF66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482" name="Oval 129"/>
                <p:cNvSpPr/>
                <p:nvPr/>
              </p:nvSpPr>
              <p:spPr>
                <a:xfrm>
                  <a:off x="3408" y="3220"/>
                  <a:ext cx="54" cy="88"/>
                </a:xfrm>
                <a:prstGeom prst="ellipse">
                  <a:avLst/>
                </a:prstGeom>
                <a:solidFill>
                  <a:schemeClr val="accent2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483" name="Oval 130"/>
                <p:cNvSpPr/>
                <p:nvPr/>
              </p:nvSpPr>
              <p:spPr>
                <a:xfrm>
                  <a:off x="3594" y="3364"/>
                  <a:ext cx="54" cy="88"/>
                </a:xfrm>
                <a:prstGeom prst="ellipse">
                  <a:avLst/>
                </a:prstGeom>
                <a:solidFill>
                  <a:srgbClr val="CCFF99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sp>
          <p:nvSpPr>
            <p:cNvPr id="19474" name="Rectangle 131"/>
            <p:cNvSpPr/>
            <p:nvPr/>
          </p:nvSpPr>
          <p:spPr>
            <a:xfrm>
              <a:off x="3936" y="2928"/>
              <a:ext cx="1450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左</a:t>
              </a:r>
              <a:r>
                <a:rPr lang="en-US" altLang="zh-CN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1</a:t>
              </a:r>
              <a:r>
                <a:rPr lang="zh-CN" altLang="en-US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，右</a:t>
              </a:r>
              <a:r>
                <a:rPr lang="en-US" altLang="zh-CN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3</a:t>
              </a:r>
              <a:r>
                <a:rPr lang="zh-CN" altLang="en-US" sz="2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endPara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marL="0" lvl="0" indent="0" defTabSz="762000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微观状态数 </a:t>
              </a: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4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95044" name="Group 132"/>
          <p:cNvGrpSpPr/>
          <p:nvPr/>
        </p:nvGrpSpPr>
        <p:grpSpPr>
          <a:xfrm>
            <a:off x="387350" y="5791200"/>
            <a:ext cx="5495925" cy="838200"/>
            <a:chOff x="244" y="3648"/>
            <a:chExt cx="3462" cy="528"/>
          </a:xfrm>
        </p:grpSpPr>
        <p:grpSp>
          <p:nvGrpSpPr>
            <p:cNvPr id="19464" name="Group 133"/>
            <p:cNvGrpSpPr/>
            <p:nvPr/>
          </p:nvGrpSpPr>
          <p:grpSpPr>
            <a:xfrm>
              <a:off x="244" y="3648"/>
              <a:ext cx="808" cy="528"/>
              <a:chOff x="244" y="3648"/>
              <a:chExt cx="808" cy="528"/>
            </a:xfrm>
          </p:grpSpPr>
          <p:grpSp>
            <p:nvGrpSpPr>
              <p:cNvPr id="19466" name="Group 134"/>
              <p:cNvGrpSpPr/>
              <p:nvPr/>
            </p:nvGrpSpPr>
            <p:grpSpPr>
              <a:xfrm>
                <a:off x="244" y="3648"/>
                <a:ext cx="808" cy="528"/>
                <a:chOff x="244" y="3648"/>
                <a:chExt cx="808" cy="528"/>
              </a:xfrm>
            </p:grpSpPr>
            <p:sp>
              <p:nvSpPr>
                <p:cNvPr id="19471" name="Rectangle 135"/>
                <p:cNvSpPr/>
                <p:nvPr/>
              </p:nvSpPr>
              <p:spPr>
                <a:xfrm>
                  <a:off x="244" y="3652"/>
                  <a:ext cx="808" cy="520"/>
                </a:xfrm>
                <a:prstGeom prst="rect">
                  <a:avLst/>
                </a:prstGeom>
                <a:solidFill>
                  <a:schemeClr val="folHlink"/>
                </a:solidFill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b="1" i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472" name="Line 136"/>
                <p:cNvSpPr/>
                <p:nvPr/>
              </p:nvSpPr>
              <p:spPr>
                <a:xfrm>
                  <a:off x="648" y="3648"/>
                  <a:ext cx="0" cy="528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sp>
            <p:nvSpPr>
              <p:cNvPr id="19467" name="Oval 137"/>
              <p:cNvSpPr/>
              <p:nvPr/>
            </p:nvSpPr>
            <p:spPr>
              <a:xfrm>
                <a:off x="840" y="4036"/>
                <a:ext cx="55" cy="88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468" name="Oval 138"/>
              <p:cNvSpPr/>
              <p:nvPr/>
            </p:nvSpPr>
            <p:spPr>
              <a:xfrm>
                <a:off x="746" y="3844"/>
                <a:ext cx="55" cy="88"/>
              </a:xfrm>
              <a:prstGeom prst="ellipse">
                <a:avLst/>
              </a:prstGeom>
              <a:solidFill>
                <a:srgbClr val="FF6699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469" name="Oval 139"/>
              <p:cNvSpPr/>
              <p:nvPr/>
            </p:nvSpPr>
            <p:spPr>
              <a:xfrm>
                <a:off x="903" y="3940"/>
                <a:ext cx="55" cy="88"/>
              </a:xfrm>
              <a:prstGeom prst="ellipse">
                <a:avLst/>
              </a:prstGeom>
              <a:solidFill>
                <a:schemeClr val="accent2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470" name="Oval 140"/>
              <p:cNvSpPr/>
              <p:nvPr/>
            </p:nvSpPr>
            <p:spPr>
              <a:xfrm>
                <a:off x="872" y="3700"/>
                <a:ext cx="54" cy="88"/>
              </a:xfrm>
              <a:prstGeom prst="ellipse">
                <a:avLst/>
              </a:prstGeom>
              <a:solidFill>
                <a:srgbClr val="CCFF99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b="1" i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9465" name="Rectangle 141"/>
            <p:cNvSpPr/>
            <p:nvPr/>
          </p:nvSpPr>
          <p:spPr>
            <a:xfrm>
              <a:off x="1143" y="3801"/>
              <a:ext cx="25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左</a:t>
              </a:r>
              <a:r>
                <a:rPr lang="en-US" altLang="zh-CN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0</a:t>
              </a:r>
              <a:r>
                <a:rPr lang="zh-CN" altLang="en-US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，右</a:t>
              </a:r>
              <a:r>
                <a:rPr lang="en-US" altLang="zh-CN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4</a:t>
              </a:r>
              <a:r>
                <a:rPr lang="zh-CN" altLang="en-US" sz="2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，微观状态数 </a:t>
              </a: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9463" name="Text Box 142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</a:rPr>
              <a:t>71</a:t>
            </a:r>
            <a:endParaRPr lang="en-US" altLang="zh-CN" sz="2400" b="1" i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49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4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49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50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50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0340" name="Rectangle 4"/>
          <p:cNvSpPr/>
          <p:nvPr/>
        </p:nvSpPr>
        <p:spPr>
          <a:xfrm>
            <a:off x="666750" y="1311275"/>
            <a:ext cx="8189913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       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四个分子全部退回到一边的可能性是存在的，概率是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1/2</a:t>
            </a:r>
            <a:r>
              <a:rPr lang="en-US" altLang="zh-CN" sz="2400" b="1" baseline="30000" dirty="0">
                <a:solidFill>
                  <a:srgbClr val="000066"/>
                </a:solidFill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，但比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个分子分布在两边的概率小得多。</a:t>
            </a:r>
            <a:endParaRPr lang="zh-CN" altLang="en-US" sz="24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270341" name="Rectangle 5"/>
          <p:cNvSpPr/>
          <p:nvPr/>
        </p:nvSpPr>
        <p:spPr>
          <a:xfrm>
            <a:off x="715963" y="374650"/>
            <a:ext cx="8104187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从表中可看出，“分子全部退回到一边”的宏观态包含的微观态数与其它宏观态相比是最少的（仅为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）。</a:t>
            </a:r>
            <a:endParaRPr lang="zh-CN" altLang="en-US" sz="24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270342" name="Rectangle 6"/>
          <p:cNvSpPr/>
          <p:nvPr/>
        </p:nvSpPr>
        <p:spPr>
          <a:xfrm>
            <a:off x="571500" y="2317750"/>
            <a:ext cx="8572500" cy="2406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       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推广到有</a:t>
            </a:r>
            <a:r>
              <a:rPr lang="en-US" altLang="zh-CN" sz="2400" b="1" i="1" dirty="0">
                <a:solidFill>
                  <a:srgbClr val="000000"/>
                </a:solidFill>
                <a:ea typeface="楷体_GB2312" pitchFamily="49" charset="-122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个分子的情况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:</a:t>
            </a:r>
            <a:r>
              <a:rPr lang="en-US" altLang="zh-CN" sz="2400" b="1" i="1" dirty="0">
                <a:solidFill>
                  <a:srgbClr val="000000"/>
                </a:solidFill>
                <a:ea typeface="楷体_GB2312" pitchFamily="49" charset="-122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个分子在左右两部分的分</a:t>
            </a:r>
            <a:endParaRPr lang="zh-CN" altLang="en-US" sz="2400" b="1" dirty="0">
              <a:solidFill>
                <a:srgbClr val="000000"/>
              </a:solidFill>
              <a:ea typeface="楷体_GB2312" pitchFamily="49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布共有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2</a:t>
            </a:r>
            <a:r>
              <a:rPr lang="en-US" altLang="zh-CN" sz="2800" b="1" i="1" baseline="30000" dirty="0">
                <a:solidFill>
                  <a:srgbClr val="000000"/>
                </a:solidFill>
                <a:ea typeface="楷体_GB2312" pitchFamily="49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种可能的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概率均等的微观状态。其中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全部分子</a:t>
            </a:r>
            <a:endParaRPr lang="zh-CN" altLang="en-US" sz="2400" b="1" dirty="0">
              <a:solidFill>
                <a:srgbClr val="000000"/>
              </a:solidFill>
              <a:ea typeface="楷体_GB2312" pitchFamily="49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都退回到一边的宏观状态却仅包含了一个可能的微观状态，</a:t>
            </a:r>
            <a:endParaRPr lang="zh-CN" altLang="en-US" sz="2400" b="1" dirty="0">
              <a:solidFill>
                <a:srgbClr val="000000"/>
              </a:solidFill>
              <a:ea typeface="楷体_GB2312" pitchFamily="49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其概率为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1/2</a:t>
            </a:r>
            <a:r>
              <a:rPr lang="en-US" altLang="zh-CN" sz="2400" b="1" i="1" baseline="30000" dirty="0">
                <a:solidFill>
                  <a:srgbClr val="000000"/>
                </a:solidFill>
                <a:ea typeface="楷体_GB2312" pitchFamily="49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.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对于充分大的分子数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N,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这个概率是如此之小，</a:t>
            </a:r>
            <a:endParaRPr lang="zh-CN" altLang="en-US" sz="2400" b="1" dirty="0">
              <a:solidFill>
                <a:srgbClr val="000000"/>
              </a:solidFill>
              <a:ea typeface="楷体_GB2312" pitchFamily="49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以致于事实上不可能发生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.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而“</a:t>
            </a:r>
            <a:r>
              <a:rPr lang="en-US" altLang="zh-CN" sz="2400" b="1" i="1" dirty="0">
                <a:solidFill>
                  <a:srgbClr val="000000"/>
                </a:solidFill>
                <a:ea typeface="楷体_GB2312" pitchFamily="49" charset="-122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个分子基本上是均匀分布”</a:t>
            </a:r>
            <a:endParaRPr lang="zh-CN" altLang="en-US" sz="2400" b="1" dirty="0">
              <a:solidFill>
                <a:srgbClr val="000000"/>
              </a:solidFill>
              <a:ea typeface="楷体_GB2312" pitchFamily="49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的宏观状态却包含了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2</a:t>
            </a:r>
            <a:r>
              <a:rPr lang="en-US" altLang="zh-CN" sz="2800" b="1" i="1" baseline="30000" dirty="0">
                <a:solidFill>
                  <a:srgbClr val="000000"/>
                </a:solidFill>
                <a:ea typeface="楷体_GB2312" pitchFamily="49" charset="-122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个可能的微观状态中的绝大多数。</a:t>
            </a:r>
            <a:endParaRPr lang="zh-CN" altLang="en-US" sz="24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270343" name="Rectangle 7"/>
          <p:cNvSpPr/>
          <p:nvPr/>
        </p:nvSpPr>
        <p:spPr>
          <a:xfrm>
            <a:off x="571500" y="4972050"/>
            <a:ext cx="824865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所以，气体自由膨胀的不可逆性，实际上是反映了这个系统内部所发生的过程总是由包含微观态数少（概率小）的宏观状态向包含微观态数多（概率大）的宏观状态进行。而相反的过程是不可能自动实现的。</a:t>
            </a:r>
            <a:endParaRPr lang="zh-CN" altLang="en-US" sz="24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20486" name="Text Box 8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</a:rPr>
              <a:t>73</a:t>
            </a:r>
            <a:endParaRPr lang="en-US" altLang="zh-CN" sz="2400" b="1" i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7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>
                                            <p:txEl>
                                              <p:charRg st="0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0343">
                                            <p:txEl>
                                              <p:charRg st="0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0343">
                                            <p:txEl>
                                              <p:charRg st="0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0343">
                                            <p:txEl>
                                              <p:charRg st="0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0343">
                                            <p:txEl>
                                              <p:charRg st="0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0" grpId="0"/>
      <p:bldP spid="270341" grpId="0"/>
      <p:bldP spid="270342" grpId="0"/>
      <p:bldP spid="270343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1364" name="Rectangle 4"/>
          <p:cNvSpPr/>
          <p:nvPr/>
        </p:nvSpPr>
        <p:spPr>
          <a:xfrm>
            <a:off x="622300" y="327025"/>
            <a:ext cx="85217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可以得到结论</a:t>
            </a:r>
            <a:r>
              <a:rPr lang="zh-CN" altLang="en-US" sz="2800" b="1" dirty="0">
                <a:solidFill>
                  <a:srgbClr val="000000"/>
                </a:solidFill>
              </a:rPr>
              <a:t>：一个孤立的热力学系统的自发演</a:t>
            </a:r>
            <a:endParaRPr lang="zh-CN" altLang="en-US" sz="2800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化过程总是由包含微观态数少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概率小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</a:rPr>
              <a:t>的宏观状</a:t>
            </a:r>
            <a:endParaRPr lang="zh-CN" altLang="en-US" sz="2800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态趋于包含微观态数多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概率大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</a:rPr>
              <a:t>的宏观状态。</a:t>
            </a:r>
            <a:endParaRPr lang="zh-CN" altLang="en-US" sz="2800" b="1" dirty="0">
              <a:solidFill>
                <a:srgbClr val="000000"/>
              </a:solidFill>
            </a:endParaRPr>
          </a:p>
        </p:txBody>
      </p:sp>
      <p:sp>
        <p:nvSpPr>
          <p:cNvPr id="271365" name="Rectangle 5"/>
          <p:cNvSpPr/>
          <p:nvPr/>
        </p:nvSpPr>
        <p:spPr>
          <a:xfrm>
            <a:off x="596900" y="1697038"/>
            <a:ext cx="8367713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某宏观态相对应的微观态数目是该宏观态的热力学</a:t>
            </a:r>
            <a:endParaRPr lang="zh-CN" altLang="en-US" sz="24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概率</a:t>
            </a:r>
            <a:r>
              <a:rPr lang="en-US" altLang="zh-CN" sz="2400" b="1" i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Ω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。所以孤立的热力学系统自发演化过程总是从热</a:t>
            </a:r>
            <a:endParaRPr lang="zh-CN" altLang="en-US" sz="24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力学概率小的宏观状态趋于热力学概率大的宏观状态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这</a:t>
            </a:r>
            <a:endParaRPr lang="zh-CN" altLang="en-US" sz="24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从微观角度给出了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热力学第二定律的统计意义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1366" name="Rectangle 6"/>
          <p:cNvSpPr/>
          <p:nvPr/>
        </p:nvSpPr>
        <p:spPr>
          <a:xfrm>
            <a:off x="633413" y="3321050"/>
            <a:ext cx="8726487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</a:rPr>
              <a:t>        </a:t>
            </a:r>
            <a:r>
              <a:rPr lang="zh-CN" altLang="en-US" sz="2800" b="1" dirty="0">
                <a:solidFill>
                  <a:srgbClr val="000000"/>
                </a:solidFill>
              </a:rPr>
              <a:t>上述孤立系统演化中的热力学概率增加或不</a:t>
            </a:r>
            <a:endParaRPr lang="zh-CN" altLang="en-US" sz="2800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变化的事实与孤立系统的熵增加原理是一致的。</a:t>
            </a:r>
            <a:endParaRPr lang="zh-CN" altLang="en-US" sz="2800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这表明，热力学概率与熵有直接的函数关系，这</a:t>
            </a:r>
            <a:endParaRPr lang="zh-CN" altLang="en-US" sz="2800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便是联系熵与热力学概率的玻耳兹曼公式</a:t>
            </a:r>
            <a:r>
              <a:rPr lang="en-US" altLang="zh-CN" sz="2800" b="1" dirty="0">
                <a:solidFill>
                  <a:srgbClr val="000000"/>
                </a:solidFill>
              </a:rPr>
              <a:t>:</a:t>
            </a:r>
            <a:endParaRPr lang="en-US" altLang="zh-CN" sz="2800" b="1" dirty="0">
              <a:solidFill>
                <a:srgbClr val="000000"/>
              </a:solidFill>
            </a:endParaRPr>
          </a:p>
        </p:txBody>
      </p:sp>
      <p:sp>
        <p:nvSpPr>
          <p:cNvPr id="21509" name="Rectangle 8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 i="1" dirty="0">
              <a:solidFill>
                <a:srgbClr val="000000"/>
              </a:solidFill>
            </a:endParaRPr>
          </a:p>
        </p:txBody>
      </p:sp>
      <p:graphicFrame>
        <p:nvGraphicFramePr>
          <p:cNvPr id="271367" name="Object 7"/>
          <p:cNvGraphicFramePr>
            <a:graphicFrameLocks noChangeAspect="1"/>
          </p:cNvGraphicFramePr>
          <p:nvPr/>
        </p:nvGraphicFramePr>
        <p:xfrm>
          <a:off x="3132138" y="5135563"/>
          <a:ext cx="18716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637665" imgH="317500" progId="Equation.DSMT4">
                  <p:embed/>
                </p:oleObj>
              </mc:Choice>
              <mc:Fallback>
                <p:oleObj name="" r:id="rId1" imgW="1637665" imgH="3175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32138" y="5135563"/>
                        <a:ext cx="1871662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69" name="Rectangle 9"/>
          <p:cNvSpPr/>
          <p:nvPr/>
        </p:nvSpPr>
        <p:spPr>
          <a:xfrm>
            <a:off x="674688" y="5554663"/>
            <a:ext cx="8397875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楷体_GB2312" pitchFamily="49" charset="-122"/>
              </a:rPr>
              <a:t>K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是玻耳兹曼常数。玻耳兹曼公式诠释了熵的统计意义。</a:t>
            </a:r>
            <a:endParaRPr lang="zh-CN" altLang="en-US" sz="2400" b="1" dirty="0">
              <a:solidFill>
                <a:srgbClr val="000000"/>
              </a:solidFill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因为热力学概率越大的状态越紊乱，所以熵是系统紊乱</a:t>
            </a:r>
            <a:endParaRPr lang="zh-CN" altLang="en-US" sz="2400" b="1" dirty="0">
              <a:solidFill>
                <a:srgbClr val="000000"/>
              </a:solidFill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程度或无序程度的量度。</a:t>
            </a:r>
            <a:endParaRPr lang="zh-CN" altLang="en-US" sz="24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21512" name="Text Box 10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</a:rPr>
              <a:t>74</a:t>
            </a:r>
            <a:endParaRPr lang="en-US" altLang="zh-CN" sz="2400" b="1" i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7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7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7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71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4" grpId="0"/>
      <p:bldP spid="271365" grpId="0"/>
      <p:bldP spid="271366" grpId="0"/>
      <p:bldP spid="2713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0882" name="Text Box 2"/>
          <p:cNvSpPr txBox="1"/>
          <p:nvPr/>
        </p:nvSpPr>
        <p:spPr>
          <a:xfrm>
            <a:off x="755650" y="544513"/>
            <a:ext cx="835342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       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一切与热现象有关的自然宏观过程都是向熵</a:t>
            </a:r>
            <a:endParaRPr lang="zh-CN" altLang="en-US" sz="2800" b="1" dirty="0">
              <a:solidFill>
                <a:srgbClr val="000000"/>
              </a:solidFill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增加的方向进行。</a:t>
            </a:r>
            <a:endParaRPr lang="zh-CN" altLang="en-US" sz="28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250883" name="Text Box 3"/>
          <p:cNvSpPr txBox="1"/>
          <p:nvPr/>
        </p:nvSpPr>
        <p:spPr>
          <a:xfrm>
            <a:off x="777875" y="1808163"/>
            <a:ext cx="8402638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        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一切与热现象有关的自然宏观过程都是从有</a:t>
            </a:r>
            <a:endParaRPr lang="zh-CN" altLang="en-US" sz="2800" b="1" dirty="0">
              <a:solidFill>
                <a:srgbClr val="000000"/>
              </a:solidFill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序向无序（或无序向更加无序）的方向进行。</a:t>
            </a:r>
            <a:endParaRPr lang="zh-CN" altLang="en-US" sz="28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250884" name="Text Box 4"/>
          <p:cNvSpPr txBox="1"/>
          <p:nvPr/>
        </p:nvSpPr>
        <p:spPr>
          <a:xfrm>
            <a:off x="755650" y="3465513"/>
            <a:ext cx="76438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比较可知：</a:t>
            </a:r>
            <a:r>
              <a:rPr lang="zh-CN" altLang="en-US" sz="2800" b="1" dirty="0">
                <a:solidFill>
                  <a:srgbClr val="CC0000"/>
                </a:solidFill>
                <a:ea typeface="楷体_GB2312" pitchFamily="49" charset="-122"/>
              </a:rPr>
              <a:t>熵越大，系统的无序性越大</a:t>
            </a:r>
            <a:r>
              <a:rPr lang="en-US" altLang="zh-CN" sz="2800" b="1" dirty="0">
                <a:solidFill>
                  <a:srgbClr val="CC0000"/>
                </a:solidFill>
              </a:rPr>
              <a:t>.</a:t>
            </a:r>
            <a:endParaRPr lang="en-US" altLang="zh-CN" sz="2800" b="1" dirty="0">
              <a:solidFill>
                <a:srgbClr val="CC0000"/>
              </a:solidFill>
            </a:endParaRPr>
          </a:p>
        </p:txBody>
      </p:sp>
      <p:sp>
        <p:nvSpPr>
          <p:cNvPr id="250885" name="Text Box 5"/>
          <p:cNvSpPr txBox="1"/>
          <p:nvPr/>
        </p:nvSpPr>
        <p:spPr>
          <a:xfrm>
            <a:off x="1943100" y="4905375"/>
            <a:ext cx="5200650" cy="528638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</a:rPr>
              <a:t>“</a:t>
            </a:r>
            <a:r>
              <a:rPr lang="zh-CN" altLang="en-US" sz="2800" b="1" dirty="0">
                <a:solidFill>
                  <a:srgbClr val="CC0000"/>
                </a:solidFill>
                <a:ea typeface="楷体_GB2312" pitchFamily="49" charset="-122"/>
              </a:rPr>
              <a:t>熵是系统无序程度的量度</a:t>
            </a:r>
            <a:r>
              <a:rPr lang="zh-CN" altLang="en-US" sz="2800" b="1" dirty="0">
                <a:solidFill>
                  <a:srgbClr val="000000"/>
                </a:solidFill>
              </a:rPr>
              <a:t>”</a:t>
            </a:r>
            <a:endParaRPr lang="zh-CN" altLang="en-US" sz="2800" b="1" dirty="0">
              <a:solidFill>
                <a:srgbClr val="000000"/>
              </a:solidFill>
            </a:endParaRPr>
          </a:p>
        </p:txBody>
      </p:sp>
      <p:sp>
        <p:nvSpPr>
          <p:cNvPr id="250891" name="Rectangle 11"/>
          <p:cNvSpPr/>
          <p:nvPr/>
        </p:nvSpPr>
        <p:spPr>
          <a:xfrm>
            <a:off x="719138" y="4329113"/>
            <a:ext cx="40195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熵的微观意义</a:t>
            </a:r>
            <a:r>
              <a:rPr lang="en-US" altLang="zh-CN" sz="2800" b="1" dirty="0">
                <a:solidFill>
                  <a:srgbClr val="000000"/>
                </a:solidFill>
              </a:rPr>
              <a:t>:</a:t>
            </a:r>
            <a:endParaRPr lang="en-US" altLang="zh-CN" sz="2800" b="1" dirty="0">
              <a:solidFill>
                <a:srgbClr val="000000"/>
              </a:solidFill>
            </a:endParaRPr>
          </a:p>
        </p:txBody>
      </p:sp>
      <p:sp>
        <p:nvSpPr>
          <p:cNvPr id="22535" name="Text Box 12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</a:rPr>
              <a:t>75</a:t>
            </a:r>
            <a:endParaRPr lang="en-US" altLang="zh-CN" sz="2400" b="1" i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50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75"/>
                                        <p:tgtEl>
                                          <p:spTgt spid="25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2" grpId="0"/>
      <p:bldP spid="250883" grpId="0"/>
      <p:bldP spid="250884" grpId="0"/>
      <p:bldP spid="250885" grpId="0" animBg="1"/>
      <p:bldP spid="25089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57410" name="Text Box 2"/>
          <p:cNvSpPr txBox="1"/>
          <p:nvPr/>
        </p:nvSpPr>
        <p:spPr>
          <a:xfrm>
            <a:off x="358775" y="1268413"/>
            <a:ext cx="32940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2" charset="-122"/>
              </a:rPr>
              <a:t>一、电荷</a:t>
            </a:r>
            <a:endParaRPr lang="zh-CN" altLang="en-US" sz="2800" b="1" dirty="0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657414" name="Text Box 6"/>
          <p:cNvSpPr txBox="1"/>
          <p:nvPr/>
        </p:nvSpPr>
        <p:spPr>
          <a:xfrm>
            <a:off x="0" y="765175"/>
            <a:ext cx="8713788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第</a:t>
            </a:r>
            <a:r>
              <a:rPr lang="en-US" altLang="zh-CN" b="1" dirty="0">
                <a:solidFill>
                  <a:srgbClr val="0000FF"/>
                </a:solidFill>
              </a:rPr>
              <a:t>1</a:t>
            </a:r>
            <a:r>
              <a:rPr lang="zh-CN" altLang="en-US" b="1" dirty="0">
                <a:solidFill>
                  <a:srgbClr val="0000FF"/>
                </a:solidFill>
              </a:rPr>
              <a:t>节   电荷和库仑定律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657422" name="Text Box 14"/>
          <p:cNvSpPr txBox="1"/>
          <p:nvPr/>
        </p:nvSpPr>
        <p:spPr>
          <a:xfrm>
            <a:off x="1403350" y="0"/>
            <a:ext cx="59055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0000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sz="3600" b="1" dirty="0">
                <a:solidFill>
                  <a:srgbClr val="0000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8</a:t>
            </a:r>
            <a:r>
              <a:rPr lang="zh-CN" altLang="en-US" sz="3600" b="1" dirty="0">
                <a:solidFill>
                  <a:srgbClr val="0000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 静电场</a:t>
            </a:r>
            <a:endParaRPr lang="zh-CN" altLang="en-US" sz="3600" b="1" dirty="0">
              <a:solidFill>
                <a:srgbClr val="000099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57424" name="Text Box 16"/>
          <p:cNvSpPr txBox="1"/>
          <p:nvPr/>
        </p:nvSpPr>
        <p:spPr>
          <a:xfrm>
            <a:off x="1166813" y="5111750"/>
            <a:ext cx="7977187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r>
              <a:rPr lang="en-US" altLang="zh-CN" sz="2800" b="1" dirty="0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r>
              <a:rPr lang="zh-CN" altLang="en-US" sz="2800" b="1" dirty="0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电荷守恒定律</a:t>
            </a:r>
            <a:r>
              <a:rPr lang="en-US" altLang="zh-CN" sz="2800" b="1" dirty="0">
                <a:solidFill>
                  <a:srgbClr val="C3296B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  <a:r>
              <a:rPr lang="zh-CN" altLang="en-US" sz="2800" b="1" dirty="0">
                <a:solidFill>
                  <a:srgbClr val="000000"/>
                </a:solidFill>
              </a:rPr>
              <a:t>在</a:t>
            </a:r>
            <a:r>
              <a:rPr lang="zh-CN" altLang="en-US" sz="2800" b="1" dirty="0">
                <a:solidFill>
                  <a:srgbClr val="CC0000"/>
                </a:solidFill>
              </a:rPr>
              <a:t>孤立</a:t>
            </a:r>
            <a:r>
              <a:rPr lang="zh-CN" altLang="en-US" sz="2800" b="1" dirty="0">
                <a:solidFill>
                  <a:srgbClr val="000000"/>
                </a:solidFill>
              </a:rPr>
              <a:t>系统中</a:t>
            </a:r>
            <a:r>
              <a:rPr lang="en-US" altLang="zh-CN" sz="2800" b="1" dirty="0">
                <a:solidFill>
                  <a:srgbClr val="000000"/>
                </a:solidFill>
              </a:rPr>
              <a:t>,</a:t>
            </a:r>
            <a:r>
              <a:rPr lang="zh-CN" altLang="en-US" sz="2800" b="1" dirty="0">
                <a:solidFill>
                  <a:srgbClr val="000000"/>
                </a:solidFill>
              </a:rPr>
              <a:t>电荷的代数和保持不变</a:t>
            </a:r>
            <a:r>
              <a:rPr lang="en-US" altLang="zh-CN" sz="2800" b="1" dirty="0">
                <a:solidFill>
                  <a:srgbClr val="000000"/>
                </a:solidFill>
              </a:rPr>
              <a:t>. </a:t>
            </a:r>
            <a:r>
              <a:rPr lang="zh-CN" altLang="en-US" sz="2800" b="1" dirty="0">
                <a:solidFill>
                  <a:srgbClr val="000000"/>
                </a:solidFill>
              </a:rPr>
              <a:t>（自然界的基本守恒定律之一）</a:t>
            </a:r>
            <a:r>
              <a:rPr lang="zh-CN" altLang="en-US" sz="2800" b="1" dirty="0">
                <a:solidFill>
                  <a:srgbClr val="C3296B"/>
                </a:solidFill>
                <a:latin typeface="宋体" panose="02010600030101010101" pitchFamily="2" charset="-122"/>
              </a:rPr>
              <a:t> </a:t>
            </a:r>
            <a:endParaRPr lang="zh-CN" altLang="en-US" sz="2800" b="1" dirty="0">
              <a:solidFill>
                <a:srgbClr val="C3296B"/>
              </a:solidFill>
              <a:latin typeface="宋体" panose="02010600030101010101" pitchFamily="2" charset="-122"/>
            </a:endParaRPr>
          </a:p>
        </p:txBody>
      </p:sp>
      <p:grpSp>
        <p:nvGrpSpPr>
          <p:cNvPr id="657426" name="Group 18"/>
          <p:cNvGrpSpPr/>
          <p:nvPr/>
        </p:nvGrpSpPr>
        <p:grpSpPr>
          <a:xfrm>
            <a:off x="287338" y="3951288"/>
            <a:ext cx="8686800" cy="1098550"/>
            <a:chOff x="144" y="2352"/>
            <a:chExt cx="5472" cy="692"/>
          </a:xfrm>
        </p:grpSpPr>
        <p:sp>
          <p:nvSpPr>
            <p:cNvPr id="23566" name="Text Box 19"/>
            <p:cNvSpPr txBox="1"/>
            <p:nvPr/>
          </p:nvSpPr>
          <p:spPr>
            <a:xfrm>
              <a:off x="144" y="2448"/>
              <a:ext cx="5472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</a:rPr>
                <a:t>    </a:t>
              </a:r>
              <a:r>
                <a:rPr lang="zh-CN" altLang="en-US" sz="2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强子的</a:t>
              </a:r>
              <a:r>
                <a:rPr lang="zh-CN" altLang="en-US" sz="28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夸克模型</a:t>
              </a:r>
              <a:r>
                <a:rPr lang="zh-CN" altLang="en-US" sz="2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具有</a:t>
              </a:r>
              <a:r>
                <a:rPr lang="zh-CN" altLang="en-US" sz="28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分数电荷</a:t>
              </a:r>
              <a:r>
                <a:rPr lang="zh-CN" altLang="en-US" sz="2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（  或  电子电荷）但实验上尚未直接证明</a:t>
              </a:r>
              <a:r>
                <a:rPr lang="en-US" altLang="zh-CN" sz="2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.</a:t>
              </a:r>
              <a:endPara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23567" name="Object 20"/>
            <p:cNvGraphicFramePr>
              <a:graphicFrameLocks noChangeAspect="1"/>
            </p:cNvGraphicFramePr>
            <p:nvPr/>
          </p:nvGraphicFramePr>
          <p:xfrm>
            <a:off x="3840" y="2352"/>
            <a:ext cx="153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1" imgW="177800" imgH="609600" progId="Equation.3">
                    <p:embed/>
                  </p:oleObj>
                </mc:Choice>
                <mc:Fallback>
                  <p:oleObj name="" r:id="rId1" imgW="177800" imgH="6096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40" y="2352"/>
                          <a:ext cx="153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8" name="Object 21"/>
            <p:cNvGraphicFramePr>
              <a:graphicFrameLocks noChangeAspect="1"/>
            </p:cNvGraphicFramePr>
            <p:nvPr/>
          </p:nvGraphicFramePr>
          <p:xfrm>
            <a:off x="4320" y="2352"/>
            <a:ext cx="165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3" imgW="190500" imgH="609600" progId="Equation.3">
                    <p:embed/>
                  </p:oleObj>
                </mc:Choice>
                <mc:Fallback>
                  <p:oleObj name="" r:id="rId3" imgW="190500" imgH="6096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20" y="2352"/>
                          <a:ext cx="165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7434" name="Rectangle 26"/>
          <p:cNvSpPr/>
          <p:nvPr/>
        </p:nvSpPr>
        <p:spPr>
          <a:xfrm>
            <a:off x="1089025" y="1844675"/>
            <a:ext cx="80549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b="1" dirty="0">
                <a:solidFill>
                  <a:srgbClr val="ED392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电荷有正负之分；（富兰克林，定义正电荷）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657438" name="Group 30"/>
          <p:cNvGrpSpPr/>
          <p:nvPr/>
        </p:nvGrpSpPr>
        <p:grpSpPr>
          <a:xfrm>
            <a:off x="1079500" y="2906713"/>
            <a:ext cx="7586663" cy="584200"/>
            <a:chOff x="686" y="1457"/>
            <a:chExt cx="4779" cy="368"/>
          </a:xfrm>
        </p:grpSpPr>
        <p:graphicFrame>
          <p:nvGraphicFramePr>
            <p:cNvPr id="23564" name="Object 25"/>
            <p:cNvGraphicFramePr>
              <a:graphicFrameLocks noChangeAspect="1"/>
            </p:cNvGraphicFramePr>
            <p:nvPr/>
          </p:nvGraphicFramePr>
          <p:xfrm>
            <a:off x="3593" y="1457"/>
            <a:ext cx="1872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5" imgW="1104900" imgH="203200" progId="Equation.3">
                    <p:embed/>
                  </p:oleObj>
                </mc:Choice>
                <mc:Fallback>
                  <p:oleObj name="" r:id="rId5" imgW="1104900" imgH="203200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93" y="1457"/>
                          <a:ext cx="1872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5" name="Rectangle 27"/>
            <p:cNvSpPr/>
            <p:nvPr/>
          </p:nvSpPr>
          <p:spPr>
            <a:xfrm>
              <a:off x="686" y="1498"/>
              <a:ext cx="46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3</a:t>
              </a:r>
              <a:r>
                <a:rPr lang="en-US" altLang="zh-CN" sz="2800" b="1" dirty="0">
                  <a:solidFill>
                    <a:srgbClr val="ED392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电荷量子化；  电子电荷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             </a:t>
              </a:r>
              <a:r>
                <a:rPr lang="zh-CN" altLang="en-US" sz="28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 </a:t>
              </a: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657436" name="Rectangle 28"/>
          <p:cNvSpPr/>
          <p:nvPr/>
        </p:nvSpPr>
        <p:spPr>
          <a:xfrm>
            <a:off x="1079500" y="2384425"/>
            <a:ext cx="51149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800" b="1" dirty="0">
                <a:solidFill>
                  <a:srgbClr val="ED392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同性相斥，异性相吸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.</a:t>
            </a:r>
            <a:endParaRPr lang="en-US" altLang="zh-CN" sz="28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57437" name="Object 29"/>
          <p:cNvGraphicFramePr>
            <a:graphicFrameLocks noChangeAspect="1"/>
          </p:cNvGraphicFramePr>
          <p:nvPr/>
        </p:nvGraphicFramePr>
        <p:xfrm>
          <a:off x="2908300" y="3511550"/>
          <a:ext cx="45720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7" imgW="2819400" imgH="368300" progId="Equation.3">
                  <p:embed/>
                </p:oleObj>
              </mc:Choice>
              <mc:Fallback>
                <p:oleObj name="" r:id="rId7" imgW="2819400" imgH="3683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08300" y="3511550"/>
                        <a:ext cx="4572000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657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657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25"/>
                            </p:stCondLst>
                            <p:childTnLst>
                              <p:par>
                                <p:cTn id="1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57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57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"/>
                                        <p:tgtEl>
                                          <p:spTgt spid="65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5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5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5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5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5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65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410" grpId="0"/>
      <p:bldP spid="657422" grpId="0"/>
      <p:bldP spid="657424" grpId="0"/>
      <p:bldP spid="657434" grpId="0"/>
      <p:bldP spid="6574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48548" name="Text Box 4"/>
          <p:cNvSpPr txBox="1"/>
          <p:nvPr/>
        </p:nvSpPr>
        <p:spPr>
          <a:xfrm>
            <a:off x="684213" y="368300"/>
            <a:ext cx="7977187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en-US" altLang="zh-CN" sz="2800" b="1" dirty="0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电荷的相对论不变性</a:t>
            </a:r>
            <a:r>
              <a:rPr lang="zh-CN" altLang="en-US" sz="2800" b="1" dirty="0">
                <a:solidFill>
                  <a:srgbClr val="C3296B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r>
              <a:rPr lang="zh-CN" altLang="en-US" sz="2800" b="1" dirty="0">
                <a:latin typeface="宋体" panose="02010600030101010101" pitchFamily="2" charset="-122"/>
              </a:rPr>
              <a:t>所带电荷与运动状态无关 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748549" name="Text Box 5"/>
          <p:cNvSpPr txBox="1"/>
          <p:nvPr/>
        </p:nvSpPr>
        <p:spPr>
          <a:xfrm>
            <a:off x="539750" y="1412875"/>
            <a:ext cx="32940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2" charset="-122"/>
              </a:rPr>
              <a:t>二、库仑定律</a:t>
            </a:r>
            <a:endParaRPr lang="zh-CN" altLang="en-US" sz="2800" b="1" dirty="0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pic>
        <p:nvPicPr>
          <p:cNvPr id="748550" name="Picture 4" descr="Bcoulom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288" y="1196975"/>
            <a:ext cx="3676650" cy="4729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48551" name="Rectangle 7"/>
          <p:cNvSpPr/>
          <p:nvPr/>
        </p:nvSpPr>
        <p:spPr>
          <a:xfrm>
            <a:off x="5867400" y="5913438"/>
            <a:ext cx="2395538" cy="519112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1785, Coulomb</a:t>
            </a:r>
            <a:endParaRPr lang="en-US" altLang="zh-CN" sz="2800" dirty="0">
              <a:sym typeface="Symbol" panose="05050102010706020507" pitchFamily="18" charset="2"/>
            </a:endParaRPr>
          </a:p>
        </p:txBody>
      </p:sp>
      <p:pic>
        <p:nvPicPr>
          <p:cNvPr id="748552" name="Picture 8" descr="OC0811004_L6Canvedis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88" y="2312988"/>
            <a:ext cx="3333750" cy="3333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48553" name="Text Box 9"/>
          <p:cNvSpPr txBox="1"/>
          <p:nvPr/>
        </p:nvSpPr>
        <p:spPr>
          <a:xfrm>
            <a:off x="1385888" y="5788025"/>
            <a:ext cx="1493837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扭称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4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74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48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4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4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8548" grpId="0"/>
      <p:bldP spid="748549" grpId="0"/>
      <p:bldP spid="748551" grpId="0"/>
      <p:bldP spid="74855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5603" name="Rectangle 5"/>
          <p:cNvSpPr/>
          <p:nvPr/>
        </p:nvSpPr>
        <p:spPr>
          <a:xfrm>
            <a:off x="5327650" y="620713"/>
            <a:ext cx="3130550" cy="3600450"/>
          </a:xfrm>
          <a:prstGeom prst="rect">
            <a:avLst/>
          </a:prstGeom>
          <a:solidFill>
            <a:srgbClr val="E5E5FF"/>
          </a:solidFill>
          <a:ln w="9525">
            <a:noFill/>
          </a:ln>
          <a:effectLst>
            <a:outerShdw dist="89803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749574" name="Line 6"/>
          <p:cNvSpPr/>
          <p:nvPr/>
        </p:nvSpPr>
        <p:spPr>
          <a:xfrm flipV="1">
            <a:off x="6156325" y="1628775"/>
            <a:ext cx="1152525" cy="1368425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749575" name="Oval 7"/>
          <p:cNvSpPr/>
          <p:nvPr/>
        </p:nvSpPr>
        <p:spPr>
          <a:xfrm>
            <a:off x="6102350" y="2951163"/>
            <a:ext cx="93663" cy="10795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749576" name="Oval 8"/>
          <p:cNvSpPr/>
          <p:nvPr/>
        </p:nvSpPr>
        <p:spPr>
          <a:xfrm>
            <a:off x="7273925" y="1554163"/>
            <a:ext cx="128588" cy="142875"/>
          </a:xfrm>
          <a:prstGeom prst="ellipse">
            <a:avLst/>
          </a:prstGeom>
          <a:gradFill rotWithShape="1">
            <a:gsLst>
              <a:gs pos="0">
                <a:srgbClr val="CC6600"/>
              </a:gs>
              <a:gs pos="100000">
                <a:srgbClr val="5E2F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749577" name="Line 9"/>
          <p:cNvSpPr/>
          <p:nvPr/>
        </p:nvSpPr>
        <p:spPr>
          <a:xfrm flipV="1">
            <a:off x="6192838" y="2384425"/>
            <a:ext cx="469900" cy="5683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749578" name="Text Box 10"/>
          <p:cNvSpPr txBox="1"/>
          <p:nvPr/>
        </p:nvSpPr>
        <p:spPr>
          <a:xfrm>
            <a:off x="6084888" y="2960688"/>
            <a:ext cx="25527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i="1" dirty="0"/>
              <a:t>q</a:t>
            </a:r>
            <a:r>
              <a:rPr lang="en-US" altLang="zh-CN" sz="2800" b="1" baseline="-25000" dirty="0"/>
              <a:t>1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749579" name="Text Box 11"/>
          <p:cNvSpPr txBox="1"/>
          <p:nvPr/>
        </p:nvSpPr>
        <p:spPr>
          <a:xfrm>
            <a:off x="7291388" y="1585913"/>
            <a:ext cx="188912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i="1" dirty="0"/>
              <a:t>q</a:t>
            </a:r>
            <a:r>
              <a:rPr lang="en-US" altLang="zh-CN" sz="2800" b="1" baseline="-25000" dirty="0"/>
              <a:t>2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749580" name="Line 12"/>
          <p:cNvSpPr/>
          <p:nvPr/>
        </p:nvSpPr>
        <p:spPr>
          <a:xfrm flipV="1">
            <a:off x="7343775" y="1196975"/>
            <a:ext cx="323850" cy="38893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</p:spPr>
      </p:sp>
      <p:graphicFrame>
        <p:nvGraphicFramePr>
          <p:cNvPr id="749582" name="Object 14"/>
          <p:cNvGraphicFramePr>
            <a:graphicFrameLocks noChangeAspect="1"/>
          </p:cNvGraphicFramePr>
          <p:nvPr>
            <p:ph sz="quarter" idx="1"/>
          </p:nvPr>
        </p:nvGraphicFramePr>
        <p:xfrm>
          <a:off x="6408738" y="1881188"/>
          <a:ext cx="2984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203200" imgH="228600" progId="Equation.DSMT4">
                  <p:embed/>
                </p:oleObj>
              </mc:Choice>
              <mc:Fallback>
                <p:oleObj name="" r:id="rId1" imgW="203200" imgH="2286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6408738" y="1881188"/>
                        <a:ext cx="298450" cy="3365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9583" name="Object 15"/>
          <p:cNvGraphicFramePr>
            <a:graphicFrameLocks noChangeAspect="1"/>
          </p:cNvGraphicFramePr>
          <p:nvPr>
            <p:ph sz="quarter" idx="1"/>
          </p:nvPr>
        </p:nvGraphicFramePr>
        <p:xfrm>
          <a:off x="6659563" y="2346325"/>
          <a:ext cx="4000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304800" imgH="431800" progId="Equation.DSMT4">
                  <p:embed/>
                </p:oleObj>
              </mc:Choice>
              <mc:Fallback>
                <p:oleObj name="" r:id="rId3" imgW="304800" imgH="4318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6659563" y="2346325"/>
                        <a:ext cx="400050" cy="5667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9584" name="Text Box 16"/>
          <p:cNvSpPr txBox="1"/>
          <p:nvPr/>
        </p:nvSpPr>
        <p:spPr>
          <a:xfrm>
            <a:off x="6911975" y="2349500"/>
            <a:ext cx="25527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单位矢量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749586" name="Object 18"/>
          <p:cNvGraphicFramePr>
            <a:graphicFrameLocks noChangeAspect="1"/>
          </p:cNvGraphicFramePr>
          <p:nvPr/>
        </p:nvGraphicFramePr>
        <p:xfrm>
          <a:off x="485775" y="2154238"/>
          <a:ext cx="451802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5" imgW="4521200" imgH="800100" progId="Equation.DSMT4">
                  <p:embed/>
                </p:oleObj>
              </mc:Choice>
              <mc:Fallback>
                <p:oleObj name="" r:id="rId5" imgW="4521200" imgH="8001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5775" y="2154238"/>
                        <a:ext cx="4518025" cy="874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9587" name="Object 19"/>
          <p:cNvGraphicFramePr>
            <a:graphicFrameLocks noChangeAspect="1"/>
          </p:cNvGraphicFramePr>
          <p:nvPr/>
        </p:nvGraphicFramePr>
        <p:xfrm>
          <a:off x="395288" y="3054350"/>
          <a:ext cx="3490912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7" imgW="2565400" imgH="342900" progId="Equation.DSMT4">
                  <p:embed/>
                </p:oleObj>
              </mc:Choice>
              <mc:Fallback>
                <p:oleObj name="" r:id="rId7" imgW="2565400" imgH="3429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5288" y="3054350"/>
                        <a:ext cx="3490912" cy="500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9589" name="Text Box 21"/>
          <p:cNvSpPr txBox="1"/>
          <p:nvPr/>
        </p:nvSpPr>
        <p:spPr>
          <a:xfrm>
            <a:off x="431800" y="1628775"/>
            <a:ext cx="3887788" cy="519113"/>
          </a:xfrm>
          <a:prstGeom prst="rect">
            <a:avLst/>
          </a:prstGeom>
          <a:noFill/>
          <a:ln w="12699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762000">
              <a:spcBef>
                <a:spcPct val="50000"/>
              </a:spcBef>
              <a:buNone/>
            </a:pPr>
            <a:r>
              <a:rPr lang="zh-CN" altLang="en-US" sz="2800" b="1" dirty="0"/>
              <a:t>国际单位制中：</a:t>
            </a:r>
            <a:endParaRPr lang="zh-CN" altLang="en-US" sz="2800" b="1" dirty="0"/>
          </a:p>
        </p:txBody>
      </p:sp>
      <p:sp>
        <p:nvSpPr>
          <p:cNvPr id="749590" name="Rectangle 22"/>
          <p:cNvSpPr/>
          <p:nvPr/>
        </p:nvSpPr>
        <p:spPr>
          <a:xfrm>
            <a:off x="1008063" y="3392488"/>
            <a:ext cx="3041650" cy="519112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真空中的介电常量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749591" name="Object 23"/>
          <p:cNvGraphicFramePr>
            <a:graphicFrameLocks noChangeAspect="1"/>
          </p:cNvGraphicFramePr>
          <p:nvPr/>
        </p:nvGraphicFramePr>
        <p:xfrm>
          <a:off x="6877050" y="800100"/>
          <a:ext cx="52387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9" imgW="285115" imgH="293370" progId="Equation.3">
                  <p:embed/>
                </p:oleObj>
              </mc:Choice>
              <mc:Fallback>
                <p:oleObj name="" r:id="rId9" imgW="285115" imgH="29337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77050" y="800100"/>
                        <a:ext cx="523875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9592" name="Line 24"/>
          <p:cNvSpPr/>
          <p:nvPr/>
        </p:nvSpPr>
        <p:spPr>
          <a:xfrm rot="-10800000" flipV="1">
            <a:off x="5795963" y="3033713"/>
            <a:ext cx="323850" cy="38893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</p:spPr>
      </p:sp>
      <p:graphicFrame>
        <p:nvGraphicFramePr>
          <p:cNvPr id="749593" name="Object 25"/>
          <p:cNvGraphicFramePr>
            <a:graphicFrameLocks noChangeAspect="1"/>
          </p:cNvGraphicFramePr>
          <p:nvPr/>
        </p:nvGraphicFramePr>
        <p:xfrm>
          <a:off x="5435600" y="2708275"/>
          <a:ext cx="52387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1" imgW="285115" imgH="293370" progId="Equation.3">
                  <p:embed/>
                </p:oleObj>
              </mc:Choice>
              <mc:Fallback>
                <p:oleObj name="" r:id="rId11" imgW="285115" imgH="29337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35600" y="2708275"/>
                        <a:ext cx="523875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9606" name="Text Box 38"/>
          <p:cNvSpPr txBox="1"/>
          <p:nvPr/>
        </p:nvSpPr>
        <p:spPr>
          <a:xfrm>
            <a:off x="323850" y="4616450"/>
            <a:ext cx="572452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2</a:t>
            </a:r>
            <a:r>
              <a:rPr lang="en-US" altLang="zh-CN" sz="2800" b="1" dirty="0">
                <a:ea typeface="楷体_GB2312" pitchFamily="49" charset="-122"/>
              </a:rPr>
              <a:t>°</a:t>
            </a:r>
            <a:r>
              <a:rPr lang="zh-CN" altLang="en-US" sz="2800" b="1" dirty="0"/>
              <a:t>库仑定律只适用两个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   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静止点电荷</a:t>
            </a:r>
            <a:endParaRPr lang="zh-CN" altLang="en-US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pSp>
        <p:nvGrpSpPr>
          <p:cNvPr id="749607" name="Group 39"/>
          <p:cNvGrpSpPr/>
          <p:nvPr/>
        </p:nvGrpSpPr>
        <p:grpSpPr>
          <a:xfrm>
            <a:off x="957263" y="5446713"/>
            <a:ext cx="4306887" cy="598487"/>
            <a:chOff x="720" y="1833"/>
            <a:chExt cx="2713" cy="377"/>
          </a:xfrm>
        </p:grpSpPr>
        <p:sp>
          <p:nvSpPr>
            <p:cNvPr id="25634" name="Text Box 40"/>
            <p:cNvSpPr txBox="1"/>
            <p:nvPr/>
          </p:nvSpPr>
          <p:spPr>
            <a:xfrm>
              <a:off x="1440" y="1881"/>
              <a:ext cx="13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同号</a:t>
              </a:r>
              <a:r>
                <a:rPr lang="en-US" altLang="zh-CN" sz="2800" b="1" dirty="0"/>
                <a:t>, </a:t>
              </a:r>
              <a:r>
                <a:rPr lang="zh-CN" altLang="en-US" sz="2800" b="1" dirty="0"/>
                <a:t>排斥力</a:t>
              </a:r>
              <a:endParaRPr lang="zh-CN" altLang="en-US" sz="2800" b="1" dirty="0"/>
            </a:p>
          </p:txBody>
        </p:sp>
        <p:graphicFrame>
          <p:nvGraphicFramePr>
            <p:cNvPr id="25635" name="Object 41"/>
            <p:cNvGraphicFramePr>
              <a:graphicFrameLocks noChangeAspect="1"/>
            </p:cNvGraphicFramePr>
            <p:nvPr/>
          </p:nvGraphicFramePr>
          <p:xfrm>
            <a:off x="2976" y="1920"/>
            <a:ext cx="457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13" imgW="736600" imgH="469900" progId="Equation.3">
                    <p:embed/>
                  </p:oleObj>
                </mc:Choice>
                <mc:Fallback>
                  <p:oleObj name="" r:id="rId13" imgW="736600" imgH="4699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976" y="1920"/>
                          <a:ext cx="457" cy="2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6" name="Text Box 42"/>
            <p:cNvSpPr txBox="1"/>
            <p:nvPr/>
          </p:nvSpPr>
          <p:spPr>
            <a:xfrm>
              <a:off x="720" y="1833"/>
              <a:ext cx="7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q</a:t>
              </a:r>
              <a:r>
                <a:rPr lang="en-US" altLang="zh-CN" sz="2800" b="1" baseline="-25000" dirty="0"/>
                <a:t>1</a:t>
              </a:r>
              <a:r>
                <a:rPr lang="zh-CN" altLang="en-US" sz="2800" b="1" dirty="0"/>
                <a:t>、</a:t>
              </a:r>
              <a:r>
                <a:rPr lang="en-US" altLang="zh-CN" sz="2800" b="1" i="1" dirty="0"/>
                <a:t>q</a:t>
              </a:r>
              <a:r>
                <a:rPr lang="en-US" altLang="zh-CN" sz="2800" b="1" baseline="-25000" dirty="0"/>
                <a:t>2</a:t>
              </a:r>
              <a:endParaRPr lang="en-US" altLang="zh-CN" sz="2800" b="1" baseline="-25000" dirty="0"/>
            </a:p>
          </p:txBody>
        </p:sp>
      </p:grpSp>
      <p:grpSp>
        <p:nvGrpSpPr>
          <p:cNvPr id="749611" name="Group 43"/>
          <p:cNvGrpSpPr/>
          <p:nvPr/>
        </p:nvGrpSpPr>
        <p:grpSpPr>
          <a:xfrm>
            <a:off x="944563" y="6022975"/>
            <a:ext cx="4419600" cy="609600"/>
            <a:chOff x="720" y="2208"/>
            <a:chExt cx="2784" cy="384"/>
          </a:xfrm>
        </p:grpSpPr>
        <p:sp>
          <p:nvSpPr>
            <p:cNvPr id="25630" name="Text Box 44"/>
            <p:cNvSpPr txBox="1"/>
            <p:nvPr/>
          </p:nvSpPr>
          <p:spPr>
            <a:xfrm>
              <a:off x="720" y="2208"/>
              <a:ext cx="7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q</a:t>
              </a:r>
              <a:r>
                <a:rPr lang="en-US" altLang="zh-CN" sz="2800" b="1" baseline="-25000" dirty="0"/>
                <a:t>1</a:t>
              </a:r>
              <a:r>
                <a:rPr lang="zh-CN" altLang="en-US" sz="2800" b="1" dirty="0"/>
                <a:t>、</a:t>
              </a:r>
              <a:r>
                <a:rPr lang="en-US" altLang="zh-CN" sz="2800" b="1" i="1" dirty="0"/>
                <a:t>q</a:t>
              </a:r>
              <a:r>
                <a:rPr lang="en-US" altLang="zh-CN" sz="2800" b="1" baseline="-25000" dirty="0"/>
                <a:t>2</a:t>
              </a:r>
              <a:endParaRPr lang="en-US" altLang="zh-CN" sz="2800" b="1" baseline="-25000" dirty="0"/>
            </a:p>
          </p:txBody>
        </p:sp>
        <p:sp>
          <p:nvSpPr>
            <p:cNvPr id="25631" name="Text Box 45"/>
            <p:cNvSpPr txBox="1"/>
            <p:nvPr/>
          </p:nvSpPr>
          <p:spPr>
            <a:xfrm>
              <a:off x="1440" y="2256"/>
              <a:ext cx="16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异号</a:t>
              </a:r>
              <a:r>
                <a:rPr lang="en-US" altLang="zh-CN" sz="2800" b="1" dirty="0"/>
                <a:t>, </a:t>
              </a:r>
              <a:r>
                <a:rPr lang="zh-CN" altLang="en-US" sz="2800" b="1" dirty="0"/>
                <a:t>吸引力</a:t>
              </a:r>
              <a:endParaRPr lang="zh-CN" altLang="en-US" sz="2800" b="1" dirty="0"/>
            </a:p>
          </p:txBody>
        </p:sp>
        <p:graphicFrame>
          <p:nvGraphicFramePr>
            <p:cNvPr id="25632" name="Object 46"/>
            <p:cNvGraphicFramePr>
              <a:graphicFrameLocks noChangeAspect="1"/>
            </p:cNvGraphicFramePr>
            <p:nvPr/>
          </p:nvGraphicFramePr>
          <p:xfrm>
            <a:off x="2880" y="2296"/>
            <a:ext cx="624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15" imgW="901065" imgH="469900" progId="Equation.3">
                    <p:embed/>
                  </p:oleObj>
                </mc:Choice>
                <mc:Fallback>
                  <p:oleObj name="" r:id="rId15" imgW="901065" imgH="4699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880" y="2296"/>
                          <a:ext cx="624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3" name="Text Box 47"/>
            <p:cNvSpPr txBox="1"/>
            <p:nvPr/>
          </p:nvSpPr>
          <p:spPr>
            <a:xfrm>
              <a:off x="3078" y="2328"/>
              <a:ext cx="31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ym typeface="Symbol" panose="05050102010706020507" pitchFamily="18" charset="2"/>
                </a:rPr>
                <a:t></a:t>
              </a:r>
              <a:endParaRPr lang="en-US" altLang="zh-CN" sz="2800" b="1" dirty="0"/>
            </a:p>
          </p:txBody>
        </p:sp>
      </p:grpSp>
      <p:grpSp>
        <p:nvGrpSpPr>
          <p:cNvPr id="749616" name="Group 48"/>
          <p:cNvGrpSpPr/>
          <p:nvPr/>
        </p:nvGrpSpPr>
        <p:grpSpPr>
          <a:xfrm>
            <a:off x="323850" y="3968750"/>
            <a:ext cx="5340350" cy="519113"/>
            <a:chOff x="385" y="1162"/>
            <a:chExt cx="3364" cy="327"/>
          </a:xfrm>
        </p:grpSpPr>
        <p:graphicFrame>
          <p:nvGraphicFramePr>
            <p:cNvPr id="25628" name="Object 49"/>
            <p:cNvGraphicFramePr>
              <a:graphicFrameLocks noChangeAspect="1"/>
            </p:cNvGraphicFramePr>
            <p:nvPr/>
          </p:nvGraphicFramePr>
          <p:xfrm>
            <a:off x="2653" y="1165"/>
            <a:ext cx="1096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7" imgW="1624965" imgH="495300" progId="Equation.DSMT4">
                    <p:embed/>
                  </p:oleObj>
                </mc:Choice>
                <mc:Fallback>
                  <p:oleObj name="" r:id="rId17" imgW="1624965" imgH="495300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653" y="1165"/>
                          <a:ext cx="1096" cy="3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9" name="Text Box 50"/>
            <p:cNvSpPr txBox="1"/>
            <p:nvPr/>
          </p:nvSpPr>
          <p:spPr>
            <a:xfrm>
              <a:off x="385" y="1162"/>
              <a:ext cx="31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1</a:t>
              </a:r>
              <a:r>
                <a:rPr lang="en-US" altLang="zh-CN" sz="2800" b="1" dirty="0">
                  <a:ea typeface="楷体_GB2312" pitchFamily="49" charset="-122"/>
                </a:rPr>
                <a:t>°</a:t>
              </a:r>
              <a:r>
                <a:rPr lang="zh-CN" altLang="en-US" sz="2800" b="1" dirty="0"/>
                <a:t>遵从牛顿第三定律</a:t>
              </a:r>
              <a:endParaRPr lang="zh-CN" altLang="en-US" sz="2800" b="1" dirty="0"/>
            </a:p>
          </p:txBody>
        </p:sp>
      </p:grpSp>
      <p:graphicFrame>
        <p:nvGraphicFramePr>
          <p:cNvPr id="749619" name="Object 51"/>
          <p:cNvGraphicFramePr>
            <a:graphicFrameLocks noChangeAspect="1"/>
          </p:cNvGraphicFramePr>
          <p:nvPr/>
        </p:nvGraphicFramePr>
        <p:xfrm>
          <a:off x="1116013" y="296863"/>
          <a:ext cx="284480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9" imgW="1191260" imgH="520065" progId="Equation.3">
                  <p:embed/>
                </p:oleObj>
              </mc:Choice>
              <mc:Fallback>
                <p:oleObj name="" r:id="rId19" imgW="1191260" imgH="520065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16013" y="296863"/>
                        <a:ext cx="2844800" cy="1263650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9620" name="Rectangle 10"/>
          <p:cNvSpPr/>
          <p:nvPr/>
        </p:nvSpPr>
        <p:spPr>
          <a:xfrm>
            <a:off x="5861050" y="4724400"/>
            <a:ext cx="3032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Williams et al (1971):</a:t>
            </a:r>
            <a:endParaRPr lang="en-US" altLang="zh-CN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aphicFrame>
        <p:nvGraphicFramePr>
          <p:cNvPr id="749621" name="Object 11"/>
          <p:cNvGraphicFramePr>
            <a:graphicFrameLocks noChangeAspect="1"/>
          </p:cNvGraphicFramePr>
          <p:nvPr/>
        </p:nvGraphicFramePr>
        <p:xfrm>
          <a:off x="6042025" y="5192713"/>
          <a:ext cx="2328863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21" imgW="965200" imgH="203200" progId="Equation.3">
                  <p:embed/>
                </p:oleObj>
              </mc:Choice>
              <mc:Fallback>
                <p:oleObj name="" r:id="rId21" imgW="965200" imgH="2032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042025" y="5192713"/>
                        <a:ext cx="2328863" cy="490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9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4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49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4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4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749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74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749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4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49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49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8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74958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49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749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49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49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749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749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75" fill="hold"/>
                                        <p:tgtEl>
                                          <p:spTgt spid="749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" fill="hold"/>
                                        <p:tgtEl>
                                          <p:spTgt spid="749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65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49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15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49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4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749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9575" grpId="0" animBg="1"/>
      <p:bldP spid="749576" grpId="0" animBg="1"/>
      <p:bldP spid="749578" grpId="0"/>
      <p:bldP spid="749579" grpId="0"/>
      <p:bldP spid="749584" grpId="0"/>
      <p:bldP spid="749589" grpId="0" build="p"/>
      <p:bldP spid="749590" grpId="0"/>
      <p:bldP spid="749606" grpId="0"/>
      <p:bldP spid="7496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61506" name="Rectangle 2"/>
          <p:cNvSpPr/>
          <p:nvPr/>
        </p:nvSpPr>
        <p:spPr>
          <a:xfrm>
            <a:off x="5795963" y="2997200"/>
            <a:ext cx="3060700" cy="3276600"/>
          </a:xfrm>
          <a:prstGeom prst="rect">
            <a:avLst/>
          </a:prstGeom>
          <a:solidFill>
            <a:srgbClr val="E5E5FF"/>
          </a:solidFill>
          <a:ln w="9525">
            <a:noFill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61507" name="Text Box 3"/>
          <p:cNvSpPr txBox="1"/>
          <p:nvPr/>
        </p:nvSpPr>
        <p:spPr>
          <a:xfrm>
            <a:off x="660400" y="425450"/>
            <a:ext cx="3911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2" charset="-122"/>
              </a:rPr>
              <a:t>电力叠加原理</a:t>
            </a:r>
            <a:endParaRPr lang="zh-CN" altLang="en-US" sz="2800" b="1" dirty="0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661508" name="Text Box 4"/>
          <p:cNvSpPr txBox="1"/>
          <p:nvPr/>
        </p:nvSpPr>
        <p:spPr>
          <a:xfrm>
            <a:off x="863600" y="1989138"/>
            <a:ext cx="8137525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       </a:t>
            </a:r>
            <a:r>
              <a:rPr lang="zh-CN" altLang="en-US" sz="2800" b="1" dirty="0"/>
              <a:t>当多个点电荷存在时，任意一个点电荷受的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静电力等于其它各个点电荷单独存在时对它的作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用力的矢量和。</a:t>
            </a:r>
            <a:endParaRPr lang="zh-CN" altLang="en-US" sz="2800" b="1" dirty="0"/>
          </a:p>
        </p:txBody>
      </p:sp>
      <p:graphicFrame>
        <p:nvGraphicFramePr>
          <p:cNvPr id="661509" name="Object 5"/>
          <p:cNvGraphicFramePr>
            <a:graphicFrameLocks noChangeAspect="1"/>
          </p:cNvGraphicFramePr>
          <p:nvPr/>
        </p:nvGraphicFramePr>
        <p:xfrm>
          <a:off x="1150938" y="4068763"/>
          <a:ext cx="441960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3784600" imgH="469900" progId="Equation.3">
                  <p:embed/>
                </p:oleObj>
              </mc:Choice>
              <mc:Fallback>
                <p:oleObj name="" r:id="rId1" imgW="3784600" imgH="4699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50938" y="4068763"/>
                        <a:ext cx="4419600" cy="547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1510" name="Oval 6"/>
          <p:cNvSpPr/>
          <p:nvPr/>
        </p:nvSpPr>
        <p:spPr>
          <a:xfrm>
            <a:off x="6073775" y="3860800"/>
            <a:ext cx="146050" cy="136525"/>
          </a:xfrm>
          <a:prstGeom prst="ellipse">
            <a:avLst/>
          </a:prstGeom>
          <a:gradFill rotWithShape="1">
            <a:gsLst>
              <a:gs pos="0">
                <a:srgbClr val="FFFF66"/>
              </a:gs>
              <a:gs pos="100000">
                <a:srgbClr val="76762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61511" name="Oval 7"/>
          <p:cNvSpPr/>
          <p:nvPr/>
        </p:nvSpPr>
        <p:spPr>
          <a:xfrm>
            <a:off x="6696075" y="3176588"/>
            <a:ext cx="146050" cy="104775"/>
          </a:xfrm>
          <a:prstGeom prst="ellipse">
            <a:avLst/>
          </a:prstGeom>
          <a:gradFill rotWithShape="1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61512" name="Oval 8"/>
          <p:cNvSpPr/>
          <p:nvPr/>
        </p:nvSpPr>
        <p:spPr>
          <a:xfrm>
            <a:off x="8064500" y="5768975"/>
            <a:ext cx="152400" cy="152400"/>
          </a:xfrm>
          <a:prstGeom prst="ellipse">
            <a:avLst/>
          </a:prstGeom>
          <a:gradFill rotWithShape="1">
            <a:gsLst>
              <a:gs pos="0">
                <a:srgbClr val="66FF66"/>
              </a:gs>
              <a:gs pos="100000">
                <a:srgbClr val="2F762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61513" name="Oval 9"/>
          <p:cNvSpPr/>
          <p:nvPr/>
        </p:nvSpPr>
        <p:spPr>
          <a:xfrm>
            <a:off x="7235825" y="4581525"/>
            <a:ext cx="111125" cy="104775"/>
          </a:xfrm>
          <a:prstGeom prst="ellipse">
            <a:avLst/>
          </a:prstGeom>
          <a:solidFill>
            <a:srgbClr val="004F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61514" name="Oval 10"/>
          <p:cNvSpPr/>
          <p:nvPr/>
        </p:nvSpPr>
        <p:spPr>
          <a:xfrm>
            <a:off x="6443663" y="4689475"/>
            <a:ext cx="146050" cy="180975"/>
          </a:xfrm>
          <a:prstGeom prst="ellipse">
            <a:avLst/>
          </a:prstGeom>
          <a:gradFill rotWithShape="1">
            <a:gsLst>
              <a:gs pos="0">
                <a:srgbClr val="FFCC99"/>
              </a:gs>
              <a:gs pos="100000">
                <a:srgbClr val="765E47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61515" name="Oval 11"/>
          <p:cNvSpPr/>
          <p:nvPr/>
        </p:nvSpPr>
        <p:spPr>
          <a:xfrm>
            <a:off x="7848600" y="3860800"/>
            <a:ext cx="146050" cy="136525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61516" name="Oval 12"/>
          <p:cNvSpPr/>
          <p:nvPr/>
        </p:nvSpPr>
        <p:spPr>
          <a:xfrm>
            <a:off x="7164388" y="5948363"/>
            <a:ext cx="76200" cy="76200"/>
          </a:xfrm>
          <a:prstGeom prst="ellipse">
            <a:avLst/>
          </a:prstGeom>
          <a:gradFill rotWithShape="1">
            <a:gsLst>
              <a:gs pos="0">
                <a:srgbClr val="CC6600"/>
              </a:gs>
              <a:gs pos="100000">
                <a:srgbClr val="5E2F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61517" name="Text Box 13"/>
          <p:cNvSpPr txBox="1"/>
          <p:nvPr/>
        </p:nvSpPr>
        <p:spPr>
          <a:xfrm>
            <a:off x="6048375" y="3789363"/>
            <a:ext cx="8477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q</a:t>
            </a:r>
            <a:r>
              <a:rPr lang="en-US" altLang="zh-CN" sz="2800" b="1" i="1" baseline="-25000" dirty="0"/>
              <a:t>n</a:t>
            </a:r>
            <a:endParaRPr lang="en-US" altLang="zh-CN" sz="2800" b="1" i="1" dirty="0"/>
          </a:p>
        </p:txBody>
      </p:sp>
      <p:sp>
        <p:nvSpPr>
          <p:cNvPr id="661519" name="Text Box 15"/>
          <p:cNvSpPr txBox="1"/>
          <p:nvPr/>
        </p:nvSpPr>
        <p:spPr>
          <a:xfrm>
            <a:off x="863600" y="3465513"/>
            <a:ext cx="21812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即有</a:t>
            </a:r>
            <a:endParaRPr lang="zh-CN" altLang="en-US" sz="2800" b="1" dirty="0"/>
          </a:p>
        </p:txBody>
      </p:sp>
      <p:sp>
        <p:nvSpPr>
          <p:cNvPr id="661520" name="Text Box 16"/>
          <p:cNvSpPr txBox="1"/>
          <p:nvPr/>
        </p:nvSpPr>
        <p:spPr>
          <a:xfrm>
            <a:off x="647700" y="1016000"/>
            <a:ext cx="8316913" cy="9461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实验表明</a:t>
            </a:r>
            <a:r>
              <a:rPr lang="en-US" altLang="zh-CN" sz="2800" b="1" dirty="0">
                <a:ea typeface="楷体_GB2312" pitchFamily="49" charset="-122"/>
              </a:rPr>
              <a:t>: </a:t>
            </a:r>
            <a:r>
              <a:rPr lang="zh-CN" altLang="en-US" sz="2800" b="1" dirty="0">
                <a:ea typeface="楷体_GB2312" pitchFamily="49" charset="-122"/>
              </a:rPr>
              <a:t>库仑力满足线性叠加原理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即不因第三</a:t>
            </a:r>
            <a:endParaRPr lang="zh-CN" altLang="en-US" sz="2800" b="1" dirty="0">
              <a:ea typeface="楷体_GB2312" pitchFamily="49" charset="-12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                  者的存在而改变两者之间的相互作用。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661521" name="Object 17"/>
          <p:cNvGraphicFramePr>
            <a:graphicFrameLocks noChangeAspect="1"/>
          </p:cNvGraphicFramePr>
          <p:nvPr/>
        </p:nvGraphicFramePr>
        <p:xfrm>
          <a:off x="1150938" y="4770438"/>
          <a:ext cx="4608512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3" imgW="4000500" imgH="965200" progId="Equation.DSMT4">
                  <p:embed/>
                </p:oleObj>
              </mc:Choice>
              <mc:Fallback>
                <p:oleObj name="" r:id="rId3" imgW="4000500" imgH="9652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50938" y="4770438"/>
                        <a:ext cx="4608512" cy="1106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1522" name="Line 18"/>
          <p:cNvSpPr/>
          <p:nvPr/>
        </p:nvSpPr>
        <p:spPr>
          <a:xfrm flipV="1">
            <a:off x="6526213" y="3932238"/>
            <a:ext cx="1371600" cy="838200"/>
          </a:xfrm>
          <a:prstGeom prst="line">
            <a:avLst/>
          </a:prstGeom>
          <a:ln w="41275" cap="sq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661523" name="Line 19"/>
          <p:cNvSpPr/>
          <p:nvPr/>
        </p:nvSpPr>
        <p:spPr>
          <a:xfrm flipH="1" flipV="1">
            <a:off x="7897813" y="4008438"/>
            <a:ext cx="228600" cy="1752600"/>
          </a:xfrm>
          <a:prstGeom prst="line">
            <a:avLst/>
          </a:prstGeom>
          <a:ln w="41275" cap="sq" cmpd="sng">
            <a:solidFill>
              <a:srgbClr val="0000FF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661524" name="Line 20"/>
          <p:cNvSpPr/>
          <p:nvPr/>
        </p:nvSpPr>
        <p:spPr>
          <a:xfrm>
            <a:off x="6831013" y="3246438"/>
            <a:ext cx="990600" cy="685800"/>
          </a:xfrm>
          <a:prstGeom prst="line">
            <a:avLst/>
          </a:prstGeom>
          <a:ln w="41275" cap="sq" cmpd="sng">
            <a:solidFill>
              <a:srgbClr val="99330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661525" name="Line 21"/>
          <p:cNvSpPr/>
          <p:nvPr/>
        </p:nvSpPr>
        <p:spPr>
          <a:xfrm flipV="1">
            <a:off x="7199313" y="4008438"/>
            <a:ext cx="649287" cy="1939925"/>
          </a:xfrm>
          <a:prstGeom prst="line">
            <a:avLst/>
          </a:prstGeom>
          <a:ln w="41275" cap="sq" cmpd="sng">
            <a:solidFill>
              <a:srgbClr val="FF00FF"/>
            </a:solidFill>
            <a:prstDash val="solid"/>
            <a:headEnd type="none" w="med" len="med"/>
            <a:tailEnd type="arrow" w="med" len="med"/>
          </a:ln>
        </p:spPr>
      </p:sp>
      <p:graphicFrame>
        <p:nvGraphicFramePr>
          <p:cNvPr id="661526" name="Object 22"/>
          <p:cNvGraphicFramePr>
            <a:graphicFrameLocks noChangeAspect="1"/>
          </p:cNvGraphicFramePr>
          <p:nvPr/>
        </p:nvGraphicFramePr>
        <p:xfrm>
          <a:off x="6407150" y="3105150"/>
          <a:ext cx="357188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5" imgW="317500" imgH="431165" progId="Equation.DSMT4">
                  <p:embed/>
                </p:oleObj>
              </mc:Choice>
              <mc:Fallback>
                <p:oleObj name="" r:id="rId5" imgW="317500" imgH="431165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07150" y="3105150"/>
                        <a:ext cx="357188" cy="487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27" name="Object 23"/>
          <p:cNvGraphicFramePr>
            <a:graphicFrameLocks noChangeAspect="1"/>
          </p:cNvGraphicFramePr>
          <p:nvPr/>
        </p:nvGraphicFramePr>
        <p:xfrm>
          <a:off x="6796088" y="5768975"/>
          <a:ext cx="3587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7" imgW="330200" imgH="431800" progId="Equation.DSMT4">
                  <p:embed/>
                </p:oleObj>
              </mc:Choice>
              <mc:Fallback>
                <p:oleObj name="" r:id="rId7" imgW="330200" imgH="4318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96088" y="5768975"/>
                        <a:ext cx="358775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28" name="Object 24"/>
          <p:cNvGraphicFramePr>
            <a:graphicFrameLocks noChangeAspect="1"/>
          </p:cNvGraphicFramePr>
          <p:nvPr/>
        </p:nvGraphicFramePr>
        <p:xfrm>
          <a:off x="6319838" y="4760913"/>
          <a:ext cx="3397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9" imgW="330200" imgH="431800" progId="Equation.DSMT4">
                  <p:embed/>
                </p:oleObj>
              </mc:Choice>
              <mc:Fallback>
                <p:oleObj name="" r:id="rId9" imgW="330200" imgH="4318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19838" y="4760913"/>
                        <a:ext cx="33972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29" name="Object 25"/>
          <p:cNvGraphicFramePr>
            <a:graphicFrameLocks noChangeAspect="1"/>
          </p:cNvGraphicFramePr>
          <p:nvPr/>
        </p:nvGraphicFramePr>
        <p:xfrm>
          <a:off x="8280400" y="5553075"/>
          <a:ext cx="3603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1" imgW="330200" imgH="431800" progId="Equation.DSMT4">
                  <p:embed/>
                </p:oleObj>
              </mc:Choice>
              <mc:Fallback>
                <p:oleObj name="" r:id="rId11" imgW="330200" imgH="4318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280400" y="5553075"/>
                        <a:ext cx="360363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30" name="Object 26"/>
          <p:cNvGraphicFramePr>
            <a:graphicFrameLocks noChangeAspect="1"/>
          </p:cNvGraphicFramePr>
          <p:nvPr/>
        </p:nvGraphicFramePr>
        <p:xfrm>
          <a:off x="7883525" y="3463925"/>
          <a:ext cx="37147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3" imgW="330200" imgH="431800" progId="Equation.DSMT4">
                  <p:embed/>
                </p:oleObj>
              </mc:Choice>
              <mc:Fallback>
                <p:oleObj name="" r:id="rId13" imgW="330200" imgH="4318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883525" y="3463925"/>
                        <a:ext cx="371475" cy="490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31" name="Object 27"/>
          <p:cNvGraphicFramePr>
            <a:graphicFrameLocks noChangeAspect="1"/>
          </p:cNvGraphicFramePr>
          <p:nvPr/>
        </p:nvGraphicFramePr>
        <p:xfrm>
          <a:off x="7343775" y="3213100"/>
          <a:ext cx="2857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5" imgW="254000" imgH="431800" progId="Equation.DSMT4">
                  <p:embed/>
                </p:oleObj>
              </mc:Choice>
              <mc:Fallback>
                <p:oleObj name="" r:id="rId15" imgW="254000" imgH="4318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343775" y="3213100"/>
                        <a:ext cx="285750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32" name="Object 28"/>
          <p:cNvGraphicFramePr>
            <a:graphicFrameLocks noChangeAspect="1"/>
          </p:cNvGraphicFramePr>
          <p:nvPr/>
        </p:nvGraphicFramePr>
        <p:xfrm>
          <a:off x="7127875" y="4976813"/>
          <a:ext cx="2682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7" imgW="266700" imgH="431165" progId="Equation.DSMT4">
                  <p:embed/>
                </p:oleObj>
              </mc:Choice>
              <mc:Fallback>
                <p:oleObj name="" r:id="rId17" imgW="266700" imgH="431165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27875" y="4976813"/>
                        <a:ext cx="268288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33" name="Object 29"/>
          <p:cNvGraphicFramePr>
            <a:graphicFrameLocks noChangeAspect="1"/>
          </p:cNvGraphicFramePr>
          <p:nvPr/>
        </p:nvGraphicFramePr>
        <p:xfrm>
          <a:off x="6826250" y="3968750"/>
          <a:ext cx="3016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9" imgW="279400" imgH="431800" progId="Equation.DSMT4">
                  <p:embed/>
                </p:oleObj>
              </mc:Choice>
              <mc:Fallback>
                <p:oleObj name="" r:id="rId19" imgW="279400" imgH="4318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826250" y="3968750"/>
                        <a:ext cx="301625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34" name="Object 30"/>
          <p:cNvGraphicFramePr>
            <a:graphicFrameLocks noChangeAspect="1"/>
          </p:cNvGraphicFramePr>
          <p:nvPr/>
        </p:nvGraphicFramePr>
        <p:xfrm>
          <a:off x="8050213" y="4581525"/>
          <a:ext cx="3143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21" imgW="279400" imgH="431800" progId="Equation.DSMT4">
                  <p:embed/>
                </p:oleObj>
              </mc:Choice>
              <mc:Fallback>
                <p:oleObj name="" r:id="rId21" imgW="279400" imgH="4318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050213" y="4581525"/>
                        <a:ext cx="314325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75"/>
                                        <p:tgtEl>
                                          <p:spTgt spid="66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6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6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66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66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66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6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66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66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66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5" dur="500"/>
                                        <p:tgtEl>
                                          <p:spTgt spid="66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0" dur="500"/>
                                        <p:tgtEl>
                                          <p:spTgt spid="66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66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66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66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66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61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661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61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61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6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66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506" grpId="0" animBg="1"/>
      <p:bldP spid="661507" grpId="0"/>
      <p:bldP spid="661508" grpId="0"/>
      <p:bldP spid="661510" grpId="0" animBg="1"/>
      <p:bldP spid="661511" grpId="0" animBg="1"/>
      <p:bldP spid="661512" grpId="0" animBg="1"/>
      <p:bldP spid="661513" grpId="0" animBg="1"/>
      <p:bldP spid="661514" grpId="0" animBg="1"/>
      <p:bldP spid="661515" grpId="0" animBg="1"/>
      <p:bldP spid="661516" grpId="0" animBg="1"/>
      <p:bldP spid="661517" grpId="0"/>
      <p:bldP spid="661519" grpId="0"/>
      <p:bldP spid="6615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50596" name="Text Box 4"/>
          <p:cNvSpPr txBox="1"/>
          <p:nvPr/>
        </p:nvSpPr>
        <p:spPr>
          <a:xfrm>
            <a:off x="1042988" y="260350"/>
            <a:ext cx="70929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2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节  静电场、电场强度</a:t>
            </a:r>
            <a:endParaRPr lang="zh-CN" altLang="en-US" b="1" dirty="0">
              <a:solidFill>
                <a:srgbClr val="0000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7652" name="Rectangle 5"/>
          <p:cNvSpPr/>
          <p:nvPr/>
        </p:nvSpPr>
        <p:spPr>
          <a:xfrm>
            <a:off x="5076825" y="1520825"/>
            <a:ext cx="3130550" cy="3600450"/>
          </a:xfrm>
          <a:prstGeom prst="rect">
            <a:avLst/>
          </a:prstGeom>
          <a:solidFill>
            <a:srgbClr val="E5E5FF"/>
          </a:solidFill>
          <a:ln w="9525">
            <a:noFill/>
          </a:ln>
          <a:effectLst>
            <a:outerShdw dist="89803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750598" name="Line 6"/>
          <p:cNvSpPr/>
          <p:nvPr/>
        </p:nvSpPr>
        <p:spPr>
          <a:xfrm flipV="1">
            <a:off x="5903913" y="2565400"/>
            <a:ext cx="1152525" cy="1368425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750599" name="Oval 7"/>
          <p:cNvSpPr/>
          <p:nvPr/>
        </p:nvSpPr>
        <p:spPr>
          <a:xfrm>
            <a:off x="5759450" y="3824288"/>
            <a:ext cx="288925" cy="288925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750600" name="Oval 8"/>
          <p:cNvSpPr/>
          <p:nvPr/>
        </p:nvSpPr>
        <p:spPr>
          <a:xfrm>
            <a:off x="7027863" y="2490788"/>
            <a:ext cx="128587" cy="142875"/>
          </a:xfrm>
          <a:prstGeom prst="ellipse">
            <a:avLst/>
          </a:prstGeom>
          <a:gradFill rotWithShape="1">
            <a:gsLst>
              <a:gs pos="0">
                <a:srgbClr val="CC6600"/>
              </a:gs>
              <a:gs pos="100000">
                <a:srgbClr val="5E2F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750601" name="Line 9"/>
          <p:cNvSpPr/>
          <p:nvPr/>
        </p:nvSpPr>
        <p:spPr>
          <a:xfrm flipV="1">
            <a:off x="5940425" y="3321050"/>
            <a:ext cx="469900" cy="5683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750602" name="Text Box 10"/>
          <p:cNvSpPr txBox="1"/>
          <p:nvPr/>
        </p:nvSpPr>
        <p:spPr>
          <a:xfrm>
            <a:off x="5867400" y="4005263"/>
            <a:ext cx="25527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i="1" dirty="0"/>
              <a:t>Q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750603" name="Text Box 11"/>
          <p:cNvSpPr txBox="1"/>
          <p:nvPr/>
        </p:nvSpPr>
        <p:spPr>
          <a:xfrm>
            <a:off x="7235825" y="2168525"/>
            <a:ext cx="18891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i="1" dirty="0"/>
              <a:t>q</a:t>
            </a:r>
            <a:r>
              <a:rPr lang="en-US" altLang="zh-CN" sz="2800" b="1" baseline="-25000" dirty="0"/>
              <a:t>0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750604" name="Line 12"/>
          <p:cNvSpPr/>
          <p:nvPr/>
        </p:nvSpPr>
        <p:spPr>
          <a:xfrm flipV="1">
            <a:off x="7092950" y="2133600"/>
            <a:ext cx="323850" cy="38893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</p:spPr>
      </p:sp>
      <p:graphicFrame>
        <p:nvGraphicFramePr>
          <p:cNvPr id="750605" name="Object 13"/>
          <p:cNvGraphicFramePr>
            <a:graphicFrameLocks noChangeAspect="1"/>
          </p:cNvGraphicFramePr>
          <p:nvPr/>
        </p:nvGraphicFramePr>
        <p:xfrm>
          <a:off x="6192838" y="2744788"/>
          <a:ext cx="2984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203200" imgH="228600" progId="Equation.DSMT4">
                  <p:embed/>
                </p:oleObj>
              </mc:Choice>
              <mc:Fallback>
                <p:oleObj name="" r:id="rId1" imgW="203200" imgH="2286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92838" y="2744788"/>
                        <a:ext cx="298450" cy="33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06" name="Object 14"/>
          <p:cNvGraphicFramePr>
            <a:graphicFrameLocks noChangeAspect="1"/>
          </p:cNvGraphicFramePr>
          <p:nvPr/>
        </p:nvGraphicFramePr>
        <p:xfrm>
          <a:off x="6413500" y="3282950"/>
          <a:ext cx="4000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3" imgW="304800" imgH="431800" progId="Equation.DSMT4">
                  <p:embed/>
                </p:oleObj>
              </mc:Choice>
              <mc:Fallback>
                <p:oleObj name="" r:id="rId3" imgW="304800" imgH="4318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13500" y="3282950"/>
                        <a:ext cx="400050" cy="566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07" name="Text Box 15"/>
          <p:cNvSpPr txBox="1"/>
          <p:nvPr/>
        </p:nvSpPr>
        <p:spPr>
          <a:xfrm>
            <a:off x="6804025" y="3321050"/>
            <a:ext cx="25527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单位矢量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750608" name="Object 16"/>
          <p:cNvGraphicFramePr>
            <a:graphicFrameLocks noChangeAspect="1"/>
          </p:cNvGraphicFramePr>
          <p:nvPr/>
        </p:nvGraphicFramePr>
        <p:xfrm>
          <a:off x="6948488" y="1773238"/>
          <a:ext cx="37782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5" imgW="193040" imgH="243205" progId="Equation.3">
                  <p:embed/>
                </p:oleObj>
              </mc:Choice>
              <mc:Fallback>
                <p:oleObj name="" r:id="rId5" imgW="193040" imgH="243205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948488" y="1773238"/>
                        <a:ext cx="377825" cy="465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11" name="Text Box 19"/>
          <p:cNvSpPr txBox="1"/>
          <p:nvPr/>
        </p:nvSpPr>
        <p:spPr>
          <a:xfrm>
            <a:off x="6859588" y="2565400"/>
            <a:ext cx="18891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i="1" dirty="0"/>
              <a:t>P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750612" name="Text Box 20"/>
          <p:cNvSpPr txBox="1"/>
          <p:nvPr/>
        </p:nvSpPr>
        <p:spPr>
          <a:xfrm>
            <a:off x="611188" y="1233488"/>
            <a:ext cx="3697287" cy="519112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q</a:t>
            </a:r>
            <a:r>
              <a:rPr lang="en-US" altLang="zh-CN" sz="2800" b="1" baseline="-25000" dirty="0"/>
              <a:t>0</a:t>
            </a:r>
            <a:r>
              <a:rPr lang="zh-CN" altLang="en-US" sz="2800" b="1" dirty="0"/>
              <a:t>受到的库仑作用力：</a:t>
            </a:r>
            <a:endParaRPr lang="zh-CN" altLang="en-US" sz="2800" b="1" dirty="0"/>
          </a:p>
        </p:txBody>
      </p:sp>
      <p:graphicFrame>
        <p:nvGraphicFramePr>
          <p:cNvPr id="750613" name="Object 21"/>
          <p:cNvGraphicFramePr>
            <a:graphicFrameLocks noChangeAspect="1"/>
          </p:cNvGraphicFramePr>
          <p:nvPr/>
        </p:nvGraphicFramePr>
        <p:xfrm>
          <a:off x="1439863" y="1917700"/>
          <a:ext cx="41592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7" imgW="165100" imgH="203200" progId="Equation.3">
                  <p:embed/>
                </p:oleObj>
              </mc:Choice>
              <mc:Fallback>
                <p:oleObj name="" r:id="rId7" imgW="165100" imgH="2032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39863" y="1917700"/>
                        <a:ext cx="415925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14" name="Text Box 22"/>
          <p:cNvSpPr txBox="1"/>
          <p:nvPr/>
        </p:nvSpPr>
        <p:spPr>
          <a:xfrm>
            <a:off x="542925" y="2673350"/>
            <a:ext cx="3616325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定义</a:t>
            </a:r>
            <a:r>
              <a:rPr lang="en-US" altLang="zh-CN" sz="2800" b="1" dirty="0">
                <a:solidFill>
                  <a:srgbClr val="000099"/>
                </a:solidFill>
              </a:rPr>
              <a:t>P</a:t>
            </a:r>
            <a:r>
              <a:rPr lang="zh-CN" altLang="en-US" sz="2800" b="1" dirty="0">
                <a:solidFill>
                  <a:srgbClr val="000099"/>
                </a:solidFill>
              </a:rPr>
              <a:t>点</a:t>
            </a:r>
            <a:r>
              <a:rPr lang="zh-CN" altLang="en-US" sz="2800" b="1" dirty="0"/>
              <a:t>的电场强度：</a:t>
            </a:r>
            <a:endParaRPr lang="zh-CN" altLang="en-US" sz="2800" b="1" dirty="0"/>
          </a:p>
        </p:txBody>
      </p:sp>
      <p:graphicFrame>
        <p:nvGraphicFramePr>
          <p:cNvPr id="750615" name="Object 23"/>
          <p:cNvGraphicFramePr>
            <a:graphicFrameLocks noChangeAspect="1"/>
          </p:cNvGraphicFramePr>
          <p:nvPr/>
        </p:nvGraphicFramePr>
        <p:xfrm>
          <a:off x="1042988" y="3284538"/>
          <a:ext cx="121602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9" imgW="482600" imgH="457200" progId="Equation.3">
                  <p:embed/>
                </p:oleObj>
              </mc:Choice>
              <mc:Fallback>
                <p:oleObj name="" r:id="rId9" imgW="482600" imgH="4572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42988" y="3284538"/>
                        <a:ext cx="1216025" cy="1152525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16" name="Text Box 24"/>
          <p:cNvSpPr txBox="1"/>
          <p:nvPr/>
        </p:nvSpPr>
        <p:spPr>
          <a:xfrm>
            <a:off x="5111750" y="981075"/>
            <a:ext cx="3240088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i="1" dirty="0"/>
              <a:t>q</a:t>
            </a:r>
            <a:r>
              <a:rPr lang="en-US" altLang="zh-CN" sz="2800" b="1" baseline="-25000" dirty="0"/>
              <a:t>0</a:t>
            </a:r>
            <a:r>
              <a:rPr lang="zh-CN" altLang="en-US" sz="2800" b="1" dirty="0"/>
              <a:t>很小，不影响</a:t>
            </a:r>
            <a:r>
              <a:rPr lang="en-US" altLang="zh-CN" sz="2800" b="1" dirty="0"/>
              <a:t>Q</a:t>
            </a:r>
            <a:endParaRPr lang="en-US" altLang="zh-CN" sz="2800" b="1" dirty="0">
              <a:ea typeface="楷体_GB2312" pitchFamily="49" charset="-122"/>
            </a:endParaRPr>
          </a:p>
        </p:txBody>
      </p:sp>
      <p:graphicFrame>
        <p:nvGraphicFramePr>
          <p:cNvPr id="750617" name="Object 25"/>
          <p:cNvGraphicFramePr>
            <a:graphicFrameLocks noChangeAspect="1"/>
          </p:cNvGraphicFramePr>
          <p:nvPr/>
        </p:nvGraphicFramePr>
        <p:xfrm>
          <a:off x="2303463" y="3284538"/>
          <a:ext cx="192087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1" imgW="761365" imgH="444500" progId="Equation.3">
                  <p:embed/>
                </p:oleObj>
              </mc:Choice>
              <mc:Fallback>
                <p:oleObj name="" r:id="rId11" imgW="761365" imgH="4445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03463" y="3284538"/>
                        <a:ext cx="1920875" cy="112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18" name="Text Box 26"/>
          <p:cNvSpPr txBox="1"/>
          <p:nvPr/>
        </p:nvSpPr>
        <p:spPr>
          <a:xfrm>
            <a:off x="719138" y="4433888"/>
            <a:ext cx="324008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i="1" dirty="0"/>
              <a:t>q</a:t>
            </a:r>
            <a:r>
              <a:rPr lang="en-US" altLang="zh-CN" sz="2800" b="1" baseline="-25000" dirty="0"/>
              <a:t>0</a:t>
            </a:r>
            <a:r>
              <a:rPr lang="zh-CN" altLang="en-US" sz="2800" b="1" dirty="0"/>
              <a:t>：检验电荷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750621" name="Text Box 29"/>
          <p:cNvSpPr txBox="1"/>
          <p:nvPr/>
        </p:nvSpPr>
        <p:spPr>
          <a:xfrm>
            <a:off x="695325" y="6165850"/>
            <a:ext cx="53276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单位：</a:t>
            </a:r>
            <a:r>
              <a:rPr lang="en-US" altLang="zh-CN" sz="2800" b="1" dirty="0"/>
              <a:t>N/C (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牛顿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库仑</a:t>
            </a:r>
            <a:r>
              <a:rPr lang="en-US" altLang="zh-CN" sz="2800" b="1" dirty="0"/>
              <a:t>)</a:t>
            </a:r>
            <a:endParaRPr lang="en-US" altLang="zh-CN" sz="2800" b="1" dirty="0"/>
          </a:p>
        </p:txBody>
      </p:sp>
      <p:sp>
        <p:nvSpPr>
          <p:cNvPr id="750622" name="Text Box 30"/>
          <p:cNvSpPr txBox="1"/>
          <p:nvPr/>
        </p:nvSpPr>
        <p:spPr>
          <a:xfrm>
            <a:off x="4752975" y="6186488"/>
            <a:ext cx="35274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或 </a:t>
            </a:r>
            <a:r>
              <a:rPr lang="en-US" altLang="zh-CN" sz="2800" b="1" dirty="0"/>
              <a:t>V/m(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伏特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米</a:t>
            </a:r>
            <a:r>
              <a:rPr lang="en-US" altLang="zh-CN" sz="2800" b="1" dirty="0"/>
              <a:t>)</a:t>
            </a:r>
            <a:endParaRPr lang="en-US" altLang="zh-CN" sz="2800" b="1" dirty="0"/>
          </a:p>
        </p:txBody>
      </p:sp>
      <p:sp>
        <p:nvSpPr>
          <p:cNvPr id="750623" name="Text Box 31"/>
          <p:cNvSpPr txBox="1"/>
          <p:nvPr/>
        </p:nvSpPr>
        <p:spPr>
          <a:xfrm>
            <a:off x="803275" y="4976813"/>
            <a:ext cx="6400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大小为单位正电荷在该处受力大小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750624" name="Text Box 32"/>
          <p:cNvSpPr txBox="1"/>
          <p:nvPr/>
        </p:nvSpPr>
        <p:spPr>
          <a:xfrm>
            <a:off x="828675" y="5516563"/>
            <a:ext cx="64103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方向为单位正电荷在该处受力方向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750625" name="AutoShape 33"/>
          <p:cNvSpPr/>
          <p:nvPr/>
        </p:nvSpPr>
        <p:spPr>
          <a:xfrm>
            <a:off x="561975" y="5170488"/>
            <a:ext cx="420688" cy="788987"/>
          </a:xfrm>
          <a:prstGeom prst="leftBrace">
            <a:avLst>
              <a:gd name="adj1" fmla="val 15628"/>
              <a:gd name="adj2" fmla="val 50000"/>
            </a:avLst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750627" name="Object 35"/>
          <p:cNvGraphicFramePr>
            <a:graphicFrameLocks noChangeAspect="1"/>
          </p:cNvGraphicFramePr>
          <p:nvPr/>
        </p:nvGraphicFramePr>
        <p:xfrm>
          <a:off x="1908175" y="1701800"/>
          <a:ext cx="1919288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3" imgW="761365" imgH="444500" progId="Equation.3">
                  <p:embed/>
                </p:oleObj>
              </mc:Choice>
              <mc:Fallback>
                <p:oleObj name="" r:id="rId13" imgW="761365" imgH="4445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08175" y="1701800"/>
                        <a:ext cx="1919288" cy="112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28" name="Text Box 36"/>
          <p:cNvSpPr txBox="1"/>
          <p:nvPr/>
        </p:nvSpPr>
        <p:spPr>
          <a:xfrm>
            <a:off x="71438" y="728663"/>
            <a:ext cx="2339975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ea typeface="黑体" panose="02010609060101010101" pitchFamily="2" charset="-122"/>
              </a:rPr>
              <a:t>1.</a:t>
            </a:r>
            <a:r>
              <a:rPr lang="en-US" altLang="zh-CN" sz="2800" b="1" dirty="0">
                <a:solidFill>
                  <a:srgbClr val="0000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800" b="1" dirty="0">
                <a:solidFill>
                  <a:srgbClr val="0000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电场</a:t>
            </a:r>
            <a:endParaRPr lang="zh-CN" altLang="en-US" sz="2800" b="1" dirty="0">
              <a:solidFill>
                <a:srgbClr val="000099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0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0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50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50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5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75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5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5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75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75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50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75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50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50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75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75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75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75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5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50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5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5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50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7" dur="500"/>
                                        <p:tgtEl>
                                          <p:spTgt spid="750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1" dur="75"/>
                                        <p:tgtEl>
                                          <p:spTgt spid="750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625"/>
                            </p:stCondLst>
                            <p:childTnLst>
                              <p:par>
                                <p:cTn id="10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5" dur="75"/>
                                        <p:tgtEl>
                                          <p:spTgt spid="750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0" dur="75"/>
                                        <p:tgtEl>
                                          <p:spTgt spid="750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50"/>
                            </p:stCondLst>
                            <p:childTnLst>
                              <p:par>
                                <p:cTn id="11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4" dur="500"/>
                                        <p:tgtEl>
                                          <p:spTgt spid="750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5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50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0596" grpId="0"/>
      <p:bldP spid="750599" grpId="0" animBg="1"/>
      <p:bldP spid="750600" grpId="0" animBg="1"/>
      <p:bldP spid="750602" grpId="0"/>
      <p:bldP spid="750603" grpId="0"/>
      <p:bldP spid="750607" grpId="0"/>
      <p:bldP spid="750611" grpId="0"/>
      <p:bldP spid="750612" grpId="0"/>
      <p:bldP spid="750614" grpId="0"/>
      <p:bldP spid="750616" grpId="0"/>
      <p:bldP spid="750618" grpId="0"/>
      <p:bldP spid="750621" grpId="0"/>
      <p:bldP spid="750622" grpId="0"/>
      <p:bldP spid="750623" grpId="0"/>
      <p:bldP spid="750624" grpId="0"/>
      <p:bldP spid="750625" grpId="0" animBg="1"/>
      <p:bldP spid="7506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754692" name="Object 4"/>
          <p:cNvGraphicFramePr>
            <a:graphicFrameLocks noChangeAspect="1"/>
          </p:cNvGraphicFramePr>
          <p:nvPr/>
        </p:nvGraphicFramePr>
        <p:xfrm>
          <a:off x="900113" y="368300"/>
          <a:ext cx="121602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482600" imgH="457200" progId="Equation.3">
                  <p:embed/>
                </p:oleObj>
              </mc:Choice>
              <mc:Fallback>
                <p:oleObj name="" r:id="rId1" imgW="482600" imgH="457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0113" y="368300"/>
                        <a:ext cx="1216025" cy="1152525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693" name="Text Box 5"/>
          <p:cNvSpPr txBox="1"/>
          <p:nvPr/>
        </p:nvSpPr>
        <p:spPr>
          <a:xfrm>
            <a:off x="2581275" y="260350"/>
            <a:ext cx="3240088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i="1" dirty="0"/>
              <a:t>q</a:t>
            </a:r>
            <a:r>
              <a:rPr lang="en-US" altLang="zh-CN" sz="2800" b="1" baseline="-25000" dirty="0"/>
              <a:t>0</a:t>
            </a:r>
            <a:r>
              <a:rPr lang="zh-CN" altLang="en-US" sz="2800" b="1" dirty="0"/>
              <a:t>：检验电荷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754694" name="Object 6"/>
          <p:cNvGraphicFramePr>
            <a:graphicFrameLocks noChangeAspect="1"/>
          </p:cNvGraphicFramePr>
          <p:nvPr/>
        </p:nvGraphicFramePr>
        <p:xfrm>
          <a:off x="5424488" y="263525"/>
          <a:ext cx="163195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647700" imgH="241300" progId="Equation.3">
                  <p:embed/>
                </p:oleObj>
              </mc:Choice>
              <mc:Fallback>
                <p:oleObj name="" r:id="rId3" imgW="647700" imgH="2413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24488" y="263525"/>
                        <a:ext cx="1631950" cy="608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695" name="Text Box 7"/>
          <p:cNvSpPr txBox="1"/>
          <p:nvPr/>
        </p:nvSpPr>
        <p:spPr>
          <a:xfrm>
            <a:off x="684213" y="1592263"/>
            <a:ext cx="5005387" cy="519112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任何一个电荷</a:t>
            </a:r>
            <a:r>
              <a:rPr lang="en-US" altLang="zh-CN" sz="2800" b="1" i="1" dirty="0"/>
              <a:t>q</a:t>
            </a:r>
            <a:r>
              <a:rPr lang="zh-CN" altLang="en-US" sz="2800" b="1" dirty="0"/>
              <a:t>受到的静电力：</a:t>
            </a:r>
            <a:endParaRPr lang="zh-CN" altLang="en-US" sz="2800" b="1" dirty="0"/>
          </a:p>
        </p:txBody>
      </p:sp>
      <p:graphicFrame>
        <p:nvGraphicFramePr>
          <p:cNvPr id="754697" name="Object 9"/>
          <p:cNvGraphicFramePr>
            <a:graphicFrameLocks noChangeAspect="1"/>
          </p:cNvGraphicFramePr>
          <p:nvPr/>
        </p:nvGraphicFramePr>
        <p:xfrm>
          <a:off x="2735263" y="2097088"/>
          <a:ext cx="2528887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1002665" imgH="241300" progId="Equation.3">
                  <p:embed/>
                </p:oleObj>
              </mc:Choice>
              <mc:Fallback>
                <p:oleObj name="" r:id="rId5" imgW="1002665" imgH="2413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35263" y="2097088"/>
                        <a:ext cx="2528887" cy="608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698" name="Text Box 10"/>
          <p:cNvSpPr txBox="1"/>
          <p:nvPr/>
        </p:nvSpPr>
        <p:spPr>
          <a:xfrm>
            <a:off x="576263" y="2636838"/>
            <a:ext cx="4140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近代物理学证明</a:t>
            </a:r>
            <a:endParaRPr lang="zh-CN" altLang="en-US" sz="2800" b="1" dirty="0"/>
          </a:p>
        </p:txBody>
      </p:sp>
      <p:sp>
        <p:nvSpPr>
          <p:cNvPr id="754699" name="Text Box 11"/>
          <p:cNvSpPr txBox="1"/>
          <p:nvPr/>
        </p:nvSpPr>
        <p:spPr>
          <a:xfrm>
            <a:off x="4318000" y="4664075"/>
            <a:ext cx="13303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电场</a:t>
            </a:r>
            <a:endParaRPr lang="zh-CN" altLang="en-US" sz="2800" b="1" dirty="0">
              <a:solidFill>
                <a:srgbClr val="A50021"/>
              </a:solidFill>
            </a:endParaRPr>
          </a:p>
        </p:txBody>
      </p:sp>
      <p:grpSp>
        <p:nvGrpSpPr>
          <p:cNvPr id="754700" name="Group 12"/>
          <p:cNvGrpSpPr/>
          <p:nvPr/>
        </p:nvGrpSpPr>
        <p:grpSpPr>
          <a:xfrm>
            <a:off x="2070100" y="4619625"/>
            <a:ext cx="1222375" cy="587375"/>
            <a:chOff x="974" y="2880"/>
            <a:chExt cx="770" cy="370"/>
          </a:xfrm>
        </p:grpSpPr>
        <p:sp>
          <p:nvSpPr>
            <p:cNvPr id="28699" name="Text Box 13"/>
            <p:cNvSpPr txBox="1"/>
            <p:nvPr/>
          </p:nvSpPr>
          <p:spPr>
            <a:xfrm>
              <a:off x="974" y="2923"/>
              <a:ext cx="70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660066"/>
                  </a:solidFill>
                </a:rPr>
                <a:t>电荷</a:t>
              </a:r>
              <a:endParaRPr lang="zh-CN" altLang="en-US" sz="2800" b="1" dirty="0">
                <a:solidFill>
                  <a:srgbClr val="660066"/>
                </a:solidFill>
              </a:endParaRPr>
            </a:p>
          </p:txBody>
        </p:sp>
        <p:sp>
          <p:nvSpPr>
            <p:cNvPr id="28700" name="Text Box 14"/>
            <p:cNvSpPr txBox="1"/>
            <p:nvPr/>
          </p:nvSpPr>
          <p:spPr>
            <a:xfrm>
              <a:off x="1440" y="2880"/>
              <a:ext cx="3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660066"/>
                  </a:solidFill>
                </a:rPr>
                <a:t>q</a:t>
              </a:r>
              <a:r>
                <a:rPr lang="en-US" altLang="zh-CN" sz="2800" b="1" baseline="-25000" dirty="0">
                  <a:solidFill>
                    <a:srgbClr val="660066"/>
                  </a:solidFill>
                </a:rPr>
                <a:t>1</a:t>
              </a:r>
              <a:endParaRPr lang="en-US" altLang="zh-CN" sz="2800" b="1" dirty="0">
                <a:solidFill>
                  <a:srgbClr val="660066"/>
                </a:solidFill>
              </a:endParaRPr>
            </a:p>
          </p:txBody>
        </p:sp>
      </p:grpSp>
      <p:sp>
        <p:nvSpPr>
          <p:cNvPr id="754703" name="Rectangle 15"/>
          <p:cNvSpPr/>
          <p:nvPr/>
        </p:nvSpPr>
        <p:spPr>
          <a:xfrm>
            <a:off x="2047875" y="4619625"/>
            <a:ext cx="1295400" cy="685800"/>
          </a:xfrm>
          <a:prstGeom prst="rect">
            <a:avLst/>
          </a:prstGeom>
          <a:noFill/>
          <a:ln w="57150" cap="flat" cmpd="thinThick">
            <a:solidFill>
              <a:srgbClr val="66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754704" name="Rectangle 16"/>
          <p:cNvSpPr/>
          <p:nvPr/>
        </p:nvSpPr>
        <p:spPr>
          <a:xfrm>
            <a:off x="6234113" y="4619625"/>
            <a:ext cx="1219200" cy="685800"/>
          </a:xfrm>
          <a:prstGeom prst="rect">
            <a:avLst/>
          </a:prstGeom>
          <a:noFill/>
          <a:ln w="57150" cap="flat" cmpd="thickThin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754705" name="Rectangle 17"/>
          <p:cNvSpPr/>
          <p:nvPr/>
        </p:nvSpPr>
        <p:spPr>
          <a:xfrm>
            <a:off x="4257675" y="4543425"/>
            <a:ext cx="1066800" cy="838200"/>
          </a:xfrm>
          <a:prstGeom prst="rect">
            <a:avLst/>
          </a:prstGeom>
          <a:noFill/>
          <a:ln w="76200" cap="flat" cmpd="tri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754706" name="Line 18"/>
          <p:cNvSpPr/>
          <p:nvPr/>
        </p:nvSpPr>
        <p:spPr>
          <a:xfrm>
            <a:off x="3343275" y="4848225"/>
            <a:ext cx="914400" cy="0"/>
          </a:xfrm>
          <a:prstGeom prst="line">
            <a:avLst/>
          </a:prstGeom>
          <a:ln w="38100" cap="flat" cmpd="sng">
            <a:solidFill>
              <a:srgbClr val="990099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54707" name="Line 19"/>
          <p:cNvSpPr/>
          <p:nvPr/>
        </p:nvSpPr>
        <p:spPr>
          <a:xfrm>
            <a:off x="5324475" y="4848225"/>
            <a:ext cx="914400" cy="0"/>
          </a:xfrm>
          <a:prstGeom prst="line">
            <a:avLst/>
          </a:prstGeom>
          <a:ln w="38100" cap="flat" cmpd="sng">
            <a:solidFill>
              <a:srgbClr val="990099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54708" name="Line 20"/>
          <p:cNvSpPr/>
          <p:nvPr/>
        </p:nvSpPr>
        <p:spPr>
          <a:xfrm flipH="1">
            <a:off x="5324475" y="5153025"/>
            <a:ext cx="914400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54709" name="Line 21"/>
          <p:cNvSpPr/>
          <p:nvPr/>
        </p:nvSpPr>
        <p:spPr>
          <a:xfrm flipH="1">
            <a:off x="3343275" y="5153025"/>
            <a:ext cx="914400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54710" name="Text Box 22"/>
          <p:cNvSpPr txBox="1"/>
          <p:nvPr/>
        </p:nvSpPr>
        <p:spPr>
          <a:xfrm>
            <a:off x="5461000" y="4329113"/>
            <a:ext cx="66198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990099"/>
                </a:solidFill>
              </a:rPr>
              <a:t>F</a:t>
            </a:r>
            <a:r>
              <a:rPr lang="en-US" altLang="zh-CN" sz="2800" b="1" baseline="-25000" dirty="0">
                <a:solidFill>
                  <a:srgbClr val="990099"/>
                </a:solidFill>
              </a:rPr>
              <a:t>12</a:t>
            </a:r>
            <a:endParaRPr lang="en-US" altLang="zh-CN" sz="2800" b="1" dirty="0"/>
          </a:p>
        </p:txBody>
      </p:sp>
      <p:sp>
        <p:nvSpPr>
          <p:cNvPr id="754711" name="Text Box 23"/>
          <p:cNvSpPr txBox="1"/>
          <p:nvPr/>
        </p:nvSpPr>
        <p:spPr>
          <a:xfrm>
            <a:off x="3578225" y="5076825"/>
            <a:ext cx="8921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i="1" dirty="0">
                <a:solidFill>
                  <a:schemeClr val="accent2"/>
                </a:solidFill>
              </a:rPr>
              <a:t>F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21</a:t>
            </a:r>
            <a:endParaRPr lang="en-US" altLang="zh-CN" sz="2800" b="1" baseline="-25000" dirty="0">
              <a:solidFill>
                <a:schemeClr val="accent2"/>
              </a:solidFill>
            </a:endParaRPr>
          </a:p>
        </p:txBody>
      </p:sp>
      <p:grpSp>
        <p:nvGrpSpPr>
          <p:cNvPr id="754712" name="Group 24"/>
          <p:cNvGrpSpPr/>
          <p:nvPr/>
        </p:nvGrpSpPr>
        <p:grpSpPr>
          <a:xfrm>
            <a:off x="6223000" y="4630738"/>
            <a:ext cx="2093913" cy="574675"/>
            <a:chOff x="3648" y="1207"/>
            <a:chExt cx="1319" cy="362"/>
          </a:xfrm>
        </p:grpSpPr>
        <p:sp>
          <p:nvSpPr>
            <p:cNvPr id="28697" name="Text Box 25"/>
            <p:cNvSpPr txBox="1"/>
            <p:nvPr/>
          </p:nvSpPr>
          <p:spPr>
            <a:xfrm>
              <a:off x="3648" y="1242"/>
              <a:ext cx="131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000FF"/>
                  </a:solidFill>
                </a:rPr>
                <a:t>电荷</a:t>
              </a:r>
              <a:endParaRPr lang="zh-CN" altLang="en-US" b="1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28698" name="Text Box 26"/>
            <p:cNvSpPr txBox="1"/>
            <p:nvPr/>
          </p:nvSpPr>
          <p:spPr>
            <a:xfrm>
              <a:off x="4105" y="1207"/>
              <a:ext cx="8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0000FF"/>
                  </a:solidFill>
                </a:rPr>
                <a:t>q</a:t>
              </a:r>
              <a:r>
                <a:rPr lang="en-US" altLang="zh-CN" sz="2800" b="1" baseline="-25000" dirty="0">
                  <a:solidFill>
                    <a:srgbClr val="0000FF"/>
                  </a:solidFill>
                </a:rPr>
                <a:t>2</a:t>
              </a:r>
              <a:endParaRPr lang="en-US" altLang="zh-CN" sz="2800" b="1" baseline="-25000" dirty="0">
                <a:solidFill>
                  <a:srgbClr val="0000FF"/>
                </a:solidFill>
              </a:endParaRPr>
            </a:p>
          </p:txBody>
        </p:sp>
      </p:grpSp>
      <p:sp>
        <p:nvSpPr>
          <p:cNvPr id="754715" name="Text Box 27"/>
          <p:cNvSpPr txBox="1"/>
          <p:nvPr/>
        </p:nvSpPr>
        <p:spPr>
          <a:xfrm>
            <a:off x="1116013" y="3068638"/>
            <a:ext cx="7770812" cy="137318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ea typeface="楷体_GB2312" pitchFamily="49" charset="-122"/>
              </a:rPr>
              <a:t>        </a:t>
            </a:r>
            <a:r>
              <a:rPr lang="zh-CN" altLang="en-US" sz="2800" b="1" dirty="0">
                <a:ea typeface="楷体_GB2312" pitchFamily="49" charset="-122"/>
              </a:rPr>
              <a:t>电荷之间的相互作用力是通过电场传递</a:t>
            </a:r>
            <a:endParaRPr lang="zh-CN" altLang="en-US" sz="2800" b="1" dirty="0">
              <a:ea typeface="楷体_GB2312" pitchFamily="49" charset="-12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的。电荷在周围空间激发电场</a:t>
            </a:r>
            <a:r>
              <a:rPr lang="en-US" altLang="zh-CN" sz="2800" b="1" dirty="0">
                <a:ea typeface="楷体_GB2312" pitchFamily="49" charset="-122"/>
              </a:rPr>
              <a:t>,  </a:t>
            </a:r>
            <a:r>
              <a:rPr lang="zh-CN" altLang="en-US" sz="2800" b="1" dirty="0">
                <a:ea typeface="楷体_GB2312" pitchFamily="49" charset="-122"/>
              </a:rPr>
              <a:t>引入该电场</a:t>
            </a:r>
            <a:endParaRPr lang="zh-CN" altLang="en-US" sz="2800" b="1" dirty="0">
              <a:ea typeface="楷体_GB2312" pitchFamily="49" charset="-12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的任何带电体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都会受到电场的作用力。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754716" name="Text Box 28"/>
          <p:cNvSpPr txBox="1"/>
          <p:nvPr/>
        </p:nvSpPr>
        <p:spPr>
          <a:xfrm>
            <a:off x="1008063" y="5589588"/>
            <a:ext cx="7510462" cy="9461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电场是物质存在的一种形态</a:t>
            </a: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也具有动量、</a:t>
            </a:r>
            <a:endParaRPr lang="zh-CN" altLang="en-US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质量、能量。</a:t>
            </a:r>
            <a:endParaRPr lang="zh-CN" altLang="en-US" sz="28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754717" name="Text Box 29"/>
          <p:cNvSpPr txBox="1"/>
          <p:nvPr/>
        </p:nvSpPr>
        <p:spPr>
          <a:xfrm>
            <a:off x="2555875" y="965200"/>
            <a:ext cx="7235825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与检验电荷</a:t>
            </a:r>
            <a:r>
              <a:rPr lang="en-US" altLang="zh-CN" sz="2800" b="1" i="1" dirty="0"/>
              <a:t>q</a:t>
            </a:r>
            <a:r>
              <a:rPr lang="en-US" altLang="zh-CN" sz="2800" b="1" baseline="-25000" dirty="0"/>
              <a:t>0</a:t>
            </a:r>
            <a:r>
              <a:rPr lang="zh-CN" altLang="en-US" sz="2800" b="1" dirty="0"/>
              <a:t>无关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反映电场本身的性质。</a:t>
            </a:r>
            <a:endParaRPr lang="zh-CN" altLang="en-US" sz="2800" b="1" dirty="0"/>
          </a:p>
        </p:txBody>
      </p:sp>
      <p:graphicFrame>
        <p:nvGraphicFramePr>
          <p:cNvPr id="754719" name="Object 31"/>
          <p:cNvGraphicFramePr>
            <a:graphicFrameLocks noChangeAspect="1"/>
          </p:cNvGraphicFramePr>
          <p:nvPr/>
        </p:nvGraphicFramePr>
        <p:xfrm>
          <a:off x="2339975" y="982663"/>
          <a:ext cx="31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7" imgW="394335" imgH="494665" progId="Equation.DSMT4">
                  <p:embed/>
                </p:oleObj>
              </mc:Choice>
              <mc:Fallback>
                <p:oleObj name="" r:id="rId7" imgW="394335" imgH="494665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39975" y="982663"/>
                        <a:ext cx="3175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54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5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54695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54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75"/>
                                        <p:tgtEl>
                                          <p:spTgt spid="75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754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54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54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54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54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547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547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5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754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75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754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54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54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547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547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5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8" dur="500"/>
                                        <p:tgtEl>
                                          <p:spTgt spid="75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75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75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2" dur="500"/>
                                        <p:tgtEl>
                                          <p:spTgt spid="75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754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754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754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13" dur="1000"/>
                                        <p:tgtEl>
                                          <p:spTgt spid="754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4693" grpId="0"/>
      <p:bldP spid="754698" grpId="0"/>
      <p:bldP spid="754699" grpId="0"/>
      <p:bldP spid="754703" grpId="0" animBg="1"/>
      <p:bldP spid="754704" grpId="0" animBg="1"/>
      <p:bldP spid="754705" grpId="0" animBg="1"/>
      <p:bldP spid="754710" grpId="0"/>
      <p:bldP spid="754711" grpId="0"/>
      <p:bldP spid="754715" grpId="0"/>
      <p:bldP spid="754716" grpId="0"/>
      <p:bldP spid="7547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56740" name="Rectangle 4"/>
          <p:cNvSpPr/>
          <p:nvPr/>
        </p:nvSpPr>
        <p:spPr>
          <a:xfrm>
            <a:off x="539750" y="1916113"/>
            <a:ext cx="1836738" cy="2879725"/>
          </a:xfrm>
          <a:prstGeom prst="rect">
            <a:avLst/>
          </a:prstGeom>
          <a:solidFill>
            <a:srgbClr val="E5E5FF"/>
          </a:solidFill>
          <a:ln w="9525">
            <a:noFill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800" b="1" dirty="0"/>
          </a:p>
        </p:txBody>
      </p:sp>
      <p:sp>
        <p:nvSpPr>
          <p:cNvPr id="756741" name="Text Box 5"/>
          <p:cNvSpPr txBox="1"/>
          <p:nvPr/>
        </p:nvSpPr>
        <p:spPr>
          <a:xfrm>
            <a:off x="3609975" y="604838"/>
            <a:ext cx="50069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ea typeface="楷体_GB2312" pitchFamily="49" charset="-122"/>
              </a:rPr>
              <a:t>——</a:t>
            </a:r>
            <a:r>
              <a:rPr lang="zh-CN" altLang="en-US" sz="2800" b="1" dirty="0">
                <a:ea typeface="楷体_GB2312" pitchFamily="49" charset="-122"/>
              </a:rPr>
              <a:t>静电场的形象描述</a:t>
            </a:r>
            <a:endParaRPr lang="zh-CN" altLang="en-US" sz="2800" b="1" dirty="0">
              <a:ea typeface="楷体_GB2312" pitchFamily="49" charset="-122"/>
            </a:endParaRPr>
          </a:p>
        </p:txBody>
      </p:sp>
      <p:pic>
        <p:nvPicPr>
          <p:cNvPr id="756742" name="Picture 6" descr="电力线2"/>
          <p:cNvPicPr>
            <a:picLocks noChangeAspect="1"/>
          </p:cNvPicPr>
          <p:nvPr/>
        </p:nvPicPr>
        <p:blipFill>
          <a:blip r:embed="rId1">
            <a:clrChange>
              <a:clrFrom>
                <a:srgbClr val="EAEAEA"/>
              </a:clrFrom>
              <a:clrTo>
                <a:srgbClr val="EAEAEA">
                  <a:alpha val="0"/>
                </a:srgbClr>
              </a:clrTo>
            </a:clrChange>
            <a:lum bright="-17999" contrast="60000"/>
          </a:blip>
          <a:stretch>
            <a:fillRect/>
          </a:stretch>
        </p:blipFill>
        <p:spPr>
          <a:xfrm>
            <a:off x="2484438" y="1912938"/>
            <a:ext cx="3240087" cy="2873375"/>
          </a:xfrm>
          <a:prstGeom prst="rect">
            <a:avLst/>
          </a:prstGeom>
          <a:solidFill>
            <a:srgbClr val="E5E5FF"/>
          </a:solidFill>
          <a:ln w="9525">
            <a:noFill/>
          </a:ln>
          <a:effectLst>
            <a:outerShdw dist="107763" dir="2699999" algn="ctr" rotWithShape="0">
              <a:srgbClr val="808080">
                <a:alpha val="50000"/>
              </a:srgbClr>
            </a:outerShdw>
          </a:effectLst>
        </p:spPr>
      </p:pic>
      <p:graphicFrame>
        <p:nvGraphicFramePr>
          <p:cNvPr id="756743" name="Object 7"/>
          <p:cNvGraphicFramePr>
            <a:graphicFrameLocks noChangeAspect="1"/>
          </p:cNvGraphicFramePr>
          <p:nvPr/>
        </p:nvGraphicFramePr>
        <p:xfrm>
          <a:off x="5791200" y="1912938"/>
          <a:ext cx="3101975" cy="288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2" imgW="2609850" imgH="2724150" progId="Paint.Picture">
                  <p:embed/>
                </p:oleObj>
              </mc:Choice>
              <mc:Fallback>
                <p:oleObj name="" r:id="rId2" imgW="2609850" imgH="2724150" progId="Paint.Picture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91200" y="1912938"/>
                        <a:ext cx="3101975" cy="2887662"/>
                      </a:xfrm>
                      <a:prstGeom prst="rect">
                        <a:avLst/>
                      </a:prstGeom>
                      <a:solidFill>
                        <a:srgbClr val="E5E5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44" name="Text Box 8"/>
          <p:cNvSpPr txBox="1"/>
          <p:nvPr/>
        </p:nvSpPr>
        <p:spPr>
          <a:xfrm>
            <a:off x="863600" y="4962525"/>
            <a:ext cx="80978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电场线上每点切线的方向表示该点场强的方向</a:t>
            </a:r>
            <a:endParaRPr lang="zh-CN" altLang="en-US" sz="2800" b="1" dirty="0">
              <a:ea typeface="楷体_GB2312" pitchFamily="49" charset="-122"/>
            </a:endParaRPr>
          </a:p>
        </p:txBody>
      </p:sp>
      <p:grpSp>
        <p:nvGrpSpPr>
          <p:cNvPr id="756745" name="Group 9"/>
          <p:cNvGrpSpPr/>
          <p:nvPr/>
        </p:nvGrpSpPr>
        <p:grpSpPr>
          <a:xfrm>
            <a:off x="825500" y="2032000"/>
            <a:ext cx="1371600" cy="1371600"/>
            <a:chOff x="520" y="1902"/>
            <a:chExt cx="864" cy="864"/>
          </a:xfrm>
        </p:grpSpPr>
        <p:sp>
          <p:nvSpPr>
            <p:cNvPr id="29718" name="Line 10"/>
            <p:cNvSpPr/>
            <p:nvPr/>
          </p:nvSpPr>
          <p:spPr>
            <a:xfrm>
              <a:off x="616" y="1998"/>
              <a:ext cx="672" cy="67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triangle" w="sm" len="lg"/>
              <a:tailEnd type="triangle" w="sm" len="lg"/>
            </a:ln>
          </p:spPr>
        </p:sp>
        <p:sp>
          <p:nvSpPr>
            <p:cNvPr id="29719" name="Line 11"/>
            <p:cNvSpPr/>
            <p:nvPr/>
          </p:nvSpPr>
          <p:spPr>
            <a:xfrm rot="-5400000">
              <a:off x="616" y="1998"/>
              <a:ext cx="672" cy="67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triangle" w="sm" len="lg"/>
              <a:tailEnd type="triangle" w="sm" len="lg"/>
            </a:ln>
          </p:spPr>
        </p:sp>
        <p:sp>
          <p:nvSpPr>
            <p:cNvPr id="29720" name="Line 12"/>
            <p:cNvSpPr/>
            <p:nvPr/>
          </p:nvSpPr>
          <p:spPr>
            <a:xfrm>
              <a:off x="952" y="1902"/>
              <a:ext cx="0" cy="864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triangle" w="sm" len="lg"/>
              <a:tailEnd type="triangle" w="sm" len="lg"/>
            </a:ln>
          </p:spPr>
        </p:sp>
        <p:sp>
          <p:nvSpPr>
            <p:cNvPr id="29721" name="Line 13"/>
            <p:cNvSpPr/>
            <p:nvPr/>
          </p:nvSpPr>
          <p:spPr>
            <a:xfrm rot="-5400000">
              <a:off x="952" y="1902"/>
              <a:ext cx="0" cy="864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triangle" w="sm" len="lg"/>
              <a:tailEnd type="triangle" w="sm" len="lg"/>
            </a:ln>
          </p:spPr>
        </p:sp>
        <p:sp>
          <p:nvSpPr>
            <p:cNvPr id="29722" name="Oval 14"/>
            <p:cNvSpPr/>
            <p:nvPr/>
          </p:nvSpPr>
          <p:spPr>
            <a:xfrm>
              <a:off x="904" y="2286"/>
              <a:ext cx="96" cy="96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9723" name="Text Box 15"/>
            <p:cNvSpPr txBox="1"/>
            <p:nvPr/>
          </p:nvSpPr>
          <p:spPr>
            <a:xfrm>
              <a:off x="725" y="1956"/>
              <a:ext cx="44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3300"/>
                  </a:solidFill>
                </a:rPr>
                <a:t>+</a:t>
              </a:r>
              <a:r>
                <a:rPr lang="en-US" altLang="zh-CN" sz="2800" b="1" i="1" dirty="0">
                  <a:solidFill>
                    <a:srgbClr val="FF3300"/>
                  </a:solidFill>
                </a:rPr>
                <a:t>q</a:t>
              </a:r>
              <a:endParaRPr lang="en-US" altLang="zh-CN" sz="2800" b="1" i="1" dirty="0">
                <a:solidFill>
                  <a:srgbClr val="FF3300"/>
                </a:solidFill>
              </a:endParaRPr>
            </a:p>
          </p:txBody>
        </p:sp>
      </p:grpSp>
      <p:grpSp>
        <p:nvGrpSpPr>
          <p:cNvPr id="756752" name="Group 16"/>
          <p:cNvGrpSpPr/>
          <p:nvPr/>
        </p:nvGrpSpPr>
        <p:grpSpPr>
          <a:xfrm>
            <a:off x="901700" y="3471863"/>
            <a:ext cx="1295400" cy="1346200"/>
            <a:chOff x="4752" y="2224"/>
            <a:chExt cx="816" cy="848"/>
          </a:xfrm>
        </p:grpSpPr>
        <p:sp>
          <p:nvSpPr>
            <p:cNvPr id="29708" name="Line 17"/>
            <p:cNvSpPr/>
            <p:nvPr/>
          </p:nvSpPr>
          <p:spPr>
            <a:xfrm>
              <a:off x="4800" y="2352"/>
              <a:ext cx="288" cy="28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9709" name="Line 18"/>
            <p:cNvSpPr/>
            <p:nvPr/>
          </p:nvSpPr>
          <p:spPr>
            <a:xfrm rot="10800000">
              <a:off x="5184" y="2736"/>
              <a:ext cx="288" cy="28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9710" name="Line 19"/>
            <p:cNvSpPr/>
            <p:nvPr/>
          </p:nvSpPr>
          <p:spPr>
            <a:xfrm rot="-5400000">
              <a:off x="4848" y="2736"/>
              <a:ext cx="240" cy="24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9711" name="Line 20"/>
            <p:cNvSpPr/>
            <p:nvPr/>
          </p:nvSpPr>
          <p:spPr>
            <a:xfrm rot="5400000">
              <a:off x="5184" y="2352"/>
              <a:ext cx="288" cy="28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9712" name="Line 21"/>
            <p:cNvSpPr/>
            <p:nvPr/>
          </p:nvSpPr>
          <p:spPr>
            <a:xfrm>
              <a:off x="5136" y="2256"/>
              <a:ext cx="0" cy="384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9713" name="Line 22"/>
            <p:cNvSpPr/>
            <p:nvPr/>
          </p:nvSpPr>
          <p:spPr>
            <a:xfrm rot="10800000">
              <a:off x="5136" y="2736"/>
              <a:ext cx="0" cy="33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9714" name="Oval 23"/>
            <p:cNvSpPr/>
            <p:nvPr/>
          </p:nvSpPr>
          <p:spPr>
            <a:xfrm>
              <a:off x="5088" y="2640"/>
              <a:ext cx="96" cy="96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9715" name="Line 24"/>
            <p:cNvSpPr/>
            <p:nvPr/>
          </p:nvSpPr>
          <p:spPr>
            <a:xfrm rot="-5400000">
              <a:off x="4920" y="2520"/>
              <a:ext cx="0" cy="33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9716" name="Line 25"/>
            <p:cNvSpPr/>
            <p:nvPr/>
          </p:nvSpPr>
          <p:spPr>
            <a:xfrm rot="5400000">
              <a:off x="5376" y="2496"/>
              <a:ext cx="0" cy="384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9717" name="Text Box 26"/>
            <p:cNvSpPr txBox="1"/>
            <p:nvPr/>
          </p:nvSpPr>
          <p:spPr>
            <a:xfrm>
              <a:off x="4896" y="2224"/>
              <a:ext cx="33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rgbClr val="FF3300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800" b="1" i="1" dirty="0">
                  <a:solidFill>
                    <a:srgbClr val="FF3300"/>
                  </a:solidFill>
                </a:rPr>
                <a:t>q</a:t>
              </a:r>
              <a:endParaRPr lang="en-US" altLang="zh-CN" sz="2800" b="1" i="1" dirty="0">
                <a:solidFill>
                  <a:srgbClr val="FF3300"/>
                </a:solidFill>
              </a:endParaRPr>
            </a:p>
          </p:txBody>
        </p:sp>
      </p:grpSp>
      <p:sp>
        <p:nvSpPr>
          <p:cNvPr id="756763" name="Rectangle 27"/>
          <p:cNvSpPr/>
          <p:nvPr/>
        </p:nvSpPr>
        <p:spPr>
          <a:xfrm>
            <a:off x="752475" y="1362075"/>
            <a:ext cx="2895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一系列曲线</a:t>
            </a:r>
            <a:endParaRPr lang="zh-CN" altLang="en-US" sz="2800" b="1" dirty="0"/>
          </a:p>
        </p:txBody>
      </p:sp>
      <p:sp>
        <p:nvSpPr>
          <p:cNvPr id="756764" name="Text Box 28"/>
          <p:cNvSpPr txBox="1"/>
          <p:nvPr/>
        </p:nvSpPr>
        <p:spPr>
          <a:xfrm>
            <a:off x="830263" y="581025"/>
            <a:ext cx="46196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电场线（</a:t>
            </a:r>
            <a:r>
              <a:rPr lang="en-US" altLang="zh-CN" sz="2800" b="1" dirty="0">
                <a:solidFill>
                  <a:srgbClr val="0000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</a:t>
            </a:r>
            <a:r>
              <a:rPr lang="zh-CN" altLang="en-US" sz="2800" b="1" dirty="0">
                <a:solidFill>
                  <a:srgbClr val="0000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线）</a:t>
            </a:r>
            <a:endParaRPr lang="zh-CN" altLang="en-US" sz="2800" b="1" dirty="0">
              <a:solidFill>
                <a:srgbClr val="000099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756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756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6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56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56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56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756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5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75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756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75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75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75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6740" grpId="0" animBg="1"/>
      <p:bldP spid="756741" grpId="0"/>
      <p:bldP spid="756744" grpId="0"/>
      <p:bldP spid="756763" grpId="0"/>
      <p:bldP spid="75676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58786" name="Text Box 2"/>
          <p:cNvSpPr txBox="1"/>
          <p:nvPr/>
        </p:nvSpPr>
        <p:spPr>
          <a:xfrm>
            <a:off x="6629400" y="1249363"/>
            <a:ext cx="1752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i="1" dirty="0">
                <a:sym typeface="Symbol" panose="05050102010706020507" pitchFamily="18" charset="2"/>
              </a:rPr>
              <a:t></a:t>
            </a:r>
            <a:r>
              <a:rPr lang="en-US" altLang="zh-CN" sz="3600" b="1" i="1" dirty="0">
                <a:solidFill>
                  <a:srgbClr val="990033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E</a:t>
            </a:r>
            <a:endParaRPr lang="en-US" altLang="zh-CN" b="1" i="1" dirty="0">
              <a:solidFill>
                <a:srgbClr val="FF0000"/>
              </a:solidFill>
            </a:endParaRPr>
          </a:p>
        </p:txBody>
      </p:sp>
      <p:sp>
        <p:nvSpPr>
          <p:cNvPr id="758787" name="Text Box 3"/>
          <p:cNvSpPr txBox="1"/>
          <p:nvPr/>
        </p:nvSpPr>
        <p:spPr>
          <a:xfrm>
            <a:off x="2787650" y="2341563"/>
            <a:ext cx="40163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（也称电场线密度）</a:t>
            </a:r>
            <a:endParaRPr lang="zh-CN" altLang="en-US" sz="2800" b="1" dirty="0"/>
          </a:p>
        </p:txBody>
      </p:sp>
      <p:sp>
        <p:nvSpPr>
          <p:cNvPr id="758788" name="Text Box 4"/>
          <p:cNvSpPr txBox="1"/>
          <p:nvPr/>
        </p:nvSpPr>
        <p:spPr>
          <a:xfrm>
            <a:off x="838200" y="3810000"/>
            <a:ext cx="80772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）起于正电荷止于负电荷，有头有尾，不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       会在无电荷处中断。</a:t>
            </a:r>
            <a:endParaRPr lang="zh-CN" altLang="en-US" sz="2800" b="1" dirty="0"/>
          </a:p>
        </p:txBody>
      </p:sp>
      <p:sp>
        <p:nvSpPr>
          <p:cNvPr id="758789" name="Text Box 5"/>
          <p:cNvSpPr txBox="1"/>
          <p:nvPr/>
        </p:nvSpPr>
        <p:spPr>
          <a:xfrm>
            <a:off x="684213" y="3213100"/>
            <a:ext cx="43259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i="1" dirty="0">
                <a:solidFill>
                  <a:srgbClr val="FF0000"/>
                </a:solidFill>
              </a:rPr>
              <a:t>电场线的特征</a:t>
            </a:r>
            <a:endParaRPr lang="zh-CN" altLang="en-US" sz="2800" b="1" i="1" dirty="0">
              <a:solidFill>
                <a:srgbClr val="FF0000"/>
              </a:solidFill>
            </a:endParaRPr>
          </a:p>
        </p:txBody>
      </p:sp>
      <p:sp>
        <p:nvSpPr>
          <p:cNvPr id="758790" name="Text Box 6"/>
          <p:cNvSpPr txBox="1"/>
          <p:nvPr/>
        </p:nvSpPr>
        <p:spPr>
          <a:xfrm>
            <a:off x="838200" y="4705350"/>
            <a:ext cx="76200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）在没有电荷的空间里，任何两条电场线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       不会相交。</a:t>
            </a:r>
            <a:endParaRPr lang="zh-CN" altLang="en-US" sz="2800" b="1" dirty="0"/>
          </a:p>
        </p:txBody>
      </p:sp>
      <p:grpSp>
        <p:nvGrpSpPr>
          <p:cNvPr id="758791" name="Group 7"/>
          <p:cNvGrpSpPr/>
          <p:nvPr/>
        </p:nvGrpSpPr>
        <p:grpSpPr>
          <a:xfrm>
            <a:off x="5940425" y="2133600"/>
            <a:ext cx="2384425" cy="1524000"/>
            <a:chOff x="3888" y="1344"/>
            <a:chExt cx="1502" cy="960"/>
          </a:xfrm>
        </p:grpSpPr>
        <p:sp>
          <p:nvSpPr>
            <p:cNvPr id="30744" name="AutoShape 8"/>
            <p:cNvSpPr/>
            <p:nvPr/>
          </p:nvSpPr>
          <p:spPr>
            <a:xfrm rot="-5400000" flipH="1">
              <a:off x="4234" y="1474"/>
              <a:ext cx="902" cy="641"/>
            </a:xfrm>
            <a:prstGeom prst="parallelogram">
              <a:avLst>
                <a:gd name="adj" fmla="val 74176"/>
              </a:avLst>
            </a:prstGeom>
            <a:solidFill>
              <a:srgbClr val="E5E5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  <a:effectLst>
              <a:prstShdw prst="shdw13" dist="53882" dir="13499999">
                <a:srgbClr val="808080">
                  <a:alpha val="50000"/>
                </a:srgbClr>
              </a:prst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30745" name="Line 9"/>
            <p:cNvSpPr/>
            <p:nvPr/>
          </p:nvSpPr>
          <p:spPr>
            <a:xfrm>
              <a:off x="4094" y="1776"/>
              <a:ext cx="334" cy="0"/>
            </a:xfrm>
            <a:prstGeom prst="line">
              <a:avLst/>
            </a:prstGeom>
            <a:ln w="19050" cap="flat" cmpd="sng">
              <a:solidFill>
                <a:srgbClr val="00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6" name="Line 10"/>
            <p:cNvSpPr/>
            <p:nvPr/>
          </p:nvSpPr>
          <p:spPr>
            <a:xfrm>
              <a:off x="4707" y="1776"/>
              <a:ext cx="335" cy="0"/>
            </a:xfrm>
            <a:prstGeom prst="line">
              <a:avLst/>
            </a:prstGeom>
            <a:ln w="19050" cap="flat" cmpd="sng">
              <a:solidFill>
                <a:srgbClr val="000099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0747" name="Object 11"/>
            <p:cNvGraphicFramePr>
              <a:graphicFrameLocks noChangeAspect="1"/>
            </p:cNvGraphicFramePr>
            <p:nvPr/>
          </p:nvGraphicFramePr>
          <p:xfrm>
            <a:off x="5150" y="1584"/>
            <a:ext cx="19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1" imgW="381000" imgH="431800" progId="Equation.3">
                    <p:embed/>
                  </p:oleObj>
                </mc:Choice>
                <mc:Fallback>
                  <p:oleObj name="" r:id="rId1" imgW="381000" imgH="4318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150" y="1584"/>
                          <a:ext cx="198" cy="2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8" name="Object 12"/>
            <p:cNvGraphicFramePr>
              <a:graphicFrameLocks noChangeAspect="1"/>
            </p:cNvGraphicFramePr>
            <p:nvPr/>
          </p:nvGraphicFramePr>
          <p:xfrm>
            <a:off x="4422" y="1703"/>
            <a:ext cx="318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3" imgW="596900" imgH="431800" progId="Equation.DSMT4">
                    <p:embed/>
                  </p:oleObj>
                </mc:Choice>
                <mc:Fallback>
                  <p:oleObj name="" r:id="rId3" imgW="596900" imgH="431800" progId="Equation.DSMT4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422" y="1703"/>
                          <a:ext cx="318" cy="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9" name="Arc 13"/>
            <p:cNvSpPr/>
            <p:nvPr/>
          </p:nvSpPr>
          <p:spPr>
            <a:xfrm flipH="1" flipV="1">
              <a:off x="4241" y="1392"/>
              <a:ext cx="394" cy="2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801" h="21600" fill="none">
                  <a:moveTo>
                    <a:pt x="-1" y="0"/>
                  </a:moveTo>
                  <a:cubicBezTo>
                    <a:pt x="66" y="0"/>
                    <a:pt x="133" y="0"/>
                    <a:pt x="201" y="0"/>
                  </a:cubicBezTo>
                  <a:cubicBezTo>
                    <a:pt x="12130" y="0"/>
                    <a:pt x="21801" y="9670"/>
                    <a:pt x="21801" y="21600"/>
                  </a:cubicBezTo>
                </a:path>
                <a:path w="21801" h="21600" stroke="0">
                  <a:moveTo>
                    <a:pt x="-1" y="0"/>
                  </a:moveTo>
                  <a:cubicBezTo>
                    <a:pt x="66" y="0"/>
                    <a:pt x="133" y="0"/>
                    <a:pt x="201" y="0"/>
                  </a:cubicBezTo>
                  <a:cubicBezTo>
                    <a:pt x="12130" y="0"/>
                    <a:pt x="21801" y="9670"/>
                    <a:pt x="21801" y="21600"/>
                  </a:cubicBezTo>
                  <a:lnTo>
                    <a:pt x="201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000099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50" name="Arc 14"/>
            <p:cNvSpPr/>
            <p:nvPr/>
          </p:nvSpPr>
          <p:spPr>
            <a:xfrm flipV="1">
              <a:off x="4888" y="1446"/>
              <a:ext cx="502" cy="1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000099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51" name="Arc 15"/>
            <p:cNvSpPr/>
            <p:nvPr/>
          </p:nvSpPr>
          <p:spPr>
            <a:xfrm flipH="1">
              <a:off x="3888" y="1979"/>
              <a:ext cx="446" cy="3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0427" h="21600" fill="none">
                  <a:moveTo>
                    <a:pt x="-1" y="0"/>
                  </a:moveTo>
                  <a:cubicBezTo>
                    <a:pt x="9222" y="0"/>
                    <a:pt x="17427" y="5855"/>
                    <a:pt x="20426" y="14577"/>
                  </a:cubicBezTo>
                </a:path>
                <a:path w="20427" h="21600" stroke="0">
                  <a:moveTo>
                    <a:pt x="-1" y="0"/>
                  </a:moveTo>
                  <a:cubicBezTo>
                    <a:pt x="9222" y="0"/>
                    <a:pt x="17427" y="5855"/>
                    <a:pt x="20426" y="1457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000099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52" name="Arc 16"/>
            <p:cNvSpPr/>
            <p:nvPr/>
          </p:nvSpPr>
          <p:spPr>
            <a:xfrm>
              <a:off x="4568" y="1980"/>
              <a:ext cx="390" cy="3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0427" h="21600" fill="none">
                  <a:moveTo>
                    <a:pt x="-1" y="0"/>
                  </a:moveTo>
                  <a:cubicBezTo>
                    <a:pt x="9222" y="0"/>
                    <a:pt x="17427" y="5855"/>
                    <a:pt x="20426" y="14577"/>
                  </a:cubicBezTo>
                </a:path>
                <a:path w="20427" h="21600" stroke="0">
                  <a:moveTo>
                    <a:pt x="-1" y="0"/>
                  </a:moveTo>
                  <a:cubicBezTo>
                    <a:pt x="9222" y="0"/>
                    <a:pt x="17427" y="5855"/>
                    <a:pt x="20426" y="1457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000099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758801" name="Group 17"/>
          <p:cNvGrpSpPr/>
          <p:nvPr/>
        </p:nvGrpSpPr>
        <p:grpSpPr>
          <a:xfrm>
            <a:off x="990600" y="1066800"/>
            <a:ext cx="5638800" cy="974725"/>
            <a:chOff x="624" y="672"/>
            <a:chExt cx="3552" cy="614"/>
          </a:xfrm>
        </p:grpSpPr>
        <p:graphicFrame>
          <p:nvGraphicFramePr>
            <p:cNvPr id="30742" name="Object 18"/>
            <p:cNvGraphicFramePr>
              <a:graphicFrameLocks noChangeAspect="1"/>
            </p:cNvGraphicFramePr>
            <p:nvPr/>
          </p:nvGraphicFramePr>
          <p:xfrm>
            <a:off x="1467" y="1008"/>
            <a:ext cx="21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5" imgW="486410" imgH="545465" progId="Equation.3">
                    <p:embed/>
                  </p:oleObj>
                </mc:Choice>
                <mc:Fallback>
                  <p:oleObj name="" r:id="rId5" imgW="486410" imgH="545465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67" y="1008"/>
                          <a:ext cx="213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3" name="Text Box 19"/>
            <p:cNvSpPr txBox="1"/>
            <p:nvPr/>
          </p:nvSpPr>
          <p:spPr>
            <a:xfrm>
              <a:off x="624" y="672"/>
              <a:ext cx="3552" cy="614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电场中任意一点处，通过该处垂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直于的  单位面积上电场线根数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758804" name="Text Box 20"/>
          <p:cNvSpPr txBox="1"/>
          <p:nvPr/>
        </p:nvSpPr>
        <p:spPr>
          <a:xfrm>
            <a:off x="838200" y="5622925"/>
            <a:ext cx="7620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）静电荷的电场线不会形成闭合曲线。</a:t>
            </a:r>
            <a:endParaRPr lang="zh-CN" altLang="en-US" sz="2800" b="1" dirty="0"/>
          </a:p>
        </p:txBody>
      </p:sp>
      <p:grpSp>
        <p:nvGrpSpPr>
          <p:cNvPr id="758805" name="Group 21"/>
          <p:cNvGrpSpPr>
            <a:grpSpLocks noChangeAspect="1"/>
          </p:cNvGrpSpPr>
          <p:nvPr/>
        </p:nvGrpSpPr>
        <p:grpSpPr>
          <a:xfrm>
            <a:off x="1141413" y="2312988"/>
            <a:ext cx="1990725" cy="790575"/>
            <a:chOff x="771" y="1454"/>
            <a:chExt cx="1254" cy="498"/>
          </a:xfrm>
        </p:grpSpPr>
        <p:sp>
          <p:nvSpPr>
            <p:cNvPr id="30732" name="AutoShape 22"/>
            <p:cNvSpPr>
              <a:spLocks noChangeAspect="1" noTextEdit="1"/>
            </p:cNvSpPr>
            <p:nvPr/>
          </p:nvSpPr>
          <p:spPr>
            <a:xfrm>
              <a:off x="771" y="1457"/>
              <a:ext cx="1245" cy="48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33" name="Line 23"/>
            <p:cNvSpPr/>
            <p:nvPr/>
          </p:nvSpPr>
          <p:spPr>
            <a:xfrm>
              <a:off x="1617" y="1670"/>
              <a:ext cx="379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34" name="Rectangle 24"/>
            <p:cNvSpPr/>
            <p:nvPr/>
          </p:nvSpPr>
          <p:spPr>
            <a:xfrm>
              <a:off x="1701" y="1454"/>
              <a:ext cx="112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d</a:t>
              </a:r>
              <a:endParaRPr lang="en-US" altLang="zh-CN" sz="2800" b="1" dirty="0"/>
            </a:p>
          </p:txBody>
        </p:sp>
        <p:sp>
          <p:nvSpPr>
            <p:cNvPr id="30735" name="Rectangle 25"/>
            <p:cNvSpPr/>
            <p:nvPr/>
          </p:nvSpPr>
          <p:spPr>
            <a:xfrm>
              <a:off x="1673" y="1657"/>
              <a:ext cx="112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rgbClr val="000000"/>
                  </a:solidFill>
                </a:rPr>
                <a:t>d</a:t>
              </a:r>
              <a:endParaRPr lang="en-US" altLang="zh-CN" sz="2800" b="1" dirty="0"/>
            </a:p>
          </p:txBody>
        </p:sp>
        <p:sp>
          <p:nvSpPr>
            <p:cNvPr id="30736" name="Rectangle 26"/>
            <p:cNvSpPr/>
            <p:nvPr/>
          </p:nvSpPr>
          <p:spPr>
            <a:xfrm>
              <a:off x="1814" y="1454"/>
              <a:ext cx="162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</a:rPr>
                <a:t>N</a:t>
              </a:r>
              <a:endParaRPr lang="en-US" altLang="zh-CN" sz="2800" b="1" dirty="0"/>
            </a:p>
          </p:txBody>
        </p:sp>
        <p:sp>
          <p:nvSpPr>
            <p:cNvPr id="30737" name="Rectangle 27"/>
            <p:cNvSpPr/>
            <p:nvPr/>
          </p:nvSpPr>
          <p:spPr>
            <a:xfrm>
              <a:off x="1259" y="1530"/>
              <a:ext cx="14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</a:rPr>
                <a:t>E</a:t>
              </a:r>
              <a:endParaRPr lang="en-US" altLang="zh-CN" sz="2800" b="1" dirty="0"/>
            </a:p>
          </p:txBody>
        </p:sp>
        <p:sp>
          <p:nvSpPr>
            <p:cNvPr id="30738" name="Rectangle 28"/>
            <p:cNvSpPr/>
            <p:nvPr/>
          </p:nvSpPr>
          <p:spPr>
            <a:xfrm>
              <a:off x="1787" y="1657"/>
              <a:ext cx="12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</a:rPr>
                <a:t>S</a:t>
              </a:r>
              <a:endParaRPr lang="en-US" altLang="zh-CN" sz="2800" b="1" dirty="0"/>
            </a:p>
          </p:txBody>
        </p:sp>
        <p:sp>
          <p:nvSpPr>
            <p:cNvPr id="30739" name="Rectangle 29"/>
            <p:cNvSpPr/>
            <p:nvPr/>
          </p:nvSpPr>
          <p:spPr>
            <a:xfrm>
              <a:off x="1920" y="1760"/>
              <a:ext cx="105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000000"/>
                  </a:solidFill>
                  <a:latin typeface="Symbol" panose="05050102010706020507" pitchFamily="18" charset="2"/>
                </a:rPr>
                <a:t>^</a:t>
              </a:r>
              <a:endParaRPr lang="en-US" altLang="zh-CN" sz="2800" b="1" dirty="0"/>
            </a:p>
          </p:txBody>
        </p:sp>
        <p:sp>
          <p:nvSpPr>
            <p:cNvPr id="30740" name="Rectangle 30"/>
            <p:cNvSpPr/>
            <p:nvPr/>
          </p:nvSpPr>
          <p:spPr>
            <a:xfrm>
              <a:off x="1480" y="1504"/>
              <a:ext cx="16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00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</a:t>
              </a:r>
              <a:endParaRPr lang="en-US" altLang="zh-CN" sz="2800" b="1" dirty="0">
                <a:sym typeface="Symbol" panose="05050102010706020507" pitchFamily="18" charset="2"/>
              </a:endParaRPr>
            </a:p>
          </p:txBody>
        </p:sp>
        <p:sp>
          <p:nvSpPr>
            <p:cNvPr id="30741" name="Rectangle 31"/>
            <p:cNvSpPr/>
            <p:nvPr/>
          </p:nvSpPr>
          <p:spPr>
            <a:xfrm>
              <a:off x="825" y="1529"/>
              <a:ext cx="224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宋体-方正超大字符集" pitchFamily="65" charset="-122"/>
                  <a:ea typeface="宋体-方正超大字符集" pitchFamily="65" charset="-122"/>
                </a:rPr>
                <a:t>即</a:t>
              </a:r>
              <a:endParaRPr lang="zh-CN" altLang="en-US" sz="28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5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58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8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5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5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75"/>
                                        <p:tgtEl>
                                          <p:spTgt spid="75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58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58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9" dur="75"/>
                                        <p:tgtEl>
                                          <p:spTgt spid="75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758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" fill="hold"/>
                                        <p:tgtEl>
                                          <p:spTgt spid="758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" fill="hold"/>
                                        <p:tgtEl>
                                          <p:spTgt spid="758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758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75" fill="hold"/>
                                        <p:tgtEl>
                                          <p:spTgt spid="758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758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758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" fill="hold"/>
                                        <p:tgtEl>
                                          <p:spTgt spid="758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786" grpId="0"/>
      <p:bldP spid="758787" grpId="0"/>
      <p:bldP spid="758788" grpId="0"/>
      <p:bldP spid="758789" grpId="0"/>
      <p:bldP spid="758790" grpId="0"/>
      <p:bldP spid="75880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66626" name="Rectangle 2"/>
          <p:cNvSpPr/>
          <p:nvPr/>
        </p:nvSpPr>
        <p:spPr>
          <a:xfrm>
            <a:off x="5722938" y="1557338"/>
            <a:ext cx="2881312" cy="2555875"/>
          </a:xfrm>
          <a:prstGeom prst="rect">
            <a:avLst/>
          </a:prstGeom>
          <a:solidFill>
            <a:srgbClr val="E5E5FF"/>
          </a:solidFill>
          <a:ln w="9525">
            <a:noFill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66627" name="Text Box 3"/>
          <p:cNvSpPr txBox="1"/>
          <p:nvPr/>
        </p:nvSpPr>
        <p:spPr>
          <a:xfrm>
            <a:off x="395288" y="893763"/>
            <a:ext cx="43846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）点电荷的电场</a:t>
            </a:r>
            <a:endParaRPr lang="zh-CN" altLang="en-US" sz="2800" b="1" dirty="0"/>
          </a:p>
        </p:txBody>
      </p:sp>
      <p:grpSp>
        <p:nvGrpSpPr>
          <p:cNvPr id="666628" name="Group 4"/>
          <p:cNvGrpSpPr/>
          <p:nvPr/>
        </p:nvGrpSpPr>
        <p:grpSpPr>
          <a:xfrm>
            <a:off x="5856288" y="1751013"/>
            <a:ext cx="2387600" cy="2119312"/>
            <a:chOff x="4176" y="2385"/>
            <a:chExt cx="1504" cy="1335"/>
          </a:xfrm>
        </p:grpSpPr>
        <p:sp>
          <p:nvSpPr>
            <p:cNvPr id="31790" name="Line 5"/>
            <p:cNvSpPr/>
            <p:nvPr/>
          </p:nvSpPr>
          <p:spPr>
            <a:xfrm>
              <a:off x="4704" y="3264"/>
              <a:ext cx="91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791" name="Line 6"/>
            <p:cNvSpPr/>
            <p:nvPr/>
          </p:nvSpPr>
          <p:spPr>
            <a:xfrm flipV="1">
              <a:off x="4666" y="2506"/>
              <a:ext cx="0" cy="74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792" name="Line 7"/>
            <p:cNvSpPr/>
            <p:nvPr/>
          </p:nvSpPr>
          <p:spPr>
            <a:xfrm flipH="1">
              <a:off x="4320" y="3264"/>
              <a:ext cx="343" cy="40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793" name="Oval 8"/>
            <p:cNvSpPr/>
            <p:nvPr/>
          </p:nvSpPr>
          <p:spPr>
            <a:xfrm>
              <a:off x="4618" y="3226"/>
              <a:ext cx="96" cy="9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31794" name="Text Box 9"/>
            <p:cNvSpPr txBox="1"/>
            <p:nvPr/>
          </p:nvSpPr>
          <p:spPr>
            <a:xfrm>
              <a:off x="4583" y="3178"/>
              <a:ext cx="179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dirty="0"/>
                <a:t>+</a:t>
              </a:r>
              <a:endParaRPr lang="en-US" altLang="zh-CN" sz="2400" dirty="0"/>
            </a:p>
          </p:txBody>
        </p:sp>
        <p:sp>
          <p:nvSpPr>
            <p:cNvPr id="31795" name="Text Box 10"/>
            <p:cNvSpPr txBox="1"/>
            <p:nvPr/>
          </p:nvSpPr>
          <p:spPr>
            <a:xfrm>
              <a:off x="4176" y="3393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x</a:t>
              </a:r>
              <a:endParaRPr lang="en-US" altLang="zh-CN" sz="2800" b="1" dirty="0"/>
            </a:p>
          </p:txBody>
        </p:sp>
        <p:sp>
          <p:nvSpPr>
            <p:cNvPr id="31796" name="Text Box 11"/>
            <p:cNvSpPr txBox="1"/>
            <p:nvPr/>
          </p:nvSpPr>
          <p:spPr>
            <a:xfrm>
              <a:off x="5468" y="296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y</a:t>
              </a:r>
              <a:endParaRPr lang="en-US" altLang="zh-CN" b="1" dirty="0"/>
            </a:p>
          </p:txBody>
        </p:sp>
        <p:sp>
          <p:nvSpPr>
            <p:cNvPr id="31797" name="Text Box 12"/>
            <p:cNvSpPr txBox="1"/>
            <p:nvPr/>
          </p:nvSpPr>
          <p:spPr>
            <a:xfrm>
              <a:off x="4704" y="2385"/>
              <a:ext cx="2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z</a:t>
              </a:r>
              <a:endParaRPr lang="en-US" altLang="zh-CN" sz="2800" b="1" dirty="0"/>
            </a:p>
          </p:txBody>
        </p:sp>
        <p:sp>
          <p:nvSpPr>
            <p:cNvPr id="31798" name="Text Box 13"/>
            <p:cNvSpPr txBox="1"/>
            <p:nvPr/>
          </p:nvSpPr>
          <p:spPr>
            <a:xfrm>
              <a:off x="4598" y="3210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chemeClr val="tx2"/>
                  </a:solidFill>
                </a:rPr>
                <a:t>q</a:t>
              </a:r>
              <a:endParaRPr lang="en-US" altLang="zh-CN" sz="2800" b="1" i="1" dirty="0">
                <a:solidFill>
                  <a:schemeClr val="tx2"/>
                </a:solidFill>
              </a:endParaRPr>
            </a:p>
          </p:txBody>
        </p:sp>
      </p:grpSp>
      <p:sp>
        <p:nvSpPr>
          <p:cNvPr id="666638" name="Oval 14"/>
          <p:cNvSpPr/>
          <p:nvPr/>
        </p:nvSpPr>
        <p:spPr>
          <a:xfrm>
            <a:off x="7610475" y="2333625"/>
            <a:ext cx="152400" cy="152400"/>
          </a:xfrm>
          <a:prstGeom prst="ellipse">
            <a:avLst/>
          </a:prstGeom>
          <a:gradFill rotWithShape="1">
            <a:gsLst>
              <a:gs pos="0">
                <a:srgbClr val="CC6600"/>
              </a:gs>
              <a:gs pos="100000">
                <a:srgbClr val="5E2F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66639" name="Text Box 15"/>
          <p:cNvSpPr txBox="1"/>
          <p:nvPr/>
        </p:nvSpPr>
        <p:spPr>
          <a:xfrm>
            <a:off x="7762875" y="2132013"/>
            <a:ext cx="8366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q</a:t>
            </a:r>
            <a:r>
              <a:rPr lang="en-US" altLang="zh-CN" sz="2400" b="1" baseline="-25000" dirty="0"/>
              <a:t>0</a:t>
            </a:r>
            <a:endParaRPr lang="en-US" altLang="zh-CN" sz="2400" b="1" dirty="0"/>
          </a:p>
        </p:txBody>
      </p:sp>
      <p:sp>
        <p:nvSpPr>
          <p:cNvPr id="666640" name="Text Box 16"/>
          <p:cNvSpPr txBox="1"/>
          <p:nvPr/>
        </p:nvSpPr>
        <p:spPr>
          <a:xfrm>
            <a:off x="7483475" y="187642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P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666641" name="Object 17"/>
          <p:cNvGraphicFramePr>
            <a:graphicFrameLocks noChangeAspect="1"/>
          </p:cNvGraphicFramePr>
          <p:nvPr/>
        </p:nvGraphicFramePr>
        <p:xfrm>
          <a:off x="2538413" y="3055938"/>
          <a:ext cx="2357437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2006600" imgH="914400" progId="Equation.DSMT4">
                  <p:embed/>
                </p:oleObj>
              </mc:Choice>
              <mc:Fallback>
                <p:oleObj name="" r:id="rId1" imgW="2006600" imgH="9144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38413" y="3055938"/>
                        <a:ext cx="2357437" cy="1073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6642" name="Text Box 18"/>
          <p:cNvSpPr txBox="1"/>
          <p:nvPr/>
        </p:nvSpPr>
        <p:spPr>
          <a:xfrm>
            <a:off x="1258888" y="1408113"/>
            <a:ext cx="62293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设点电荷</a:t>
            </a:r>
            <a:r>
              <a:rPr lang="en-US" altLang="zh-CN" sz="2800" b="1" i="1" dirty="0"/>
              <a:t>q</a:t>
            </a:r>
            <a:r>
              <a:rPr lang="zh-CN" altLang="en-US" sz="2800" b="1" dirty="0"/>
              <a:t>位于坐标原点处</a:t>
            </a:r>
            <a:endParaRPr lang="zh-CN" altLang="en-US" sz="2800" b="1" dirty="0"/>
          </a:p>
        </p:txBody>
      </p:sp>
      <p:grpSp>
        <p:nvGrpSpPr>
          <p:cNvPr id="666643" name="Group 19"/>
          <p:cNvGrpSpPr/>
          <p:nvPr/>
        </p:nvGrpSpPr>
        <p:grpSpPr>
          <a:xfrm>
            <a:off x="1328738" y="1882775"/>
            <a:ext cx="5548312" cy="574675"/>
            <a:chOff x="2016" y="1117"/>
            <a:chExt cx="3495" cy="362"/>
          </a:xfrm>
        </p:grpSpPr>
        <p:sp>
          <p:nvSpPr>
            <p:cNvPr id="31788" name="Text Box 20"/>
            <p:cNvSpPr txBox="1"/>
            <p:nvPr/>
          </p:nvSpPr>
          <p:spPr>
            <a:xfrm>
              <a:off x="2016" y="1152"/>
              <a:ext cx="349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在任意点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P</a:t>
              </a:r>
              <a:r>
                <a:rPr lang="zh-CN" altLang="en-US" sz="2800" b="1" dirty="0"/>
                <a:t>放入一点电荷</a:t>
              </a:r>
              <a:endParaRPr lang="zh-CN" altLang="en-US" sz="2800" b="1" dirty="0"/>
            </a:p>
          </p:txBody>
        </p:sp>
        <p:sp>
          <p:nvSpPr>
            <p:cNvPr id="31789" name="Text Box 21"/>
            <p:cNvSpPr txBox="1"/>
            <p:nvPr/>
          </p:nvSpPr>
          <p:spPr>
            <a:xfrm>
              <a:off x="4422" y="1117"/>
              <a:ext cx="8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q</a:t>
              </a:r>
              <a:r>
                <a:rPr lang="en-US" altLang="zh-CN" sz="2800" b="1" baseline="-25000" dirty="0"/>
                <a:t>0</a:t>
              </a:r>
              <a:endParaRPr lang="en-US" altLang="zh-CN" sz="2800" b="1" baseline="-25000" dirty="0"/>
            </a:p>
          </p:txBody>
        </p:sp>
      </p:grpSp>
      <p:grpSp>
        <p:nvGrpSpPr>
          <p:cNvPr id="666646" name="Group 22"/>
          <p:cNvGrpSpPr/>
          <p:nvPr/>
        </p:nvGrpSpPr>
        <p:grpSpPr>
          <a:xfrm>
            <a:off x="755650" y="2528888"/>
            <a:ext cx="3397250" cy="555625"/>
            <a:chOff x="374" y="3072"/>
            <a:chExt cx="2140" cy="350"/>
          </a:xfrm>
        </p:grpSpPr>
        <p:sp>
          <p:nvSpPr>
            <p:cNvPr id="31786" name="Text Box 23"/>
            <p:cNvSpPr txBox="1"/>
            <p:nvPr/>
          </p:nvSpPr>
          <p:spPr>
            <a:xfrm>
              <a:off x="374" y="3095"/>
              <a:ext cx="21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ea typeface="楷体_GB2312" pitchFamily="49" charset="-122"/>
                </a:rPr>
                <a:t>根据库仑定律    受力</a:t>
              </a:r>
              <a:endParaRPr lang="zh-CN" altLang="en-US" sz="2800" b="1" dirty="0">
                <a:ea typeface="楷体_GB2312" pitchFamily="49" charset="-122"/>
              </a:endParaRPr>
            </a:p>
          </p:txBody>
        </p:sp>
        <p:sp>
          <p:nvSpPr>
            <p:cNvPr id="31787" name="Text Box 24"/>
            <p:cNvSpPr txBox="1"/>
            <p:nvPr/>
          </p:nvSpPr>
          <p:spPr>
            <a:xfrm>
              <a:off x="1747" y="3072"/>
              <a:ext cx="3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q</a:t>
              </a:r>
              <a:r>
                <a:rPr lang="en-US" altLang="zh-CN" sz="2800" b="1" baseline="-25000" dirty="0"/>
                <a:t>0</a:t>
              </a:r>
              <a:endParaRPr lang="en-US" altLang="zh-CN" sz="2800" b="1" baseline="-25000" dirty="0"/>
            </a:p>
          </p:txBody>
        </p:sp>
      </p:grpSp>
      <p:sp>
        <p:nvSpPr>
          <p:cNvPr id="666649" name="Line 25"/>
          <p:cNvSpPr/>
          <p:nvPr/>
        </p:nvSpPr>
        <p:spPr>
          <a:xfrm flipV="1">
            <a:off x="6694488" y="2384425"/>
            <a:ext cx="990600" cy="7620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666650" name="Object 26"/>
          <p:cNvGraphicFramePr>
            <a:graphicFrameLocks noChangeAspect="1"/>
          </p:cNvGraphicFramePr>
          <p:nvPr/>
        </p:nvGraphicFramePr>
        <p:xfrm>
          <a:off x="7004050" y="2400300"/>
          <a:ext cx="27305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228600" imgH="304800" progId="Equation.3">
                  <p:embed/>
                </p:oleObj>
              </mc:Choice>
              <mc:Fallback>
                <p:oleObj name="" r:id="rId3" imgW="228600" imgH="3048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04050" y="2400300"/>
                        <a:ext cx="273050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6651" name="Text Box 27"/>
          <p:cNvSpPr txBox="1"/>
          <p:nvPr/>
        </p:nvSpPr>
        <p:spPr>
          <a:xfrm>
            <a:off x="827088" y="4384675"/>
            <a:ext cx="3581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P</a:t>
            </a:r>
            <a:r>
              <a:rPr lang="zh-CN" altLang="en-US" sz="2800" b="1" dirty="0"/>
              <a:t>点处的场强</a:t>
            </a:r>
            <a:endParaRPr lang="zh-CN" altLang="en-US" sz="2800" b="1" dirty="0"/>
          </a:p>
        </p:txBody>
      </p:sp>
      <p:graphicFrame>
        <p:nvGraphicFramePr>
          <p:cNvPr id="666652" name="Object 28"/>
          <p:cNvGraphicFramePr>
            <a:graphicFrameLocks noChangeAspect="1"/>
          </p:cNvGraphicFramePr>
          <p:nvPr/>
        </p:nvGraphicFramePr>
        <p:xfrm>
          <a:off x="3097213" y="4221163"/>
          <a:ext cx="104298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5" imgW="1054100" imgH="863600" progId="Equation.DSMT4">
                  <p:embed/>
                </p:oleObj>
              </mc:Choice>
              <mc:Fallback>
                <p:oleObj name="" r:id="rId5" imgW="1054100" imgH="8636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97213" y="4221163"/>
                        <a:ext cx="1042987" cy="933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6653" name="Object 29"/>
          <p:cNvGraphicFramePr>
            <a:graphicFrameLocks noChangeAspect="1"/>
          </p:cNvGraphicFramePr>
          <p:nvPr/>
        </p:nvGraphicFramePr>
        <p:xfrm>
          <a:off x="4284663" y="4167188"/>
          <a:ext cx="1690687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7" imgW="1638300" imgH="889000" progId="Equation.DSMT4">
                  <p:embed/>
                </p:oleObj>
              </mc:Choice>
              <mc:Fallback>
                <p:oleObj name="" r:id="rId7" imgW="1638300" imgH="8890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84663" y="4167188"/>
                        <a:ext cx="1690687" cy="989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6654" name="Line 30"/>
          <p:cNvSpPr/>
          <p:nvPr/>
        </p:nvSpPr>
        <p:spPr>
          <a:xfrm>
            <a:off x="7608888" y="2460625"/>
            <a:ext cx="0" cy="114300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66655" name="Line 31"/>
          <p:cNvSpPr/>
          <p:nvPr/>
        </p:nvSpPr>
        <p:spPr>
          <a:xfrm flipH="1">
            <a:off x="6237288" y="3603625"/>
            <a:ext cx="1371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66656" name="Line 32"/>
          <p:cNvSpPr/>
          <p:nvPr/>
        </p:nvSpPr>
        <p:spPr>
          <a:xfrm flipH="1">
            <a:off x="7608888" y="3146425"/>
            <a:ext cx="381000" cy="45720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666657" name="Group 33"/>
          <p:cNvGrpSpPr/>
          <p:nvPr/>
        </p:nvGrpSpPr>
        <p:grpSpPr>
          <a:xfrm>
            <a:off x="3446463" y="5192713"/>
            <a:ext cx="942975" cy="585787"/>
            <a:chOff x="2208" y="192"/>
            <a:chExt cx="594" cy="369"/>
          </a:xfrm>
        </p:grpSpPr>
        <p:sp>
          <p:nvSpPr>
            <p:cNvPr id="31784" name="Text Box 34"/>
            <p:cNvSpPr txBox="1"/>
            <p:nvPr/>
          </p:nvSpPr>
          <p:spPr>
            <a:xfrm>
              <a:off x="2390" y="234"/>
              <a:ext cx="4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&gt; 0</a:t>
              </a:r>
              <a:endParaRPr lang="en-US" altLang="zh-CN" sz="2800" b="1" dirty="0"/>
            </a:p>
          </p:txBody>
        </p:sp>
        <p:sp>
          <p:nvSpPr>
            <p:cNvPr id="31785" name="Text Box 35"/>
            <p:cNvSpPr txBox="1"/>
            <p:nvPr/>
          </p:nvSpPr>
          <p:spPr>
            <a:xfrm>
              <a:off x="2208" y="192"/>
              <a:ext cx="27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i="1" dirty="0"/>
                <a:t>q</a:t>
              </a:r>
              <a:endParaRPr lang="en-US" altLang="zh-CN" sz="2800" b="1" i="1" dirty="0"/>
            </a:p>
          </p:txBody>
        </p:sp>
      </p:grpSp>
      <p:graphicFrame>
        <p:nvGraphicFramePr>
          <p:cNvPr id="666660" name="Object 36"/>
          <p:cNvGraphicFramePr>
            <a:graphicFrameLocks noChangeAspect="1"/>
          </p:cNvGraphicFramePr>
          <p:nvPr/>
        </p:nvGraphicFramePr>
        <p:xfrm>
          <a:off x="4476750" y="5233988"/>
          <a:ext cx="10318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9" imgW="875665" imgH="495300" progId="Equation.DSMT4">
                  <p:embed/>
                </p:oleObj>
              </mc:Choice>
              <mc:Fallback>
                <p:oleObj name="" r:id="rId9" imgW="875665" imgH="4953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76750" y="5233988"/>
                        <a:ext cx="1031875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6661" name="Group 37"/>
          <p:cNvGrpSpPr/>
          <p:nvPr/>
        </p:nvGrpSpPr>
        <p:grpSpPr>
          <a:xfrm>
            <a:off x="3433763" y="5830888"/>
            <a:ext cx="942975" cy="585787"/>
            <a:chOff x="2208" y="192"/>
            <a:chExt cx="594" cy="369"/>
          </a:xfrm>
        </p:grpSpPr>
        <p:sp>
          <p:nvSpPr>
            <p:cNvPr id="31782" name="Text Box 38"/>
            <p:cNvSpPr txBox="1"/>
            <p:nvPr/>
          </p:nvSpPr>
          <p:spPr>
            <a:xfrm>
              <a:off x="2390" y="234"/>
              <a:ext cx="4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&lt; 0</a:t>
              </a:r>
              <a:endParaRPr lang="en-US" altLang="zh-CN" sz="2800" b="1" dirty="0"/>
            </a:p>
          </p:txBody>
        </p:sp>
        <p:sp>
          <p:nvSpPr>
            <p:cNvPr id="31783" name="Text Box 39"/>
            <p:cNvSpPr txBox="1"/>
            <p:nvPr/>
          </p:nvSpPr>
          <p:spPr>
            <a:xfrm>
              <a:off x="2208" y="192"/>
              <a:ext cx="27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i="1" dirty="0"/>
                <a:t>q</a:t>
              </a:r>
              <a:endParaRPr lang="en-US" altLang="zh-CN" sz="2800" b="1" i="1" dirty="0"/>
            </a:p>
          </p:txBody>
        </p:sp>
      </p:grpSp>
      <p:grpSp>
        <p:nvGrpSpPr>
          <p:cNvPr id="666664" name="Group 40"/>
          <p:cNvGrpSpPr/>
          <p:nvPr/>
        </p:nvGrpSpPr>
        <p:grpSpPr>
          <a:xfrm>
            <a:off x="4464050" y="5862638"/>
            <a:ext cx="1011238" cy="519112"/>
            <a:chOff x="3536" y="349"/>
            <a:chExt cx="772" cy="376"/>
          </a:xfrm>
        </p:grpSpPr>
        <p:graphicFrame>
          <p:nvGraphicFramePr>
            <p:cNvPr id="31780" name="Object 41"/>
            <p:cNvGraphicFramePr>
              <a:graphicFrameLocks noChangeAspect="1"/>
            </p:cNvGraphicFramePr>
            <p:nvPr/>
          </p:nvGraphicFramePr>
          <p:xfrm>
            <a:off x="3536" y="387"/>
            <a:ext cx="77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11" imgW="1295400" imgH="520700" progId="Equation.DSMT4">
                    <p:embed/>
                  </p:oleObj>
                </mc:Choice>
                <mc:Fallback>
                  <p:oleObj name="" r:id="rId11" imgW="1295400" imgH="520700" progId="Equation.DSMT4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36" y="387"/>
                          <a:ext cx="772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1" name="Text Box 42"/>
            <p:cNvSpPr txBox="1"/>
            <p:nvPr/>
          </p:nvSpPr>
          <p:spPr>
            <a:xfrm>
              <a:off x="3771" y="349"/>
              <a:ext cx="141" cy="3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800" dirty="0"/>
            </a:p>
          </p:txBody>
        </p:sp>
      </p:grpSp>
      <p:sp>
        <p:nvSpPr>
          <p:cNvPr id="666667" name="AutoShape 43"/>
          <p:cNvSpPr/>
          <p:nvPr/>
        </p:nvSpPr>
        <p:spPr>
          <a:xfrm>
            <a:off x="3314700" y="5578475"/>
            <a:ext cx="182563" cy="646113"/>
          </a:xfrm>
          <a:prstGeom prst="leftBrace">
            <a:avLst>
              <a:gd name="adj1" fmla="val 29492"/>
              <a:gd name="adj2" fmla="val 50000"/>
            </a:avLst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pSp>
        <p:nvGrpSpPr>
          <p:cNvPr id="666668" name="Group 44"/>
          <p:cNvGrpSpPr/>
          <p:nvPr/>
        </p:nvGrpSpPr>
        <p:grpSpPr>
          <a:xfrm>
            <a:off x="4427538" y="206375"/>
            <a:ext cx="4191000" cy="990600"/>
            <a:chOff x="2880" y="48"/>
            <a:chExt cx="2640" cy="624"/>
          </a:xfrm>
        </p:grpSpPr>
        <p:graphicFrame>
          <p:nvGraphicFramePr>
            <p:cNvPr id="31775" name="Object 45"/>
            <p:cNvGraphicFramePr>
              <a:graphicFrameLocks noChangeAspect="1"/>
            </p:cNvGraphicFramePr>
            <p:nvPr/>
          </p:nvGraphicFramePr>
          <p:xfrm>
            <a:off x="4604" y="95"/>
            <a:ext cx="677" cy="5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13" imgW="1054100" imgH="863600" progId="Equation.DSMT4">
                    <p:embed/>
                  </p:oleObj>
                </mc:Choice>
                <mc:Fallback>
                  <p:oleObj name="" r:id="rId13" imgW="1054100" imgH="863600" progId="Equation.DSMT4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604" y="95"/>
                          <a:ext cx="677" cy="5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6" name="Text Box 46"/>
            <p:cNvSpPr txBox="1"/>
            <p:nvPr/>
          </p:nvSpPr>
          <p:spPr>
            <a:xfrm>
              <a:off x="3408" y="192"/>
              <a:ext cx="14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 </a:t>
              </a:r>
              <a:r>
                <a:rPr lang="en-US" altLang="zh-CN" sz="2800" b="1" i="1" dirty="0">
                  <a:solidFill>
                    <a:srgbClr val="FF0000"/>
                  </a:solidFill>
                </a:rPr>
                <a:t>E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 </a:t>
              </a:r>
              <a:r>
                <a:rPr lang="zh-CN" altLang="en-US" sz="2800" b="1" dirty="0"/>
                <a:t>的定义：</a:t>
              </a:r>
              <a:endParaRPr lang="zh-CN" altLang="en-US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31777" name="Line 47"/>
            <p:cNvSpPr/>
            <p:nvPr/>
          </p:nvSpPr>
          <p:spPr>
            <a:xfrm>
              <a:off x="3504" y="240"/>
              <a:ext cx="192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31778" name="Rectangle 48"/>
            <p:cNvSpPr/>
            <p:nvPr/>
          </p:nvSpPr>
          <p:spPr>
            <a:xfrm>
              <a:off x="3408" y="48"/>
              <a:ext cx="2112" cy="624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pic>
          <p:nvPicPr>
            <p:cNvPr id="31779" name="Picture 49" descr="dove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80" y="48"/>
              <a:ext cx="555" cy="576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666674" name="Group 50"/>
          <p:cNvGrpSpPr/>
          <p:nvPr/>
        </p:nvGrpSpPr>
        <p:grpSpPr>
          <a:xfrm>
            <a:off x="647700" y="404813"/>
            <a:ext cx="3238500" cy="519112"/>
            <a:chOff x="432" y="537"/>
            <a:chExt cx="2040" cy="327"/>
          </a:xfrm>
        </p:grpSpPr>
        <p:sp>
          <p:nvSpPr>
            <p:cNvPr id="31773" name="Text Box 51"/>
            <p:cNvSpPr txBox="1"/>
            <p:nvPr/>
          </p:nvSpPr>
          <p:spPr>
            <a:xfrm>
              <a:off x="432" y="537"/>
              <a:ext cx="20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9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2.  </a:t>
              </a:r>
              <a:r>
                <a:rPr lang="zh-CN" altLang="en-US" sz="2800" b="1" dirty="0">
                  <a:solidFill>
                    <a:srgbClr val="00009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的计算</a:t>
              </a:r>
              <a:endParaRPr lang="zh-CN" altLang="en-US" sz="2800" b="1" dirty="0">
                <a:solidFill>
                  <a:srgbClr val="000099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31774" name="Object 52"/>
            <p:cNvGraphicFramePr>
              <a:graphicFrameLocks noChangeAspect="1"/>
            </p:cNvGraphicFramePr>
            <p:nvPr/>
          </p:nvGraphicFramePr>
          <p:xfrm>
            <a:off x="748" y="572"/>
            <a:ext cx="207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16" imgW="394335" imgH="494665" progId="Equation.DSMT4">
                    <p:embed/>
                  </p:oleObj>
                </mc:Choice>
                <mc:Fallback>
                  <p:oleObj name="" r:id="rId16" imgW="394335" imgH="494665" progId="Equation.DSMT4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48" y="572"/>
                          <a:ext cx="207" cy="2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6678" name="Text Box 54"/>
          <p:cNvSpPr txBox="1"/>
          <p:nvPr/>
        </p:nvSpPr>
        <p:spPr>
          <a:xfrm>
            <a:off x="5903913" y="4349750"/>
            <a:ext cx="32035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球对称电场！</a:t>
            </a:r>
            <a:endParaRPr lang="zh-CN" altLang="en-US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6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6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66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66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666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" fill="hold"/>
                                        <p:tgtEl>
                                          <p:spTgt spid="666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666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666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6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66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66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6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66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66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66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6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66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6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66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66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00"/>
                            </p:stCondLst>
                            <p:childTnLst>
                              <p:par>
                                <p:cTn id="7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66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75" fill="hold"/>
                                        <p:tgtEl>
                                          <p:spTgt spid="666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" fill="hold"/>
                                        <p:tgtEl>
                                          <p:spTgt spid="666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50"/>
                            </p:stCondLst>
                            <p:childTnLst>
                              <p:par>
                                <p:cTn id="8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66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66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66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66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66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66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4" dur="500"/>
                                        <p:tgtEl>
                                          <p:spTgt spid="66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66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66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3" dur="500"/>
                                        <p:tgtEl>
                                          <p:spTgt spid="66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666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666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66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66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4" dur="500"/>
                                        <p:tgtEl>
                                          <p:spTgt spid="66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75" fill="hold"/>
                                        <p:tgtEl>
                                          <p:spTgt spid="666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" fill="hold"/>
                                        <p:tgtEl>
                                          <p:spTgt spid="666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626" grpId="0" animBg="1"/>
      <p:bldP spid="666627" grpId="0"/>
      <p:bldP spid="666638" grpId="0" animBg="1"/>
      <p:bldP spid="666639" grpId="0"/>
      <p:bldP spid="666640" grpId="0"/>
      <p:bldP spid="666642" grpId="0"/>
      <p:bldP spid="666651" grpId="0"/>
      <p:bldP spid="666667" grpId="0" animBg="1"/>
      <p:bldP spid="66667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67650" name="Rectangle 2"/>
          <p:cNvSpPr/>
          <p:nvPr/>
        </p:nvSpPr>
        <p:spPr>
          <a:xfrm>
            <a:off x="576263" y="2024063"/>
            <a:ext cx="3889375" cy="2555875"/>
          </a:xfrm>
          <a:prstGeom prst="rect">
            <a:avLst/>
          </a:prstGeom>
          <a:solidFill>
            <a:srgbClr val="E5E5FF"/>
          </a:solidFill>
          <a:ln w="9525">
            <a:noFill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67651" name="Text Box 3"/>
          <p:cNvSpPr txBox="1"/>
          <p:nvPr/>
        </p:nvSpPr>
        <p:spPr>
          <a:xfrm>
            <a:off x="2663825" y="3033713"/>
            <a:ext cx="4349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chemeClr val="tx2"/>
                </a:solidFill>
              </a:rPr>
              <a:t>P</a:t>
            </a:r>
            <a:endParaRPr lang="en-US" altLang="zh-CN" sz="2800" b="1" i="1" dirty="0">
              <a:solidFill>
                <a:schemeClr val="tx2"/>
              </a:solidFill>
            </a:endParaRPr>
          </a:p>
        </p:txBody>
      </p:sp>
      <p:sp>
        <p:nvSpPr>
          <p:cNvPr id="667652" name="Text Box 4"/>
          <p:cNvSpPr txBox="1"/>
          <p:nvPr/>
        </p:nvSpPr>
        <p:spPr>
          <a:xfrm>
            <a:off x="1049338" y="893763"/>
            <a:ext cx="79517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已知</a:t>
            </a:r>
            <a:r>
              <a:rPr lang="zh-CN" altLang="en-US" sz="2800" b="1" dirty="0"/>
              <a:t>空间有点电荷</a:t>
            </a:r>
            <a:r>
              <a:rPr lang="en-US" altLang="zh-CN" sz="2800" b="1" i="1" dirty="0">
                <a:ea typeface="楷体_GB2312" pitchFamily="49" charset="-122"/>
              </a:rPr>
              <a:t>q</a:t>
            </a:r>
            <a:r>
              <a:rPr lang="en-US" altLang="zh-CN" sz="2800" b="1" baseline="-25000" dirty="0">
                <a:ea typeface="楷体_GB2312" pitchFamily="49" charset="-122"/>
              </a:rPr>
              <a:t>1</a:t>
            </a:r>
            <a:r>
              <a:rPr lang="zh-CN" altLang="en-US" sz="2800" b="1" dirty="0">
                <a:ea typeface="楷体_GB2312" pitchFamily="49" charset="-122"/>
              </a:rPr>
              <a:t>、 </a:t>
            </a:r>
            <a:r>
              <a:rPr lang="en-US" altLang="zh-CN" sz="2800" b="1" i="1" dirty="0">
                <a:ea typeface="楷体_GB2312" pitchFamily="49" charset="-122"/>
              </a:rPr>
              <a:t>q</a:t>
            </a:r>
            <a:r>
              <a:rPr lang="en-US" altLang="zh-CN" sz="2800" b="1" baseline="-25000" dirty="0">
                <a:ea typeface="楷体_GB2312" pitchFamily="49" charset="-122"/>
              </a:rPr>
              <a:t>2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、</a:t>
            </a:r>
            <a:r>
              <a:rPr lang="en-US" altLang="zh-CN" sz="2800" b="1" dirty="0">
                <a:ea typeface="楷体_GB2312" pitchFamily="49" charset="-122"/>
              </a:rPr>
              <a:t>…</a:t>
            </a:r>
            <a:r>
              <a:rPr lang="en-US" altLang="zh-CN" sz="2800" b="1" i="1" dirty="0">
                <a:ea typeface="楷体_GB2312" pitchFamily="49" charset="-122"/>
              </a:rPr>
              <a:t>q</a:t>
            </a:r>
            <a:r>
              <a:rPr lang="en-US" altLang="zh-CN" sz="2800" b="1" baseline="-25000" dirty="0">
                <a:ea typeface="楷体_GB2312" pitchFamily="49" charset="-122"/>
              </a:rPr>
              <a:t>n</a:t>
            </a:r>
            <a:r>
              <a:rPr lang="zh-CN" altLang="en-US" sz="2800" b="1" dirty="0"/>
              <a:t>组成的电荷系</a:t>
            </a:r>
            <a:endParaRPr lang="zh-CN" altLang="en-US" sz="2800" b="1" dirty="0"/>
          </a:p>
        </p:txBody>
      </p:sp>
      <p:sp>
        <p:nvSpPr>
          <p:cNvPr id="667653" name="Text Box 5"/>
          <p:cNvSpPr txBox="1"/>
          <p:nvPr/>
        </p:nvSpPr>
        <p:spPr>
          <a:xfrm>
            <a:off x="1079500" y="1412875"/>
            <a:ext cx="59769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在任意</a:t>
            </a:r>
            <a:r>
              <a:rPr lang="en-US" altLang="zh-CN" sz="2800" b="1" i="1" dirty="0">
                <a:solidFill>
                  <a:schemeClr val="tx2"/>
                </a:solidFill>
              </a:rPr>
              <a:t>P</a:t>
            </a:r>
            <a:r>
              <a:rPr lang="zh-CN" altLang="en-US" sz="2800" b="1" dirty="0"/>
              <a:t>点放一点电荷</a:t>
            </a:r>
            <a:r>
              <a:rPr lang="en-US" altLang="zh-CN" sz="2800" b="1" i="1" dirty="0"/>
              <a:t>q</a:t>
            </a:r>
            <a:r>
              <a:rPr lang="en-US" altLang="zh-CN" sz="2800" b="1" baseline="-25000" dirty="0"/>
              <a:t>0</a:t>
            </a:r>
            <a:endParaRPr lang="en-US" altLang="zh-CN" sz="2800" b="1" dirty="0"/>
          </a:p>
        </p:txBody>
      </p:sp>
      <p:sp>
        <p:nvSpPr>
          <p:cNvPr id="667654" name="Text Box 6"/>
          <p:cNvSpPr txBox="1"/>
          <p:nvPr/>
        </p:nvSpPr>
        <p:spPr>
          <a:xfrm>
            <a:off x="4932363" y="1433513"/>
            <a:ext cx="42116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, </a:t>
            </a:r>
            <a:r>
              <a:rPr lang="zh-CN" altLang="en-US" sz="2800" b="1" dirty="0">
                <a:solidFill>
                  <a:schemeClr val="tx2"/>
                </a:solidFill>
              </a:rPr>
              <a:t>则</a:t>
            </a:r>
            <a:r>
              <a:rPr lang="en-US" altLang="zh-CN" sz="2800" b="1" i="1" dirty="0">
                <a:solidFill>
                  <a:schemeClr val="tx2"/>
                </a:solidFill>
              </a:rPr>
              <a:t>P</a:t>
            </a:r>
            <a:r>
              <a:rPr lang="zh-CN" altLang="zh-CN" sz="2800" b="1" dirty="0"/>
              <a:t>点的</a:t>
            </a:r>
            <a:r>
              <a:rPr lang="zh-CN" altLang="en-US" sz="2800" b="1" dirty="0"/>
              <a:t>电</a:t>
            </a:r>
            <a:r>
              <a:rPr lang="zh-CN" altLang="zh-CN" sz="2800" b="1" dirty="0"/>
              <a:t>场</a:t>
            </a:r>
            <a:r>
              <a:rPr lang="zh-CN" altLang="en-US" sz="2800" b="1" dirty="0"/>
              <a:t>强度</a:t>
            </a:r>
            <a:r>
              <a:rPr lang="en-US" altLang="zh-CN" sz="2800" b="1" dirty="0"/>
              <a:t>:</a:t>
            </a:r>
            <a:endParaRPr lang="en-US" altLang="zh-CN" sz="2800" b="1" dirty="0"/>
          </a:p>
        </p:txBody>
      </p:sp>
      <p:graphicFrame>
        <p:nvGraphicFramePr>
          <p:cNvPr id="667655" name="Object 7"/>
          <p:cNvGraphicFramePr>
            <a:graphicFrameLocks noChangeAspect="1"/>
          </p:cNvGraphicFramePr>
          <p:nvPr/>
        </p:nvGraphicFramePr>
        <p:xfrm>
          <a:off x="4679950" y="2005013"/>
          <a:ext cx="132397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1256665" imgH="862965" progId="Equation.DSMT4">
                  <p:embed/>
                </p:oleObj>
              </mc:Choice>
              <mc:Fallback>
                <p:oleObj name="" r:id="rId1" imgW="1256665" imgH="862965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79950" y="2005013"/>
                        <a:ext cx="1323975" cy="884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6" name="Object 8"/>
          <p:cNvGraphicFramePr>
            <a:graphicFrameLocks noChangeAspect="1"/>
          </p:cNvGraphicFramePr>
          <p:nvPr/>
        </p:nvGraphicFramePr>
        <p:xfrm>
          <a:off x="5256213" y="3965575"/>
          <a:ext cx="25400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3" imgW="2705100" imgH="431800" progId="Equation.3">
                  <p:embed/>
                </p:oleObj>
              </mc:Choice>
              <mc:Fallback>
                <p:oleObj name="" r:id="rId3" imgW="2705100" imgH="4318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56213" y="3965575"/>
                        <a:ext cx="2540000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7" name="Object 9"/>
          <p:cNvGraphicFramePr>
            <a:graphicFrameLocks noChangeAspect="1"/>
          </p:cNvGraphicFramePr>
          <p:nvPr/>
        </p:nvGraphicFramePr>
        <p:xfrm>
          <a:off x="5256213" y="4473575"/>
          <a:ext cx="10922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5" imgW="1079500" imgH="914400" progId="Equation.3">
                  <p:embed/>
                </p:oleObj>
              </mc:Choice>
              <mc:Fallback>
                <p:oleObj name="" r:id="rId5" imgW="1079500" imgH="9144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56213" y="4473575"/>
                        <a:ext cx="1092200" cy="928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8" name="Object 10"/>
          <p:cNvGraphicFramePr>
            <a:graphicFrameLocks noChangeAspect="1"/>
          </p:cNvGraphicFramePr>
          <p:nvPr/>
        </p:nvGraphicFramePr>
        <p:xfrm>
          <a:off x="6372225" y="4473575"/>
          <a:ext cx="216535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7" imgW="2197100" imgH="914400" progId="Equation.DSMT4">
                  <p:embed/>
                </p:oleObj>
              </mc:Choice>
              <mc:Fallback>
                <p:oleObj name="" r:id="rId7" imgW="2197100" imgH="9144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72225" y="4473575"/>
                        <a:ext cx="2165350" cy="919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7659" name="Text Box 11"/>
          <p:cNvSpPr txBox="1"/>
          <p:nvPr/>
        </p:nvSpPr>
        <p:spPr>
          <a:xfrm>
            <a:off x="1460500" y="5837238"/>
            <a:ext cx="45878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电场中一点的场强</a:t>
            </a:r>
            <a:r>
              <a:rPr lang="zh-CN" altLang="en-US" sz="2800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=</a:t>
            </a:r>
            <a:endParaRPr lang="en-US" altLang="zh-CN" sz="2800" b="1" dirty="0"/>
          </a:p>
        </p:txBody>
      </p:sp>
      <p:sp>
        <p:nvSpPr>
          <p:cNvPr id="667660" name="Text Box 12"/>
          <p:cNvSpPr txBox="1"/>
          <p:nvPr/>
        </p:nvSpPr>
        <p:spPr>
          <a:xfrm>
            <a:off x="4824413" y="5624513"/>
            <a:ext cx="4011612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各点电荷在该点各自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产生的场强的矢量和</a:t>
            </a:r>
            <a:endParaRPr lang="zh-CN" altLang="en-US" sz="2800" b="1" dirty="0"/>
          </a:p>
        </p:txBody>
      </p:sp>
      <p:sp>
        <p:nvSpPr>
          <p:cNvPr id="667661" name="Rectangle 13"/>
          <p:cNvSpPr/>
          <p:nvPr/>
        </p:nvSpPr>
        <p:spPr>
          <a:xfrm>
            <a:off x="1368425" y="5624513"/>
            <a:ext cx="7164388" cy="93503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67662" name="AutoShape 14"/>
          <p:cNvSpPr/>
          <p:nvPr/>
        </p:nvSpPr>
        <p:spPr>
          <a:xfrm>
            <a:off x="287338" y="4683125"/>
            <a:ext cx="3354387" cy="714375"/>
          </a:xfrm>
          <a:prstGeom prst="wedgeEllipseCallout">
            <a:avLst>
              <a:gd name="adj1" fmla="val 58236"/>
              <a:gd name="adj2" fmla="val 103565"/>
            </a:avLst>
          </a:prstGeom>
          <a:solidFill>
            <a:schemeClr val="bg1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667663" name="Object 15"/>
          <p:cNvGraphicFramePr>
            <a:graphicFrameLocks noChangeAspect="1"/>
          </p:cNvGraphicFramePr>
          <p:nvPr/>
        </p:nvGraphicFramePr>
        <p:xfrm>
          <a:off x="6011863" y="1933575"/>
          <a:ext cx="2624137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9" imgW="2527300" imgH="952500" progId="Equation.DSMT4">
                  <p:embed/>
                </p:oleObj>
              </mc:Choice>
              <mc:Fallback>
                <p:oleObj name="" r:id="rId9" imgW="2527300" imgH="9525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11863" y="1933575"/>
                        <a:ext cx="2624137" cy="942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7665" name="Group 17"/>
          <p:cNvGrpSpPr/>
          <p:nvPr/>
        </p:nvGrpSpPr>
        <p:grpSpPr>
          <a:xfrm>
            <a:off x="684213" y="2324100"/>
            <a:ext cx="1828800" cy="2074863"/>
            <a:chOff x="2874" y="2448"/>
            <a:chExt cx="1302" cy="1398"/>
          </a:xfrm>
        </p:grpSpPr>
        <p:sp>
          <p:nvSpPr>
            <p:cNvPr id="32813" name="Oval 18"/>
            <p:cNvSpPr/>
            <p:nvPr/>
          </p:nvSpPr>
          <p:spPr>
            <a:xfrm>
              <a:off x="3120" y="2736"/>
              <a:ext cx="96" cy="96"/>
            </a:xfrm>
            <a:prstGeom prst="ellipse">
              <a:avLst/>
            </a:prstGeom>
            <a:gradFill rotWithShape="1">
              <a:gsLst>
                <a:gs pos="0">
                  <a:srgbClr val="CC6600"/>
                </a:gs>
                <a:gs pos="100000">
                  <a:srgbClr val="5E2F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32814" name="Oval 19"/>
            <p:cNvSpPr/>
            <p:nvPr/>
          </p:nvSpPr>
          <p:spPr>
            <a:xfrm>
              <a:off x="3072" y="3072"/>
              <a:ext cx="96" cy="96"/>
            </a:xfrm>
            <a:prstGeom prst="ellipse">
              <a:avLst/>
            </a:prstGeom>
            <a:gradFill rotWithShape="1">
              <a:gsLst>
                <a:gs pos="0">
                  <a:srgbClr val="CC6600"/>
                </a:gs>
                <a:gs pos="100000">
                  <a:srgbClr val="5E2F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32815" name="Oval 20"/>
            <p:cNvSpPr/>
            <p:nvPr/>
          </p:nvSpPr>
          <p:spPr>
            <a:xfrm>
              <a:off x="4080" y="3552"/>
              <a:ext cx="96" cy="96"/>
            </a:xfrm>
            <a:prstGeom prst="ellipse">
              <a:avLst/>
            </a:prstGeom>
            <a:gradFill rotWithShape="1">
              <a:gsLst>
                <a:gs pos="0">
                  <a:srgbClr val="CC6600"/>
                </a:gs>
                <a:gs pos="100000">
                  <a:srgbClr val="5E2F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32816" name="Oval 21"/>
            <p:cNvSpPr/>
            <p:nvPr/>
          </p:nvSpPr>
          <p:spPr>
            <a:xfrm>
              <a:off x="3360" y="3360"/>
              <a:ext cx="96" cy="96"/>
            </a:xfrm>
            <a:prstGeom prst="ellipse">
              <a:avLst/>
            </a:prstGeom>
            <a:gradFill rotWithShape="1">
              <a:gsLst>
                <a:gs pos="0">
                  <a:srgbClr val="CC6600"/>
                </a:gs>
                <a:gs pos="100000">
                  <a:srgbClr val="5E2F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32817" name="Oval 22"/>
            <p:cNvSpPr/>
            <p:nvPr/>
          </p:nvSpPr>
          <p:spPr>
            <a:xfrm>
              <a:off x="3648" y="3504"/>
              <a:ext cx="96" cy="96"/>
            </a:xfrm>
            <a:prstGeom prst="ellipse">
              <a:avLst/>
            </a:prstGeom>
            <a:gradFill rotWithShape="1">
              <a:gsLst>
                <a:gs pos="0">
                  <a:srgbClr val="CC6600"/>
                </a:gs>
                <a:gs pos="100000">
                  <a:srgbClr val="5E2F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aphicFrame>
          <p:nvGraphicFramePr>
            <p:cNvPr id="32818" name="Object 23"/>
            <p:cNvGraphicFramePr>
              <a:graphicFrameLocks noChangeAspect="1"/>
            </p:cNvGraphicFramePr>
            <p:nvPr/>
          </p:nvGraphicFramePr>
          <p:xfrm>
            <a:off x="2928" y="2448"/>
            <a:ext cx="17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" r:id="rId11" imgW="330200" imgH="457200" progId="Equation.3">
                    <p:embed/>
                  </p:oleObj>
                </mc:Choice>
                <mc:Fallback>
                  <p:oleObj name="" r:id="rId11" imgW="330200" imgH="457200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928" y="2448"/>
                          <a:ext cx="174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19" name="Object 24"/>
            <p:cNvGraphicFramePr>
              <a:graphicFrameLocks noChangeAspect="1"/>
            </p:cNvGraphicFramePr>
            <p:nvPr/>
          </p:nvGraphicFramePr>
          <p:xfrm>
            <a:off x="2874" y="3024"/>
            <a:ext cx="18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13" imgW="355600" imgH="457200" progId="Equation.3">
                    <p:embed/>
                  </p:oleObj>
                </mc:Choice>
                <mc:Fallback>
                  <p:oleObj name="" r:id="rId13" imgW="355600" imgH="457200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874" y="3024"/>
                          <a:ext cx="187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20" name="Object 25"/>
            <p:cNvGraphicFramePr>
              <a:graphicFrameLocks noChangeAspect="1"/>
            </p:cNvGraphicFramePr>
            <p:nvPr/>
          </p:nvGraphicFramePr>
          <p:xfrm>
            <a:off x="3167" y="3257"/>
            <a:ext cx="175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" r:id="rId15" imgW="330200" imgH="482600" progId="Equation.3">
                    <p:embed/>
                  </p:oleObj>
                </mc:Choice>
                <mc:Fallback>
                  <p:oleObj name="" r:id="rId15" imgW="330200" imgH="482600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167" y="3257"/>
                          <a:ext cx="175" cy="2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21" name="Object 26"/>
            <p:cNvGraphicFramePr>
              <a:graphicFrameLocks noChangeAspect="1"/>
            </p:cNvGraphicFramePr>
            <p:nvPr/>
          </p:nvGraphicFramePr>
          <p:xfrm>
            <a:off x="3447" y="3437"/>
            <a:ext cx="193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17" imgW="368300" imgH="533400" progId="Equation.3">
                    <p:embed/>
                  </p:oleObj>
                </mc:Choice>
                <mc:Fallback>
                  <p:oleObj name="" r:id="rId17" imgW="368300" imgH="5334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447" y="3437"/>
                          <a:ext cx="193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22" name="Object 27"/>
            <p:cNvGraphicFramePr>
              <a:graphicFrameLocks noChangeAspect="1"/>
            </p:cNvGraphicFramePr>
            <p:nvPr/>
          </p:nvGraphicFramePr>
          <p:xfrm>
            <a:off x="3933" y="3594"/>
            <a:ext cx="200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19" imgW="381000" imgH="482600" progId="Equation.3">
                    <p:embed/>
                  </p:oleObj>
                </mc:Choice>
                <mc:Fallback>
                  <p:oleObj name="" r:id="rId19" imgW="381000" imgH="482600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933" y="3594"/>
                          <a:ext cx="200" cy="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67676" name="Group 28"/>
          <p:cNvGrpSpPr/>
          <p:nvPr/>
        </p:nvGrpSpPr>
        <p:grpSpPr>
          <a:xfrm>
            <a:off x="1008063" y="1773238"/>
            <a:ext cx="2667000" cy="2136775"/>
            <a:chOff x="912" y="480"/>
            <a:chExt cx="1859" cy="1440"/>
          </a:xfrm>
        </p:grpSpPr>
        <p:sp>
          <p:nvSpPr>
            <p:cNvPr id="32796" name="Line 29"/>
            <p:cNvSpPr/>
            <p:nvPr/>
          </p:nvSpPr>
          <p:spPr>
            <a:xfrm>
              <a:off x="1008" y="1152"/>
              <a:ext cx="1152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2797" name="Line 30"/>
            <p:cNvSpPr/>
            <p:nvPr/>
          </p:nvSpPr>
          <p:spPr>
            <a:xfrm flipV="1">
              <a:off x="912" y="1344"/>
              <a:ext cx="1296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2798" name="Line 31"/>
            <p:cNvSpPr/>
            <p:nvPr/>
          </p:nvSpPr>
          <p:spPr>
            <a:xfrm flipV="1">
              <a:off x="1248" y="1296"/>
              <a:ext cx="1008" cy="4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2799" name="Line 32"/>
            <p:cNvSpPr/>
            <p:nvPr/>
          </p:nvSpPr>
          <p:spPr>
            <a:xfrm flipV="1">
              <a:off x="1488" y="1056"/>
              <a:ext cx="1008" cy="8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2800" name="Line 33"/>
            <p:cNvSpPr/>
            <p:nvPr/>
          </p:nvSpPr>
          <p:spPr>
            <a:xfrm flipV="1">
              <a:off x="1920" y="1344"/>
              <a:ext cx="240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2801" name="Line 34"/>
            <p:cNvSpPr/>
            <p:nvPr/>
          </p:nvSpPr>
          <p:spPr>
            <a:xfrm flipV="1">
              <a:off x="2160" y="768"/>
              <a:ext cx="192" cy="576"/>
            </a:xfrm>
            <a:prstGeom prst="line">
              <a:avLst/>
            </a:prstGeom>
            <a:ln w="28575" cap="flat" cmpd="sng">
              <a:solidFill>
                <a:srgbClr val="0000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02" name="Line 35"/>
            <p:cNvSpPr/>
            <p:nvPr/>
          </p:nvSpPr>
          <p:spPr>
            <a:xfrm flipV="1">
              <a:off x="2160" y="1008"/>
              <a:ext cx="384" cy="336"/>
            </a:xfrm>
            <a:prstGeom prst="line">
              <a:avLst/>
            </a:prstGeom>
            <a:ln w="28575" cap="flat" cmpd="sng">
              <a:solidFill>
                <a:srgbClr val="0000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03" name="Line 36"/>
            <p:cNvSpPr/>
            <p:nvPr/>
          </p:nvSpPr>
          <p:spPr>
            <a:xfrm flipV="1">
              <a:off x="2160" y="1152"/>
              <a:ext cx="336" cy="192"/>
            </a:xfrm>
            <a:prstGeom prst="line">
              <a:avLst/>
            </a:prstGeom>
            <a:ln w="28575" cap="flat" cmpd="sng">
              <a:solidFill>
                <a:srgbClr val="0000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04" name="Line 37"/>
            <p:cNvSpPr/>
            <p:nvPr/>
          </p:nvSpPr>
          <p:spPr>
            <a:xfrm flipV="1">
              <a:off x="2160" y="1296"/>
              <a:ext cx="288" cy="48"/>
            </a:xfrm>
            <a:prstGeom prst="line">
              <a:avLst/>
            </a:prstGeom>
            <a:ln w="28575" cap="flat" cmpd="sng">
              <a:solidFill>
                <a:srgbClr val="0000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05" name="Line 38"/>
            <p:cNvSpPr/>
            <p:nvPr/>
          </p:nvSpPr>
          <p:spPr>
            <a:xfrm>
              <a:off x="2160" y="1344"/>
              <a:ext cx="336" cy="96"/>
            </a:xfrm>
            <a:prstGeom prst="line">
              <a:avLst/>
            </a:prstGeom>
            <a:ln w="28575" cap="flat" cmpd="sng">
              <a:solidFill>
                <a:srgbClr val="0000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06" name="Oval 39"/>
            <p:cNvSpPr/>
            <p:nvPr/>
          </p:nvSpPr>
          <p:spPr>
            <a:xfrm>
              <a:off x="2112" y="1296"/>
              <a:ext cx="96" cy="96"/>
            </a:xfrm>
            <a:prstGeom prst="ellipse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32807" name="Rectangle 40"/>
            <p:cNvSpPr/>
            <p:nvPr/>
          </p:nvSpPr>
          <p:spPr>
            <a:xfrm>
              <a:off x="2701" y="1460"/>
              <a:ext cx="70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000099"/>
                  </a:solidFill>
                </a:rPr>
                <a:t>1</a:t>
              </a:r>
              <a:endParaRPr lang="en-US" altLang="zh-CN" sz="2800" b="1" dirty="0">
                <a:solidFill>
                  <a:srgbClr val="000099"/>
                </a:solidFill>
              </a:endParaRPr>
            </a:p>
          </p:txBody>
        </p:sp>
        <p:sp>
          <p:nvSpPr>
            <p:cNvPr id="32808" name="Rectangle 41"/>
            <p:cNvSpPr/>
            <p:nvPr/>
          </p:nvSpPr>
          <p:spPr>
            <a:xfrm>
              <a:off x="2544" y="1353"/>
              <a:ext cx="148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500" b="1" i="1" dirty="0">
                  <a:solidFill>
                    <a:srgbClr val="000099"/>
                  </a:solidFill>
                </a:rPr>
                <a:t>E</a:t>
              </a:r>
              <a:endParaRPr lang="en-US" altLang="zh-CN" sz="2800" b="1" dirty="0">
                <a:solidFill>
                  <a:srgbClr val="000099"/>
                </a:solidFill>
              </a:endParaRPr>
            </a:p>
          </p:txBody>
        </p:sp>
        <p:sp>
          <p:nvSpPr>
            <p:cNvPr id="32809" name="Rectangle 42"/>
            <p:cNvSpPr/>
            <p:nvPr/>
          </p:nvSpPr>
          <p:spPr>
            <a:xfrm>
              <a:off x="2561" y="1151"/>
              <a:ext cx="105" cy="2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900" b="1" dirty="0">
                  <a:solidFill>
                    <a:srgbClr val="000066"/>
                  </a:solidFill>
                  <a:latin typeface="MT Extra" panose="05050102010205020202" pitchFamily="18" charset="2"/>
                </a:rPr>
                <a:t>r</a:t>
              </a:r>
              <a:endParaRPr lang="en-US" altLang="zh-CN" b="1" dirty="0">
                <a:solidFill>
                  <a:srgbClr val="000066"/>
                </a:solidFill>
              </a:endParaRPr>
            </a:p>
          </p:txBody>
        </p:sp>
        <p:sp>
          <p:nvSpPr>
            <p:cNvPr id="32810" name="Rectangle 43"/>
            <p:cNvSpPr/>
            <p:nvPr/>
          </p:nvSpPr>
          <p:spPr>
            <a:xfrm>
              <a:off x="2204" y="788"/>
              <a:ext cx="78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solidFill>
                    <a:srgbClr val="000099"/>
                  </a:solidFill>
                </a:rPr>
                <a:t>n</a:t>
              </a:r>
              <a:endParaRPr lang="en-US" altLang="zh-CN" sz="2800" b="1" dirty="0">
                <a:solidFill>
                  <a:srgbClr val="000099"/>
                </a:solidFill>
              </a:endParaRPr>
            </a:p>
          </p:txBody>
        </p:sp>
        <p:sp>
          <p:nvSpPr>
            <p:cNvPr id="32811" name="Rectangle 44"/>
            <p:cNvSpPr/>
            <p:nvPr/>
          </p:nvSpPr>
          <p:spPr>
            <a:xfrm>
              <a:off x="2065" y="681"/>
              <a:ext cx="147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500" b="1" i="1" dirty="0">
                  <a:solidFill>
                    <a:srgbClr val="000099"/>
                  </a:solidFill>
                </a:rPr>
                <a:t>E</a:t>
              </a:r>
              <a:endParaRPr lang="en-US" altLang="zh-CN" sz="2800" b="1" dirty="0">
                <a:solidFill>
                  <a:srgbClr val="000099"/>
                </a:solidFill>
              </a:endParaRPr>
            </a:p>
          </p:txBody>
        </p:sp>
        <p:sp>
          <p:nvSpPr>
            <p:cNvPr id="32812" name="Rectangle 45"/>
            <p:cNvSpPr/>
            <p:nvPr/>
          </p:nvSpPr>
          <p:spPr>
            <a:xfrm>
              <a:off x="2097" y="480"/>
              <a:ext cx="105" cy="2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900" b="1" dirty="0">
                  <a:solidFill>
                    <a:srgbClr val="000066"/>
                  </a:solidFill>
                  <a:latin typeface="MT Extra" panose="05050102010205020202" pitchFamily="18" charset="2"/>
                </a:rPr>
                <a:t>r</a:t>
              </a:r>
              <a:endParaRPr lang="en-US" altLang="zh-CN" b="1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667694" name="Group 46"/>
          <p:cNvGrpSpPr/>
          <p:nvPr/>
        </p:nvGrpSpPr>
        <p:grpSpPr>
          <a:xfrm>
            <a:off x="2808288" y="2457450"/>
            <a:ext cx="1635125" cy="627063"/>
            <a:chOff x="4416" y="2592"/>
            <a:chExt cx="1140" cy="423"/>
          </a:xfrm>
        </p:grpSpPr>
        <p:sp>
          <p:nvSpPr>
            <p:cNvPr id="32794" name="Line 47"/>
            <p:cNvSpPr/>
            <p:nvPr/>
          </p:nvSpPr>
          <p:spPr>
            <a:xfrm flipV="1">
              <a:off x="4416" y="2592"/>
              <a:ext cx="1104" cy="38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2795" name="Object 48"/>
            <p:cNvGraphicFramePr>
              <a:graphicFrameLocks noChangeAspect="1"/>
            </p:cNvGraphicFramePr>
            <p:nvPr/>
          </p:nvGraphicFramePr>
          <p:xfrm>
            <a:off x="5220" y="2696"/>
            <a:ext cx="336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" r:id="rId21" imgW="687705" imgH="645795" progId="Equation.3">
                    <p:embed/>
                  </p:oleObj>
                </mc:Choice>
                <mc:Fallback>
                  <p:oleObj name="" r:id="rId21" imgW="687705" imgH="645795" progId="Equation.3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20" y="2696"/>
                          <a:ext cx="336" cy="3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67697" name="Object 49"/>
          <p:cNvGraphicFramePr>
            <a:graphicFrameLocks noChangeAspect="1"/>
          </p:cNvGraphicFramePr>
          <p:nvPr/>
        </p:nvGraphicFramePr>
        <p:xfrm>
          <a:off x="5256213" y="2889250"/>
          <a:ext cx="29876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23" imgW="2641600" imgH="952500" progId="Equation.DSMT4">
                  <p:embed/>
                </p:oleObj>
              </mc:Choice>
              <mc:Fallback>
                <p:oleObj name="" r:id="rId23" imgW="2641600" imgH="9525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256213" y="2889250"/>
                        <a:ext cx="2987675" cy="942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7698" name="Group 50"/>
          <p:cNvGrpSpPr/>
          <p:nvPr/>
        </p:nvGrpSpPr>
        <p:grpSpPr>
          <a:xfrm>
            <a:off x="2484438" y="2600325"/>
            <a:ext cx="369887" cy="528638"/>
            <a:chOff x="4174" y="1004"/>
            <a:chExt cx="233" cy="333"/>
          </a:xfrm>
        </p:grpSpPr>
        <p:graphicFrame>
          <p:nvGraphicFramePr>
            <p:cNvPr id="32792" name="Object 51"/>
            <p:cNvGraphicFramePr>
              <a:graphicFrameLocks noChangeAspect="1"/>
            </p:cNvGraphicFramePr>
            <p:nvPr/>
          </p:nvGraphicFramePr>
          <p:xfrm>
            <a:off x="4174" y="1004"/>
            <a:ext cx="202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" r:id="rId25" imgW="330200" imgH="431800" progId="Equation.DSMT4">
                    <p:embed/>
                  </p:oleObj>
                </mc:Choice>
                <mc:Fallback>
                  <p:oleObj name="" r:id="rId25" imgW="330200" imgH="431800" progId="Equation.DSMT4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174" y="1004"/>
                          <a:ext cx="202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3" name="Oval 52"/>
            <p:cNvSpPr/>
            <p:nvPr/>
          </p:nvSpPr>
          <p:spPr>
            <a:xfrm>
              <a:off x="4320" y="1248"/>
              <a:ext cx="87" cy="89"/>
            </a:xfrm>
            <a:prstGeom prst="ellipse">
              <a:avLst/>
            </a:prstGeom>
            <a:gradFill rotWithShape="1">
              <a:gsLst>
                <a:gs pos="0">
                  <a:srgbClr val="FF3399"/>
                </a:gs>
                <a:gs pos="100000">
                  <a:srgbClr val="761847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</p:grpSp>
      <p:sp>
        <p:nvSpPr>
          <p:cNvPr id="667701" name="Text Box 53"/>
          <p:cNvSpPr txBox="1"/>
          <p:nvPr/>
        </p:nvSpPr>
        <p:spPr>
          <a:xfrm>
            <a:off x="755650" y="4745038"/>
            <a:ext cx="34194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场强叠加原理</a:t>
            </a:r>
            <a:endParaRPr lang="zh-CN" altLang="en-US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667702" name="Text Box 54"/>
          <p:cNvSpPr txBox="1"/>
          <p:nvPr/>
        </p:nvSpPr>
        <p:spPr>
          <a:xfrm>
            <a:off x="395288" y="368300"/>
            <a:ext cx="53292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）点电荷系的电场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667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667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6677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6677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66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6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6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6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66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66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" fill="hold"/>
                                        <p:tgtEl>
                                          <p:spTgt spid="667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" fill="hold"/>
                                        <p:tgtEl>
                                          <p:spTgt spid="667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67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67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6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66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66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6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67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67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67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67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6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6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75" fill="hold"/>
                                        <p:tgtEl>
                                          <p:spTgt spid="667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75" fill="hold"/>
                                        <p:tgtEl>
                                          <p:spTgt spid="667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"/>
                            </p:stCondLst>
                            <p:childTnLst>
                              <p:par>
                                <p:cTn id="9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7" dur="500"/>
                                        <p:tgtEl>
                                          <p:spTgt spid="66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2" dur="500"/>
                                        <p:tgtEl>
                                          <p:spTgt spid="66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66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7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67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67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67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67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7650" grpId="0" animBg="1"/>
      <p:bldP spid="667651" grpId="0"/>
      <p:bldP spid="667652" grpId="0"/>
      <p:bldP spid="667653" grpId="0"/>
      <p:bldP spid="667654" grpId="0"/>
      <p:bldP spid="667659" grpId="0"/>
      <p:bldP spid="667660" grpId="0"/>
      <p:bldP spid="667661" grpId="0" animBg="1"/>
      <p:bldP spid="667662" grpId="0" animBg="1"/>
      <p:bldP spid="667701" grpId="0"/>
      <p:bldP spid="66770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68674" name="Freeform 2"/>
          <p:cNvSpPr/>
          <p:nvPr/>
        </p:nvSpPr>
        <p:spPr>
          <a:xfrm>
            <a:off x="6302375" y="2168525"/>
            <a:ext cx="1690688" cy="1620838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1230" h="1464">
                <a:moveTo>
                  <a:pt x="72" y="297"/>
                </a:moveTo>
                <a:cubicBezTo>
                  <a:pt x="91" y="242"/>
                  <a:pt x="94" y="199"/>
                  <a:pt x="118" y="161"/>
                </a:cubicBezTo>
                <a:cubicBezTo>
                  <a:pt x="142" y="123"/>
                  <a:pt x="176" y="95"/>
                  <a:pt x="219" y="71"/>
                </a:cubicBezTo>
                <a:cubicBezTo>
                  <a:pt x="262" y="47"/>
                  <a:pt x="313" y="22"/>
                  <a:pt x="377" y="15"/>
                </a:cubicBezTo>
                <a:cubicBezTo>
                  <a:pt x="441" y="8"/>
                  <a:pt x="522" y="0"/>
                  <a:pt x="603" y="26"/>
                </a:cubicBezTo>
                <a:cubicBezTo>
                  <a:pt x="684" y="52"/>
                  <a:pt x="793" y="111"/>
                  <a:pt x="863" y="173"/>
                </a:cubicBezTo>
                <a:cubicBezTo>
                  <a:pt x="933" y="235"/>
                  <a:pt x="968" y="327"/>
                  <a:pt x="1021" y="399"/>
                </a:cubicBezTo>
                <a:cubicBezTo>
                  <a:pt x="1074" y="471"/>
                  <a:pt x="1145" y="523"/>
                  <a:pt x="1179" y="602"/>
                </a:cubicBezTo>
                <a:cubicBezTo>
                  <a:pt x="1213" y="681"/>
                  <a:pt x="1230" y="766"/>
                  <a:pt x="1224" y="873"/>
                </a:cubicBezTo>
                <a:cubicBezTo>
                  <a:pt x="1218" y="980"/>
                  <a:pt x="1192" y="1152"/>
                  <a:pt x="1145" y="1246"/>
                </a:cubicBezTo>
                <a:cubicBezTo>
                  <a:pt x="1098" y="1340"/>
                  <a:pt x="1040" y="1412"/>
                  <a:pt x="942" y="1438"/>
                </a:cubicBezTo>
                <a:cubicBezTo>
                  <a:pt x="844" y="1464"/>
                  <a:pt x="675" y="1447"/>
                  <a:pt x="558" y="1404"/>
                </a:cubicBezTo>
                <a:cubicBezTo>
                  <a:pt x="441" y="1361"/>
                  <a:pt x="328" y="1280"/>
                  <a:pt x="242" y="1178"/>
                </a:cubicBezTo>
                <a:cubicBezTo>
                  <a:pt x="156" y="1076"/>
                  <a:pt x="78" y="909"/>
                  <a:pt x="39" y="794"/>
                </a:cubicBezTo>
                <a:cubicBezTo>
                  <a:pt x="0" y="679"/>
                  <a:pt x="3" y="574"/>
                  <a:pt x="5" y="489"/>
                </a:cubicBezTo>
                <a:cubicBezTo>
                  <a:pt x="7" y="404"/>
                  <a:pt x="53" y="352"/>
                  <a:pt x="72" y="297"/>
                </a:cubicBezTo>
                <a:close/>
              </a:path>
            </a:pathLst>
          </a:custGeom>
          <a:gradFill rotWithShape="0">
            <a:gsLst>
              <a:gs pos="0">
                <a:srgbClr val="6F765E">
                  <a:alpha val="100000"/>
                </a:srgbClr>
              </a:gs>
              <a:gs pos="50000">
                <a:srgbClr val="F0FFCC">
                  <a:alpha val="100000"/>
                </a:srgbClr>
              </a:gs>
              <a:gs pos="100000">
                <a:srgbClr val="6F765E">
                  <a:alpha val="100000"/>
                </a:srgbClr>
              </a:gs>
            </a:gsLst>
            <a:lin ang="18900000" scaled="1"/>
            <a:tileRect/>
          </a:gradFill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68675" name="Rectangle 3"/>
          <p:cNvSpPr/>
          <p:nvPr/>
        </p:nvSpPr>
        <p:spPr>
          <a:xfrm>
            <a:off x="419100" y="425450"/>
            <a:ext cx="67452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）任意带电体的电场</a:t>
            </a:r>
            <a:endParaRPr lang="zh-CN" altLang="en-US" sz="2800" b="1" dirty="0"/>
          </a:p>
        </p:txBody>
      </p:sp>
      <p:sp>
        <p:nvSpPr>
          <p:cNvPr id="668676" name="Oval 4"/>
          <p:cNvSpPr/>
          <p:nvPr/>
        </p:nvSpPr>
        <p:spPr>
          <a:xfrm>
            <a:off x="6619875" y="2609850"/>
            <a:ext cx="152400" cy="152400"/>
          </a:xfrm>
          <a:prstGeom prst="ellipse">
            <a:avLst/>
          </a:prstGeom>
          <a:gradFill rotWithShape="1">
            <a:gsLst>
              <a:gs pos="0">
                <a:srgbClr val="33CCFF"/>
              </a:gs>
              <a:gs pos="100000">
                <a:srgbClr val="185E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68677" name="Line 5"/>
          <p:cNvSpPr/>
          <p:nvPr/>
        </p:nvSpPr>
        <p:spPr>
          <a:xfrm>
            <a:off x="6467475" y="2000250"/>
            <a:ext cx="228600" cy="6858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668678" name="Text Box 6"/>
          <p:cNvSpPr txBox="1"/>
          <p:nvPr/>
        </p:nvSpPr>
        <p:spPr>
          <a:xfrm>
            <a:off x="7450138" y="704850"/>
            <a:ext cx="661987" cy="9144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P </a:t>
            </a:r>
            <a:r>
              <a:rPr lang="en-US" altLang="zh-CN" sz="5400" b="1" dirty="0">
                <a:solidFill>
                  <a:srgbClr val="FF0000"/>
                </a:solidFill>
              </a:rPr>
              <a:t>.</a:t>
            </a:r>
            <a:endParaRPr lang="en-US" altLang="zh-CN" sz="5400" b="1" dirty="0">
              <a:solidFill>
                <a:srgbClr val="FF0000"/>
              </a:solidFill>
            </a:endParaRPr>
          </a:p>
        </p:txBody>
      </p:sp>
      <p:sp>
        <p:nvSpPr>
          <p:cNvPr id="668679" name="Line 7"/>
          <p:cNvSpPr/>
          <p:nvPr/>
        </p:nvSpPr>
        <p:spPr>
          <a:xfrm flipV="1">
            <a:off x="6764338" y="1390650"/>
            <a:ext cx="1143000" cy="1219200"/>
          </a:xfrm>
          <a:prstGeom prst="line">
            <a:avLst/>
          </a:prstGeom>
          <a:ln w="28575" cap="flat" cmpd="sng">
            <a:solidFill>
              <a:srgbClr val="000099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668680" name="Object 8"/>
          <p:cNvGraphicFramePr>
            <a:graphicFrameLocks noChangeAspect="1"/>
          </p:cNvGraphicFramePr>
          <p:nvPr/>
        </p:nvGraphicFramePr>
        <p:xfrm>
          <a:off x="2519363" y="2205038"/>
          <a:ext cx="219551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" imgW="2133600" imgH="838200" progId="Equation.DSMT4">
                  <p:embed/>
                </p:oleObj>
              </mc:Choice>
              <mc:Fallback>
                <p:oleObj name="" r:id="rId1" imgW="2133600" imgH="8382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19363" y="2205038"/>
                        <a:ext cx="2195512" cy="892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8681" name="Group 9"/>
          <p:cNvGrpSpPr/>
          <p:nvPr/>
        </p:nvGrpSpPr>
        <p:grpSpPr>
          <a:xfrm>
            <a:off x="1298575" y="3249613"/>
            <a:ext cx="4678363" cy="519112"/>
            <a:chOff x="432" y="2279"/>
            <a:chExt cx="2947" cy="327"/>
          </a:xfrm>
        </p:grpSpPr>
        <p:sp>
          <p:nvSpPr>
            <p:cNvPr id="33826" name="Text Box 10"/>
            <p:cNvSpPr txBox="1"/>
            <p:nvPr/>
          </p:nvSpPr>
          <p:spPr>
            <a:xfrm>
              <a:off x="432" y="2279"/>
              <a:ext cx="294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所有    在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P</a:t>
              </a:r>
              <a:r>
                <a:rPr lang="zh-CN" altLang="en-US" sz="2800" b="1" dirty="0"/>
                <a:t>点产生的电场</a:t>
              </a:r>
              <a:endParaRPr lang="zh-CN" altLang="en-US" sz="2800" b="1" dirty="0"/>
            </a:p>
          </p:txBody>
        </p:sp>
        <p:graphicFrame>
          <p:nvGraphicFramePr>
            <p:cNvPr id="33827" name="Object 11"/>
            <p:cNvGraphicFramePr>
              <a:graphicFrameLocks noChangeAspect="1"/>
            </p:cNvGraphicFramePr>
            <p:nvPr/>
          </p:nvGraphicFramePr>
          <p:xfrm>
            <a:off x="931" y="2327"/>
            <a:ext cx="231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" r:id="rId3" imgW="419100" imgH="444500" progId="Equation.DSMT4">
                    <p:embed/>
                  </p:oleObj>
                </mc:Choice>
                <mc:Fallback>
                  <p:oleObj name="" r:id="rId3" imgW="419100" imgH="444500" progId="Equation.DSMT4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31" y="2327"/>
                          <a:ext cx="231" cy="2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68684" name="Group 12"/>
          <p:cNvGrpSpPr/>
          <p:nvPr/>
        </p:nvGrpSpPr>
        <p:grpSpPr>
          <a:xfrm>
            <a:off x="1387475" y="1665288"/>
            <a:ext cx="5921375" cy="519112"/>
            <a:chOff x="420" y="1243"/>
            <a:chExt cx="3730" cy="327"/>
          </a:xfrm>
        </p:grpSpPr>
        <p:sp>
          <p:nvSpPr>
            <p:cNvPr id="33824" name="Text Box 13"/>
            <p:cNvSpPr txBox="1"/>
            <p:nvPr/>
          </p:nvSpPr>
          <p:spPr>
            <a:xfrm>
              <a:off x="583" y="1243"/>
              <a:ext cx="356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在任意点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P</a:t>
              </a:r>
              <a:r>
                <a:rPr lang="zh-CN" altLang="en-US" sz="2800" b="1" dirty="0"/>
                <a:t>处产生的电场为</a:t>
              </a:r>
              <a:endParaRPr lang="zh-CN" altLang="en-US" sz="2800" b="1" dirty="0"/>
            </a:p>
          </p:txBody>
        </p:sp>
        <p:graphicFrame>
          <p:nvGraphicFramePr>
            <p:cNvPr id="33825" name="Object 14"/>
            <p:cNvGraphicFramePr>
              <a:graphicFrameLocks noChangeAspect="1"/>
            </p:cNvGraphicFramePr>
            <p:nvPr/>
          </p:nvGraphicFramePr>
          <p:xfrm>
            <a:off x="420" y="1284"/>
            <a:ext cx="249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8" name="" r:id="rId5" imgW="419100" imgH="444500" progId="Equation.DSMT4">
                    <p:embed/>
                  </p:oleObj>
                </mc:Choice>
                <mc:Fallback>
                  <p:oleObj name="" r:id="rId5" imgW="419100" imgH="444500" progId="Equation.DSMT4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20" y="1284"/>
                          <a:ext cx="249" cy="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68687" name="Object 15"/>
          <p:cNvGraphicFramePr>
            <a:graphicFrameLocks noChangeAspect="1"/>
          </p:cNvGraphicFramePr>
          <p:nvPr/>
        </p:nvGraphicFramePr>
        <p:xfrm>
          <a:off x="6280150" y="1652588"/>
          <a:ext cx="376238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7" imgW="381000" imgH="393700" progId="Equation.DSMT4">
                  <p:embed/>
                </p:oleObj>
              </mc:Choice>
              <mc:Fallback>
                <p:oleObj name="" r:id="rId7" imgW="381000" imgH="3937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80150" y="1652588"/>
                        <a:ext cx="376238" cy="388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8688" name="Text Box 16"/>
          <p:cNvSpPr txBox="1"/>
          <p:nvPr/>
        </p:nvSpPr>
        <p:spPr>
          <a:xfrm>
            <a:off x="1289050" y="1038225"/>
            <a:ext cx="67389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将其无限划分成许多电荷元 </a:t>
            </a:r>
            <a:r>
              <a:rPr lang="en-US" altLang="zh-CN" sz="2800" dirty="0"/>
              <a:t>d</a:t>
            </a:r>
            <a:r>
              <a:rPr lang="en-US" altLang="zh-CN" sz="2800" b="1" i="1" dirty="0"/>
              <a:t>q </a:t>
            </a:r>
            <a:r>
              <a:rPr lang="zh-CN" altLang="en-US" sz="2800" b="1" dirty="0"/>
              <a:t>组成</a:t>
            </a:r>
            <a:endParaRPr lang="zh-CN" altLang="en-US" sz="2800" b="1" dirty="0"/>
          </a:p>
        </p:txBody>
      </p:sp>
      <p:graphicFrame>
        <p:nvGraphicFramePr>
          <p:cNvPr id="668689" name="Object 17"/>
          <p:cNvGraphicFramePr>
            <a:graphicFrameLocks noChangeAspect="1"/>
          </p:cNvGraphicFramePr>
          <p:nvPr/>
        </p:nvGraphicFramePr>
        <p:xfrm>
          <a:off x="2219325" y="3927475"/>
          <a:ext cx="141605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9" imgW="1295400" imgH="533400" progId="Equation.DSMT4">
                  <p:embed/>
                </p:oleObj>
              </mc:Choice>
              <mc:Fallback>
                <p:oleObj name="" r:id="rId9" imgW="1295400" imgH="5334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19325" y="3927475"/>
                        <a:ext cx="1416050" cy="582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90" name="Object 18"/>
          <p:cNvGraphicFramePr>
            <a:graphicFrameLocks noChangeAspect="1"/>
          </p:cNvGraphicFramePr>
          <p:nvPr/>
        </p:nvGraphicFramePr>
        <p:xfrm>
          <a:off x="3667125" y="3733800"/>
          <a:ext cx="1768475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11" imgW="1638300" imgH="838200" progId="Equation.DSMT4">
                  <p:embed/>
                </p:oleObj>
              </mc:Choice>
              <mc:Fallback>
                <p:oleObj name="" r:id="rId11" imgW="1638300" imgH="8382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67125" y="3733800"/>
                        <a:ext cx="1768475" cy="919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8691" name="AutoShape 19"/>
          <p:cNvSpPr/>
          <p:nvPr/>
        </p:nvSpPr>
        <p:spPr>
          <a:xfrm>
            <a:off x="2286000" y="5040313"/>
            <a:ext cx="228600" cy="1143000"/>
          </a:xfrm>
          <a:prstGeom prst="leftBrace">
            <a:avLst>
              <a:gd name="adj1" fmla="val 41666"/>
              <a:gd name="adj2" fmla="val 50000"/>
            </a:avLst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668692" name="Object 20"/>
          <p:cNvGraphicFramePr>
            <a:graphicFrameLocks noChangeAspect="1"/>
          </p:cNvGraphicFramePr>
          <p:nvPr/>
        </p:nvGraphicFramePr>
        <p:xfrm>
          <a:off x="2698750" y="4811713"/>
          <a:ext cx="4191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3" imgW="533400" imgH="508000" progId="Equation.3">
                  <p:embed/>
                </p:oleObj>
              </mc:Choice>
              <mc:Fallback>
                <p:oleObj name="" r:id="rId13" imgW="533400" imgH="5080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98750" y="4811713"/>
                        <a:ext cx="419100" cy="407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93" name="Object 21"/>
          <p:cNvGraphicFramePr>
            <a:graphicFrameLocks noChangeAspect="1"/>
          </p:cNvGraphicFramePr>
          <p:nvPr/>
        </p:nvGraphicFramePr>
        <p:xfrm>
          <a:off x="971550" y="5362575"/>
          <a:ext cx="12176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5" imgW="1295400" imgH="533400" progId="Equation.DSMT4">
                  <p:embed/>
                </p:oleObj>
              </mc:Choice>
              <mc:Fallback>
                <p:oleObj name="" r:id="rId15" imgW="1295400" imgH="5334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71550" y="5362575"/>
                        <a:ext cx="1217613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94" name="Object 22"/>
          <p:cNvGraphicFramePr>
            <a:graphicFrameLocks noChangeAspect="1"/>
          </p:cNvGraphicFramePr>
          <p:nvPr/>
        </p:nvGraphicFramePr>
        <p:xfrm>
          <a:off x="3200400" y="4772025"/>
          <a:ext cx="10668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17" imgW="1040765" imgH="482600" progId="Equation.DSMT4">
                  <p:embed/>
                </p:oleObj>
              </mc:Choice>
              <mc:Fallback>
                <p:oleObj name="" r:id="rId17" imgW="1040765" imgH="4826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00400" y="4772025"/>
                        <a:ext cx="1066800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95" name="Object 23"/>
          <p:cNvGraphicFramePr>
            <a:graphicFrameLocks noChangeAspect="1"/>
          </p:cNvGraphicFramePr>
          <p:nvPr/>
        </p:nvGraphicFramePr>
        <p:xfrm>
          <a:off x="2698750" y="5314950"/>
          <a:ext cx="150018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19" imgW="1536700" imgH="482600" progId="Equation.DSMT4">
                  <p:embed/>
                </p:oleObj>
              </mc:Choice>
              <mc:Fallback>
                <p:oleObj name="" r:id="rId19" imgW="1536700" imgH="482600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698750" y="5314950"/>
                        <a:ext cx="1500188" cy="500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96" name="Object 24"/>
          <p:cNvGraphicFramePr>
            <a:graphicFrameLocks noChangeAspect="1"/>
          </p:cNvGraphicFramePr>
          <p:nvPr/>
        </p:nvGraphicFramePr>
        <p:xfrm>
          <a:off x="2698750" y="5873750"/>
          <a:ext cx="15589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21" imgW="1485900" imgH="482600" progId="Equation.DSMT4">
                  <p:embed/>
                </p:oleObj>
              </mc:Choice>
              <mc:Fallback>
                <p:oleObj name="" r:id="rId21" imgW="1485900" imgH="4826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698750" y="5873750"/>
                        <a:ext cx="1558925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98" name="Object 26"/>
          <p:cNvGraphicFramePr>
            <a:graphicFrameLocks noChangeAspect="1"/>
          </p:cNvGraphicFramePr>
          <p:nvPr/>
        </p:nvGraphicFramePr>
        <p:xfrm>
          <a:off x="5076825" y="4724400"/>
          <a:ext cx="30035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23" imgW="3959860" imgH="621030" progId="Equation.3">
                  <p:embed/>
                </p:oleObj>
              </mc:Choice>
              <mc:Fallback>
                <p:oleObj name="" r:id="rId23" imgW="3959860" imgH="62103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76825" y="4724400"/>
                        <a:ext cx="3003550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99" name="Object 27"/>
          <p:cNvGraphicFramePr>
            <a:graphicFrameLocks noChangeAspect="1"/>
          </p:cNvGraphicFramePr>
          <p:nvPr/>
        </p:nvGraphicFramePr>
        <p:xfrm>
          <a:off x="5076825" y="5254625"/>
          <a:ext cx="295433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25" imgW="3086100" imgH="596900" progId="Equation.DSMT4">
                  <p:embed/>
                </p:oleObj>
              </mc:Choice>
              <mc:Fallback>
                <p:oleObj name="" r:id="rId25" imgW="3086100" imgH="5969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076825" y="5254625"/>
                        <a:ext cx="2954338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8700" name="Group 28"/>
          <p:cNvGrpSpPr/>
          <p:nvPr/>
        </p:nvGrpSpPr>
        <p:grpSpPr>
          <a:xfrm>
            <a:off x="7977188" y="584200"/>
            <a:ext cx="482600" cy="730250"/>
            <a:chOff x="4940" y="308"/>
            <a:chExt cx="304" cy="460"/>
          </a:xfrm>
        </p:grpSpPr>
        <p:sp>
          <p:nvSpPr>
            <p:cNvPr id="33822" name="Line 29"/>
            <p:cNvSpPr/>
            <p:nvPr/>
          </p:nvSpPr>
          <p:spPr>
            <a:xfrm flipV="1">
              <a:off x="4944" y="576"/>
              <a:ext cx="192" cy="19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3823" name="Object 30"/>
            <p:cNvGraphicFramePr>
              <a:graphicFrameLocks noChangeAspect="1"/>
            </p:cNvGraphicFramePr>
            <p:nvPr/>
          </p:nvGraphicFramePr>
          <p:xfrm>
            <a:off x="4940" y="308"/>
            <a:ext cx="304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27" imgW="621030" imgH="595630" progId="Equation.DSMT4">
                    <p:embed/>
                  </p:oleObj>
                </mc:Choice>
                <mc:Fallback>
                  <p:oleObj name="" r:id="rId27" imgW="621030" imgH="595630" progId="Equation.DSMT4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28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40" y="308"/>
                          <a:ext cx="304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8703" name="AutoShape 31"/>
          <p:cNvSpPr/>
          <p:nvPr/>
        </p:nvSpPr>
        <p:spPr>
          <a:xfrm>
            <a:off x="5724525" y="3789363"/>
            <a:ext cx="2038350" cy="647700"/>
          </a:xfrm>
          <a:prstGeom prst="wedgeEllipseCallout">
            <a:avLst>
              <a:gd name="adj1" fmla="val -64796"/>
              <a:gd name="adj2" fmla="val 15194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800" b="1" dirty="0"/>
          </a:p>
        </p:txBody>
      </p:sp>
      <p:graphicFrame>
        <p:nvGraphicFramePr>
          <p:cNvPr id="668704" name="Object 32"/>
          <p:cNvGraphicFramePr>
            <a:graphicFrameLocks noChangeAspect="1"/>
          </p:cNvGraphicFramePr>
          <p:nvPr/>
        </p:nvGraphicFramePr>
        <p:xfrm>
          <a:off x="7221538" y="1543050"/>
          <a:ext cx="2159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29" imgW="268605" imgH="368935" progId="Equation.3">
                  <p:embed/>
                </p:oleObj>
              </mc:Choice>
              <mc:Fallback>
                <p:oleObj name="" r:id="rId29" imgW="268605" imgH="368935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221538" y="1543050"/>
                        <a:ext cx="215900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705" name="Object 33"/>
          <p:cNvGraphicFramePr>
            <a:graphicFrameLocks noChangeAspect="1"/>
          </p:cNvGraphicFramePr>
          <p:nvPr/>
        </p:nvGraphicFramePr>
        <p:xfrm>
          <a:off x="5110163" y="5876925"/>
          <a:ext cx="1801812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31" imgW="1854200" imgH="838200" progId="Equation.DSMT4">
                  <p:embed/>
                </p:oleObj>
              </mc:Choice>
              <mc:Fallback>
                <p:oleObj name="" r:id="rId31" imgW="1854200" imgH="8382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110163" y="5876925"/>
                        <a:ext cx="1801812" cy="814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8706" name="AutoShape 34"/>
          <p:cNvSpPr/>
          <p:nvPr/>
        </p:nvSpPr>
        <p:spPr>
          <a:xfrm>
            <a:off x="4716463" y="4941888"/>
            <a:ext cx="288925" cy="1366837"/>
          </a:xfrm>
          <a:prstGeom prst="leftBrace">
            <a:avLst>
              <a:gd name="adj1" fmla="val 39423"/>
              <a:gd name="adj2" fmla="val 50000"/>
            </a:avLst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68707" name="Text Box 35"/>
          <p:cNvSpPr txBox="1"/>
          <p:nvPr/>
        </p:nvSpPr>
        <p:spPr>
          <a:xfrm>
            <a:off x="5903913" y="3860800"/>
            <a:ext cx="29987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矢量积分</a:t>
            </a:r>
            <a:endParaRPr lang="zh-CN" altLang="en-US" sz="2800" b="1" dirty="0"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75"/>
                                        <p:tgtEl>
                                          <p:spTgt spid="66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25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6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66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6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66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6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500"/>
                            </p:stCondLst>
                            <p:childTnLst>
                              <p:par>
                                <p:cTn id="3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66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66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6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6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68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68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6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66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686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686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9" dur="500"/>
                                        <p:tgtEl>
                                          <p:spTgt spid="66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500"/>
                                        <p:tgtEl>
                                          <p:spTgt spid="66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68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68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68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68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8" dur="500"/>
                                        <p:tgtEl>
                                          <p:spTgt spid="66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2" dur="500"/>
                                        <p:tgtEl>
                                          <p:spTgt spid="66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68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68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68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68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68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68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668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68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686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686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6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1" dur="500"/>
                                        <p:tgtEl>
                                          <p:spTgt spid="66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6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6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675" grpId="0"/>
      <p:bldP spid="668676" grpId="0" animBg="1"/>
      <p:bldP spid="668678" grpId="0"/>
      <p:bldP spid="668688" grpId="0"/>
      <p:bldP spid="668691" grpId="0" animBg="1"/>
      <p:bldP spid="668703" grpId="0" animBg="1"/>
      <p:bldP spid="668706" grpId="0" animBg="1"/>
      <p:bldP spid="66870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69698" name="Rectangle 2"/>
          <p:cNvSpPr/>
          <p:nvPr/>
        </p:nvSpPr>
        <p:spPr>
          <a:xfrm>
            <a:off x="5795963" y="1808163"/>
            <a:ext cx="2808287" cy="3600450"/>
          </a:xfrm>
          <a:prstGeom prst="rect">
            <a:avLst/>
          </a:prstGeom>
          <a:solidFill>
            <a:srgbClr val="EAEAEA"/>
          </a:solidFill>
          <a:ln w="9525">
            <a:noFill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69699" name="Text Box 3"/>
          <p:cNvSpPr txBox="1"/>
          <p:nvPr/>
        </p:nvSpPr>
        <p:spPr>
          <a:xfrm>
            <a:off x="719138" y="388938"/>
            <a:ext cx="82454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</a:rPr>
              <a:t>1.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求电偶极子中垂线上任一点的电场强度。</a:t>
            </a:r>
            <a:endParaRPr lang="zh-CN" altLang="en-US" sz="2800" b="1" dirty="0"/>
          </a:p>
        </p:txBody>
      </p:sp>
      <p:sp>
        <p:nvSpPr>
          <p:cNvPr id="669700" name="Text Box 4"/>
          <p:cNvSpPr txBox="1"/>
          <p:nvPr/>
        </p:nvSpPr>
        <p:spPr>
          <a:xfrm>
            <a:off x="1258888" y="950913"/>
            <a:ext cx="712787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ea typeface="楷体_GB2312" pitchFamily="49" charset="-122"/>
              </a:rPr>
              <a:t>        </a:t>
            </a:r>
            <a:r>
              <a:rPr lang="zh-CN" altLang="en-US" sz="2400" b="1" dirty="0">
                <a:ea typeface="楷体_GB2312" pitchFamily="49" charset="-122"/>
              </a:rPr>
              <a:t>等量异</a:t>
            </a:r>
            <a:r>
              <a:rPr lang="zh-CN" altLang="en-US" sz="2400" b="1" dirty="0">
                <a:ea typeface="楷体_GB2312" pitchFamily="49" charset="-122"/>
              </a:rPr>
              <a:t>点</a:t>
            </a:r>
            <a:r>
              <a:rPr lang="zh-CN" altLang="en-US" sz="2400" b="1" dirty="0">
                <a:ea typeface="楷体_GB2312" pitchFamily="49" charset="-122"/>
              </a:rPr>
              <a:t>号电荷</a:t>
            </a:r>
            <a:r>
              <a:rPr lang="en-US" altLang="zh-CN" sz="2400" b="1" dirty="0">
                <a:ea typeface="楷体_GB2312" pitchFamily="49" charset="-122"/>
              </a:rPr>
              <a:t>+</a:t>
            </a:r>
            <a:r>
              <a:rPr lang="en-US" altLang="zh-CN" sz="2400" b="1" i="1" dirty="0">
                <a:ea typeface="楷体_GB2312" pitchFamily="49" charset="-122"/>
              </a:rPr>
              <a:t>q</a:t>
            </a:r>
            <a:r>
              <a:rPr lang="zh-CN" altLang="en-US" sz="2400" b="1" dirty="0">
                <a:ea typeface="楷体_GB2312" pitchFamily="49" charset="-122"/>
              </a:rPr>
              <a:t>、</a:t>
            </a:r>
            <a:r>
              <a:rPr lang="en-US" altLang="zh-CN" sz="2400" b="1" dirty="0">
                <a:ea typeface="楷体_GB2312" pitchFamily="49" charset="-122"/>
              </a:rPr>
              <a:t>-</a:t>
            </a:r>
            <a:r>
              <a:rPr lang="en-US" altLang="zh-CN" sz="2400" b="1" i="1" dirty="0">
                <a:ea typeface="楷体_GB2312" pitchFamily="49" charset="-122"/>
              </a:rPr>
              <a:t>q</a:t>
            </a:r>
            <a:r>
              <a:rPr lang="en-US" altLang="zh-CN" sz="2400" b="1" dirty="0">
                <a:ea typeface="楷体_GB2312" pitchFamily="49" charset="-122"/>
              </a:rPr>
              <a:t>, </a:t>
            </a:r>
            <a:r>
              <a:rPr lang="zh-CN" altLang="en-US" sz="2400" b="1" dirty="0">
                <a:ea typeface="楷体_GB2312" pitchFamily="49" charset="-122"/>
              </a:rPr>
              <a:t>相距为</a:t>
            </a:r>
            <a:r>
              <a:rPr lang="en-US" altLang="zh-CN" sz="2400" b="1" i="1" dirty="0">
                <a:ea typeface="楷体_GB2312" pitchFamily="49" charset="-122"/>
              </a:rPr>
              <a:t>l</a:t>
            </a:r>
            <a:r>
              <a:rPr lang="en-US" altLang="zh-CN" sz="2400" b="1" dirty="0">
                <a:ea typeface="楷体_GB2312" pitchFamily="49" charset="-122"/>
              </a:rPr>
              <a:t>,  </a:t>
            </a:r>
            <a:r>
              <a:rPr lang="en-US" altLang="zh-CN" sz="2400" b="1" i="1" dirty="0">
                <a:ea typeface="楷体_GB2312" pitchFamily="49" charset="-122"/>
              </a:rPr>
              <a:t>l </a:t>
            </a:r>
            <a:r>
              <a:rPr lang="zh-CN" altLang="en-US" sz="2400" b="1" dirty="0">
                <a:ea typeface="楷体_GB2312" pitchFamily="49" charset="-122"/>
              </a:rPr>
              <a:t>相对于所</a:t>
            </a:r>
            <a:endParaRPr lang="zh-CN" altLang="en-US" sz="2400" b="1" dirty="0"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ea typeface="楷体_GB2312" pitchFamily="49" charset="-122"/>
              </a:rPr>
              <a:t>求场点的</a:t>
            </a:r>
            <a:r>
              <a:rPr lang="zh-CN" altLang="en-US" sz="2400" b="1" dirty="0">
                <a:ea typeface="楷体_GB2312" pitchFamily="49" charset="-122"/>
              </a:rPr>
              <a:t>距离</a:t>
            </a:r>
            <a:r>
              <a:rPr lang="zh-CN" altLang="en-US" sz="2400" b="1" dirty="0">
                <a:ea typeface="楷体_GB2312" pitchFamily="49" charset="-122"/>
              </a:rPr>
              <a:t>很小</a:t>
            </a:r>
            <a:r>
              <a:rPr lang="en-US" altLang="zh-CN" sz="2400" b="1" dirty="0">
                <a:ea typeface="楷体_GB2312" pitchFamily="49" charset="-122"/>
              </a:rPr>
              <a:t>,</a:t>
            </a:r>
            <a:r>
              <a:rPr lang="zh-CN" altLang="en-US" sz="2400" b="1" dirty="0">
                <a:ea typeface="楷体_GB2312" pitchFamily="49" charset="-122"/>
              </a:rPr>
              <a:t>称该带电体系为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电偶极子</a:t>
            </a:r>
            <a:r>
              <a:rPr lang="zh-CN" altLang="en-US" sz="2400" b="1" dirty="0">
                <a:ea typeface="楷体_GB2312" pitchFamily="49" charset="-122"/>
              </a:rPr>
              <a:t>。</a:t>
            </a:r>
            <a:endParaRPr lang="zh-CN" altLang="en-US" sz="2400" b="1" dirty="0">
              <a:ea typeface="楷体_GB2312" pitchFamily="49" charset="-122"/>
            </a:endParaRPr>
          </a:p>
        </p:txBody>
      </p:sp>
      <p:graphicFrame>
        <p:nvGraphicFramePr>
          <p:cNvPr id="669701" name="Object 5"/>
          <p:cNvGraphicFramePr>
            <a:graphicFrameLocks noChangeAspect="1"/>
          </p:cNvGraphicFramePr>
          <p:nvPr/>
        </p:nvGraphicFramePr>
        <p:xfrm>
          <a:off x="7140575" y="4964113"/>
          <a:ext cx="20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1" imgW="254000" imgH="457200" progId="Equation.3">
                  <p:embed/>
                </p:oleObj>
              </mc:Choice>
              <mc:Fallback>
                <p:oleObj name="" r:id="rId1" imgW="254000" imgH="4572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140575" y="4964113"/>
                        <a:ext cx="203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9702" name="Line 6"/>
          <p:cNvSpPr/>
          <p:nvPr/>
        </p:nvSpPr>
        <p:spPr>
          <a:xfrm flipV="1">
            <a:off x="7181850" y="2449513"/>
            <a:ext cx="0" cy="2514600"/>
          </a:xfrm>
          <a:prstGeom prst="line">
            <a:avLst/>
          </a:prstGeom>
          <a:ln w="19050" cap="flat" cmpd="sng">
            <a:solidFill>
              <a:schemeClr val="tx2"/>
            </a:solidFill>
            <a:prstDash val="lgDashDot"/>
            <a:headEnd type="none" w="med" len="med"/>
            <a:tailEnd type="none" w="med" len="med"/>
          </a:ln>
        </p:spPr>
      </p:sp>
      <p:grpSp>
        <p:nvGrpSpPr>
          <p:cNvPr id="669703" name="Group 7"/>
          <p:cNvGrpSpPr/>
          <p:nvPr/>
        </p:nvGrpSpPr>
        <p:grpSpPr>
          <a:xfrm>
            <a:off x="6267450" y="4583113"/>
            <a:ext cx="1752600" cy="519112"/>
            <a:chOff x="4512" y="1426"/>
            <a:chExt cx="1104" cy="327"/>
          </a:xfrm>
        </p:grpSpPr>
        <p:grpSp>
          <p:nvGrpSpPr>
            <p:cNvPr id="34858" name="Group 8"/>
            <p:cNvGrpSpPr/>
            <p:nvPr/>
          </p:nvGrpSpPr>
          <p:grpSpPr>
            <a:xfrm>
              <a:off x="4512" y="1426"/>
              <a:ext cx="1104" cy="327"/>
              <a:chOff x="4560" y="1476"/>
              <a:chExt cx="960" cy="279"/>
            </a:xfrm>
          </p:grpSpPr>
          <p:grpSp>
            <p:nvGrpSpPr>
              <p:cNvPr id="34860" name="Group 9"/>
              <p:cNvGrpSpPr/>
              <p:nvPr/>
            </p:nvGrpSpPr>
            <p:grpSpPr>
              <a:xfrm>
                <a:off x="4560" y="1476"/>
                <a:ext cx="144" cy="279"/>
                <a:chOff x="384" y="1620"/>
                <a:chExt cx="144" cy="279"/>
              </a:xfrm>
            </p:grpSpPr>
            <p:sp>
              <p:nvSpPr>
                <p:cNvPr id="34866" name="Oval 10"/>
                <p:cNvSpPr/>
                <p:nvPr/>
              </p:nvSpPr>
              <p:spPr>
                <a:xfrm>
                  <a:off x="432" y="1776"/>
                  <a:ext cx="96" cy="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33CCFF"/>
                    </a:gs>
                    <a:gs pos="100000">
                      <a:srgbClr val="185E76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endParaRPr lang="zh-CN" altLang="en-US" sz="2800" b="1" dirty="0"/>
                </a:p>
              </p:txBody>
            </p:sp>
            <p:sp>
              <p:nvSpPr>
                <p:cNvPr id="34867" name="Text Box 11"/>
                <p:cNvSpPr txBox="1"/>
                <p:nvPr/>
              </p:nvSpPr>
              <p:spPr>
                <a:xfrm>
                  <a:off x="384" y="1620"/>
                  <a:ext cx="101" cy="27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zh-CN" sz="2800" b="1" dirty="0"/>
                </a:p>
              </p:txBody>
            </p:sp>
          </p:grpSp>
          <p:grpSp>
            <p:nvGrpSpPr>
              <p:cNvPr id="34861" name="Group 12"/>
              <p:cNvGrpSpPr/>
              <p:nvPr/>
            </p:nvGrpSpPr>
            <p:grpSpPr>
              <a:xfrm>
                <a:off x="5424" y="1632"/>
                <a:ext cx="96" cy="96"/>
                <a:chOff x="1008" y="1584"/>
                <a:chExt cx="96" cy="96"/>
              </a:xfrm>
            </p:grpSpPr>
            <p:sp>
              <p:nvSpPr>
                <p:cNvPr id="34863" name="Oval 13"/>
                <p:cNvSpPr/>
                <p:nvPr/>
              </p:nvSpPr>
              <p:spPr>
                <a:xfrm>
                  <a:off x="1008" y="1584"/>
                  <a:ext cx="96" cy="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endParaRPr lang="zh-CN" altLang="en-US" sz="2800" b="1" dirty="0"/>
                </a:p>
              </p:txBody>
            </p:sp>
            <p:sp>
              <p:nvSpPr>
                <p:cNvPr id="34864" name="Line 14"/>
                <p:cNvSpPr/>
                <p:nvPr/>
              </p:nvSpPr>
              <p:spPr>
                <a:xfrm>
                  <a:off x="1008" y="1632"/>
                  <a:ext cx="96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65" name="Line 15"/>
                <p:cNvSpPr/>
                <p:nvPr/>
              </p:nvSpPr>
              <p:spPr>
                <a:xfrm>
                  <a:off x="1056" y="1584"/>
                  <a:ext cx="0" cy="9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4862" name="Line 16"/>
              <p:cNvSpPr/>
              <p:nvPr/>
            </p:nvSpPr>
            <p:spPr>
              <a:xfrm>
                <a:off x="4704" y="1680"/>
                <a:ext cx="720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34859" name="Line 17"/>
            <p:cNvSpPr/>
            <p:nvPr/>
          </p:nvSpPr>
          <p:spPr>
            <a:xfrm>
              <a:off x="4608" y="1680"/>
              <a:ext cx="48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669714" name="Object 18"/>
          <p:cNvGraphicFramePr>
            <a:graphicFrameLocks noChangeAspect="1"/>
          </p:cNvGraphicFramePr>
          <p:nvPr/>
        </p:nvGraphicFramePr>
        <p:xfrm>
          <a:off x="7110413" y="2951163"/>
          <a:ext cx="147637" cy="14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3" imgW="285115" imgH="285115" progId="Equation.3">
                  <p:embed/>
                </p:oleObj>
              </mc:Choice>
              <mc:Fallback>
                <p:oleObj name="" r:id="rId3" imgW="285115" imgH="285115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10413" y="2951163"/>
                        <a:ext cx="147637" cy="14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9715" name="Text Box 19"/>
          <p:cNvSpPr txBox="1"/>
          <p:nvPr/>
        </p:nvSpPr>
        <p:spPr>
          <a:xfrm>
            <a:off x="7181850" y="2449513"/>
            <a:ext cx="4016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P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669716" name="Line 20"/>
          <p:cNvSpPr/>
          <p:nvPr/>
        </p:nvSpPr>
        <p:spPr>
          <a:xfrm flipH="1">
            <a:off x="6419850" y="2982913"/>
            <a:ext cx="762000" cy="1981200"/>
          </a:xfrm>
          <a:prstGeom prst="line">
            <a:avLst/>
          </a:prstGeom>
          <a:ln w="19050" cap="flat" cmpd="sng">
            <a:solidFill>
              <a:srgbClr val="000000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669717" name="Line 21"/>
          <p:cNvSpPr/>
          <p:nvPr/>
        </p:nvSpPr>
        <p:spPr>
          <a:xfrm>
            <a:off x="7181850" y="2982913"/>
            <a:ext cx="762000" cy="1981200"/>
          </a:xfrm>
          <a:prstGeom prst="line">
            <a:avLst/>
          </a:prstGeom>
          <a:ln w="19050" cap="flat" cmpd="sng">
            <a:solidFill>
              <a:srgbClr val="000000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669718" name="Line 22"/>
          <p:cNvSpPr/>
          <p:nvPr/>
        </p:nvSpPr>
        <p:spPr>
          <a:xfrm flipH="1">
            <a:off x="6877050" y="2982913"/>
            <a:ext cx="304800" cy="8382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669719" name="Line 23"/>
          <p:cNvSpPr/>
          <p:nvPr/>
        </p:nvSpPr>
        <p:spPr>
          <a:xfrm flipH="1" flipV="1">
            <a:off x="6877050" y="2297113"/>
            <a:ext cx="304800" cy="6858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669720" name="Line 24"/>
          <p:cNvSpPr/>
          <p:nvPr/>
        </p:nvSpPr>
        <p:spPr>
          <a:xfrm>
            <a:off x="6496050" y="2982913"/>
            <a:ext cx="1524000" cy="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9721" name="Text Box 25"/>
          <p:cNvSpPr txBox="1"/>
          <p:nvPr/>
        </p:nvSpPr>
        <p:spPr>
          <a:xfrm>
            <a:off x="7851775" y="2830513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x</a:t>
            </a:r>
            <a:endParaRPr lang="en-US" altLang="zh-CN" sz="2800" b="1" dirty="0"/>
          </a:p>
        </p:txBody>
      </p:sp>
      <p:sp>
        <p:nvSpPr>
          <p:cNvPr id="669722" name="Line 26"/>
          <p:cNvSpPr/>
          <p:nvPr/>
        </p:nvSpPr>
        <p:spPr>
          <a:xfrm flipV="1">
            <a:off x="7181850" y="2144713"/>
            <a:ext cx="0" cy="83820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9723" name="Text Box 27"/>
          <p:cNvSpPr txBox="1"/>
          <p:nvPr/>
        </p:nvSpPr>
        <p:spPr>
          <a:xfrm>
            <a:off x="7181850" y="1865313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y</a:t>
            </a:r>
            <a:endParaRPr lang="en-US" altLang="zh-CN" b="1" dirty="0"/>
          </a:p>
        </p:txBody>
      </p:sp>
      <p:sp>
        <p:nvSpPr>
          <p:cNvPr id="669724" name="Line 28"/>
          <p:cNvSpPr/>
          <p:nvPr/>
        </p:nvSpPr>
        <p:spPr>
          <a:xfrm flipH="1">
            <a:off x="6572250" y="2982913"/>
            <a:ext cx="609600" cy="0"/>
          </a:xfrm>
          <a:prstGeom prst="line">
            <a:avLst/>
          </a:prstGeom>
          <a:ln w="38100" cap="flat" cmpd="sng">
            <a:solidFill>
              <a:srgbClr val="004F00"/>
            </a:solidFill>
            <a:prstDash val="solid"/>
            <a:headEnd type="none" w="med" len="med"/>
            <a:tailEnd type="triangle" w="med" len="lg"/>
          </a:ln>
        </p:spPr>
      </p:sp>
      <p:graphicFrame>
        <p:nvGraphicFramePr>
          <p:cNvPr id="669725" name="Object 29"/>
          <p:cNvGraphicFramePr>
            <a:graphicFrameLocks noChangeAspect="1"/>
          </p:cNvGraphicFramePr>
          <p:nvPr/>
        </p:nvGraphicFramePr>
        <p:xfrm>
          <a:off x="7562850" y="4583113"/>
          <a:ext cx="22542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5" imgW="292100" imgH="381000" progId="Equation.3">
                  <p:embed/>
                </p:oleObj>
              </mc:Choice>
              <mc:Fallback>
                <p:oleObj name="" r:id="rId5" imgW="292100" imgH="3810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62850" y="4583113"/>
                        <a:ext cx="225425" cy="266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9726" name="Freeform 30"/>
          <p:cNvSpPr/>
          <p:nvPr/>
        </p:nvSpPr>
        <p:spPr>
          <a:xfrm>
            <a:off x="7778750" y="4735513"/>
            <a:ext cx="88900" cy="2286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6" h="144">
                <a:moveTo>
                  <a:pt x="56" y="0"/>
                </a:moveTo>
                <a:cubicBezTo>
                  <a:pt x="36" y="16"/>
                  <a:pt x="16" y="32"/>
                  <a:pt x="8" y="48"/>
                </a:cubicBezTo>
                <a:cubicBezTo>
                  <a:pt x="0" y="64"/>
                  <a:pt x="8" y="80"/>
                  <a:pt x="8" y="96"/>
                </a:cubicBezTo>
                <a:cubicBezTo>
                  <a:pt x="8" y="112"/>
                  <a:pt x="8" y="136"/>
                  <a:pt x="8" y="144"/>
                </a:cubicBezTo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69727" name="Text Box 31"/>
          <p:cNvSpPr txBox="1"/>
          <p:nvPr/>
        </p:nvSpPr>
        <p:spPr>
          <a:xfrm>
            <a:off x="790575" y="1881188"/>
            <a:ext cx="22431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解：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669728" name="Object 32"/>
          <p:cNvGraphicFramePr>
            <a:graphicFrameLocks noChangeAspect="1"/>
          </p:cNvGraphicFramePr>
          <p:nvPr/>
        </p:nvGraphicFramePr>
        <p:xfrm>
          <a:off x="2016125" y="2582863"/>
          <a:ext cx="12477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7" imgW="1295400" imgH="431800" progId="Equation.3">
                  <p:embed/>
                </p:oleObj>
              </mc:Choice>
              <mc:Fallback>
                <p:oleObj name="" r:id="rId7" imgW="1295400" imgH="4318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16125" y="2582863"/>
                        <a:ext cx="1247775" cy="414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29" name="Object 33"/>
          <p:cNvGraphicFramePr>
            <a:graphicFrameLocks noChangeAspect="1"/>
          </p:cNvGraphicFramePr>
          <p:nvPr/>
        </p:nvGraphicFramePr>
        <p:xfrm>
          <a:off x="3276600" y="2401888"/>
          <a:ext cx="2232025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9" imgW="2171700" imgH="1079500" progId="Equation.DSMT4">
                  <p:embed/>
                </p:oleObj>
              </mc:Choice>
              <mc:Fallback>
                <p:oleObj name="" r:id="rId9" imgW="2171700" imgH="1079500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76600" y="2401888"/>
                        <a:ext cx="2232025" cy="1109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9730" name="Text Box 34"/>
          <p:cNvSpPr txBox="1"/>
          <p:nvPr/>
        </p:nvSpPr>
        <p:spPr>
          <a:xfrm>
            <a:off x="1416050" y="3500438"/>
            <a:ext cx="4216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如图取坐标系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有</a:t>
            </a:r>
            <a:endParaRPr lang="zh-CN" altLang="en-US" sz="2800" b="1" dirty="0"/>
          </a:p>
        </p:txBody>
      </p:sp>
      <p:sp>
        <p:nvSpPr>
          <p:cNvPr id="669731" name="Text Box 35"/>
          <p:cNvSpPr txBox="1"/>
          <p:nvPr/>
        </p:nvSpPr>
        <p:spPr>
          <a:xfrm>
            <a:off x="2051050" y="4148138"/>
            <a:ext cx="3810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E </a:t>
            </a:r>
            <a:r>
              <a:rPr lang="en-US" altLang="zh-CN" sz="2800" b="1" dirty="0"/>
              <a:t>= </a:t>
            </a:r>
            <a:r>
              <a:rPr lang="en-US" altLang="zh-CN" sz="2800" b="1" i="1" dirty="0"/>
              <a:t>E</a:t>
            </a:r>
            <a:r>
              <a:rPr lang="en-US" altLang="zh-CN" sz="2800" b="1" baseline="-25000" dirty="0"/>
              <a:t>x</a:t>
            </a:r>
            <a:endParaRPr lang="en-US" altLang="zh-CN" sz="2800" b="1" i="1" dirty="0"/>
          </a:p>
        </p:txBody>
      </p:sp>
      <p:sp>
        <p:nvSpPr>
          <p:cNvPr id="669732" name="Text Box 36"/>
          <p:cNvSpPr txBox="1"/>
          <p:nvPr/>
        </p:nvSpPr>
        <p:spPr>
          <a:xfrm>
            <a:off x="4159250" y="3502025"/>
            <a:ext cx="1600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E</a:t>
            </a:r>
            <a:r>
              <a:rPr lang="en-US" altLang="zh-CN" sz="2800" b="1" baseline="-25000" dirty="0"/>
              <a:t>y</a:t>
            </a:r>
            <a:r>
              <a:rPr lang="en-US" altLang="zh-CN" sz="2800" b="1" dirty="0"/>
              <a:t>=0</a:t>
            </a:r>
            <a:endParaRPr lang="en-US" altLang="zh-CN" sz="2800" b="1" dirty="0"/>
          </a:p>
        </p:txBody>
      </p:sp>
      <p:graphicFrame>
        <p:nvGraphicFramePr>
          <p:cNvPr id="669733" name="Object 37"/>
          <p:cNvGraphicFramePr>
            <a:graphicFrameLocks noChangeAspect="1"/>
          </p:cNvGraphicFramePr>
          <p:nvPr/>
        </p:nvGraphicFramePr>
        <p:xfrm>
          <a:off x="5940425" y="5372100"/>
          <a:ext cx="230505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1" imgW="2514600" imgH="1371600" progId="Equation.DSMT4">
                  <p:embed/>
                </p:oleObj>
              </mc:Choice>
              <mc:Fallback>
                <p:oleObj name="" r:id="rId11" imgW="2514600" imgH="13716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40425" y="5372100"/>
                        <a:ext cx="2305050" cy="1333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9734" name="Text Box 38"/>
          <p:cNvSpPr txBox="1"/>
          <p:nvPr/>
        </p:nvSpPr>
        <p:spPr>
          <a:xfrm>
            <a:off x="2484438" y="4905375"/>
            <a:ext cx="15843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ym typeface="Symbol" panose="05050102010706020507" pitchFamily="18" charset="2"/>
              </a:rPr>
              <a:t>E</a:t>
            </a:r>
            <a:r>
              <a:rPr lang="en-US" altLang="zh-CN" sz="2800" b="1" dirty="0">
                <a:sym typeface="Symbol" panose="05050102010706020507" pitchFamily="18" charset="2"/>
              </a:rPr>
              <a:t> = </a:t>
            </a:r>
            <a:endParaRPr lang="en-US" altLang="zh-CN" sz="2800" b="1" dirty="0"/>
          </a:p>
        </p:txBody>
      </p:sp>
      <p:graphicFrame>
        <p:nvGraphicFramePr>
          <p:cNvPr id="669735" name="Object 39"/>
          <p:cNvGraphicFramePr>
            <a:graphicFrameLocks noChangeAspect="1"/>
          </p:cNvGraphicFramePr>
          <p:nvPr/>
        </p:nvGraphicFramePr>
        <p:xfrm>
          <a:off x="3276600" y="4797425"/>
          <a:ext cx="2232025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13" imgW="2311400" imgH="1130300" progId="Equation.DSMT4">
                  <p:embed/>
                </p:oleObj>
              </mc:Choice>
              <mc:Fallback>
                <p:oleObj name="" r:id="rId13" imgW="2311400" imgH="11303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76600" y="4797425"/>
                        <a:ext cx="2232025" cy="1179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9736" name="Text Box 40"/>
          <p:cNvSpPr txBox="1"/>
          <p:nvPr/>
        </p:nvSpPr>
        <p:spPr>
          <a:xfrm>
            <a:off x="7127875" y="3897313"/>
            <a:ext cx="3587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i="1" dirty="0"/>
              <a:t>r</a:t>
            </a:r>
            <a:endParaRPr lang="en-US" altLang="zh-CN" sz="2800" b="1" i="1" dirty="0"/>
          </a:p>
        </p:txBody>
      </p:sp>
      <p:sp>
        <p:nvSpPr>
          <p:cNvPr id="669737" name="Text Box 41"/>
          <p:cNvSpPr txBox="1"/>
          <p:nvPr/>
        </p:nvSpPr>
        <p:spPr>
          <a:xfrm>
            <a:off x="7794625" y="4862513"/>
            <a:ext cx="50641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/>
              <a:t>+</a:t>
            </a:r>
            <a:r>
              <a:rPr lang="en-US" altLang="zh-CN" sz="2800" b="1" i="1" dirty="0"/>
              <a:t>q</a:t>
            </a:r>
            <a:endParaRPr lang="en-US" altLang="zh-CN" sz="3600" b="1" i="1" dirty="0"/>
          </a:p>
        </p:txBody>
      </p:sp>
      <p:sp>
        <p:nvSpPr>
          <p:cNvPr id="669738" name="Text Box 42"/>
          <p:cNvSpPr txBox="1"/>
          <p:nvPr/>
        </p:nvSpPr>
        <p:spPr>
          <a:xfrm>
            <a:off x="6184900" y="4841875"/>
            <a:ext cx="5286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</a:t>
            </a:r>
            <a:r>
              <a:rPr lang="en-US" altLang="zh-CN" sz="2800" b="1" i="1" dirty="0">
                <a:sym typeface="Symbol" panose="05050102010706020507" pitchFamily="18" charset="2"/>
              </a:rPr>
              <a:t>q</a:t>
            </a:r>
            <a:endParaRPr lang="en-US" altLang="zh-CN" sz="2800" b="1" i="1" dirty="0">
              <a:sym typeface="Symbol" panose="05050102010706020507" pitchFamily="18" charset="2"/>
            </a:endParaRPr>
          </a:p>
        </p:txBody>
      </p:sp>
      <p:graphicFrame>
        <p:nvGraphicFramePr>
          <p:cNvPr id="669740" name="Object 44"/>
          <p:cNvGraphicFramePr>
            <a:graphicFrameLocks noChangeAspect="1"/>
          </p:cNvGraphicFramePr>
          <p:nvPr/>
        </p:nvGraphicFramePr>
        <p:xfrm>
          <a:off x="6877050" y="2663825"/>
          <a:ext cx="22542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15" imgW="292100" imgH="381000" progId="Equation.3">
                  <p:embed/>
                </p:oleObj>
              </mc:Choice>
              <mc:Fallback>
                <p:oleObj name="" r:id="rId15" imgW="292100" imgH="3810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77050" y="2663825"/>
                        <a:ext cx="225425" cy="266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9741" name="Text Box 45"/>
          <p:cNvSpPr txBox="1"/>
          <p:nvPr/>
        </p:nvSpPr>
        <p:spPr>
          <a:xfrm>
            <a:off x="3132138" y="4148138"/>
            <a:ext cx="2895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= –2</a:t>
            </a:r>
            <a:r>
              <a:rPr lang="en-US" altLang="zh-CN" sz="2800" b="1" i="1" dirty="0"/>
              <a:t>E</a:t>
            </a:r>
            <a:r>
              <a:rPr lang="en-US" altLang="zh-CN" sz="2800" b="1" baseline="-25000" dirty="0"/>
              <a:t>+</a:t>
            </a:r>
            <a:r>
              <a:rPr lang="en-US" altLang="zh-CN" sz="2800" b="1" dirty="0"/>
              <a:t>cos</a:t>
            </a:r>
            <a:r>
              <a:rPr lang="en-US" altLang="zh-CN" sz="2800" b="1" i="1" dirty="0">
                <a:sym typeface="Symbol" panose="05050102010706020507" pitchFamily="18" charset="2"/>
              </a:rPr>
              <a:t></a:t>
            </a:r>
            <a:endParaRPr lang="en-US" altLang="zh-CN" sz="2800" b="1" i="1" dirty="0"/>
          </a:p>
        </p:txBody>
      </p:sp>
      <p:sp>
        <p:nvSpPr>
          <p:cNvPr id="669742" name="Text Box 46"/>
          <p:cNvSpPr txBox="1"/>
          <p:nvPr/>
        </p:nvSpPr>
        <p:spPr>
          <a:xfrm>
            <a:off x="792163" y="4940300"/>
            <a:ext cx="345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P</a:t>
            </a:r>
            <a:r>
              <a:rPr lang="zh-CN" altLang="en-US" sz="2800" b="1" dirty="0"/>
              <a:t>点的场强</a:t>
            </a:r>
            <a:endParaRPr lang="zh-CN" altLang="en-US" sz="2800" b="1" dirty="0"/>
          </a:p>
        </p:txBody>
      </p:sp>
      <p:sp>
        <p:nvSpPr>
          <p:cNvPr id="669743" name="Text Box 47"/>
          <p:cNvSpPr txBox="1"/>
          <p:nvPr/>
        </p:nvSpPr>
        <p:spPr>
          <a:xfrm>
            <a:off x="1476375" y="1881188"/>
            <a:ext cx="40767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</a:t>
            </a:r>
            <a:r>
              <a:rPr lang="en-US" altLang="zh-CN" sz="2800" b="1" i="1" dirty="0">
                <a:sym typeface="Symbol" panose="05050102010706020507" pitchFamily="18" charset="2"/>
              </a:rPr>
              <a:t>q </a:t>
            </a:r>
            <a:r>
              <a:rPr lang="zh-CN" altLang="en-US" sz="2800" b="1" dirty="0">
                <a:sym typeface="Symbol" panose="05050102010706020507" pitchFamily="18" charset="2"/>
              </a:rPr>
              <a:t>在</a:t>
            </a:r>
            <a:r>
              <a:rPr lang="en-US" altLang="zh-CN" sz="2800" b="1" dirty="0">
                <a:solidFill>
                  <a:srgbClr val="FF0000"/>
                </a:solidFill>
              </a:rPr>
              <a:t>P</a:t>
            </a:r>
            <a:r>
              <a:rPr lang="zh-CN" altLang="en-US" sz="2800" b="1" dirty="0"/>
              <a:t>点产生的场强</a:t>
            </a:r>
            <a:endParaRPr lang="zh-CN" altLang="en-US" sz="2800" b="1" dirty="0"/>
          </a:p>
        </p:txBody>
      </p:sp>
      <p:sp>
        <p:nvSpPr>
          <p:cNvPr id="669744" name="Text Box 48"/>
          <p:cNvSpPr txBox="1"/>
          <p:nvPr/>
        </p:nvSpPr>
        <p:spPr>
          <a:xfrm>
            <a:off x="2706688" y="6042025"/>
            <a:ext cx="3810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方向沿</a:t>
            </a:r>
            <a:r>
              <a:rPr lang="en-US" altLang="zh-CN" sz="2800" b="1" dirty="0"/>
              <a:t>x</a:t>
            </a:r>
            <a:r>
              <a:rPr lang="zh-CN" altLang="en-US" sz="2800" b="1" dirty="0"/>
              <a:t>轴负向</a:t>
            </a:r>
            <a:r>
              <a:rPr lang="en-US" altLang="zh-CN" sz="2800" b="1" dirty="0"/>
              <a:t>!</a:t>
            </a:r>
            <a:endParaRPr lang="en-US" altLang="zh-CN" sz="2800" b="1" dirty="0"/>
          </a:p>
        </p:txBody>
      </p:sp>
      <p:graphicFrame>
        <p:nvGraphicFramePr>
          <p:cNvPr id="669745" name="Object 49"/>
          <p:cNvGraphicFramePr>
            <a:graphicFrameLocks noChangeAspect="1"/>
          </p:cNvGraphicFramePr>
          <p:nvPr/>
        </p:nvGraphicFramePr>
        <p:xfrm>
          <a:off x="6480175" y="1916113"/>
          <a:ext cx="457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16" imgW="587375" imgH="637540" progId="Equation.DSMT4">
                  <p:embed/>
                </p:oleObj>
              </mc:Choice>
              <mc:Fallback>
                <p:oleObj name="" r:id="rId16" imgW="587375" imgH="63754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80175" y="1916113"/>
                        <a:ext cx="4572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46" name="Object 50"/>
          <p:cNvGraphicFramePr>
            <a:graphicFrameLocks noChangeAspect="1"/>
          </p:cNvGraphicFramePr>
          <p:nvPr/>
        </p:nvGraphicFramePr>
        <p:xfrm>
          <a:off x="6372225" y="3438525"/>
          <a:ext cx="444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18" imgW="570230" imgH="637540" progId="Equation.DSMT4">
                  <p:embed/>
                </p:oleObj>
              </mc:Choice>
              <mc:Fallback>
                <p:oleObj name="" r:id="rId18" imgW="570230" imgH="637540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72225" y="3438525"/>
                        <a:ext cx="4445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47" name="Object 51"/>
          <p:cNvGraphicFramePr>
            <a:graphicFrameLocks noChangeAspect="1"/>
          </p:cNvGraphicFramePr>
          <p:nvPr/>
        </p:nvGraphicFramePr>
        <p:xfrm>
          <a:off x="6126163" y="2747963"/>
          <a:ext cx="31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20" imgW="394335" imgH="494665" progId="Equation.DSMT4">
                  <p:embed/>
                </p:oleObj>
              </mc:Choice>
              <mc:Fallback>
                <p:oleObj name="" r:id="rId20" imgW="394335" imgH="494665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2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26163" y="2747963"/>
                        <a:ext cx="3175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75"/>
                                        <p:tgtEl>
                                          <p:spTgt spid="66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669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669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2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6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700"/>
                            </p:stCondLst>
                            <p:childTnLst>
                              <p:par>
                                <p:cTn id="1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66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2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66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" dur="500"/>
                                        <p:tgtEl>
                                          <p:spTgt spid="669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6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6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6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69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69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0" dur="1000"/>
                                        <p:tgtEl>
                                          <p:spTgt spid="66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6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66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69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69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6" dur="1000"/>
                                        <p:tgtEl>
                                          <p:spTgt spid="66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1" dur="75"/>
                                        <p:tgtEl>
                                          <p:spTgt spid="66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"/>
                            </p:stCondLst>
                            <p:childTnLst>
                              <p:par>
                                <p:cTn id="83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5" dur="75"/>
                                        <p:tgtEl>
                                          <p:spTgt spid="66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0" dur="500"/>
                                        <p:tgtEl>
                                          <p:spTgt spid="66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5" dur="500"/>
                                        <p:tgtEl>
                                          <p:spTgt spid="66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0" dur="75"/>
                                        <p:tgtEl>
                                          <p:spTgt spid="66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6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66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69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69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66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669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669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32" dur="1000"/>
                                        <p:tgtEl>
                                          <p:spTgt spid="66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75" fill="hold"/>
                                        <p:tgtEl>
                                          <p:spTgt spid="669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75" fill="hold"/>
                                        <p:tgtEl>
                                          <p:spTgt spid="669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450"/>
                            </p:stCondLst>
                            <p:childTnLst>
                              <p:par>
                                <p:cTn id="1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75" fill="hold"/>
                                        <p:tgtEl>
                                          <p:spTgt spid="669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75" fill="hold"/>
                                        <p:tgtEl>
                                          <p:spTgt spid="669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750"/>
                            </p:stCondLst>
                            <p:childTnLst>
                              <p:par>
                                <p:cTn id="1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250"/>
                            </p:stCondLst>
                            <p:childTnLst>
                              <p:par>
                                <p:cTn id="1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8" dur="500"/>
                                        <p:tgtEl>
                                          <p:spTgt spid="66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3" dur="75"/>
                                        <p:tgtEl>
                                          <p:spTgt spid="66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375"/>
                            </p:stCondLst>
                            <p:childTnLst>
                              <p:par>
                                <p:cTn id="16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7" dur="500"/>
                                        <p:tgtEl>
                                          <p:spTgt spid="66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875"/>
                            </p:stCondLst>
                            <p:childTnLst>
                              <p:par>
                                <p:cTn id="16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669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669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6697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6697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375"/>
                            </p:stCondLst>
                            <p:childTnLst>
                              <p:par>
                                <p:cTn id="17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75" fill="hold"/>
                                        <p:tgtEl>
                                          <p:spTgt spid="669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75" fill="hold"/>
                                        <p:tgtEl>
                                          <p:spTgt spid="669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9698" grpId="0" animBg="1"/>
      <p:bldP spid="669699" grpId="0"/>
      <p:bldP spid="669700" grpId="0"/>
      <p:bldP spid="669715" grpId="0"/>
      <p:bldP spid="669721" grpId="0"/>
      <p:bldP spid="669723" grpId="0"/>
      <p:bldP spid="669727" grpId="0"/>
      <p:bldP spid="669730" grpId="0"/>
      <p:bldP spid="669731" grpId="0"/>
      <p:bldP spid="669732" grpId="0"/>
      <p:bldP spid="669734" grpId="0"/>
      <p:bldP spid="669736" grpId="0"/>
      <p:bldP spid="669737" grpId="0"/>
      <p:bldP spid="669738" grpId="0"/>
      <p:bldP spid="669741" grpId="0"/>
      <p:bldP spid="669742" grpId="0"/>
      <p:bldP spid="669743" grpId="0"/>
      <p:bldP spid="6697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670722" name="Object 2"/>
          <p:cNvGraphicFramePr>
            <a:graphicFrameLocks noChangeAspect="1"/>
          </p:cNvGraphicFramePr>
          <p:nvPr/>
        </p:nvGraphicFramePr>
        <p:xfrm>
          <a:off x="1847850" y="2600325"/>
          <a:ext cx="271621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1" imgW="2654300" imgH="914400" progId="Equation.DSMT4">
                  <p:embed/>
                </p:oleObj>
              </mc:Choice>
              <mc:Fallback>
                <p:oleObj name="" r:id="rId1" imgW="2654300" imgH="9144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47850" y="2600325"/>
                        <a:ext cx="2716213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0723" name="Text Box 3"/>
          <p:cNvSpPr txBox="1"/>
          <p:nvPr/>
        </p:nvSpPr>
        <p:spPr>
          <a:xfrm>
            <a:off x="647700" y="3430588"/>
            <a:ext cx="5903913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1°</a:t>
            </a:r>
            <a:r>
              <a:rPr lang="en-US" altLang="zh-CN" b="1" i="1" dirty="0"/>
              <a:t>E</a:t>
            </a:r>
            <a:r>
              <a:rPr lang="zh-CN" altLang="zh-CN" sz="2800" b="1" dirty="0"/>
              <a:t>与</a:t>
            </a:r>
            <a:r>
              <a:rPr lang="zh-CN" altLang="zh-CN" b="1" dirty="0"/>
              <a:t> </a:t>
            </a:r>
            <a:r>
              <a:rPr lang="en-US" altLang="zh-CN" b="1" i="1" dirty="0"/>
              <a:t>r</a:t>
            </a:r>
            <a:r>
              <a:rPr lang="en-US" altLang="zh-CN" sz="2800" b="1" baseline="30000" dirty="0"/>
              <a:t>3 </a:t>
            </a:r>
            <a:r>
              <a:rPr lang="zh-CN" altLang="zh-CN" sz="2800" b="1" dirty="0"/>
              <a:t>成反比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   </a:t>
            </a:r>
            <a:r>
              <a:rPr lang="zh-CN" altLang="zh-CN" sz="2800" b="1" dirty="0"/>
              <a:t>比点电荷电场递减的快</a:t>
            </a:r>
            <a:endParaRPr lang="zh-CN" altLang="en-US" sz="2800" b="1" dirty="0"/>
          </a:p>
        </p:txBody>
      </p:sp>
      <p:sp>
        <p:nvSpPr>
          <p:cNvPr id="670724" name="Text Box 4"/>
          <p:cNvSpPr txBox="1"/>
          <p:nvPr/>
        </p:nvSpPr>
        <p:spPr>
          <a:xfrm>
            <a:off x="1192213" y="4437063"/>
            <a:ext cx="21844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i="1" dirty="0"/>
              <a:t>E</a:t>
            </a:r>
            <a:r>
              <a:rPr lang="en-US" altLang="zh-CN" b="1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 </a:t>
            </a:r>
            <a:r>
              <a:rPr lang="en-US" altLang="zh-CN" b="1" i="1" dirty="0"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endParaRPr lang="en-US" altLang="zh-CN" b="1" i="1" dirty="0"/>
          </a:p>
        </p:txBody>
      </p:sp>
      <p:sp>
        <p:nvSpPr>
          <p:cNvPr id="670725" name="Text Box 5"/>
          <p:cNvSpPr txBox="1"/>
          <p:nvPr/>
        </p:nvSpPr>
        <p:spPr>
          <a:xfrm>
            <a:off x="3578225" y="5013325"/>
            <a:ext cx="38385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i="1" dirty="0"/>
              <a:t>E</a:t>
            </a:r>
            <a:r>
              <a:rPr lang="zh-CN" altLang="en-US" sz="2800" b="1" dirty="0"/>
              <a:t>在远处不变</a:t>
            </a:r>
            <a:endParaRPr lang="zh-CN" altLang="en-US" sz="2800" b="1" dirty="0"/>
          </a:p>
        </p:txBody>
      </p:sp>
      <p:sp>
        <p:nvSpPr>
          <p:cNvPr id="670726" name="Text Box 6"/>
          <p:cNvSpPr txBox="1"/>
          <p:nvPr/>
        </p:nvSpPr>
        <p:spPr>
          <a:xfrm>
            <a:off x="2895600" y="5661025"/>
            <a:ext cx="58531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是描述电偶极子属性的物理量</a:t>
            </a:r>
            <a:endParaRPr lang="zh-CN" altLang="en-US" b="1" dirty="0">
              <a:ea typeface="楷体_GB2312" pitchFamily="49" charset="-122"/>
            </a:endParaRPr>
          </a:p>
        </p:txBody>
      </p:sp>
      <p:graphicFrame>
        <p:nvGraphicFramePr>
          <p:cNvPr id="670727" name="Object 7"/>
          <p:cNvGraphicFramePr>
            <a:graphicFrameLocks noChangeAspect="1"/>
          </p:cNvGraphicFramePr>
          <p:nvPr/>
        </p:nvGraphicFramePr>
        <p:xfrm>
          <a:off x="1692275" y="5661025"/>
          <a:ext cx="10477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3" imgW="1180465" imgH="546100" progId="Equation.DSMT4">
                  <p:embed/>
                </p:oleObj>
              </mc:Choice>
              <mc:Fallback>
                <p:oleObj name="" r:id="rId3" imgW="1180465" imgH="5461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2275" y="5661025"/>
                        <a:ext cx="104775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0728" name="Group 8"/>
          <p:cNvGrpSpPr/>
          <p:nvPr/>
        </p:nvGrpSpPr>
        <p:grpSpPr>
          <a:xfrm>
            <a:off x="2339975" y="1952625"/>
            <a:ext cx="1387475" cy="519113"/>
            <a:chOff x="2246" y="3594"/>
            <a:chExt cx="874" cy="313"/>
          </a:xfrm>
        </p:grpSpPr>
        <p:sp>
          <p:nvSpPr>
            <p:cNvPr id="35897" name="Text Box 9"/>
            <p:cNvSpPr txBox="1"/>
            <p:nvPr/>
          </p:nvSpPr>
          <p:spPr>
            <a:xfrm>
              <a:off x="2246" y="3594"/>
              <a:ext cx="398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当 </a:t>
              </a:r>
              <a:endParaRPr lang="zh-CN" altLang="en-US" sz="2800" b="1" dirty="0"/>
            </a:p>
          </p:txBody>
        </p:sp>
        <p:graphicFrame>
          <p:nvGraphicFramePr>
            <p:cNvPr id="35898" name="Object 10"/>
            <p:cNvGraphicFramePr>
              <a:graphicFrameLocks noChangeAspect="1"/>
            </p:cNvGraphicFramePr>
            <p:nvPr/>
          </p:nvGraphicFramePr>
          <p:xfrm>
            <a:off x="2548" y="3656"/>
            <a:ext cx="57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4" name="" r:id="rId5" imgW="1054100" imgH="368300" progId="Equation.3">
                    <p:embed/>
                  </p:oleObj>
                </mc:Choice>
                <mc:Fallback>
                  <p:oleObj name="" r:id="rId5" imgW="1054100" imgH="368300" progId="Equation.3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48" y="3656"/>
                          <a:ext cx="57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70731" name="Object 11"/>
          <p:cNvGraphicFramePr>
            <a:graphicFrameLocks noChangeAspect="1"/>
          </p:cNvGraphicFramePr>
          <p:nvPr/>
        </p:nvGraphicFramePr>
        <p:xfrm>
          <a:off x="3924300" y="1808163"/>
          <a:ext cx="208915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7" imgW="1917065" imgH="862965" progId="Equation.DSMT4">
                  <p:embed/>
                </p:oleObj>
              </mc:Choice>
              <mc:Fallback>
                <p:oleObj name="" r:id="rId7" imgW="1917065" imgH="862965" progId="Equation.DSMT4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24300" y="1808163"/>
                        <a:ext cx="2089150" cy="941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0732" name="Group 12"/>
          <p:cNvGrpSpPr/>
          <p:nvPr/>
        </p:nvGrpSpPr>
        <p:grpSpPr>
          <a:xfrm>
            <a:off x="2484438" y="404813"/>
            <a:ext cx="4230687" cy="1274762"/>
            <a:chOff x="144" y="144"/>
            <a:chExt cx="2665" cy="803"/>
          </a:xfrm>
        </p:grpSpPr>
        <p:graphicFrame>
          <p:nvGraphicFramePr>
            <p:cNvPr id="35895" name="Object 13"/>
            <p:cNvGraphicFramePr>
              <a:graphicFrameLocks noChangeAspect="1"/>
            </p:cNvGraphicFramePr>
            <p:nvPr/>
          </p:nvGraphicFramePr>
          <p:xfrm>
            <a:off x="707" y="157"/>
            <a:ext cx="2102" cy="7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5" name="" r:id="rId9" imgW="3073400" imgH="1181100" progId="Equation.DSMT4">
                    <p:embed/>
                  </p:oleObj>
                </mc:Choice>
                <mc:Fallback>
                  <p:oleObj name="" r:id="rId9" imgW="3073400" imgH="1181100" progId="Equation.DSMT4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07" y="157"/>
                          <a:ext cx="2102" cy="790"/>
                        </a:xfrm>
                        <a:prstGeom prst="rect">
                          <a:avLst/>
                        </a:prstGeom>
                        <a:noFill/>
                        <a:ln w="28575" cap="flat" cmpd="sng">
                          <a:solidFill>
                            <a:srgbClr val="FF0066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5896" name="Picture 14" descr="dove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4" y="144"/>
              <a:ext cx="601" cy="62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670735" name="AutoShape 15"/>
          <p:cNvSpPr/>
          <p:nvPr/>
        </p:nvSpPr>
        <p:spPr>
          <a:xfrm>
            <a:off x="215900" y="728663"/>
            <a:ext cx="2535238" cy="1143000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b="1" dirty="0">
              <a:solidFill>
                <a:srgbClr val="660066"/>
              </a:solidFill>
              <a:ea typeface="隶书" panose="02010509060101010101" pitchFamily="49" charset="-122"/>
            </a:endParaRPr>
          </a:p>
        </p:txBody>
      </p:sp>
      <p:sp>
        <p:nvSpPr>
          <p:cNvPr id="670736" name="Text Box 16"/>
          <p:cNvSpPr txBox="1"/>
          <p:nvPr/>
        </p:nvSpPr>
        <p:spPr>
          <a:xfrm>
            <a:off x="647700" y="4492625"/>
            <a:ext cx="11461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2</a:t>
            </a:r>
            <a:r>
              <a:rPr lang="en-US" altLang="zh-CN" sz="2800" b="1" dirty="0">
                <a:cs typeface="Times New Roman" panose="02020603050405020304" pitchFamily="18" charset="0"/>
              </a:rPr>
              <a:t>°</a:t>
            </a:r>
            <a:endParaRPr lang="en-US" altLang="zh-CN" sz="2800" b="1" baseline="30000" dirty="0"/>
          </a:p>
        </p:txBody>
      </p:sp>
      <p:graphicFrame>
        <p:nvGraphicFramePr>
          <p:cNvPr id="670738" name="Object 18"/>
          <p:cNvGraphicFramePr>
            <a:graphicFrameLocks noChangeAspect="1"/>
          </p:cNvGraphicFramePr>
          <p:nvPr/>
        </p:nvGraphicFramePr>
        <p:xfrm>
          <a:off x="1273175" y="5084763"/>
          <a:ext cx="22860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12" imgW="2209800" imgH="469900" progId="Equation.3">
                  <p:embed/>
                </p:oleObj>
              </mc:Choice>
              <mc:Fallback>
                <p:oleObj name="" r:id="rId12" imgW="2209800" imgH="46990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73175" y="5084763"/>
                        <a:ext cx="2286000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0739" name="Text Box 19"/>
          <p:cNvSpPr txBox="1"/>
          <p:nvPr/>
        </p:nvSpPr>
        <p:spPr>
          <a:xfrm>
            <a:off x="2455863" y="4437063"/>
            <a:ext cx="38258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若 </a:t>
            </a:r>
            <a:r>
              <a:rPr lang="en-US" altLang="zh-CN" b="1" i="1" dirty="0"/>
              <a:t>p</a:t>
            </a:r>
            <a:r>
              <a:rPr lang="en-US" altLang="zh-CN" sz="2800" b="1" i="1" dirty="0"/>
              <a:t>= </a:t>
            </a:r>
            <a:r>
              <a:rPr lang="en-US" altLang="zh-CN" b="1" i="1" dirty="0"/>
              <a:t>q</a:t>
            </a:r>
            <a:r>
              <a:rPr lang="en-US" altLang="zh-CN" b="1" i="1" dirty="0">
                <a:cs typeface="Times New Roman" panose="02020603050405020304" pitchFamily="18" charset="0"/>
              </a:rPr>
              <a:t>·l </a:t>
            </a:r>
            <a:r>
              <a:rPr lang="zh-CN" altLang="en-US" sz="2800" b="1" dirty="0"/>
              <a:t>保持不变</a:t>
            </a:r>
            <a:endParaRPr lang="zh-CN" altLang="en-US" sz="2800" b="1" dirty="0"/>
          </a:p>
        </p:txBody>
      </p:sp>
      <p:sp>
        <p:nvSpPr>
          <p:cNvPr id="670740" name="Text Box 20"/>
          <p:cNvSpPr txBox="1"/>
          <p:nvPr/>
        </p:nvSpPr>
        <p:spPr>
          <a:xfrm>
            <a:off x="863600" y="908050"/>
            <a:ext cx="20161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FF0000"/>
                </a:solidFill>
                <a:ea typeface="隶书" panose="02010509060101010101" pitchFamily="49" charset="-122"/>
              </a:rPr>
              <a:t>讨论</a:t>
            </a:r>
            <a:endParaRPr lang="zh-CN" altLang="en-US" sz="3600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670741" name="Text Box 21"/>
          <p:cNvSpPr txBox="1"/>
          <p:nvPr/>
        </p:nvSpPr>
        <p:spPr>
          <a:xfrm>
            <a:off x="684213" y="1952625"/>
            <a:ext cx="14747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令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670742" name="Object 22"/>
          <p:cNvGraphicFramePr>
            <a:graphicFrameLocks noChangeAspect="1"/>
          </p:cNvGraphicFramePr>
          <p:nvPr/>
        </p:nvGraphicFramePr>
        <p:xfrm>
          <a:off x="1223963" y="1952625"/>
          <a:ext cx="10477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14" imgW="1180465" imgH="546100" progId="Equation.3">
                  <p:embed/>
                </p:oleObj>
              </mc:Choice>
              <mc:Fallback>
                <p:oleObj name="" r:id="rId14" imgW="1180465" imgH="5461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23963" y="1952625"/>
                        <a:ext cx="104775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0743" name="Text Box 23"/>
          <p:cNvSpPr txBox="1"/>
          <p:nvPr/>
        </p:nvSpPr>
        <p:spPr>
          <a:xfrm>
            <a:off x="1979613" y="6165850"/>
            <a:ext cx="33924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电偶极矩</a:t>
            </a:r>
            <a:endParaRPr lang="zh-CN" altLang="en-US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pSp>
        <p:nvGrpSpPr>
          <p:cNvPr id="670744" name="Group 24"/>
          <p:cNvGrpSpPr/>
          <p:nvPr/>
        </p:nvGrpSpPr>
        <p:grpSpPr>
          <a:xfrm>
            <a:off x="6048375" y="1773238"/>
            <a:ext cx="2808288" cy="3708400"/>
            <a:chOff x="3651" y="1117"/>
            <a:chExt cx="1769" cy="2336"/>
          </a:xfrm>
        </p:grpSpPr>
        <p:sp>
          <p:nvSpPr>
            <p:cNvPr id="35861" name="Rectangle 25"/>
            <p:cNvSpPr/>
            <p:nvPr/>
          </p:nvSpPr>
          <p:spPr>
            <a:xfrm>
              <a:off x="3651" y="1117"/>
              <a:ext cx="1769" cy="2336"/>
            </a:xfrm>
            <a:prstGeom prst="rect">
              <a:avLst/>
            </a:prstGeom>
            <a:solidFill>
              <a:srgbClr val="EAEAEA"/>
            </a:solidFill>
            <a:ln w="9525">
              <a:noFill/>
            </a:ln>
            <a:effectLst>
              <a:outerShdw dist="107763" dir="2699999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aphicFrame>
          <p:nvGraphicFramePr>
            <p:cNvPr id="35862" name="Object 26"/>
            <p:cNvGraphicFramePr>
              <a:graphicFrameLocks noChangeAspect="1"/>
            </p:cNvGraphicFramePr>
            <p:nvPr/>
          </p:nvGraphicFramePr>
          <p:xfrm>
            <a:off x="4498" y="3127"/>
            <a:ext cx="12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" name="" r:id="rId15" imgW="254000" imgH="457200" progId="Equation.3">
                    <p:embed/>
                  </p:oleObj>
                </mc:Choice>
                <mc:Fallback>
                  <p:oleObj name="" r:id="rId15" imgW="254000" imgH="457200" progId="Equation.3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498" y="3127"/>
                          <a:ext cx="128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3" name="Line 27"/>
            <p:cNvSpPr/>
            <p:nvPr/>
          </p:nvSpPr>
          <p:spPr>
            <a:xfrm flipV="1">
              <a:off x="4524" y="1543"/>
              <a:ext cx="0" cy="1584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lgDashDot"/>
              <a:headEnd type="none" w="med" len="med"/>
              <a:tailEnd type="none" w="med" len="med"/>
            </a:ln>
          </p:spPr>
        </p:sp>
        <p:grpSp>
          <p:nvGrpSpPr>
            <p:cNvPr id="35864" name="Group 28"/>
            <p:cNvGrpSpPr/>
            <p:nvPr/>
          </p:nvGrpSpPr>
          <p:grpSpPr>
            <a:xfrm>
              <a:off x="3948" y="2887"/>
              <a:ext cx="1104" cy="327"/>
              <a:chOff x="4512" y="1426"/>
              <a:chExt cx="1104" cy="327"/>
            </a:xfrm>
          </p:grpSpPr>
          <p:grpSp>
            <p:nvGrpSpPr>
              <p:cNvPr id="35885" name="Group 29"/>
              <p:cNvGrpSpPr/>
              <p:nvPr/>
            </p:nvGrpSpPr>
            <p:grpSpPr>
              <a:xfrm>
                <a:off x="4512" y="1426"/>
                <a:ext cx="1104" cy="327"/>
                <a:chOff x="4560" y="1476"/>
                <a:chExt cx="960" cy="279"/>
              </a:xfrm>
            </p:grpSpPr>
            <p:grpSp>
              <p:nvGrpSpPr>
                <p:cNvPr id="35887" name="Group 30"/>
                <p:cNvGrpSpPr/>
                <p:nvPr/>
              </p:nvGrpSpPr>
              <p:grpSpPr>
                <a:xfrm>
                  <a:off x="4560" y="1476"/>
                  <a:ext cx="144" cy="279"/>
                  <a:chOff x="384" y="1620"/>
                  <a:chExt cx="144" cy="279"/>
                </a:xfrm>
              </p:grpSpPr>
              <p:sp>
                <p:nvSpPr>
                  <p:cNvPr id="35893" name="Oval 31"/>
                  <p:cNvSpPr/>
                  <p:nvPr/>
                </p:nvSpPr>
                <p:spPr>
                  <a:xfrm>
                    <a:off x="432" y="1776"/>
                    <a:ext cx="96" cy="9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33CCFF"/>
                      </a:gs>
                      <a:gs pos="100000">
                        <a:srgbClr val="185E76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19050" cap="flat" cmpd="sng">
                    <a:solidFill>
                      <a:schemeClr val="tx2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endParaRPr lang="zh-CN" altLang="en-US" sz="2800" b="1" dirty="0"/>
                  </a:p>
                </p:txBody>
              </p:sp>
              <p:sp>
                <p:nvSpPr>
                  <p:cNvPr id="35894" name="Text Box 32"/>
                  <p:cNvSpPr txBox="1"/>
                  <p:nvPr/>
                </p:nvSpPr>
                <p:spPr>
                  <a:xfrm>
                    <a:off x="384" y="1620"/>
                    <a:ext cx="101" cy="27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zh-CN" sz="2800" b="1" dirty="0"/>
                  </a:p>
                </p:txBody>
              </p:sp>
            </p:grpSp>
            <p:grpSp>
              <p:nvGrpSpPr>
                <p:cNvPr id="35888" name="Group 33"/>
                <p:cNvGrpSpPr/>
                <p:nvPr/>
              </p:nvGrpSpPr>
              <p:grpSpPr>
                <a:xfrm>
                  <a:off x="5424" y="1632"/>
                  <a:ext cx="96" cy="96"/>
                  <a:chOff x="1008" y="1584"/>
                  <a:chExt cx="96" cy="96"/>
                </a:xfrm>
              </p:grpSpPr>
              <p:sp>
                <p:nvSpPr>
                  <p:cNvPr id="35890" name="Oval 34"/>
                  <p:cNvSpPr/>
                  <p:nvPr/>
                </p:nvSpPr>
                <p:spPr>
                  <a:xfrm>
                    <a:off x="1008" y="1584"/>
                    <a:ext cx="96" cy="9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endParaRPr lang="zh-CN" altLang="en-US" sz="2800" b="1" dirty="0"/>
                  </a:p>
                </p:txBody>
              </p:sp>
              <p:sp>
                <p:nvSpPr>
                  <p:cNvPr id="35891" name="Line 35"/>
                  <p:cNvSpPr/>
                  <p:nvPr/>
                </p:nvSpPr>
                <p:spPr>
                  <a:xfrm>
                    <a:off x="1008" y="1632"/>
                    <a:ext cx="96" cy="0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892" name="Line 36"/>
                  <p:cNvSpPr/>
                  <p:nvPr/>
                </p:nvSpPr>
                <p:spPr>
                  <a:xfrm>
                    <a:off x="1056" y="1584"/>
                    <a:ext cx="0" cy="96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5889" name="Line 37"/>
                <p:cNvSpPr/>
                <p:nvPr/>
              </p:nvSpPr>
              <p:spPr>
                <a:xfrm>
                  <a:off x="4704" y="1680"/>
                  <a:ext cx="720" cy="0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35886" name="Line 38"/>
              <p:cNvSpPr/>
              <p:nvPr/>
            </p:nvSpPr>
            <p:spPr>
              <a:xfrm>
                <a:off x="4608" y="1680"/>
                <a:ext cx="48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aphicFrame>
          <p:nvGraphicFramePr>
            <p:cNvPr id="35865" name="Object 39"/>
            <p:cNvGraphicFramePr>
              <a:graphicFrameLocks noChangeAspect="1"/>
            </p:cNvGraphicFramePr>
            <p:nvPr/>
          </p:nvGraphicFramePr>
          <p:xfrm>
            <a:off x="4479" y="1859"/>
            <a:ext cx="93" cy="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1" name="" r:id="rId17" imgW="285115" imgH="285115" progId="Equation.3">
                    <p:embed/>
                  </p:oleObj>
                </mc:Choice>
                <mc:Fallback>
                  <p:oleObj name="" r:id="rId17" imgW="285115" imgH="285115" progId="Equation.3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79" y="1859"/>
                          <a:ext cx="93" cy="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6" name="Text Box 40"/>
            <p:cNvSpPr txBox="1"/>
            <p:nvPr/>
          </p:nvSpPr>
          <p:spPr>
            <a:xfrm>
              <a:off x="4524" y="1543"/>
              <a:ext cx="2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0000"/>
                  </a:solidFill>
                </a:rPr>
                <a:t>P</a:t>
              </a:r>
              <a:endParaRPr lang="en-US" altLang="zh-CN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35867" name="Line 41"/>
            <p:cNvSpPr/>
            <p:nvPr/>
          </p:nvSpPr>
          <p:spPr>
            <a:xfrm flipH="1">
              <a:off x="4044" y="1879"/>
              <a:ext cx="480" cy="124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35868" name="Line 42"/>
            <p:cNvSpPr/>
            <p:nvPr/>
          </p:nvSpPr>
          <p:spPr>
            <a:xfrm>
              <a:off x="4524" y="1879"/>
              <a:ext cx="480" cy="124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35869" name="Line 43"/>
            <p:cNvSpPr/>
            <p:nvPr/>
          </p:nvSpPr>
          <p:spPr>
            <a:xfrm flipH="1">
              <a:off x="4332" y="1879"/>
              <a:ext cx="192" cy="52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5870" name="Line 44"/>
            <p:cNvSpPr/>
            <p:nvPr/>
          </p:nvSpPr>
          <p:spPr>
            <a:xfrm flipH="1" flipV="1">
              <a:off x="4332" y="1447"/>
              <a:ext cx="192" cy="43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5871" name="Line 45"/>
            <p:cNvSpPr/>
            <p:nvPr/>
          </p:nvSpPr>
          <p:spPr>
            <a:xfrm>
              <a:off x="4092" y="1879"/>
              <a:ext cx="960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72" name="Text Box 46"/>
            <p:cNvSpPr txBox="1"/>
            <p:nvPr/>
          </p:nvSpPr>
          <p:spPr>
            <a:xfrm>
              <a:off x="4946" y="1783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x</a:t>
              </a:r>
              <a:endParaRPr lang="en-US" altLang="zh-CN" sz="2800" b="1" dirty="0"/>
            </a:p>
          </p:txBody>
        </p:sp>
        <p:sp>
          <p:nvSpPr>
            <p:cNvPr id="35873" name="Line 47"/>
            <p:cNvSpPr/>
            <p:nvPr/>
          </p:nvSpPr>
          <p:spPr>
            <a:xfrm flipV="1">
              <a:off x="4524" y="1351"/>
              <a:ext cx="0" cy="52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74" name="Text Box 48"/>
            <p:cNvSpPr txBox="1"/>
            <p:nvPr/>
          </p:nvSpPr>
          <p:spPr>
            <a:xfrm>
              <a:off x="4524" y="1175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y</a:t>
              </a:r>
              <a:endParaRPr lang="en-US" altLang="zh-CN" b="1" dirty="0"/>
            </a:p>
          </p:txBody>
        </p:sp>
        <p:sp>
          <p:nvSpPr>
            <p:cNvPr id="35875" name="Line 49"/>
            <p:cNvSpPr/>
            <p:nvPr/>
          </p:nvSpPr>
          <p:spPr>
            <a:xfrm flipH="1">
              <a:off x="4140" y="1879"/>
              <a:ext cx="384" cy="0"/>
            </a:xfrm>
            <a:prstGeom prst="line">
              <a:avLst/>
            </a:prstGeom>
            <a:ln w="38100" cap="flat" cmpd="sng">
              <a:solidFill>
                <a:srgbClr val="004F00"/>
              </a:solidFill>
              <a:prstDash val="solid"/>
              <a:headEnd type="none" w="med" len="med"/>
              <a:tailEnd type="triangle" w="med" len="lg"/>
            </a:ln>
          </p:spPr>
        </p:sp>
        <p:graphicFrame>
          <p:nvGraphicFramePr>
            <p:cNvPr id="35876" name="Object 50"/>
            <p:cNvGraphicFramePr>
              <a:graphicFrameLocks noChangeAspect="1"/>
            </p:cNvGraphicFramePr>
            <p:nvPr/>
          </p:nvGraphicFramePr>
          <p:xfrm>
            <a:off x="4764" y="2887"/>
            <a:ext cx="142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" name="" r:id="rId19" imgW="292100" imgH="381000" progId="Equation.3">
                    <p:embed/>
                  </p:oleObj>
                </mc:Choice>
                <mc:Fallback>
                  <p:oleObj name="" r:id="rId19" imgW="292100" imgH="381000" progId="Equation.3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764" y="2887"/>
                          <a:ext cx="142" cy="1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7" name="Freeform 51"/>
            <p:cNvSpPr/>
            <p:nvPr/>
          </p:nvSpPr>
          <p:spPr>
            <a:xfrm>
              <a:off x="4900" y="2983"/>
              <a:ext cx="56" cy="144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8" y="48"/>
                </a:cxn>
                <a:cxn ang="0">
                  <a:pos x="8" y="96"/>
                </a:cxn>
                <a:cxn ang="0">
                  <a:pos x="8" y="144"/>
                </a:cxn>
              </a:cxnLst>
              <a:pathLst>
                <a:path w="56" h="144">
                  <a:moveTo>
                    <a:pt x="56" y="0"/>
                  </a:moveTo>
                  <a:cubicBezTo>
                    <a:pt x="36" y="16"/>
                    <a:pt x="16" y="32"/>
                    <a:pt x="8" y="48"/>
                  </a:cubicBezTo>
                  <a:cubicBezTo>
                    <a:pt x="0" y="64"/>
                    <a:pt x="8" y="80"/>
                    <a:pt x="8" y="96"/>
                  </a:cubicBezTo>
                  <a:cubicBezTo>
                    <a:pt x="8" y="112"/>
                    <a:pt x="8" y="136"/>
                    <a:pt x="8" y="144"/>
                  </a:cubicBezTo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878" name="Text Box 52"/>
            <p:cNvSpPr txBox="1"/>
            <p:nvPr/>
          </p:nvSpPr>
          <p:spPr>
            <a:xfrm>
              <a:off x="4490" y="2455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i="1" dirty="0"/>
                <a:t>r</a:t>
              </a:r>
              <a:endParaRPr lang="en-US" altLang="zh-CN" sz="2800" b="1" i="1" dirty="0"/>
            </a:p>
          </p:txBody>
        </p:sp>
        <p:sp>
          <p:nvSpPr>
            <p:cNvPr id="35879" name="Text Box 53"/>
            <p:cNvSpPr txBox="1"/>
            <p:nvPr/>
          </p:nvSpPr>
          <p:spPr>
            <a:xfrm>
              <a:off x="4910" y="3063"/>
              <a:ext cx="31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/>
                <a:t>+</a:t>
              </a:r>
              <a:r>
                <a:rPr lang="en-US" altLang="zh-CN" sz="2800" b="1" i="1" dirty="0"/>
                <a:t>q</a:t>
              </a:r>
              <a:endParaRPr lang="en-US" altLang="zh-CN" sz="3600" b="1" i="1" dirty="0"/>
            </a:p>
          </p:txBody>
        </p:sp>
        <p:sp>
          <p:nvSpPr>
            <p:cNvPr id="35880" name="Text Box 54"/>
            <p:cNvSpPr txBox="1"/>
            <p:nvPr/>
          </p:nvSpPr>
          <p:spPr>
            <a:xfrm>
              <a:off x="3896" y="3050"/>
              <a:ext cx="33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ym typeface="Symbol" panose="05050102010706020507" pitchFamily="18" charset="2"/>
                </a:rPr>
                <a:t></a:t>
              </a:r>
              <a:r>
                <a:rPr lang="en-US" altLang="zh-CN" sz="2800" b="1" i="1" dirty="0">
                  <a:sym typeface="Symbol" panose="05050102010706020507" pitchFamily="18" charset="2"/>
                </a:rPr>
                <a:t>q</a:t>
              </a:r>
              <a:endParaRPr lang="en-US" altLang="zh-CN" sz="2800" b="1" i="1" dirty="0">
                <a:sym typeface="Symbol" panose="05050102010706020507" pitchFamily="18" charset="2"/>
              </a:endParaRPr>
            </a:p>
          </p:txBody>
        </p:sp>
        <p:graphicFrame>
          <p:nvGraphicFramePr>
            <p:cNvPr id="35881" name="Object 55"/>
            <p:cNvGraphicFramePr>
              <a:graphicFrameLocks noChangeAspect="1"/>
            </p:cNvGraphicFramePr>
            <p:nvPr/>
          </p:nvGraphicFramePr>
          <p:xfrm>
            <a:off x="4332" y="1678"/>
            <a:ext cx="142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21" imgW="292100" imgH="381000" progId="Equation.3">
                    <p:embed/>
                  </p:oleObj>
                </mc:Choice>
                <mc:Fallback>
                  <p:oleObj name="" r:id="rId21" imgW="292100" imgH="381000" progId="Equation.3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332" y="1678"/>
                          <a:ext cx="142" cy="1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82" name="Object 56"/>
            <p:cNvGraphicFramePr>
              <a:graphicFrameLocks noChangeAspect="1"/>
            </p:cNvGraphicFramePr>
            <p:nvPr/>
          </p:nvGraphicFramePr>
          <p:xfrm>
            <a:off x="4082" y="1207"/>
            <a:ext cx="28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3" name="" r:id="rId22" imgW="587375" imgH="637540" progId="Equation.DSMT4">
                    <p:embed/>
                  </p:oleObj>
                </mc:Choice>
                <mc:Fallback>
                  <p:oleObj name="" r:id="rId22" imgW="587375" imgH="637540" progId="Equation.DSMT4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82" y="1207"/>
                          <a:ext cx="288" cy="3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83" name="Object 57"/>
            <p:cNvGraphicFramePr>
              <a:graphicFrameLocks noChangeAspect="1"/>
            </p:cNvGraphicFramePr>
            <p:nvPr/>
          </p:nvGraphicFramePr>
          <p:xfrm>
            <a:off x="4014" y="2166"/>
            <a:ext cx="28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" name="" r:id="rId24" imgW="570230" imgH="637540" progId="Equation.DSMT4">
                    <p:embed/>
                  </p:oleObj>
                </mc:Choice>
                <mc:Fallback>
                  <p:oleObj name="" r:id="rId24" imgW="570230" imgH="637540" progId="Equation.DSMT4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25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14" y="2166"/>
                          <a:ext cx="280" cy="3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84" name="Object 58"/>
            <p:cNvGraphicFramePr>
              <a:graphicFrameLocks noChangeAspect="1"/>
            </p:cNvGraphicFramePr>
            <p:nvPr/>
          </p:nvGraphicFramePr>
          <p:xfrm>
            <a:off x="3859" y="1731"/>
            <a:ext cx="20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" name="" r:id="rId26" imgW="394335" imgH="494665" progId="Equation.DSMT4">
                    <p:embed/>
                  </p:oleObj>
                </mc:Choice>
                <mc:Fallback>
                  <p:oleObj name="" r:id="rId26" imgW="394335" imgH="494665" progId="Equation.DSMT4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27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59" y="1731"/>
                          <a:ext cx="200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0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0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7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707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707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70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70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7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75"/>
                                        <p:tgtEl>
                                          <p:spTgt spid="67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707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707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707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707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70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70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70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70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7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7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70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70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7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67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7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7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70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70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75" fill="hold"/>
                                        <p:tgtEl>
                                          <p:spTgt spid="6707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5" fill="hold"/>
                                        <p:tgtEl>
                                          <p:spTgt spid="6707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3" dur="500"/>
                                        <p:tgtEl>
                                          <p:spTgt spid="67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75" fill="hold"/>
                                        <p:tgtEl>
                                          <p:spTgt spid="67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" fill="hold"/>
                                        <p:tgtEl>
                                          <p:spTgt spid="67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" fill="hold"/>
                                        <p:tgtEl>
                                          <p:spTgt spid="670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" fill="hold"/>
                                        <p:tgtEl>
                                          <p:spTgt spid="670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70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70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75" fill="hold"/>
                                        <p:tgtEl>
                                          <p:spTgt spid="670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75" fill="hold"/>
                                        <p:tgtEl>
                                          <p:spTgt spid="67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475"/>
                            </p:stCondLst>
                            <p:childTnLst>
                              <p:par>
                                <p:cTn id="10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6" dur="75"/>
                                        <p:tgtEl>
                                          <p:spTgt spid="67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0723" grpId="0"/>
      <p:bldP spid="670724" grpId="0"/>
      <p:bldP spid="670725" grpId="0"/>
      <p:bldP spid="670726" grpId="0"/>
      <p:bldP spid="670735" grpId="0" animBg="1"/>
      <p:bldP spid="670736" grpId="0"/>
      <p:bldP spid="670739" grpId="0"/>
      <p:bldP spid="670740" grpId="0"/>
      <p:bldP spid="670741" grpId="0"/>
      <p:bldP spid="67074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71746" name="Text Box 2"/>
          <p:cNvSpPr txBox="1"/>
          <p:nvPr/>
        </p:nvSpPr>
        <p:spPr>
          <a:xfrm>
            <a:off x="655638" y="395288"/>
            <a:ext cx="8488362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</a:rPr>
              <a:t>2.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求长为</a:t>
            </a:r>
            <a:r>
              <a:rPr lang="en-US" altLang="zh-CN" sz="2800" b="1" i="1" dirty="0">
                <a:ea typeface="楷体_GB2312" pitchFamily="49" charset="-122"/>
              </a:rPr>
              <a:t>L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/>
              <a:t>单位长度上带电为</a:t>
            </a:r>
            <a:r>
              <a:rPr lang="zh-CN" altLang="en-US" sz="2800" b="1" i="1" dirty="0"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lang="zh-CN" altLang="en-US" sz="2800" b="1" dirty="0"/>
              <a:t>的均匀细棒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     中垂面上的电场分布。</a:t>
            </a:r>
            <a:endParaRPr lang="zh-CN" altLang="en-US" sz="2800" b="1" dirty="0"/>
          </a:p>
        </p:txBody>
      </p:sp>
      <p:sp>
        <p:nvSpPr>
          <p:cNvPr id="671747" name="Text Box 3"/>
          <p:cNvSpPr txBox="1"/>
          <p:nvPr/>
        </p:nvSpPr>
        <p:spPr>
          <a:xfrm>
            <a:off x="684213" y="1327150"/>
            <a:ext cx="35290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解：</a:t>
            </a:r>
            <a:r>
              <a:rPr lang="zh-CN" altLang="en-US" sz="2800" b="1" dirty="0"/>
              <a:t>设坐标系，</a:t>
            </a:r>
            <a:endParaRPr lang="zh-CN" altLang="en-US" sz="2800" b="1" dirty="0"/>
          </a:p>
        </p:txBody>
      </p:sp>
      <p:sp>
        <p:nvSpPr>
          <p:cNvPr id="671748" name="Line 4"/>
          <p:cNvSpPr/>
          <p:nvPr/>
        </p:nvSpPr>
        <p:spPr>
          <a:xfrm>
            <a:off x="1206500" y="4249738"/>
            <a:ext cx="251460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71749" name="Text Box 5"/>
          <p:cNvSpPr txBox="1"/>
          <p:nvPr/>
        </p:nvSpPr>
        <p:spPr>
          <a:xfrm>
            <a:off x="1441450" y="1830388"/>
            <a:ext cx="5867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由电荷分布的对称性可得</a:t>
            </a:r>
            <a:endParaRPr lang="zh-CN" altLang="en-US" sz="2800" b="1" dirty="0"/>
          </a:p>
        </p:txBody>
      </p:sp>
      <p:sp>
        <p:nvSpPr>
          <p:cNvPr id="671750" name="Line 6"/>
          <p:cNvSpPr/>
          <p:nvPr/>
        </p:nvSpPr>
        <p:spPr>
          <a:xfrm>
            <a:off x="1206500" y="3411538"/>
            <a:ext cx="1371600" cy="838200"/>
          </a:xfrm>
          <a:prstGeom prst="line">
            <a:avLst/>
          </a:prstGeom>
          <a:ln w="1905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71751" name="Line 7"/>
          <p:cNvSpPr/>
          <p:nvPr/>
        </p:nvSpPr>
        <p:spPr>
          <a:xfrm>
            <a:off x="2578100" y="4249738"/>
            <a:ext cx="625475" cy="393700"/>
          </a:xfrm>
          <a:prstGeom prst="line">
            <a:avLst/>
          </a:prstGeom>
          <a:ln w="28575" cap="flat" cmpd="sng">
            <a:solidFill>
              <a:srgbClr val="990033"/>
            </a:solidFill>
            <a:prstDash val="solid"/>
            <a:headEnd type="none" w="med" len="med"/>
            <a:tailEnd type="triangle" w="med" len="lg"/>
          </a:ln>
        </p:spPr>
      </p:sp>
      <p:graphicFrame>
        <p:nvGraphicFramePr>
          <p:cNvPr id="671752" name="Object 8"/>
          <p:cNvGraphicFramePr>
            <a:graphicFrameLocks noChangeAspect="1"/>
          </p:cNvGraphicFramePr>
          <p:nvPr/>
        </p:nvGraphicFramePr>
        <p:xfrm>
          <a:off x="2997200" y="4578350"/>
          <a:ext cx="422275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1" imgW="469900" imgH="406400" progId="Equation.DSMT4">
                  <p:embed/>
                </p:oleObj>
              </mc:Choice>
              <mc:Fallback>
                <p:oleObj name="" r:id="rId1" imgW="469900" imgH="406400" progId="Equation.DSMT4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97200" y="4578350"/>
                        <a:ext cx="422275" cy="363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1753" name="Line 9"/>
          <p:cNvSpPr/>
          <p:nvPr/>
        </p:nvSpPr>
        <p:spPr>
          <a:xfrm flipV="1">
            <a:off x="1206500" y="4249738"/>
            <a:ext cx="1371600" cy="762000"/>
          </a:xfrm>
          <a:prstGeom prst="line">
            <a:avLst/>
          </a:prstGeom>
          <a:ln w="1905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71754" name="Line 10"/>
          <p:cNvSpPr/>
          <p:nvPr/>
        </p:nvSpPr>
        <p:spPr>
          <a:xfrm flipV="1">
            <a:off x="2543175" y="3868738"/>
            <a:ext cx="685800" cy="381000"/>
          </a:xfrm>
          <a:prstGeom prst="line">
            <a:avLst/>
          </a:prstGeom>
          <a:ln w="28575" cap="flat" cmpd="sng">
            <a:solidFill>
              <a:srgbClr val="990033"/>
            </a:solidFill>
            <a:prstDash val="solid"/>
            <a:headEnd type="none" w="med" len="med"/>
            <a:tailEnd type="triangle" w="med" len="lg"/>
          </a:ln>
        </p:spPr>
      </p:sp>
      <p:graphicFrame>
        <p:nvGraphicFramePr>
          <p:cNvPr id="671755" name="Object 11"/>
          <p:cNvGraphicFramePr>
            <a:graphicFrameLocks noChangeAspect="1"/>
          </p:cNvGraphicFramePr>
          <p:nvPr/>
        </p:nvGraphicFramePr>
        <p:xfrm>
          <a:off x="2987675" y="3489325"/>
          <a:ext cx="5048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3" imgW="558800" imgH="406400" progId="Equation.DSMT4">
                  <p:embed/>
                </p:oleObj>
              </mc:Choice>
              <mc:Fallback>
                <p:oleObj name="" r:id="rId3" imgW="558800" imgH="406400" progId="Equation.DSMT4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87675" y="3489325"/>
                        <a:ext cx="504825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1756" name="Text Box 12"/>
          <p:cNvSpPr txBox="1"/>
          <p:nvPr/>
        </p:nvSpPr>
        <p:spPr>
          <a:xfrm>
            <a:off x="3533775" y="417353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x</a:t>
            </a:r>
            <a:endParaRPr lang="en-US" altLang="zh-CN" sz="2800" b="1" dirty="0"/>
          </a:p>
        </p:txBody>
      </p:sp>
      <p:sp>
        <p:nvSpPr>
          <p:cNvPr id="671757" name="Line 13"/>
          <p:cNvSpPr/>
          <p:nvPr/>
        </p:nvSpPr>
        <p:spPr>
          <a:xfrm>
            <a:off x="2654300" y="4249738"/>
            <a:ext cx="8382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</p:spPr>
      </p:sp>
      <p:graphicFrame>
        <p:nvGraphicFramePr>
          <p:cNvPr id="671758" name="Object 14"/>
          <p:cNvGraphicFramePr>
            <a:graphicFrameLocks noChangeAspect="1"/>
          </p:cNvGraphicFramePr>
          <p:nvPr/>
        </p:nvGraphicFramePr>
        <p:xfrm>
          <a:off x="3352800" y="3832225"/>
          <a:ext cx="6429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5" imgW="723900" imgH="533400" progId="Equation.DSMT4">
                  <p:embed/>
                </p:oleObj>
              </mc:Choice>
              <mc:Fallback>
                <p:oleObj name="" r:id="rId5" imgW="723900" imgH="533400" progId="Equation.DSMT4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52800" y="3832225"/>
                        <a:ext cx="642938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59" name="Object 15"/>
          <p:cNvGraphicFramePr>
            <a:graphicFrameLocks noChangeAspect="1"/>
          </p:cNvGraphicFramePr>
          <p:nvPr/>
        </p:nvGraphicFramePr>
        <p:xfrm>
          <a:off x="3090863" y="2338388"/>
          <a:ext cx="15144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7" imgW="1459865" imgH="533400" progId="Equation.DSMT4">
                  <p:embed/>
                </p:oleObj>
              </mc:Choice>
              <mc:Fallback>
                <p:oleObj name="" r:id="rId7" imgW="1459865" imgH="533400" progId="Equation.DSMT4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90863" y="2338388"/>
                        <a:ext cx="1514475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60" name="Object 16"/>
          <p:cNvGraphicFramePr>
            <a:graphicFrameLocks noChangeAspect="1"/>
          </p:cNvGraphicFramePr>
          <p:nvPr/>
        </p:nvGraphicFramePr>
        <p:xfrm>
          <a:off x="5626100" y="3679825"/>
          <a:ext cx="2428875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9" imgW="2463800" imgH="838200" progId="Equation.DSMT4">
                  <p:embed/>
                </p:oleObj>
              </mc:Choice>
              <mc:Fallback>
                <p:oleObj name="" r:id="rId9" imgW="2463800" imgH="838200" progId="Equation.DSMT4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26100" y="3679825"/>
                        <a:ext cx="2428875" cy="852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61" name="Object 17"/>
          <p:cNvGraphicFramePr>
            <a:graphicFrameLocks noChangeAspect="1"/>
          </p:cNvGraphicFramePr>
          <p:nvPr/>
        </p:nvGraphicFramePr>
        <p:xfrm>
          <a:off x="4800600" y="3103563"/>
          <a:ext cx="73025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11" imgW="761365" imgH="317500" progId="Equation.DSMT4">
                  <p:embed/>
                </p:oleObj>
              </mc:Choice>
              <mc:Fallback>
                <p:oleObj name="" r:id="rId11" imgW="761365" imgH="317500" progId="Equation.DSMT4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00600" y="3103563"/>
                        <a:ext cx="730250" cy="315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62" name="Object 18"/>
          <p:cNvGraphicFramePr>
            <a:graphicFrameLocks noChangeAspect="1"/>
          </p:cNvGraphicFramePr>
          <p:nvPr/>
        </p:nvGraphicFramePr>
        <p:xfrm>
          <a:off x="3348038" y="5599113"/>
          <a:ext cx="2843212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13" imgW="2844800" imgH="1028700" progId="Equation.DSMT4">
                  <p:embed/>
                </p:oleObj>
              </mc:Choice>
              <mc:Fallback>
                <p:oleObj name="" r:id="rId13" imgW="2844800" imgH="1028700" progId="Equation.DSMT4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48038" y="5599113"/>
                        <a:ext cx="2843212" cy="1106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1763" name="Text Box 19"/>
          <p:cNvSpPr txBox="1"/>
          <p:nvPr/>
        </p:nvSpPr>
        <p:spPr>
          <a:xfrm>
            <a:off x="6237288" y="5661025"/>
            <a:ext cx="2819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方向沿</a:t>
            </a:r>
            <a:r>
              <a:rPr lang="en-US" altLang="zh-CN" sz="2800" b="1" dirty="0"/>
              <a:t>x</a:t>
            </a:r>
            <a:r>
              <a:rPr lang="zh-CN" altLang="en-US" sz="2800" b="1" dirty="0"/>
              <a:t>轴</a:t>
            </a:r>
            <a:r>
              <a:rPr lang="en-US" altLang="zh-CN" sz="2800" b="1" dirty="0"/>
              <a:t>!</a:t>
            </a:r>
            <a:endParaRPr lang="en-US" altLang="zh-CN" sz="2800" b="1" dirty="0"/>
          </a:p>
        </p:txBody>
      </p:sp>
      <p:graphicFrame>
        <p:nvGraphicFramePr>
          <p:cNvPr id="671764" name="Object 20"/>
          <p:cNvGraphicFramePr>
            <a:graphicFrameLocks noChangeAspect="1"/>
          </p:cNvGraphicFramePr>
          <p:nvPr/>
        </p:nvGraphicFramePr>
        <p:xfrm>
          <a:off x="1628775" y="4006850"/>
          <a:ext cx="263525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15" imgW="304800" imgH="279400" progId="Equation.3">
                  <p:embed/>
                </p:oleObj>
              </mc:Choice>
              <mc:Fallback>
                <p:oleObj name="" r:id="rId15" imgW="304800" imgH="2794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28775" y="4006850"/>
                        <a:ext cx="263525" cy="242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1765" name="Group 21"/>
          <p:cNvGrpSpPr/>
          <p:nvPr/>
        </p:nvGrpSpPr>
        <p:grpSpPr>
          <a:xfrm>
            <a:off x="6048375" y="1023938"/>
            <a:ext cx="2932113" cy="971550"/>
            <a:chOff x="3744" y="0"/>
            <a:chExt cx="1847" cy="612"/>
          </a:xfrm>
        </p:grpSpPr>
        <p:graphicFrame>
          <p:nvGraphicFramePr>
            <p:cNvPr id="36914" name="Object 22"/>
            <p:cNvGraphicFramePr>
              <a:graphicFrameLocks noChangeAspect="1"/>
            </p:cNvGraphicFramePr>
            <p:nvPr/>
          </p:nvGraphicFramePr>
          <p:xfrm>
            <a:off x="4251" y="42"/>
            <a:ext cx="1340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" name="" r:id="rId17" imgW="2184400" imgH="927100" progId="Equation.DSMT4">
                    <p:embed/>
                  </p:oleObj>
                </mc:Choice>
                <mc:Fallback>
                  <p:oleObj name="" r:id="rId17" imgW="2184400" imgH="927100" progId="Equation.DSMT4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251" y="42"/>
                          <a:ext cx="1340" cy="570"/>
                        </a:xfrm>
                        <a:prstGeom prst="rect">
                          <a:avLst/>
                        </a:prstGeom>
                        <a:noFill/>
                        <a:ln w="28575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6915" name="Picture 23" descr="dove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744" y="0"/>
              <a:ext cx="555" cy="576"/>
            </a:xfrm>
            <a:prstGeom prst="rect">
              <a:avLst/>
            </a:prstGeom>
            <a:noFill/>
            <a:ln w="9525">
              <a:noFill/>
            </a:ln>
          </p:spPr>
        </p:pic>
      </p:grpSp>
      <p:graphicFrame>
        <p:nvGraphicFramePr>
          <p:cNvPr id="671768" name="Object 24"/>
          <p:cNvGraphicFramePr>
            <a:graphicFrameLocks noChangeAspect="1"/>
          </p:cNvGraphicFramePr>
          <p:nvPr/>
        </p:nvGraphicFramePr>
        <p:xfrm>
          <a:off x="4476750" y="2319338"/>
          <a:ext cx="1998663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20" imgW="1930400" imgH="533400" progId="Equation.DSMT4">
                  <p:embed/>
                </p:oleObj>
              </mc:Choice>
              <mc:Fallback>
                <p:oleObj name="" r:id="rId20" imgW="1930400" imgH="533400" progId="Equation.DSMT4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76750" y="2319338"/>
                        <a:ext cx="1998663" cy="554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1769" name="Line 25"/>
          <p:cNvSpPr/>
          <p:nvPr/>
        </p:nvSpPr>
        <p:spPr>
          <a:xfrm>
            <a:off x="4608513" y="2740025"/>
            <a:ext cx="0" cy="20574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</p:spPr>
      </p:sp>
      <p:graphicFrame>
        <p:nvGraphicFramePr>
          <p:cNvPr id="671770" name="Object 26"/>
          <p:cNvGraphicFramePr>
            <a:graphicFrameLocks noChangeAspect="1"/>
          </p:cNvGraphicFramePr>
          <p:nvPr/>
        </p:nvGraphicFramePr>
        <p:xfrm>
          <a:off x="4435475" y="4430713"/>
          <a:ext cx="2960688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22" imgW="2819400" imgH="1028700" progId="Equation.DSMT4">
                  <p:embed/>
                </p:oleObj>
              </mc:Choice>
              <mc:Fallback>
                <p:oleObj name="" r:id="rId22" imgW="2819400" imgH="1028700" progId="Equation.DSMT4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435475" y="4430713"/>
                        <a:ext cx="2960688" cy="1117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71" name="Object 27"/>
          <p:cNvGraphicFramePr>
            <a:graphicFrameLocks noChangeAspect="1"/>
          </p:cNvGraphicFramePr>
          <p:nvPr/>
        </p:nvGraphicFramePr>
        <p:xfrm>
          <a:off x="4821238" y="5121275"/>
          <a:ext cx="1460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24" imgW="203200" imgH="317500" progId="Equation.3">
                  <p:embed/>
                </p:oleObj>
              </mc:Choice>
              <mc:Fallback>
                <p:oleObj name="" r:id="rId24" imgW="203200" imgH="31750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821238" y="5121275"/>
                        <a:ext cx="146050" cy="22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72" name="Object 28"/>
          <p:cNvGraphicFramePr>
            <a:graphicFrameLocks noChangeAspect="1"/>
          </p:cNvGraphicFramePr>
          <p:nvPr/>
        </p:nvGraphicFramePr>
        <p:xfrm>
          <a:off x="4881563" y="4203700"/>
          <a:ext cx="266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26" imgW="266700" imgH="520700" progId="Equation.DSMT4">
                  <p:embed/>
                </p:oleObj>
              </mc:Choice>
              <mc:Fallback>
                <p:oleObj name="" r:id="rId26" imgW="266700" imgH="520700" progId="Equation.DSMT4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881563" y="4203700"/>
                        <a:ext cx="2667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73" name="Object 29"/>
          <p:cNvGraphicFramePr>
            <a:graphicFrameLocks noChangeAspect="1"/>
          </p:cNvGraphicFramePr>
          <p:nvPr/>
        </p:nvGraphicFramePr>
        <p:xfrm>
          <a:off x="2924175" y="4284663"/>
          <a:ext cx="279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28" imgW="279400" imgH="241300" progId="Equation.3">
                  <p:embed/>
                </p:oleObj>
              </mc:Choice>
              <mc:Fallback>
                <p:oleObj name="" r:id="rId28" imgW="279400" imgH="241300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924175" y="4284663"/>
                        <a:ext cx="279400" cy="24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74" name="Object 30"/>
          <p:cNvGraphicFramePr>
            <a:graphicFrameLocks noChangeAspect="1"/>
          </p:cNvGraphicFramePr>
          <p:nvPr/>
        </p:nvGraphicFramePr>
        <p:xfrm>
          <a:off x="6534150" y="2878138"/>
          <a:ext cx="2071688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30" imgW="2222500" imgH="812800" progId="Equation.DSMT4">
                  <p:embed/>
                </p:oleObj>
              </mc:Choice>
              <mc:Fallback>
                <p:oleObj name="" r:id="rId30" imgW="2222500" imgH="812800" progId="Equation.DSMT4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534150" y="2878138"/>
                        <a:ext cx="2071688" cy="846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1775" name="Text Box 31"/>
          <p:cNvSpPr txBox="1"/>
          <p:nvPr/>
        </p:nvSpPr>
        <p:spPr>
          <a:xfrm>
            <a:off x="1652588" y="3289300"/>
            <a:ext cx="3429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i="1" dirty="0"/>
              <a:t>r</a:t>
            </a:r>
            <a:endParaRPr lang="en-US" altLang="zh-CN" b="1" i="1" dirty="0"/>
          </a:p>
        </p:txBody>
      </p:sp>
      <p:graphicFrame>
        <p:nvGraphicFramePr>
          <p:cNvPr id="671776" name="Object 32"/>
          <p:cNvGraphicFramePr>
            <a:graphicFrameLocks noChangeAspect="1"/>
          </p:cNvGraphicFramePr>
          <p:nvPr/>
        </p:nvGraphicFramePr>
        <p:xfrm>
          <a:off x="5551488" y="2852738"/>
          <a:ext cx="97631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32" imgW="1078865" imgH="850265" progId="Equation.DSMT4">
                  <p:embed/>
                </p:oleObj>
              </mc:Choice>
              <mc:Fallback>
                <p:oleObj name="" r:id="rId32" imgW="1078865" imgH="850265" progId="Equation.DSMT4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551488" y="2852738"/>
                        <a:ext cx="976312" cy="844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1777" name="Text Box 33"/>
          <p:cNvSpPr txBox="1"/>
          <p:nvPr/>
        </p:nvSpPr>
        <p:spPr>
          <a:xfrm>
            <a:off x="1619250" y="5646738"/>
            <a:ext cx="28352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积分可得</a:t>
            </a:r>
            <a:endParaRPr lang="zh-CN" altLang="en-US" sz="2800" b="1" dirty="0"/>
          </a:p>
        </p:txBody>
      </p:sp>
      <p:grpSp>
        <p:nvGrpSpPr>
          <p:cNvPr id="671779" name="Group 35"/>
          <p:cNvGrpSpPr/>
          <p:nvPr/>
        </p:nvGrpSpPr>
        <p:grpSpPr>
          <a:xfrm>
            <a:off x="1058863" y="2801938"/>
            <a:ext cx="1720850" cy="2895600"/>
            <a:chOff x="624" y="672"/>
            <a:chExt cx="1084" cy="1824"/>
          </a:xfrm>
        </p:grpSpPr>
        <p:sp>
          <p:nvSpPr>
            <p:cNvPr id="36909" name="Line 36"/>
            <p:cNvSpPr/>
            <p:nvPr/>
          </p:nvSpPr>
          <p:spPr>
            <a:xfrm>
              <a:off x="720" y="1584"/>
              <a:ext cx="945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lgDash"/>
              <a:headEnd type="none" w="med" len="med"/>
              <a:tailEnd type="none" w="med" len="med"/>
            </a:ln>
          </p:spPr>
        </p:sp>
        <p:grpSp>
          <p:nvGrpSpPr>
            <p:cNvPr id="36910" name="Group 37"/>
            <p:cNvGrpSpPr/>
            <p:nvPr/>
          </p:nvGrpSpPr>
          <p:grpSpPr>
            <a:xfrm>
              <a:off x="1463" y="1163"/>
              <a:ext cx="245" cy="576"/>
              <a:chOff x="-562" y="2916"/>
              <a:chExt cx="274" cy="576"/>
            </a:xfrm>
          </p:grpSpPr>
          <p:sp>
            <p:nvSpPr>
              <p:cNvPr id="36912" name="Text Box 38"/>
              <p:cNvSpPr txBox="1"/>
              <p:nvPr/>
            </p:nvSpPr>
            <p:spPr>
              <a:xfrm>
                <a:off x="-562" y="2916"/>
                <a:ext cx="251" cy="57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5400" b="1" dirty="0">
                    <a:solidFill>
                      <a:srgbClr val="FF0066"/>
                    </a:solidFill>
                  </a:rPr>
                  <a:t>.</a:t>
                </a:r>
                <a:endParaRPr lang="en-US" altLang="zh-CN" sz="5400" b="1" dirty="0">
                  <a:solidFill>
                    <a:srgbClr val="FF0066"/>
                  </a:solidFill>
                </a:endParaRPr>
              </a:p>
            </p:txBody>
          </p:sp>
          <p:sp>
            <p:nvSpPr>
              <p:cNvPr id="36913" name="Text Box 39"/>
              <p:cNvSpPr txBox="1"/>
              <p:nvPr/>
            </p:nvSpPr>
            <p:spPr>
              <a:xfrm>
                <a:off x="-548" y="3024"/>
                <a:ext cx="260" cy="28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/>
                  <a:t>P</a:t>
                </a:r>
                <a:endParaRPr lang="en-US" altLang="zh-CN" sz="2800" b="1" dirty="0"/>
              </a:p>
            </p:txBody>
          </p:sp>
        </p:grpSp>
        <p:sp>
          <p:nvSpPr>
            <p:cNvPr id="36911" name="AutoShape 40"/>
            <p:cNvSpPr/>
            <p:nvPr/>
          </p:nvSpPr>
          <p:spPr>
            <a:xfrm>
              <a:off x="624" y="672"/>
              <a:ext cx="96" cy="1824"/>
            </a:xfrm>
            <a:prstGeom prst="can">
              <a:avLst>
                <a:gd name="adj" fmla="val 73977"/>
              </a:avLst>
            </a:prstGeom>
            <a:gradFill rotWithShape="0">
              <a:gsLst>
                <a:gs pos="0">
                  <a:srgbClr val="5E2F00"/>
                </a:gs>
                <a:gs pos="50000">
                  <a:srgbClr val="CC6600"/>
                </a:gs>
                <a:gs pos="100000">
                  <a:srgbClr val="5E2F00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</p:grpSp>
      <p:sp>
        <p:nvSpPr>
          <p:cNvPr id="671785" name="Line 41"/>
          <p:cNvSpPr/>
          <p:nvPr/>
        </p:nvSpPr>
        <p:spPr>
          <a:xfrm flipV="1">
            <a:off x="1135063" y="2420938"/>
            <a:ext cx="0" cy="45720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71786" name="Text Box 42"/>
          <p:cNvSpPr txBox="1"/>
          <p:nvPr/>
        </p:nvSpPr>
        <p:spPr>
          <a:xfrm>
            <a:off x="773113" y="2182813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y</a:t>
            </a:r>
            <a:endParaRPr lang="en-US" altLang="zh-CN" sz="2800" b="1" dirty="0"/>
          </a:p>
        </p:txBody>
      </p:sp>
      <p:sp>
        <p:nvSpPr>
          <p:cNvPr id="671787" name="Text Box 43"/>
          <p:cNvSpPr txBox="1"/>
          <p:nvPr/>
        </p:nvSpPr>
        <p:spPr>
          <a:xfrm>
            <a:off x="768350" y="3887788"/>
            <a:ext cx="3873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/>
              <a:t>o</a:t>
            </a:r>
            <a:endParaRPr lang="en-US" altLang="zh-CN" b="1" dirty="0"/>
          </a:p>
        </p:txBody>
      </p:sp>
      <p:graphicFrame>
        <p:nvGraphicFramePr>
          <p:cNvPr id="671788" name="Object 44"/>
          <p:cNvGraphicFramePr>
            <a:graphicFrameLocks noChangeAspect="1"/>
          </p:cNvGraphicFramePr>
          <p:nvPr/>
        </p:nvGraphicFramePr>
        <p:xfrm>
          <a:off x="631825" y="3138488"/>
          <a:ext cx="39052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34" imgW="381000" imgH="393700" progId="Equation.DSMT4">
                  <p:embed/>
                </p:oleObj>
              </mc:Choice>
              <mc:Fallback>
                <p:oleObj name="" r:id="rId34" imgW="381000" imgH="393700" progId="Equation.DSMT4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31825" y="3138488"/>
                        <a:ext cx="390525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89" name="Object 45"/>
          <p:cNvGraphicFramePr>
            <a:graphicFrameLocks noChangeAspect="1"/>
          </p:cNvGraphicFramePr>
          <p:nvPr/>
        </p:nvGraphicFramePr>
        <p:xfrm>
          <a:off x="611188" y="4895850"/>
          <a:ext cx="4159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36" imgW="457200" imgH="406400" progId="Equation.DSMT4">
                  <p:embed/>
                </p:oleObj>
              </mc:Choice>
              <mc:Fallback>
                <p:oleObj name="" r:id="rId36" imgW="457200" imgH="406400" progId="Equation.DSMT4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611188" y="4895850"/>
                        <a:ext cx="415925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90" name="Object 46"/>
          <p:cNvGraphicFramePr>
            <a:graphicFrameLocks noChangeAspect="1"/>
          </p:cNvGraphicFramePr>
          <p:nvPr/>
        </p:nvGraphicFramePr>
        <p:xfrm>
          <a:off x="792163" y="3716338"/>
          <a:ext cx="23018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38" imgW="279400" imgH="368300" progId="Equation.3">
                  <p:embed/>
                </p:oleObj>
              </mc:Choice>
              <mc:Fallback>
                <p:oleObj name="" r:id="rId38" imgW="279400" imgH="36830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792163" y="3716338"/>
                        <a:ext cx="230187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1791" name="AutoShape 47"/>
          <p:cNvSpPr/>
          <p:nvPr/>
        </p:nvSpPr>
        <p:spPr>
          <a:xfrm>
            <a:off x="1058863" y="3259138"/>
            <a:ext cx="152400" cy="228600"/>
          </a:xfrm>
          <a:prstGeom prst="can">
            <a:avLst>
              <a:gd name="adj" fmla="val 75000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71792" name="AutoShape 48"/>
          <p:cNvSpPr/>
          <p:nvPr/>
        </p:nvSpPr>
        <p:spPr>
          <a:xfrm>
            <a:off x="1058863" y="4935538"/>
            <a:ext cx="152400" cy="228600"/>
          </a:xfrm>
          <a:prstGeom prst="can">
            <a:avLst>
              <a:gd name="adj" fmla="val 75000"/>
            </a:avLst>
          </a:pr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671793" name="Object 49"/>
          <p:cNvGraphicFramePr>
            <a:graphicFrameLocks noChangeAspect="1"/>
          </p:cNvGraphicFramePr>
          <p:nvPr/>
        </p:nvGraphicFramePr>
        <p:xfrm>
          <a:off x="5053013" y="1447800"/>
          <a:ext cx="868362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40" imgW="888365" imgH="393700" progId="Equation.DSMT4">
                  <p:embed/>
                </p:oleObj>
              </mc:Choice>
              <mc:Fallback>
                <p:oleObj name="" r:id="rId40" imgW="888365" imgH="393700" progId="Equation.DSMT4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053013" y="1447800"/>
                        <a:ext cx="868362" cy="385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1794" name="Text Box 50"/>
          <p:cNvSpPr txBox="1"/>
          <p:nvPr/>
        </p:nvSpPr>
        <p:spPr>
          <a:xfrm>
            <a:off x="3059113" y="1341438"/>
            <a:ext cx="38877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取电荷元</a:t>
            </a:r>
            <a:r>
              <a:rPr lang="en-US" altLang="zh-CN" sz="2800" dirty="0"/>
              <a:t>d</a:t>
            </a:r>
            <a:r>
              <a:rPr lang="en-US" altLang="zh-CN" sz="2800" b="1" i="1" dirty="0"/>
              <a:t>q</a:t>
            </a:r>
            <a:endParaRPr lang="en-US" altLang="zh-CN" sz="2800" b="1" i="1" dirty="0"/>
          </a:p>
        </p:txBody>
      </p:sp>
      <p:sp>
        <p:nvSpPr>
          <p:cNvPr id="671795" name="Arc 51"/>
          <p:cNvSpPr/>
          <p:nvPr/>
        </p:nvSpPr>
        <p:spPr>
          <a:xfrm rot="1582258" flipH="1">
            <a:off x="2682875" y="4176713"/>
            <a:ext cx="225425" cy="212725"/>
          </a:xfrm>
          <a:custGeom>
            <a:avLst/>
            <a:gdLst/>
            <a:ahLst/>
            <a:cxnLst>
              <a:cxn ang="0">
                <a:pos x="3011125" y="23838538"/>
              </a:cxn>
              <a:cxn ang="0">
                <a:pos x="2632640" y="0"/>
              </a:cxn>
              <a:cxn ang="0">
                <a:pos x="24552675" y="11542568"/>
              </a:cxn>
            </a:cxnLst>
            <a:pathLst>
              <a:path w="21600" h="20095" fill="none">
                <a:moveTo>
                  <a:pt x="2649" y="20094"/>
                </a:moveTo>
                <a:cubicBezTo>
                  <a:pt x="911" y="16916"/>
                  <a:pt x="0" y="13352"/>
                  <a:pt x="0" y="9730"/>
                </a:cubicBezTo>
                <a:cubicBezTo>
                  <a:pt x="0" y="6350"/>
                  <a:pt x="793" y="3017"/>
                  <a:pt x="2315" y="-1"/>
                </a:cubicBezTo>
              </a:path>
              <a:path w="21600" h="20095" stroke="0">
                <a:moveTo>
                  <a:pt x="2649" y="20094"/>
                </a:moveTo>
                <a:cubicBezTo>
                  <a:pt x="911" y="16916"/>
                  <a:pt x="0" y="13352"/>
                  <a:pt x="0" y="9730"/>
                </a:cubicBezTo>
                <a:cubicBezTo>
                  <a:pt x="0" y="6350"/>
                  <a:pt x="793" y="3017"/>
                  <a:pt x="2315" y="-1"/>
                </a:cubicBezTo>
                <a:lnTo>
                  <a:pt x="21600" y="9730"/>
                </a:lnTo>
                <a:lnTo>
                  <a:pt x="2649" y="20094"/>
                </a:lnTo>
                <a:close/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67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225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67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1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1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75"/>
                                        <p:tgtEl>
                                          <p:spTgt spid="67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7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5" dur="75"/>
                                        <p:tgtEl>
                                          <p:spTgt spid="67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0" dur="500"/>
                                        <p:tgtEl>
                                          <p:spTgt spid="671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71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71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67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67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3" dur="500"/>
                                        <p:tgtEl>
                                          <p:spTgt spid="67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75" fill="hold"/>
                                        <p:tgtEl>
                                          <p:spTgt spid="671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5" fill="hold"/>
                                        <p:tgtEl>
                                          <p:spTgt spid="671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25"/>
                            </p:stCondLst>
                            <p:childTnLst>
                              <p:par>
                                <p:cTn id="8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3" dur="500"/>
                                        <p:tgtEl>
                                          <p:spTgt spid="67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325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7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7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500"/>
                                        <p:tgtEl>
                                          <p:spTgt spid="67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7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8" dur="500"/>
                                        <p:tgtEl>
                                          <p:spTgt spid="67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71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671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6717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717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71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671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6717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717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67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5" dur="500"/>
                                        <p:tgtEl>
                                          <p:spTgt spid="67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0" dur="500"/>
                                        <p:tgtEl>
                                          <p:spTgt spid="67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671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671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0" dur="500"/>
                                        <p:tgtEl>
                                          <p:spTgt spid="67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671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671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0" dur="500"/>
                                        <p:tgtEl>
                                          <p:spTgt spid="67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5" dur="500"/>
                                        <p:tgtEl>
                                          <p:spTgt spid="67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671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671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6717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6717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8" dur="500"/>
                                        <p:tgtEl>
                                          <p:spTgt spid="67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3" dur="500"/>
                                        <p:tgtEl>
                                          <p:spTgt spid="67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00"/>
                            </p:stCondLst>
                            <p:childTnLst>
                              <p:par>
                                <p:cTn id="18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7" dur="500"/>
                                        <p:tgtEl>
                                          <p:spTgt spid="67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75" fill="hold"/>
                                        <p:tgtEl>
                                          <p:spTgt spid="6717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5" fill="hold"/>
                                        <p:tgtEl>
                                          <p:spTgt spid="6717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67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75" fill="hold"/>
                                        <p:tgtEl>
                                          <p:spTgt spid="671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75" fill="hold"/>
                                        <p:tgtEl>
                                          <p:spTgt spid="671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46" grpId="0"/>
      <p:bldP spid="671747" grpId="0"/>
      <p:bldP spid="671749" grpId="0"/>
      <p:bldP spid="671756" grpId="0"/>
      <p:bldP spid="671763" grpId="0"/>
      <p:bldP spid="671775" grpId="0"/>
      <p:bldP spid="671777" grpId="0"/>
      <p:bldP spid="671786" grpId="0"/>
      <p:bldP spid="671787" grpId="0"/>
      <p:bldP spid="671791" grpId="0" animBg="1"/>
      <p:bldP spid="671792" grpId="0" animBg="1"/>
      <p:bldP spid="67179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72770" name="Text Box 2"/>
          <p:cNvSpPr txBox="1"/>
          <p:nvPr/>
        </p:nvSpPr>
        <p:spPr>
          <a:xfrm>
            <a:off x="4191000" y="1592263"/>
            <a:ext cx="4953000" cy="12620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当 </a:t>
            </a:r>
            <a:r>
              <a:rPr lang="en-US" altLang="zh-CN" b="1" i="1" dirty="0"/>
              <a:t>L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  ( </a:t>
            </a:r>
            <a:r>
              <a:rPr lang="zh-CN" altLang="en-US" sz="2800" b="1" dirty="0">
                <a:sym typeface="Symbol" panose="05050102010706020507" pitchFamily="18" charset="2"/>
              </a:rPr>
              <a:t>或</a:t>
            </a:r>
            <a:r>
              <a:rPr lang="en-US" altLang="zh-CN" b="1" i="1" dirty="0">
                <a:sym typeface="Symbol" panose="05050102010706020507" pitchFamily="18" charset="2"/>
              </a:rPr>
              <a:t>L</a:t>
            </a:r>
            <a:r>
              <a:rPr lang="en-US" altLang="zh-CN" sz="2800" b="1" dirty="0">
                <a:sym typeface="Symbol" panose="05050102010706020507" pitchFamily="18" charset="2"/>
              </a:rPr>
              <a:t>&gt;&gt; </a:t>
            </a:r>
            <a:r>
              <a:rPr lang="en-US" altLang="zh-CN" sz="2800" b="1" i="1" dirty="0">
                <a:sym typeface="Symbol" panose="05050102010706020507" pitchFamily="18" charset="2"/>
              </a:rPr>
              <a:t>x </a:t>
            </a:r>
            <a:r>
              <a:rPr lang="en-US" altLang="zh-CN" sz="2800" b="1" dirty="0">
                <a:sym typeface="Symbol" panose="05050102010706020507" pitchFamily="18" charset="2"/>
              </a:rPr>
              <a:t>)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16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   </a:t>
            </a:r>
            <a:r>
              <a:rPr lang="zh-CN" altLang="en-US" sz="2800" b="1" dirty="0">
                <a:sym typeface="Symbol" panose="05050102010706020507" pitchFamily="18" charset="2"/>
              </a:rPr>
              <a:t>则</a:t>
            </a:r>
            <a:endParaRPr lang="zh-CN" altLang="en-US" sz="2800" b="1" dirty="0"/>
          </a:p>
        </p:txBody>
      </p:sp>
      <p:graphicFrame>
        <p:nvGraphicFramePr>
          <p:cNvPr id="672771" name="Object 3"/>
          <p:cNvGraphicFramePr>
            <a:graphicFrameLocks noChangeAspect="1"/>
          </p:cNvGraphicFramePr>
          <p:nvPr/>
        </p:nvGraphicFramePr>
        <p:xfrm>
          <a:off x="5313363" y="2219325"/>
          <a:ext cx="1757362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1" imgW="1562100" imgH="723900" progId="Equation.DSMT4">
                  <p:embed/>
                </p:oleObj>
              </mc:Choice>
              <mc:Fallback>
                <p:oleObj name="" r:id="rId1" imgW="1562100" imgH="723900" progId="Equation.DSMT4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13363" y="2219325"/>
                        <a:ext cx="1757362" cy="814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2772" name="Oval 4"/>
          <p:cNvSpPr/>
          <p:nvPr/>
        </p:nvSpPr>
        <p:spPr>
          <a:xfrm>
            <a:off x="1150938" y="5470525"/>
            <a:ext cx="228600" cy="228600"/>
          </a:xfrm>
          <a:prstGeom prst="ellipse">
            <a:avLst/>
          </a:prstGeom>
          <a:solidFill>
            <a:srgbClr val="FF7C80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/>
              <a:t>+</a:t>
            </a:r>
            <a:endParaRPr lang="en-US" altLang="zh-CN" sz="2400" dirty="0"/>
          </a:p>
        </p:txBody>
      </p:sp>
      <p:grpSp>
        <p:nvGrpSpPr>
          <p:cNvPr id="672773" name="Group 5"/>
          <p:cNvGrpSpPr/>
          <p:nvPr/>
        </p:nvGrpSpPr>
        <p:grpSpPr>
          <a:xfrm>
            <a:off x="498475" y="4860925"/>
            <a:ext cx="1524000" cy="1447800"/>
            <a:chOff x="144" y="2640"/>
            <a:chExt cx="960" cy="912"/>
          </a:xfrm>
        </p:grpSpPr>
        <p:sp>
          <p:nvSpPr>
            <p:cNvPr id="37952" name="Line 6"/>
            <p:cNvSpPr/>
            <p:nvPr/>
          </p:nvSpPr>
          <p:spPr>
            <a:xfrm flipV="1">
              <a:off x="768" y="2784"/>
              <a:ext cx="192" cy="19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7953" name="Line 7"/>
            <p:cNvSpPr/>
            <p:nvPr/>
          </p:nvSpPr>
          <p:spPr>
            <a:xfrm rot="-10800000" flipV="1">
              <a:off x="288" y="3216"/>
              <a:ext cx="192" cy="19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7954" name="Line 8"/>
            <p:cNvSpPr/>
            <p:nvPr/>
          </p:nvSpPr>
          <p:spPr>
            <a:xfrm flipH="1">
              <a:off x="144" y="3120"/>
              <a:ext cx="28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7955" name="Line 9"/>
            <p:cNvSpPr/>
            <p:nvPr/>
          </p:nvSpPr>
          <p:spPr>
            <a:xfrm>
              <a:off x="816" y="3120"/>
              <a:ext cx="28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7956" name="Line 10"/>
            <p:cNvSpPr/>
            <p:nvPr/>
          </p:nvSpPr>
          <p:spPr>
            <a:xfrm rot="-5400000" flipV="1">
              <a:off x="288" y="2784"/>
              <a:ext cx="192" cy="19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7957" name="Line 11"/>
            <p:cNvSpPr/>
            <p:nvPr/>
          </p:nvSpPr>
          <p:spPr>
            <a:xfrm rot="10800000" flipH="1" flipV="1">
              <a:off x="768" y="3264"/>
              <a:ext cx="192" cy="19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7958" name="Line 12"/>
            <p:cNvSpPr/>
            <p:nvPr/>
          </p:nvSpPr>
          <p:spPr>
            <a:xfrm>
              <a:off x="624" y="3264"/>
              <a:ext cx="0" cy="28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7959" name="Line 13"/>
            <p:cNvSpPr/>
            <p:nvPr/>
          </p:nvSpPr>
          <p:spPr>
            <a:xfrm rot="-10800000" flipH="1">
              <a:off x="624" y="2640"/>
              <a:ext cx="0" cy="28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lg"/>
            </a:ln>
          </p:spPr>
        </p:sp>
      </p:grpSp>
      <p:grpSp>
        <p:nvGrpSpPr>
          <p:cNvPr id="672782" name="Group 14"/>
          <p:cNvGrpSpPr/>
          <p:nvPr/>
        </p:nvGrpSpPr>
        <p:grpSpPr>
          <a:xfrm>
            <a:off x="2327275" y="4784725"/>
            <a:ext cx="1524000" cy="1524000"/>
            <a:chOff x="1296" y="2640"/>
            <a:chExt cx="960" cy="960"/>
          </a:xfrm>
        </p:grpSpPr>
        <p:sp>
          <p:nvSpPr>
            <p:cNvPr id="37944" name="Line 15"/>
            <p:cNvSpPr/>
            <p:nvPr/>
          </p:nvSpPr>
          <p:spPr>
            <a:xfrm rot="-5400000" flipH="1" flipV="1">
              <a:off x="1920" y="2784"/>
              <a:ext cx="192" cy="19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7945" name="Line 16"/>
            <p:cNvSpPr/>
            <p:nvPr/>
          </p:nvSpPr>
          <p:spPr>
            <a:xfrm flipV="1">
              <a:off x="1440" y="3264"/>
              <a:ext cx="192" cy="19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7946" name="Line 17"/>
            <p:cNvSpPr/>
            <p:nvPr/>
          </p:nvSpPr>
          <p:spPr>
            <a:xfrm>
              <a:off x="1296" y="3120"/>
              <a:ext cx="288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7947" name="Line 18"/>
            <p:cNvSpPr/>
            <p:nvPr/>
          </p:nvSpPr>
          <p:spPr>
            <a:xfrm flipH="1">
              <a:off x="1968" y="3120"/>
              <a:ext cx="288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7948" name="Line 19"/>
            <p:cNvSpPr/>
            <p:nvPr/>
          </p:nvSpPr>
          <p:spPr>
            <a:xfrm rot="5400000" flipV="1">
              <a:off x="1440" y="2784"/>
              <a:ext cx="192" cy="19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7949" name="Line 20"/>
            <p:cNvSpPr/>
            <p:nvPr/>
          </p:nvSpPr>
          <p:spPr>
            <a:xfrm rot="5400000" flipH="1">
              <a:off x="1920" y="3264"/>
              <a:ext cx="192" cy="19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7950" name="Line 21"/>
            <p:cNvSpPr/>
            <p:nvPr/>
          </p:nvSpPr>
          <p:spPr>
            <a:xfrm flipV="1">
              <a:off x="1776" y="3312"/>
              <a:ext cx="0" cy="28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7951" name="Line 22"/>
            <p:cNvSpPr/>
            <p:nvPr/>
          </p:nvSpPr>
          <p:spPr>
            <a:xfrm rot="10800000" flipH="1" flipV="1">
              <a:off x="1776" y="2640"/>
              <a:ext cx="0" cy="28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lg"/>
            </a:ln>
          </p:spPr>
        </p:sp>
      </p:grpSp>
      <p:graphicFrame>
        <p:nvGraphicFramePr>
          <p:cNvPr id="672791" name="Object 23"/>
          <p:cNvGraphicFramePr>
            <a:graphicFrameLocks noChangeAspect="1"/>
          </p:cNvGraphicFramePr>
          <p:nvPr/>
        </p:nvGraphicFramePr>
        <p:xfrm>
          <a:off x="6178550" y="3068638"/>
          <a:ext cx="177006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3" imgW="1524000" imgH="723900" progId="Equation.DSMT4">
                  <p:embed/>
                </p:oleObj>
              </mc:Choice>
              <mc:Fallback>
                <p:oleObj name="" r:id="rId3" imgW="1524000" imgH="723900" progId="Equation.DSMT4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78550" y="3068638"/>
                        <a:ext cx="1770063" cy="815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2792" name="Text Box 24"/>
          <p:cNvSpPr txBox="1"/>
          <p:nvPr/>
        </p:nvSpPr>
        <p:spPr>
          <a:xfrm>
            <a:off x="5334000" y="4005263"/>
            <a:ext cx="3657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方向沿径向向外</a:t>
            </a:r>
            <a:endParaRPr lang="zh-CN" altLang="en-US" sz="2800" b="1" dirty="0"/>
          </a:p>
        </p:txBody>
      </p:sp>
      <p:sp>
        <p:nvSpPr>
          <p:cNvPr id="672793" name="Text Box 25"/>
          <p:cNvSpPr txBox="1"/>
          <p:nvPr/>
        </p:nvSpPr>
        <p:spPr>
          <a:xfrm>
            <a:off x="4959350" y="6021388"/>
            <a:ext cx="3968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ea typeface="楷体_GB2312" pitchFamily="49" charset="-122"/>
              </a:rPr>
              <a:t>——</a:t>
            </a:r>
            <a:r>
              <a:rPr lang="zh-CN" altLang="en-US" b="1" dirty="0">
                <a:ea typeface="楷体_GB2312" pitchFamily="49" charset="-122"/>
              </a:rPr>
              <a:t>柱对称电场！</a:t>
            </a:r>
            <a:endParaRPr lang="zh-CN" altLang="en-US" b="1" dirty="0">
              <a:ea typeface="楷体_GB2312" pitchFamily="49" charset="-122"/>
            </a:endParaRPr>
          </a:p>
        </p:txBody>
      </p:sp>
      <p:graphicFrame>
        <p:nvGraphicFramePr>
          <p:cNvPr id="672795" name="Object 27"/>
          <p:cNvGraphicFramePr>
            <a:graphicFrameLocks noChangeAspect="1"/>
          </p:cNvGraphicFramePr>
          <p:nvPr/>
        </p:nvGraphicFramePr>
        <p:xfrm>
          <a:off x="5176838" y="5140325"/>
          <a:ext cx="209550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5" imgW="1803400" imgH="723900" progId="Equation.DSMT4">
                  <p:embed/>
                </p:oleObj>
              </mc:Choice>
              <mc:Fallback>
                <p:oleObj name="" r:id="rId5" imgW="1803400" imgH="723900" progId="Equation.DSMT4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76838" y="5140325"/>
                        <a:ext cx="2095500" cy="842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2796" name="Group 28"/>
          <p:cNvGrpSpPr/>
          <p:nvPr/>
        </p:nvGrpSpPr>
        <p:grpSpPr>
          <a:xfrm>
            <a:off x="663575" y="296863"/>
            <a:ext cx="3908425" cy="1198562"/>
            <a:chOff x="418" y="187"/>
            <a:chExt cx="2462" cy="755"/>
          </a:xfrm>
        </p:grpSpPr>
        <p:graphicFrame>
          <p:nvGraphicFramePr>
            <p:cNvPr id="37942" name="Object 29"/>
            <p:cNvGraphicFramePr>
              <a:graphicFrameLocks noChangeAspect="1"/>
            </p:cNvGraphicFramePr>
            <p:nvPr/>
          </p:nvGraphicFramePr>
          <p:xfrm>
            <a:off x="952" y="187"/>
            <a:ext cx="1928" cy="7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" name="" r:id="rId7" imgW="2908300" imgH="1155700" progId="Equation.DSMT4">
                    <p:embed/>
                  </p:oleObj>
                </mc:Choice>
                <mc:Fallback>
                  <p:oleObj name="" r:id="rId7" imgW="2908300" imgH="1155700" progId="Equation.DSMT4">
                    <p:embed/>
                    <p:pic>
                      <p:nvPicPr>
                        <p:cNvPr id="0" name="图片 318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52" y="187"/>
                          <a:ext cx="1928" cy="755"/>
                        </a:xfrm>
                        <a:prstGeom prst="rect">
                          <a:avLst/>
                        </a:prstGeom>
                        <a:noFill/>
                        <a:ln w="28575" cap="flat" cmpd="sng">
                          <a:solidFill>
                            <a:srgbClr val="FF505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7943" name="Picture 30" descr="dove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18" y="249"/>
              <a:ext cx="555" cy="57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672799" name="Text Box 31"/>
          <p:cNvSpPr txBox="1"/>
          <p:nvPr/>
        </p:nvSpPr>
        <p:spPr>
          <a:xfrm>
            <a:off x="4427538" y="3136900"/>
            <a:ext cx="26638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若令</a:t>
            </a:r>
            <a:r>
              <a:rPr lang="en-US" altLang="zh-CN" b="1" i="1" dirty="0"/>
              <a:t>x</a:t>
            </a:r>
            <a:r>
              <a:rPr lang="en-US" altLang="zh-CN" sz="2800" b="1" i="1" dirty="0"/>
              <a:t>=</a:t>
            </a:r>
            <a:r>
              <a:rPr lang="en-US" altLang="zh-CN" b="1" i="1" dirty="0"/>
              <a:t> r</a:t>
            </a:r>
            <a:endParaRPr lang="en-US" altLang="zh-CN" b="1" dirty="0"/>
          </a:p>
        </p:txBody>
      </p:sp>
      <p:graphicFrame>
        <p:nvGraphicFramePr>
          <p:cNvPr id="672800" name="Object 32"/>
          <p:cNvGraphicFramePr>
            <a:graphicFrameLocks noChangeAspect="1"/>
          </p:cNvGraphicFramePr>
          <p:nvPr/>
        </p:nvGraphicFramePr>
        <p:xfrm>
          <a:off x="4492625" y="4119563"/>
          <a:ext cx="800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10" imgW="799465" imgH="317500" progId="Equation.3">
                  <p:embed/>
                </p:oleObj>
              </mc:Choice>
              <mc:Fallback>
                <p:oleObj name="" r:id="rId10" imgW="799465" imgH="317500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492625" y="4119563"/>
                        <a:ext cx="800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801" name="Object 33"/>
          <p:cNvGraphicFramePr>
            <a:graphicFrameLocks noChangeAspect="1"/>
          </p:cNvGraphicFramePr>
          <p:nvPr/>
        </p:nvGraphicFramePr>
        <p:xfrm>
          <a:off x="4492625" y="4659313"/>
          <a:ext cx="800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12" imgW="799465" imgH="317500" progId="Equation.3">
                  <p:embed/>
                </p:oleObj>
              </mc:Choice>
              <mc:Fallback>
                <p:oleObj name="" r:id="rId12" imgW="799465" imgH="31750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492625" y="4659313"/>
                        <a:ext cx="800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2802" name="Text Box 34"/>
          <p:cNvSpPr txBox="1"/>
          <p:nvPr/>
        </p:nvSpPr>
        <p:spPr>
          <a:xfrm>
            <a:off x="5334000" y="4538663"/>
            <a:ext cx="34512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方向沿径向向内</a:t>
            </a:r>
            <a:endParaRPr lang="zh-CN" altLang="en-US" sz="2800" b="1" dirty="0"/>
          </a:p>
        </p:txBody>
      </p:sp>
      <p:grpSp>
        <p:nvGrpSpPr>
          <p:cNvPr id="672803" name="Group 35"/>
          <p:cNvGrpSpPr/>
          <p:nvPr/>
        </p:nvGrpSpPr>
        <p:grpSpPr>
          <a:xfrm>
            <a:off x="755650" y="1196975"/>
            <a:ext cx="3384550" cy="3514725"/>
            <a:chOff x="385" y="1331"/>
            <a:chExt cx="2132" cy="2214"/>
          </a:xfrm>
        </p:grpSpPr>
        <p:sp>
          <p:nvSpPr>
            <p:cNvPr id="37917" name="Line 36"/>
            <p:cNvSpPr/>
            <p:nvPr/>
          </p:nvSpPr>
          <p:spPr>
            <a:xfrm>
              <a:off x="760" y="2633"/>
              <a:ext cx="1584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18" name="Line 37"/>
            <p:cNvSpPr/>
            <p:nvPr/>
          </p:nvSpPr>
          <p:spPr>
            <a:xfrm>
              <a:off x="760" y="2105"/>
              <a:ext cx="864" cy="52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919" name="Line 38"/>
            <p:cNvSpPr/>
            <p:nvPr/>
          </p:nvSpPr>
          <p:spPr>
            <a:xfrm>
              <a:off x="1624" y="2633"/>
              <a:ext cx="394" cy="248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7920" name="Line 39"/>
            <p:cNvSpPr/>
            <p:nvPr/>
          </p:nvSpPr>
          <p:spPr>
            <a:xfrm flipV="1">
              <a:off x="760" y="2633"/>
              <a:ext cx="864" cy="48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921" name="Line 40"/>
            <p:cNvSpPr/>
            <p:nvPr/>
          </p:nvSpPr>
          <p:spPr>
            <a:xfrm flipV="1">
              <a:off x="1602" y="2393"/>
              <a:ext cx="432" cy="240"/>
            </a:xfrm>
            <a:prstGeom prst="line">
              <a:avLst/>
            </a:prstGeom>
            <a:ln w="28575" cap="flat" cmpd="sng">
              <a:solidFill>
                <a:srgbClr val="005000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7922" name="Text Box 41"/>
            <p:cNvSpPr txBox="1"/>
            <p:nvPr/>
          </p:nvSpPr>
          <p:spPr>
            <a:xfrm>
              <a:off x="2226" y="2585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x</a:t>
              </a:r>
              <a:endParaRPr lang="en-US" altLang="zh-CN" sz="2800" b="1" dirty="0"/>
            </a:p>
          </p:txBody>
        </p:sp>
        <p:sp>
          <p:nvSpPr>
            <p:cNvPr id="37923" name="Line 42"/>
            <p:cNvSpPr/>
            <p:nvPr/>
          </p:nvSpPr>
          <p:spPr>
            <a:xfrm>
              <a:off x="1672" y="2633"/>
              <a:ext cx="528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lg"/>
            </a:ln>
          </p:spPr>
        </p:sp>
        <p:graphicFrame>
          <p:nvGraphicFramePr>
            <p:cNvPr id="37924" name="Object 43"/>
            <p:cNvGraphicFramePr>
              <a:graphicFrameLocks noChangeAspect="1"/>
            </p:cNvGraphicFramePr>
            <p:nvPr/>
          </p:nvGraphicFramePr>
          <p:xfrm>
            <a:off x="2112" y="2370"/>
            <a:ext cx="405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" name="" r:id="rId14" imgW="723900" imgH="533400" progId="Equation.DSMT4">
                    <p:embed/>
                  </p:oleObj>
                </mc:Choice>
                <mc:Fallback>
                  <p:oleObj name="" r:id="rId14" imgW="723900" imgH="533400" progId="Equation.DSMT4">
                    <p:embed/>
                    <p:pic>
                      <p:nvPicPr>
                        <p:cNvPr id="0" name="图片 3187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112" y="2370"/>
                          <a:ext cx="405" cy="2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5" name="Object 44"/>
            <p:cNvGraphicFramePr>
              <a:graphicFrameLocks noChangeAspect="1"/>
            </p:cNvGraphicFramePr>
            <p:nvPr/>
          </p:nvGraphicFramePr>
          <p:xfrm>
            <a:off x="1026" y="2480"/>
            <a:ext cx="166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" name="" r:id="rId16" imgW="304800" imgH="279400" progId="Equation.3">
                    <p:embed/>
                  </p:oleObj>
                </mc:Choice>
                <mc:Fallback>
                  <p:oleObj name="" r:id="rId16" imgW="304800" imgH="279400" progId="Equation.3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026" y="2480"/>
                          <a:ext cx="166" cy="1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6" name="Object 45"/>
            <p:cNvGraphicFramePr>
              <a:graphicFrameLocks noChangeAspect="1"/>
            </p:cNvGraphicFramePr>
            <p:nvPr/>
          </p:nvGraphicFramePr>
          <p:xfrm>
            <a:off x="1842" y="2655"/>
            <a:ext cx="17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18" imgW="279400" imgH="241300" progId="Equation.3">
                    <p:embed/>
                  </p:oleObj>
                </mc:Choice>
                <mc:Fallback>
                  <p:oleObj name="" r:id="rId18" imgW="279400" imgH="241300" progId="Equation.3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842" y="2655"/>
                          <a:ext cx="176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27" name="Text Box 46"/>
            <p:cNvSpPr txBox="1"/>
            <p:nvPr/>
          </p:nvSpPr>
          <p:spPr>
            <a:xfrm>
              <a:off x="1041" y="2028"/>
              <a:ext cx="21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/>
                <a:t>r</a:t>
              </a:r>
              <a:endParaRPr lang="en-US" altLang="zh-CN" b="1" i="1" dirty="0"/>
            </a:p>
          </p:txBody>
        </p:sp>
        <p:grpSp>
          <p:nvGrpSpPr>
            <p:cNvPr id="37928" name="Group 47"/>
            <p:cNvGrpSpPr/>
            <p:nvPr/>
          </p:nvGrpSpPr>
          <p:grpSpPr>
            <a:xfrm>
              <a:off x="667" y="1721"/>
              <a:ext cx="1084" cy="1824"/>
              <a:chOff x="624" y="672"/>
              <a:chExt cx="1084" cy="1824"/>
            </a:xfrm>
          </p:grpSpPr>
          <p:sp>
            <p:nvSpPr>
              <p:cNvPr id="37937" name="Line 48"/>
              <p:cNvSpPr/>
              <p:nvPr/>
            </p:nvSpPr>
            <p:spPr>
              <a:xfrm>
                <a:off x="720" y="1584"/>
                <a:ext cx="945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lgDash"/>
                <a:headEnd type="none" w="med" len="med"/>
                <a:tailEnd type="none" w="med" len="med"/>
              </a:ln>
            </p:spPr>
          </p:sp>
          <p:grpSp>
            <p:nvGrpSpPr>
              <p:cNvPr id="37938" name="Group 49"/>
              <p:cNvGrpSpPr/>
              <p:nvPr/>
            </p:nvGrpSpPr>
            <p:grpSpPr>
              <a:xfrm>
                <a:off x="1463" y="1163"/>
                <a:ext cx="245" cy="576"/>
                <a:chOff x="-562" y="2916"/>
                <a:chExt cx="274" cy="576"/>
              </a:xfrm>
            </p:grpSpPr>
            <p:sp>
              <p:nvSpPr>
                <p:cNvPr id="37940" name="Text Box 50"/>
                <p:cNvSpPr txBox="1"/>
                <p:nvPr/>
              </p:nvSpPr>
              <p:spPr>
                <a:xfrm>
                  <a:off x="-562" y="2916"/>
                  <a:ext cx="251" cy="576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5400" b="1" dirty="0">
                      <a:solidFill>
                        <a:srgbClr val="FF0066"/>
                      </a:solidFill>
                    </a:rPr>
                    <a:t>.</a:t>
                  </a:r>
                  <a:endParaRPr lang="en-US" altLang="zh-CN" sz="5400" b="1" dirty="0">
                    <a:solidFill>
                      <a:srgbClr val="FF0066"/>
                    </a:solidFill>
                  </a:endParaRPr>
                </a:p>
              </p:txBody>
            </p:sp>
            <p:sp>
              <p:nvSpPr>
                <p:cNvPr id="37941" name="Text Box 51"/>
                <p:cNvSpPr txBox="1"/>
                <p:nvPr/>
              </p:nvSpPr>
              <p:spPr>
                <a:xfrm>
                  <a:off x="-548" y="3024"/>
                  <a:ext cx="260" cy="28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/>
                    <a:t>P</a:t>
                  </a:r>
                  <a:endParaRPr lang="en-US" altLang="zh-CN" sz="2800" b="1" dirty="0"/>
                </a:p>
              </p:txBody>
            </p:sp>
          </p:grpSp>
          <p:sp>
            <p:nvSpPr>
              <p:cNvPr id="37939" name="AutoShape 52"/>
              <p:cNvSpPr/>
              <p:nvPr/>
            </p:nvSpPr>
            <p:spPr>
              <a:xfrm>
                <a:off x="624" y="672"/>
                <a:ext cx="96" cy="1824"/>
              </a:xfrm>
              <a:prstGeom prst="can">
                <a:avLst>
                  <a:gd name="adj" fmla="val 73977"/>
                </a:avLst>
              </a:prstGeom>
              <a:gradFill rotWithShape="0">
                <a:gsLst>
                  <a:gs pos="0">
                    <a:srgbClr val="5E2F00"/>
                  </a:gs>
                  <a:gs pos="50000">
                    <a:srgbClr val="CC6600"/>
                  </a:gs>
                  <a:gs pos="100000">
                    <a:srgbClr val="5E2F00"/>
                  </a:gs>
                </a:gsLst>
                <a:lin ang="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</p:grpSp>
        <p:sp>
          <p:nvSpPr>
            <p:cNvPr id="37929" name="Line 53"/>
            <p:cNvSpPr/>
            <p:nvPr/>
          </p:nvSpPr>
          <p:spPr>
            <a:xfrm flipV="1">
              <a:off x="715" y="1481"/>
              <a:ext cx="0" cy="288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30" name="Text Box 54"/>
            <p:cNvSpPr txBox="1"/>
            <p:nvPr/>
          </p:nvSpPr>
          <p:spPr>
            <a:xfrm>
              <a:off x="487" y="1331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y</a:t>
              </a:r>
              <a:endParaRPr lang="en-US" altLang="zh-CN" sz="2800" b="1" dirty="0"/>
            </a:p>
          </p:txBody>
        </p:sp>
        <p:sp>
          <p:nvSpPr>
            <p:cNvPr id="37931" name="Text Box 55"/>
            <p:cNvSpPr txBox="1"/>
            <p:nvPr/>
          </p:nvSpPr>
          <p:spPr>
            <a:xfrm>
              <a:off x="484" y="2405"/>
              <a:ext cx="24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dirty="0"/>
                <a:t>o</a:t>
              </a:r>
              <a:endParaRPr lang="en-US" altLang="zh-CN" b="1" dirty="0"/>
            </a:p>
          </p:txBody>
        </p:sp>
        <p:graphicFrame>
          <p:nvGraphicFramePr>
            <p:cNvPr id="37932" name="Object 56"/>
            <p:cNvGraphicFramePr>
              <a:graphicFrameLocks noChangeAspect="1"/>
            </p:cNvGraphicFramePr>
            <p:nvPr/>
          </p:nvGraphicFramePr>
          <p:xfrm>
            <a:off x="398" y="1933"/>
            <a:ext cx="246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2" name="" r:id="rId20" imgW="381000" imgH="393700" progId="Equation.DSMT4">
                    <p:embed/>
                  </p:oleObj>
                </mc:Choice>
                <mc:Fallback>
                  <p:oleObj name="" r:id="rId20" imgW="381000" imgH="393700" progId="Equation.DSMT4">
                    <p:embed/>
                    <p:pic>
                      <p:nvPicPr>
                        <p:cNvPr id="0" name="图片 3191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98" y="1933"/>
                          <a:ext cx="246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33" name="Object 57"/>
            <p:cNvGraphicFramePr>
              <a:graphicFrameLocks noChangeAspect="1"/>
            </p:cNvGraphicFramePr>
            <p:nvPr/>
          </p:nvGraphicFramePr>
          <p:xfrm>
            <a:off x="385" y="3040"/>
            <a:ext cx="262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" name="" r:id="rId22" imgW="457200" imgH="406400" progId="Equation.DSMT4">
                    <p:embed/>
                  </p:oleObj>
                </mc:Choice>
                <mc:Fallback>
                  <p:oleObj name="" r:id="rId22" imgW="457200" imgH="406400" progId="Equation.DSMT4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85" y="3040"/>
                          <a:ext cx="262" cy="2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34" name="Object 58"/>
            <p:cNvGraphicFramePr>
              <a:graphicFrameLocks noChangeAspect="1"/>
            </p:cNvGraphicFramePr>
            <p:nvPr/>
          </p:nvGraphicFramePr>
          <p:xfrm>
            <a:off x="520" y="2297"/>
            <a:ext cx="14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4" name="" r:id="rId24" imgW="279400" imgH="368300" progId="Equation.3">
                    <p:embed/>
                  </p:oleObj>
                </mc:Choice>
                <mc:Fallback>
                  <p:oleObj name="" r:id="rId24" imgW="279400" imgH="368300" progId="Equation.3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520" y="2297"/>
                          <a:ext cx="145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35" name="AutoShape 59"/>
            <p:cNvSpPr/>
            <p:nvPr/>
          </p:nvSpPr>
          <p:spPr>
            <a:xfrm>
              <a:off x="667" y="2009"/>
              <a:ext cx="96" cy="144"/>
            </a:xfrm>
            <a:prstGeom prst="can">
              <a:avLst>
                <a:gd name="adj" fmla="val 75000"/>
              </a:avLst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37936" name="AutoShape 60"/>
            <p:cNvSpPr/>
            <p:nvPr/>
          </p:nvSpPr>
          <p:spPr>
            <a:xfrm>
              <a:off x="667" y="3065"/>
              <a:ext cx="96" cy="144"/>
            </a:xfrm>
            <a:prstGeom prst="can">
              <a:avLst>
                <a:gd name="adj" fmla="val 75000"/>
              </a:avLst>
            </a:prstGeom>
            <a:solidFill>
              <a:srgbClr val="FF99CC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</p:grpSp>
      <p:grpSp>
        <p:nvGrpSpPr>
          <p:cNvPr id="672829" name="Group 61"/>
          <p:cNvGrpSpPr/>
          <p:nvPr/>
        </p:nvGrpSpPr>
        <p:grpSpPr>
          <a:xfrm>
            <a:off x="4557713" y="434975"/>
            <a:ext cx="2967037" cy="1143000"/>
            <a:chOff x="2871" y="274"/>
            <a:chExt cx="1869" cy="720"/>
          </a:xfrm>
        </p:grpSpPr>
        <p:sp>
          <p:nvSpPr>
            <p:cNvPr id="37915" name="AutoShape 62"/>
            <p:cNvSpPr/>
            <p:nvPr/>
          </p:nvSpPr>
          <p:spPr>
            <a:xfrm>
              <a:off x="2871" y="274"/>
              <a:ext cx="1597" cy="720"/>
            </a:xfrm>
            <a:prstGeom prst="irregularSeal1">
              <a:avLst/>
            </a:prstGeom>
            <a:solidFill>
              <a:srgbClr val="FFFF00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b="1" dirty="0">
                <a:solidFill>
                  <a:srgbClr val="660066"/>
                </a:solidFill>
                <a:ea typeface="隶书" panose="02010509060101010101" pitchFamily="49" charset="-122"/>
              </a:endParaRPr>
            </a:p>
          </p:txBody>
        </p:sp>
        <p:sp>
          <p:nvSpPr>
            <p:cNvPr id="37916" name="Text Box 63"/>
            <p:cNvSpPr txBox="1"/>
            <p:nvPr/>
          </p:nvSpPr>
          <p:spPr>
            <a:xfrm>
              <a:off x="3288" y="391"/>
              <a:ext cx="1452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3600" b="1" dirty="0">
                  <a:solidFill>
                    <a:srgbClr val="FF0000"/>
                  </a:solidFill>
                  <a:ea typeface="隶书" panose="02010509060101010101" pitchFamily="49" charset="-122"/>
                </a:rPr>
                <a:t>讨论</a:t>
              </a:r>
              <a:endParaRPr lang="zh-CN" altLang="en-US" sz="3600" dirty="0">
                <a:solidFill>
                  <a:srgbClr val="FF0000"/>
                </a:solidFill>
                <a:ea typeface="隶书" panose="02010509060101010101" pitchFamily="49" charset="-122"/>
              </a:endParaRPr>
            </a:p>
          </p:txBody>
        </p:sp>
      </p:grpSp>
      <p:sp>
        <p:nvSpPr>
          <p:cNvPr id="672832" name="Arc 64"/>
          <p:cNvSpPr/>
          <p:nvPr/>
        </p:nvSpPr>
        <p:spPr>
          <a:xfrm rot="1582258" flipH="1">
            <a:off x="2833688" y="3216275"/>
            <a:ext cx="225425" cy="212725"/>
          </a:xfrm>
          <a:custGeom>
            <a:avLst/>
            <a:gdLst/>
            <a:ahLst/>
            <a:cxnLst>
              <a:cxn ang="0">
                <a:pos x="3011125" y="23838538"/>
              </a:cxn>
              <a:cxn ang="0">
                <a:pos x="2632640" y="0"/>
              </a:cxn>
              <a:cxn ang="0">
                <a:pos x="24552675" y="11542568"/>
              </a:cxn>
            </a:cxnLst>
            <a:pathLst>
              <a:path w="21600" h="20095" fill="none">
                <a:moveTo>
                  <a:pt x="2649" y="20094"/>
                </a:moveTo>
                <a:cubicBezTo>
                  <a:pt x="911" y="16916"/>
                  <a:pt x="0" y="13352"/>
                  <a:pt x="0" y="9730"/>
                </a:cubicBezTo>
                <a:cubicBezTo>
                  <a:pt x="0" y="6350"/>
                  <a:pt x="793" y="3017"/>
                  <a:pt x="2315" y="-1"/>
                </a:cubicBezTo>
              </a:path>
              <a:path w="21600" h="20095" stroke="0">
                <a:moveTo>
                  <a:pt x="2649" y="20094"/>
                </a:moveTo>
                <a:cubicBezTo>
                  <a:pt x="911" y="16916"/>
                  <a:pt x="0" y="13352"/>
                  <a:pt x="0" y="9730"/>
                </a:cubicBezTo>
                <a:cubicBezTo>
                  <a:pt x="0" y="6350"/>
                  <a:pt x="793" y="3017"/>
                  <a:pt x="2315" y="-1"/>
                </a:cubicBezTo>
                <a:lnTo>
                  <a:pt x="21600" y="9730"/>
                </a:lnTo>
                <a:lnTo>
                  <a:pt x="2649" y="20094"/>
                </a:lnTo>
                <a:close/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672833" name="Group 65"/>
          <p:cNvGrpSpPr/>
          <p:nvPr/>
        </p:nvGrpSpPr>
        <p:grpSpPr>
          <a:xfrm>
            <a:off x="2930525" y="5103813"/>
            <a:ext cx="354013" cy="701675"/>
            <a:chOff x="1846" y="3215"/>
            <a:chExt cx="223" cy="442"/>
          </a:xfrm>
        </p:grpSpPr>
        <p:sp>
          <p:nvSpPr>
            <p:cNvPr id="37913" name="Oval 66"/>
            <p:cNvSpPr/>
            <p:nvPr/>
          </p:nvSpPr>
          <p:spPr>
            <a:xfrm>
              <a:off x="1882" y="3407"/>
              <a:ext cx="144" cy="144"/>
            </a:xfrm>
            <a:prstGeom prst="ellipse">
              <a:avLst/>
            </a:prstGeom>
            <a:solidFill>
              <a:srgbClr val="33CC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fontAlgn="ctr" hangingPunct="1">
                <a:lnSpc>
                  <a:spcPct val="80000"/>
                </a:lnSpc>
                <a:spcBef>
                  <a:spcPct val="0"/>
                </a:spcBef>
                <a:buNone/>
              </a:pPr>
              <a:endParaRPr lang="zh-CN" altLang="zh-CN" sz="4000" dirty="0"/>
            </a:p>
          </p:txBody>
        </p:sp>
        <p:sp>
          <p:nvSpPr>
            <p:cNvPr id="37914" name="Rectangle 67"/>
            <p:cNvSpPr/>
            <p:nvPr/>
          </p:nvSpPr>
          <p:spPr>
            <a:xfrm>
              <a:off x="1846" y="3215"/>
              <a:ext cx="223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4000" dirty="0"/>
                <a:t>-</a:t>
              </a:r>
              <a:endParaRPr lang="en-US" altLang="zh-CN" sz="4000" dirty="0"/>
            </a:p>
          </p:txBody>
        </p:sp>
      </p:grpSp>
      <p:sp>
        <p:nvSpPr>
          <p:cNvPr id="672837" name="Oval 69"/>
          <p:cNvSpPr/>
          <p:nvPr/>
        </p:nvSpPr>
        <p:spPr>
          <a:xfrm>
            <a:off x="2647950" y="4243388"/>
            <a:ext cx="107950" cy="107950"/>
          </a:xfrm>
          <a:prstGeom prst="ellipse">
            <a:avLst/>
          </a:prstGeom>
          <a:solidFill>
            <a:srgbClr val="0000FF"/>
          </a:solidFill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72838" name="Text Box 70"/>
          <p:cNvSpPr txBox="1"/>
          <p:nvPr/>
        </p:nvSpPr>
        <p:spPr>
          <a:xfrm>
            <a:off x="2684463" y="3883025"/>
            <a:ext cx="500062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P</a:t>
            </a:r>
            <a:r>
              <a:rPr lang="en-US" altLang="zh-CN" sz="2800" b="1" dirty="0">
                <a:cs typeface="Times New Roman" panose="02020603050405020304" pitchFamily="18" charset="0"/>
              </a:rPr>
              <a:t>'</a:t>
            </a:r>
            <a:endParaRPr lang="en-US" altLang="zh-CN" sz="2800" b="1" dirty="0">
              <a:ea typeface="Times New Roman" panose="02020603050405020304" pitchFamily="18" charset="0"/>
            </a:endParaRPr>
          </a:p>
        </p:txBody>
      </p:sp>
      <p:sp>
        <p:nvSpPr>
          <p:cNvPr id="672839" name="Line 71"/>
          <p:cNvSpPr/>
          <p:nvPr/>
        </p:nvSpPr>
        <p:spPr>
          <a:xfrm flipH="1">
            <a:off x="1368425" y="4292600"/>
            <a:ext cx="1258888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672840" name="Line 72"/>
          <p:cNvSpPr/>
          <p:nvPr/>
        </p:nvSpPr>
        <p:spPr>
          <a:xfrm>
            <a:off x="2700338" y="3284538"/>
            <a:ext cx="0" cy="1008062"/>
          </a:xfrm>
          <a:prstGeom prst="line">
            <a:avLst/>
          </a:prstGeom>
          <a:ln w="28575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72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2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7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67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7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728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728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7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67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67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672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" fill="hold"/>
                                        <p:tgtEl>
                                          <p:spTgt spid="672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67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7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7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7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728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728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67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72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72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728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728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" fill="hold"/>
                                        <p:tgtEl>
                                          <p:spTgt spid="672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" fill="hold"/>
                                        <p:tgtEl>
                                          <p:spTgt spid="672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727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727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4" dur="500"/>
                                        <p:tgtEl>
                                          <p:spTgt spid="67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728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728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" fill="hold"/>
                                        <p:tgtEl>
                                          <p:spTgt spid="672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" fill="hold"/>
                                        <p:tgtEl>
                                          <p:spTgt spid="672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728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728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500"/>
                                        <p:tgtEl>
                                          <p:spTgt spid="67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72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72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72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672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75" fill="hold"/>
                                        <p:tgtEl>
                                          <p:spTgt spid="672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" fill="hold"/>
                                        <p:tgtEl>
                                          <p:spTgt spid="672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70" grpId="0"/>
      <p:bldP spid="672772" grpId="0" animBg="1"/>
      <p:bldP spid="672792" grpId="0"/>
      <p:bldP spid="672793" grpId="0"/>
      <p:bldP spid="672799" grpId="0"/>
      <p:bldP spid="672802" grpId="0"/>
      <p:bldP spid="672837" grpId="0" animBg="1"/>
      <p:bldP spid="6728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673794" name="Group 2"/>
          <p:cNvGrpSpPr/>
          <p:nvPr/>
        </p:nvGrpSpPr>
        <p:grpSpPr>
          <a:xfrm>
            <a:off x="696913" y="2424113"/>
            <a:ext cx="1787525" cy="3203575"/>
            <a:chOff x="469" y="1007"/>
            <a:chExt cx="1410" cy="2380"/>
          </a:xfrm>
        </p:grpSpPr>
        <p:sp>
          <p:nvSpPr>
            <p:cNvPr id="38962" name="AutoShape 3"/>
            <p:cNvSpPr/>
            <p:nvPr/>
          </p:nvSpPr>
          <p:spPr>
            <a:xfrm rot="-5400000" flipH="1">
              <a:off x="-24" y="1501"/>
              <a:ext cx="2362" cy="1374"/>
            </a:xfrm>
            <a:prstGeom prst="parallelogram">
              <a:avLst>
                <a:gd name="adj" fmla="val 42976"/>
              </a:avLst>
            </a:prstGeom>
            <a:solidFill>
              <a:srgbClr val="FF9900"/>
            </a:solidFill>
            <a:ln w="12700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  <a:effectLst>
              <a:prstShdw prst="shdw13" dist="53882" dir="13499999">
                <a:schemeClr val="bg2">
                  <a:alpha val="50000"/>
                </a:schemeClr>
              </a:prst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38963" name="Line 4"/>
            <p:cNvSpPr/>
            <p:nvPr/>
          </p:nvSpPr>
          <p:spPr>
            <a:xfrm>
              <a:off x="471" y="1598"/>
              <a:ext cx="36" cy="1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  <a:effectLst>
              <a:prstShdw prst="shdw13" dist="53882" dir="13499999">
                <a:schemeClr val="bg2">
                  <a:alpha val="50000"/>
                </a:schemeClr>
              </a:prstShdw>
            </a:effectLst>
          </p:spPr>
        </p:sp>
        <p:sp>
          <p:nvSpPr>
            <p:cNvPr id="38964" name="Line 5"/>
            <p:cNvSpPr/>
            <p:nvPr/>
          </p:nvSpPr>
          <p:spPr>
            <a:xfrm>
              <a:off x="469" y="3371"/>
              <a:ext cx="28" cy="1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  <a:effectLst>
              <a:prstShdw prst="shdw13" dist="53882" dir="13499999">
                <a:schemeClr val="bg2">
                  <a:alpha val="50000"/>
                </a:schemeClr>
              </a:prstShdw>
            </a:effectLst>
          </p:spPr>
        </p:sp>
        <p:sp>
          <p:nvSpPr>
            <p:cNvPr id="38965" name="Line 6"/>
            <p:cNvSpPr/>
            <p:nvPr/>
          </p:nvSpPr>
          <p:spPr>
            <a:xfrm>
              <a:off x="1843" y="1008"/>
              <a:ext cx="36" cy="1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  <a:effectLst>
              <a:prstShdw prst="shdw13" dist="53882" dir="13499999">
                <a:schemeClr val="bg2">
                  <a:alpha val="50000"/>
                </a:schemeClr>
              </a:prstShdw>
            </a:effectLst>
          </p:spPr>
        </p:sp>
        <p:sp>
          <p:nvSpPr>
            <p:cNvPr id="38966" name="Freeform 7"/>
            <p:cNvSpPr/>
            <p:nvPr/>
          </p:nvSpPr>
          <p:spPr>
            <a:xfrm>
              <a:off x="470" y="3332"/>
              <a:ext cx="27" cy="49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21" y="49"/>
                </a:cxn>
                <a:cxn ang="0">
                  <a:pos x="23" y="3"/>
                </a:cxn>
                <a:cxn ang="0">
                  <a:pos x="5" y="0"/>
                </a:cxn>
                <a:cxn ang="0">
                  <a:pos x="0" y="34"/>
                </a:cxn>
              </a:cxnLst>
              <a:pathLst>
                <a:path w="29" h="49">
                  <a:moveTo>
                    <a:pt x="0" y="34"/>
                  </a:moveTo>
                  <a:lnTo>
                    <a:pt x="27" y="49"/>
                  </a:lnTo>
                  <a:lnTo>
                    <a:pt x="29" y="3"/>
                  </a:lnTo>
                  <a:lnTo>
                    <a:pt x="5" y="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F9900">
                <a:alpha val="100000"/>
              </a:srgb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>
              <a:prstShdw prst="shdw13" dist="53882" dir="13499999">
                <a:schemeClr val="bg2">
                  <a:alpha val="50000"/>
                </a:schemeClr>
              </a:prstShdw>
            </a:effectLst>
          </p:spPr>
          <p:txBody>
            <a:bodyPr/>
            <a:p>
              <a:endParaRPr lang="zh-CN" altLang="en-US"/>
            </a:p>
          </p:txBody>
        </p:sp>
        <p:sp>
          <p:nvSpPr>
            <p:cNvPr id="38967" name="AutoShape 8"/>
            <p:cNvSpPr/>
            <p:nvPr/>
          </p:nvSpPr>
          <p:spPr>
            <a:xfrm rot="-5400000" flipH="1">
              <a:off x="3" y="1519"/>
              <a:ext cx="2362" cy="1374"/>
            </a:xfrm>
            <a:prstGeom prst="parallelogram">
              <a:avLst>
                <a:gd name="adj" fmla="val 42976"/>
              </a:avLst>
            </a:prstGeom>
            <a:solidFill>
              <a:srgbClr val="FF9900"/>
            </a:solidFill>
            <a:ln w="12700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  <a:effectLst>
              <a:prstShdw prst="shdw13" dist="53882" dir="13499999">
                <a:schemeClr val="bg2">
                  <a:alpha val="50000"/>
                </a:schemeClr>
              </a:prst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</p:grpSp>
      <p:sp>
        <p:nvSpPr>
          <p:cNvPr id="673801" name="Text Box 9"/>
          <p:cNvSpPr txBox="1"/>
          <p:nvPr/>
        </p:nvSpPr>
        <p:spPr>
          <a:xfrm>
            <a:off x="576263" y="388938"/>
            <a:ext cx="658812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</a:rPr>
              <a:t>3.</a:t>
            </a:r>
            <a:r>
              <a:rPr lang="zh-CN" altLang="en-US" sz="2800" b="1" dirty="0"/>
              <a:t>求无限大带电平面的电场分布。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    设其面电荷密度为</a:t>
            </a:r>
            <a:r>
              <a:rPr lang="zh-CN" altLang="en-US" sz="2800" b="1" dirty="0">
                <a:sym typeface="Symbol" panose="05050102010706020507" pitchFamily="18" charset="2"/>
              </a:rPr>
              <a:t>。</a:t>
            </a:r>
            <a:endParaRPr lang="zh-CN" altLang="en-US" sz="2800" b="1" dirty="0"/>
          </a:p>
        </p:txBody>
      </p:sp>
      <p:sp>
        <p:nvSpPr>
          <p:cNvPr id="673802" name="AutoShape 10"/>
          <p:cNvSpPr/>
          <p:nvPr/>
        </p:nvSpPr>
        <p:spPr>
          <a:xfrm rot="-4201487" flipH="1">
            <a:off x="877888" y="2728913"/>
            <a:ext cx="1444625" cy="1331912"/>
          </a:xfrm>
          <a:prstGeom prst="parallelogram">
            <a:avLst>
              <a:gd name="adj" fmla="val 102753"/>
            </a:avLst>
          </a:prstGeom>
          <a:solidFill>
            <a:srgbClr val="66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73803" name="Line 11"/>
          <p:cNvSpPr/>
          <p:nvPr/>
        </p:nvSpPr>
        <p:spPr>
          <a:xfrm flipV="1">
            <a:off x="755650" y="3540125"/>
            <a:ext cx="1728788" cy="900113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3804" name="Line 12"/>
          <p:cNvSpPr/>
          <p:nvPr/>
        </p:nvSpPr>
        <p:spPr>
          <a:xfrm flipV="1">
            <a:off x="1608138" y="2578100"/>
            <a:ext cx="0" cy="144780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673805" name="Object 13"/>
          <p:cNvGraphicFramePr>
            <a:graphicFrameLocks noChangeAspect="1"/>
          </p:cNvGraphicFramePr>
          <p:nvPr/>
        </p:nvGraphicFramePr>
        <p:xfrm>
          <a:off x="1357313" y="3644900"/>
          <a:ext cx="238125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1" imgW="318770" imgH="394335" progId="Equation.DSMT4">
                  <p:embed/>
                </p:oleObj>
              </mc:Choice>
              <mc:Fallback>
                <p:oleObj name="" r:id="rId1" imgW="318770" imgH="394335" progId="Equation.DSMT4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57313" y="3644900"/>
                        <a:ext cx="238125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3806" name="Text Box 14"/>
          <p:cNvSpPr txBox="1"/>
          <p:nvPr/>
        </p:nvSpPr>
        <p:spPr>
          <a:xfrm>
            <a:off x="1227138" y="23495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y</a:t>
            </a:r>
            <a:endParaRPr lang="en-US" altLang="zh-CN" sz="2800" b="1" dirty="0"/>
          </a:p>
        </p:txBody>
      </p:sp>
      <p:sp>
        <p:nvSpPr>
          <p:cNvPr id="673807" name="Text Box 15"/>
          <p:cNvSpPr txBox="1"/>
          <p:nvPr/>
        </p:nvSpPr>
        <p:spPr>
          <a:xfrm>
            <a:off x="4140200" y="353853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x</a:t>
            </a:r>
            <a:endParaRPr lang="en-US" altLang="zh-CN" sz="2800" b="1" dirty="0"/>
          </a:p>
        </p:txBody>
      </p:sp>
      <p:sp>
        <p:nvSpPr>
          <p:cNvPr id="673808" name="Line 16"/>
          <p:cNvSpPr/>
          <p:nvPr/>
        </p:nvSpPr>
        <p:spPr>
          <a:xfrm>
            <a:off x="1619250" y="3395663"/>
            <a:ext cx="1439863" cy="638175"/>
          </a:xfrm>
          <a:prstGeom prst="line">
            <a:avLst/>
          </a:prstGeom>
          <a:ln w="1905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graphicFrame>
        <p:nvGraphicFramePr>
          <p:cNvPr id="673809" name="Object 17"/>
          <p:cNvGraphicFramePr>
            <a:graphicFrameLocks noChangeAspect="1"/>
          </p:cNvGraphicFramePr>
          <p:nvPr/>
        </p:nvGraphicFramePr>
        <p:xfrm>
          <a:off x="2519363" y="2711450"/>
          <a:ext cx="401637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3" imgW="381000" imgH="393700" progId="Equation.DSMT4">
                  <p:embed/>
                </p:oleObj>
              </mc:Choice>
              <mc:Fallback>
                <p:oleObj name="" r:id="rId3" imgW="381000" imgH="393700" progId="Equation.DSMT4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9363" y="2711450"/>
                        <a:ext cx="401637" cy="41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3810" name="Line 18"/>
          <p:cNvSpPr/>
          <p:nvPr/>
        </p:nvSpPr>
        <p:spPr>
          <a:xfrm>
            <a:off x="3024188" y="4044950"/>
            <a:ext cx="576262" cy="252413"/>
          </a:xfrm>
          <a:prstGeom prst="line">
            <a:avLst/>
          </a:prstGeom>
          <a:ln w="28575" cap="flat" cmpd="sng">
            <a:solidFill>
              <a:srgbClr val="000099"/>
            </a:solidFill>
            <a:prstDash val="solid"/>
            <a:headEnd type="none" w="med" len="med"/>
            <a:tailEnd type="triangle" w="med" len="lg"/>
          </a:ln>
        </p:spPr>
      </p:sp>
      <p:graphicFrame>
        <p:nvGraphicFramePr>
          <p:cNvPr id="673811" name="Object 19"/>
          <p:cNvGraphicFramePr>
            <a:graphicFrameLocks noChangeAspect="1"/>
          </p:cNvGraphicFramePr>
          <p:nvPr/>
        </p:nvGraphicFramePr>
        <p:xfrm>
          <a:off x="3495675" y="4295775"/>
          <a:ext cx="4635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5" imgW="469900" imgH="317500" progId="Equation.DSMT4">
                  <p:embed/>
                </p:oleObj>
              </mc:Choice>
              <mc:Fallback>
                <p:oleObj name="" r:id="rId5" imgW="469900" imgH="317500" progId="Equation.DSMT4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95675" y="4295775"/>
                        <a:ext cx="46355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3812" name="Line 20"/>
          <p:cNvSpPr/>
          <p:nvPr/>
        </p:nvSpPr>
        <p:spPr>
          <a:xfrm>
            <a:off x="1608138" y="4025900"/>
            <a:ext cx="2667000" cy="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673813" name="Object 21"/>
          <p:cNvGraphicFramePr>
            <a:graphicFrameLocks noChangeAspect="1"/>
          </p:cNvGraphicFramePr>
          <p:nvPr/>
        </p:nvGraphicFramePr>
        <p:xfrm>
          <a:off x="2495550" y="4079875"/>
          <a:ext cx="239713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7" imgW="254000" imgH="241300" progId="Equation.DSMT4">
                  <p:embed/>
                </p:oleObj>
              </mc:Choice>
              <mc:Fallback>
                <p:oleObj name="" r:id="rId7" imgW="254000" imgH="241300" progId="Equation.DSMT4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95550" y="4079875"/>
                        <a:ext cx="239713" cy="231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3814" name="Text Box 22"/>
          <p:cNvSpPr txBox="1"/>
          <p:nvPr/>
        </p:nvSpPr>
        <p:spPr>
          <a:xfrm>
            <a:off x="2827338" y="355282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P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673815" name="Text Box 23"/>
          <p:cNvSpPr txBox="1"/>
          <p:nvPr/>
        </p:nvSpPr>
        <p:spPr>
          <a:xfrm>
            <a:off x="615950" y="1265238"/>
            <a:ext cx="8280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解：</a:t>
            </a:r>
            <a:r>
              <a:rPr lang="zh-CN" altLang="en-US" sz="2800" b="1" dirty="0"/>
              <a:t>带电平面的电场          带电细线的电场叠加</a:t>
            </a:r>
            <a:endParaRPr lang="zh-CN" altLang="en-US" sz="2800" b="1" dirty="0"/>
          </a:p>
        </p:txBody>
      </p:sp>
      <p:sp>
        <p:nvSpPr>
          <p:cNvPr id="673816" name="Text Box 24"/>
          <p:cNvSpPr txBox="1"/>
          <p:nvPr/>
        </p:nvSpPr>
        <p:spPr>
          <a:xfrm>
            <a:off x="1331913" y="1773238"/>
            <a:ext cx="39576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带电线密度为</a:t>
            </a:r>
            <a:endParaRPr lang="zh-CN" altLang="en-US" sz="2800" b="1" dirty="0"/>
          </a:p>
        </p:txBody>
      </p:sp>
      <p:graphicFrame>
        <p:nvGraphicFramePr>
          <p:cNvPr id="673817" name="Object 25"/>
          <p:cNvGraphicFramePr>
            <a:graphicFrameLocks noChangeAspect="1"/>
          </p:cNvGraphicFramePr>
          <p:nvPr/>
        </p:nvGraphicFramePr>
        <p:xfrm>
          <a:off x="5565775" y="2317750"/>
          <a:ext cx="1635125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9" imgW="1727200" imgH="838200" progId="Equation.DSMT4">
                  <p:embed/>
                </p:oleObj>
              </mc:Choice>
              <mc:Fallback>
                <p:oleObj name="" r:id="rId9" imgW="1727200" imgH="838200" progId="Equation.DSMT4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65775" y="2317750"/>
                        <a:ext cx="1635125" cy="858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3818" name="Text Box 26"/>
          <p:cNvSpPr txBox="1"/>
          <p:nvPr/>
        </p:nvSpPr>
        <p:spPr>
          <a:xfrm>
            <a:off x="4427538" y="3213100"/>
            <a:ext cx="45005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由电荷分布的对称性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得</a:t>
            </a:r>
            <a:endParaRPr lang="zh-CN" altLang="en-US" sz="2800" b="1" dirty="0"/>
          </a:p>
        </p:txBody>
      </p:sp>
      <p:graphicFrame>
        <p:nvGraphicFramePr>
          <p:cNvPr id="673819" name="Object 27"/>
          <p:cNvGraphicFramePr>
            <a:graphicFrameLocks noChangeAspect="1"/>
          </p:cNvGraphicFramePr>
          <p:nvPr/>
        </p:nvGraphicFramePr>
        <p:xfrm>
          <a:off x="5407025" y="3783013"/>
          <a:ext cx="16160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11" imgW="1625600" imgH="533400" progId="Equation.DSMT4">
                  <p:embed/>
                </p:oleObj>
              </mc:Choice>
              <mc:Fallback>
                <p:oleObj name="" r:id="rId11" imgW="1625600" imgH="533400" progId="Equation.DSMT4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07025" y="3783013"/>
                        <a:ext cx="1616075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20" name="Object 28"/>
          <p:cNvGraphicFramePr>
            <a:graphicFrameLocks noChangeAspect="1"/>
          </p:cNvGraphicFramePr>
          <p:nvPr/>
        </p:nvGraphicFramePr>
        <p:xfrm>
          <a:off x="4543425" y="4425950"/>
          <a:ext cx="18288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13" imgW="1892300" imgH="533400" progId="Equation.DSMT4">
                  <p:embed/>
                </p:oleObj>
              </mc:Choice>
              <mc:Fallback>
                <p:oleObj name="" r:id="rId13" imgW="1892300" imgH="533400" progId="Equation.DSMT4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43425" y="4425950"/>
                        <a:ext cx="1828800" cy="587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21" name="Object 29"/>
          <p:cNvGraphicFramePr>
            <a:graphicFrameLocks noChangeAspect="1"/>
          </p:cNvGraphicFramePr>
          <p:nvPr/>
        </p:nvGraphicFramePr>
        <p:xfrm>
          <a:off x="6350000" y="4433888"/>
          <a:ext cx="171450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15" imgW="1701800" imgH="533400" progId="Equation.DSMT4">
                  <p:embed/>
                </p:oleObj>
              </mc:Choice>
              <mc:Fallback>
                <p:oleObj name="" r:id="rId15" imgW="1701800" imgH="533400" progId="Equation.DSMT4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50000" y="4433888"/>
                        <a:ext cx="1714500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22" name="Object 30"/>
          <p:cNvGraphicFramePr>
            <a:graphicFrameLocks noChangeAspect="1"/>
          </p:cNvGraphicFramePr>
          <p:nvPr/>
        </p:nvGraphicFramePr>
        <p:xfrm>
          <a:off x="2217738" y="3824288"/>
          <a:ext cx="228600" cy="20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17" imgW="317500" imgH="279400" progId="Equation.3">
                  <p:embed/>
                </p:oleObj>
              </mc:Choice>
              <mc:Fallback>
                <p:oleObj name="" r:id="rId17" imgW="317500" imgH="279400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217738" y="3824288"/>
                        <a:ext cx="228600" cy="201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3823" name="Freeform 31"/>
          <p:cNvSpPr/>
          <p:nvPr/>
        </p:nvSpPr>
        <p:spPr>
          <a:xfrm>
            <a:off x="2509838" y="3860800"/>
            <a:ext cx="153987" cy="1651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6" h="96">
                <a:moveTo>
                  <a:pt x="56" y="0"/>
                </a:moveTo>
                <a:cubicBezTo>
                  <a:pt x="36" y="16"/>
                  <a:pt x="16" y="32"/>
                  <a:pt x="8" y="48"/>
                </a:cubicBezTo>
                <a:cubicBezTo>
                  <a:pt x="0" y="64"/>
                  <a:pt x="4" y="80"/>
                  <a:pt x="8" y="96"/>
                </a:cubicBezTo>
              </a:path>
            </a:pathLst>
          </a:custGeom>
          <a:noFill/>
          <a:ln w="28575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673824" name="Object 32"/>
          <p:cNvGraphicFramePr>
            <a:graphicFrameLocks noChangeAspect="1"/>
          </p:cNvGraphicFramePr>
          <p:nvPr/>
        </p:nvGraphicFramePr>
        <p:xfrm>
          <a:off x="4787900" y="5156200"/>
          <a:ext cx="16621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19" imgW="1841500" imgH="508000" progId="Equation.DSMT4">
                  <p:embed/>
                </p:oleObj>
              </mc:Choice>
              <mc:Fallback>
                <p:oleObj name="" r:id="rId19" imgW="1841500" imgH="508000" progId="Equation.DSMT4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787900" y="5156200"/>
                        <a:ext cx="1662113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25" name="Object 33"/>
          <p:cNvGraphicFramePr>
            <a:graphicFrameLocks noChangeAspect="1"/>
          </p:cNvGraphicFramePr>
          <p:nvPr/>
        </p:nvGraphicFramePr>
        <p:xfrm>
          <a:off x="6877050" y="5049838"/>
          <a:ext cx="1425575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21" imgW="1422400" imgH="711200" progId="Equation.DSMT4">
                  <p:embed/>
                </p:oleObj>
              </mc:Choice>
              <mc:Fallback>
                <p:oleObj name="" r:id="rId21" imgW="1422400" imgH="711200" progId="Equation.DSMT4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877050" y="5049838"/>
                        <a:ext cx="1425575" cy="741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26" name="Object 34"/>
          <p:cNvGraphicFramePr>
            <a:graphicFrameLocks noChangeAspect="1"/>
          </p:cNvGraphicFramePr>
          <p:nvPr/>
        </p:nvGraphicFramePr>
        <p:xfrm>
          <a:off x="1631950" y="5632450"/>
          <a:ext cx="297180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23" imgW="2933700" imgH="990600" progId="Equation.DSMT4">
                  <p:embed/>
                </p:oleObj>
              </mc:Choice>
              <mc:Fallback>
                <p:oleObj name="" r:id="rId23" imgW="2933700" imgH="990600" progId="Equation.DSMT4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631950" y="5632450"/>
                        <a:ext cx="2971800" cy="1033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27" name="Object 35"/>
          <p:cNvGraphicFramePr>
            <a:graphicFrameLocks noChangeAspect="1"/>
          </p:cNvGraphicFramePr>
          <p:nvPr/>
        </p:nvGraphicFramePr>
        <p:xfrm>
          <a:off x="4679950" y="5768975"/>
          <a:ext cx="87153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" name="" r:id="rId25" imgW="876300" imgH="812800" progId="Equation.DSMT4">
                  <p:embed/>
                </p:oleObj>
              </mc:Choice>
              <mc:Fallback>
                <p:oleObj name="" r:id="rId25" imgW="876300" imgH="812800" progId="Equation.DSMT4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679950" y="5768975"/>
                        <a:ext cx="871538" cy="809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3828" name="Text Box 36"/>
          <p:cNvSpPr txBox="1"/>
          <p:nvPr/>
        </p:nvSpPr>
        <p:spPr>
          <a:xfrm>
            <a:off x="5508625" y="5876925"/>
            <a:ext cx="36353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方向垂直平面！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673829" name="Text Box 37"/>
          <p:cNvSpPr txBox="1"/>
          <p:nvPr/>
        </p:nvSpPr>
        <p:spPr>
          <a:xfrm>
            <a:off x="2509838" y="3355975"/>
            <a:ext cx="5492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i="1" dirty="0"/>
              <a:t>r</a:t>
            </a:r>
            <a:endParaRPr lang="en-US" altLang="zh-CN" b="1" i="1" dirty="0"/>
          </a:p>
        </p:txBody>
      </p:sp>
      <p:sp>
        <p:nvSpPr>
          <p:cNvPr id="673830" name="Line 38"/>
          <p:cNvSpPr/>
          <p:nvPr/>
        </p:nvSpPr>
        <p:spPr>
          <a:xfrm>
            <a:off x="2979738" y="4025900"/>
            <a:ext cx="655637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</p:spPr>
      </p:sp>
      <p:graphicFrame>
        <p:nvGraphicFramePr>
          <p:cNvPr id="673831" name="Object 39"/>
          <p:cNvGraphicFramePr>
            <a:graphicFrameLocks noChangeAspect="1"/>
          </p:cNvGraphicFramePr>
          <p:nvPr/>
        </p:nvGraphicFramePr>
        <p:xfrm>
          <a:off x="3348038" y="3576638"/>
          <a:ext cx="6191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27" imgW="609600" imgH="431800" progId="Equation.DSMT4">
                  <p:embed/>
                </p:oleObj>
              </mc:Choice>
              <mc:Fallback>
                <p:oleObj name="" r:id="rId27" imgW="609600" imgH="431800" progId="Equation.DSMT4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348038" y="3576638"/>
                        <a:ext cx="619125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32" name="Object 40"/>
          <p:cNvGraphicFramePr>
            <a:graphicFrameLocks noChangeAspect="1"/>
          </p:cNvGraphicFramePr>
          <p:nvPr/>
        </p:nvGraphicFramePr>
        <p:xfrm>
          <a:off x="6958013" y="3862388"/>
          <a:ext cx="674687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29" imgW="482600" imgH="330200" progId="Equation.3">
                  <p:embed/>
                </p:oleObj>
              </mc:Choice>
              <mc:Fallback>
                <p:oleObj name="" r:id="rId29" imgW="482600" imgH="33020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958013" y="3862388"/>
                        <a:ext cx="674687" cy="341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3833" name="Text Box 41"/>
          <p:cNvSpPr txBox="1"/>
          <p:nvPr/>
        </p:nvSpPr>
        <p:spPr>
          <a:xfrm>
            <a:off x="2219325" y="5624513"/>
            <a:ext cx="91281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b="1" dirty="0"/>
              <a:t>+∞</a:t>
            </a:r>
            <a:endParaRPr lang="en-US" altLang="zh-CN" sz="2000" b="1" dirty="0"/>
          </a:p>
        </p:txBody>
      </p:sp>
      <p:sp>
        <p:nvSpPr>
          <p:cNvPr id="673834" name="Text Box 42"/>
          <p:cNvSpPr txBox="1"/>
          <p:nvPr/>
        </p:nvSpPr>
        <p:spPr>
          <a:xfrm>
            <a:off x="2041525" y="6308725"/>
            <a:ext cx="5794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b="1" dirty="0">
                <a:sym typeface="Symbol" panose="05050102010706020507" pitchFamily="18" charset="2"/>
              </a:rPr>
              <a:t></a:t>
            </a:r>
            <a:r>
              <a:rPr lang="en-US" altLang="zh-CN" sz="2000" b="1" dirty="0"/>
              <a:t>∞</a:t>
            </a:r>
            <a:endParaRPr lang="en-US" altLang="zh-CN" sz="2000" b="1" dirty="0"/>
          </a:p>
        </p:txBody>
      </p:sp>
      <p:graphicFrame>
        <p:nvGraphicFramePr>
          <p:cNvPr id="673836" name="Object 44"/>
          <p:cNvGraphicFramePr>
            <a:graphicFrameLocks noChangeAspect="1"/>
          </p:cNvGraphicFramePr>
          <p:nvPr/>
        </p:nvGraphicFramePr>
        <p:xfrm>
          <a:off x="3600450" y="1881188"/>
          <a:ext cx="11938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31" imgW="1205865" imgH="393700" progId="Equation.DSMT4">
                  <p:embed/>
                </p:oleObj>
              </mc:Choice>
              <mc:Fallback>
                <p:oleObj name="" r:id="rId31" imgW="1205865" imgH="393700" progId="Equation.DSMT4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600450" y="1881188"/>
                        <a:ext cx="1193800" cy="414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3837" name="Group 45"/>
          <p:cNvGrpSpPr/>
          <p:nvPr/>
        </p:nvGrpSpPr>
        <p:grpSpPr>
          <a:xfrm>
            <a:off x="6300788" y="261938"/>
            <a:ext cx="2378075" cy="898525"/>
            <a:chOff x="4213" y="0"/>
            <a:chExt cx="1498" cy="566"/>
          </a:xfrm>
        </p:grpSpPr>
        <p:graphicFrame>
          <p:nvGraphicFramePr>
            <p:cNvPr id="38960" name="Object 46"/>
            <p:cNvGraphicFramePr>
              <a:graphicFrameLocks noChangeAspect="1"/>
            </p:cNvGraphicFramePr>
            <p:nvPr/>
          </p:nvGraphicFramePr>
          <p:xfrm>
            <a:off x="4614" y="77"/>
            <a:ext cx="1097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1" name="" r:id="rId33" imgW="1841500" imgH="774700" progId="Equation.DSMT4">
                    <p:embed/>
                  </p:oleObj>
                </mc:Choice>
                <mc:Fallback>
                  <p:oleObj name="" r:id="rId33" imgW="1841500" imgH="774700" progId="Equation.DSMT4">
                    <p:embed/>
                    <p:pic>
                      <p:nvPicPr>
                        <p:cNvPr id="0" name="图片 3210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4614" y="77"/>
                          <a:ext cx="1097" cy="489"/>
                        </a:xfrm>
                        <a:prstGeom prst="rect">
                          <a:avLst/>
                        </a:prstGeom>
                        <a:noFill/>
                        <a:ln w="28575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8961" name="Picture 47" descr="dove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213" y="0"/>
              <a:ext cx="436" cy="527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673840" name="Line 48"/>
          <p:cNvSpPr/>
          <p:nvPr/>
        </p:nvSpPr>
        <p:spPr>
          <a:xfrm>
            <a:off x="2987675" y="4044950"/>
            <a:ext cx="7938" cy="28733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</p:spPr>
      </p:sp>
      <p:graphicFrame>
        <p:nvGraphicFramePr>
          <p:cNvPr id="673841" name="Object 49"/>
          <p:cNvGraphicFramePr>
            <a:graphicFrameLocks noChangeAspect="1"/>
          </p:cNvGraphicFramePr>
          <p:nvPr/>
        </p:nvGraphicFramePr>
        <p:xfrm>
          <a:off x="2800350" y="4295775"/>
          <a:ext cx="5842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36" imgW="609600" imgH="482600" progId="Equation.DSMT4">
                  <p:embed/>
                </p:oleObj>
              </mc:Choice>
              <mc:Fallback>
                <p:oleObj name="" r:id="rId36" imgW="609600" imgH="482600" progId="Equation.DSMT4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800350" y="4295775"/>
                        <a:ext cx="584200" cy="458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3842" name="Text Box 50"/>
          <p:cNvSpPr txBox="1"/>
          <p:nvPr/>
        </p:nvSpPr>
        <p:spPr>
          <a:xfrm>
            <a:off x="5040313" y="1793875"/>
            <a:ext cx="33115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其电场为</a:t>
            </a:r>
            <a:endParaRPr lang="zh-CN" altLang="en-US" sz="2800" b="1" dirty="0"/>
          </a:p>
        </p:txBody>
      </p:sp>
      <p:sp>
        <p:nvSpPr>
          <p:cNvPr id="673843" name="AutoShape 51"/>
          <p:cNvSpPr/>
          <p:nvPr/>
        </p:nvSpPr>
        <p:spPr>
          <a:xfrm>
            <a:off x="2378075" y="4870450"/>
            <a:ext cx="2089150" cy="935038"/>
          </a:xfrm>
          <a:prstGeom prst="cloudCallout">
            <a:avLst>
              <a:gd name="adj1" fmla="val 78569"/>
              <a:gd name="adj2" fmla="val 74278"/>
            </a:avLst>
          </a:prstGeom>
          <a:solidFill>
            <a:schemeClr val="bg1"/>
          </a:solidFill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ea typeface="楷体_GB2312" pitchFamily="49" charset="-122"/>
            </a:endParaRPr>
          </a:p>
        </p:txBody>
      </p:sp>
      <p:sp>
        <p:nvSpPr>
          <p:cNvPr id="673844" name="Text Box 52"/>
          <p:cNvSpPr txBox="1"/>
          <p:nvPr/>
        </p:nvSpPr>
        <p:spPr>
          <a:xfrm>
            <a:off x="2719388" y="5033963"/>
            <a:ext cx="23574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均匀场</a:t>
            </a:r>
            <a:endParaRPr lang="zh-CN" altLang="en-US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673845" name="AutoShape 53"/>
          <p:cNvSpPr/>
          <p:nvPr/>
        </p:nvSpPr>
        <p:spPr>
          <a:xfrm>
            <a:off x="4032250" y="1449388"/>
            <a:ext cx="792163" cy="144462"/>
          </a:xfrm>
          <a:prstGeom prst="rightArrow">
            <a:avLst>
              <a:gd name="adj1" fmla="val 50000"/>
              <a:gd name="adj2" fmla="val 137088"/>
            </a:avLst>
          </a:prstGeom>
          <a:solidFill>
            <a:srgbClr val="FF00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73846" name="Text Box 54"/>
          <p:cNvSpPr txBox="1"/>
          <p:nvPr/>
        </p:nvSpPr>
        <p:spPr>
          <a:xfrm>
            <a:off x="2827338" y="3568700"/>
            <a:ext cx="2984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.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673847" name="AutoShape 55"/>
          <p:cNvSpPr/>
          <p:nvPr/>
        </p:nvSpPr>
        <p:spPr>
          <a:xfrm rot="-4201487" flipH="1">
            <a:off x="877888" y="3840163"/>
            <a:ext cx="1444625" cy="1331912"/>
          </a:xfrm>
          <a:prstGeom prst="parallelogram">
            <a:avLst>
              <a:gd name="adj" fmla="val 102753"/>
            </a:avLst>
          </a:prstGeom>
          <a:solidFill>
            <a:srgbClr val="66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7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7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75"/>
                                        <p:tgtEl>
                                          <p:spTgt spid="67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"/>
                            </p:stCondLst>
                            <p:childTnLst>
                              <p:par>
                                <p:cTn id="2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73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73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73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73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600"/>
                            </p:stCondLst>
                            <p:childTnLst>
                              <p:par>
                                <p:cTn id="3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67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7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7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6738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" fill="hold"/>
                                        <p:tgtEl>
                                          <p:spTgt spid="6738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"/>
                            </p:stCondLst>
                            <p:childTnLst>
                              <p:par>
                                <p:cTn id="6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67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75"/>
                            </p:stCondLst>
                            <p:childTnLst>
                              <p:par>
                                <p:cTn id="68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73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73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75" fill="hold"/>
                                        <p:tgtEl>
                                          <p:spTgt spid="673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" fill="hold"/>
                                        <p:tgtEl>
                                          <p:spTgt spid="673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67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7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67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7" dur="500"/>
                                        <p:tgtEl>
                                          <p:spTgt spid="67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75"/>
                                        <p:tgtEl>
                                          <p:spTgt spid="67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73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73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738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738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673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673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738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738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8" dur="500"/>
                                        <p:tgtEl>
                                          <p:spTgt spid="67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673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673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673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73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6738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6738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7" dur="500"/>
                                        <p:tgtEl>
                                          <p:spTgt spid="67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2" dur="500"/>
                                        <p:tgtEl>
                                          <p:spTgt spid="67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7" dur="500"/>
                                        <p:tgtEl>
                                          <p:spTgt spid="67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673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673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673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673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00"/>
                            </p:stCondLst>
                            <p:childTnLst>
                              <p:par>
                                <p:cTn id="1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000"/>
                            </p:stCondLst>
                            <p:childTnLst>
                              <p:par>
                                <p:cTn id="1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673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73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673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673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1" dur="500"/>
                                        <p:tgtEl>
                                          <p:spTgt spid="67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"/>
                            </p:stCondLst>
                            <p:childTnLst>
                              <p:par>
                                <p:cTn id="19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5" dur="500"/>
                                        <p:tgtEl>
                                          <p:spTgt spid="67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673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673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673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673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75" fill="hold"/>
                                        <p:tgtEl>
                                          <p:spTgt spid="673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75" fill="hold"/>
                                        <p:tgtEl>
                                          <p:spTgt spid="673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75" fill="hold"/>
                                        <p:tgtEl>
                                          <p:spTgt spid="673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75" fill="hold"/>
                                        <p:tgtEl>
                                          <p:spTgt spid="673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67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500"/>
                            </p:stCondLst>
                            <p:childTnLst>
                              <p:par>
                                <p:cTn id="218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673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673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67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801" grpId="0"/>
      <p:bldP spid="673802" grpId="0" animBg="1"/>
      <p:bldP spid="673806" grpId="0"/>
      <p:bldP spid="673807" grpId="0"/>
      <p:bldP spid="673815" grpId="0"/>
      <p:bldP spid="673828" grpId="0"/>
      <p:bldP spid="673833" grpId="0"/>
      <p:bldP spid="673834" grpId="0"/>
      <p:bldP spid="673843" grpId="0" animBg="1"/>
      <p:bldP spid="673845" grpId="0" animBg="1"/>
      <p:bldP spid="67384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74818" name="AutoShape 2"/>
          <p:cNvSpPr/>
          <p:nvPr/>
        </p:nvSpPr>
        <p:spPr>
          <a:xfrm>
            <a:off x="6696075" y="5157788"/>
            <a:ext cx="2016125" cy="503237"/>
          </a:xfrm>
          <a:prstGeom prst="wedgeEllipseCallout">
            <a:avLst>
              <a:gd name="adj1" fmla="val -31574"/>
              <a:gd name="adj2" fmla="val 106153"/>
            </a:avLst>
          </a:prstGeom>
          <a:solidFill>
            <a:srgbClr val="0000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ea typeface="楷体_GB2312" pitchFamily="49" charset="-122"/>
            </a:endParaRPr>
          </a:p>
        </p:txBody>
      </p:sp>
      <p:sp>
        <p:nvSpPr>
          <p:cNvPr id="674819" name="Rectangle 3"/>
          <p:cNvSpPr/>
          <p:nvPr/>
        </p:nvSpPr>
        <p:spPr>
          <a:xfrm>
            <a:off x="704850" y="388938"/>
            <a:ext cx="8259763" cy="9461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762000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</a:rPr>
              <a:t>4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 b="1" dirty="0">
                <a:latin typeface="宋体" panose="02010600030101010101" pitchFamily="2" charset="-122"/>
              </a:rPr>
              <a:t>求</a:t>
            </a:r>
            <a:r>
              <a:rPr lang="zh-CN" altLang="en-US" sz="2800" b="1" dirty="0"/>
              <a:t>半径为</a:t>
            </a:r>
            <a:r>
              <a:rPr lang="en-US" altLang="zh-CN" sz="2800" b="1" i="1" dirty="0"/>
              <a:t>R,</a:t>
            </a:r>
            <a:r>
              <a:rPr lang="zh-CN" altLang="en-US" sz="2800" b="1" dirty="0"/>
              <a:t>带电量为</a:t>
            </a:r>
            <a:r>
              <a:rPr lang="en-US" altLang="zh-CN" sz="2800" b="1" i="1" dirty="0"/>
              <a:t>Q </a:t>
            </a:r>
            <a:r>
              <a:rPr lang="zh-CN" altLang="en-US" sz="2800" b="1" dirty="0">
                <a:latin typeface="宋体" panose="02010600030101010101" pitchFamily="2" charset="-122"/>
              </a:rPr>
              <a:t>的均匀圆环轴线上的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marL="0" lvl="0" indent="0" defTabSz="762000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  电场强度</a:t>
            </a:r>
            <a:r>
              <a:rPr lang="en-US" altLang="zh-CN" sz="2800" b="1" i="1" dirty="0"/>
              <a:t>E</a:t>
            </a:r>
            <a:r>
              <a:rPr lang="en-US" altLang="zh-CN" sz="2800" b="1" dirty="0"/>
              <a:t>=</a:t>
            </a:r>
            <a:r>
              <a:rPr lang="zh-CN" altLang="en-US" sz="2800" b="1" dirty="0"/>
              <a:t>？</a:t>
            </a:r>
            <a:endParaRPr lang="zh-CN" altLang="en-US" sz="2800" b="1" dirty="0"/>
          </a:p>
        </p:txBody>
      </p:sp>
      <p:sp>
        <p:nvSpPr>
          <p:cNvPr id="674820" name="Oval 4"/>
          <p:cNvSpPr/>
          <p:nvPr/>
        </p:nvSpPr>
        <p:spPr>
          <a:xfrm>
            <a:off x="5707063" y="1662113"/>
            <a:ext cx="520700" cy="1663700"/>
          </a:xfrm>
          <a:prstGeom prst="ellipse">
            <a:avLst/>
          </a:prstGeom>
          <a:noFill/>
          <a:ln w="76200" cap="flat" cmpd="tri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74821" name="Rectangle 5"/>
          <p:cNvSpPr/>
          <p:nvPr/>
        </p:nvSpPr>
        <p:spPr>
          <a:xfrm>
            <a:off x="733425" y="1325563"/>
            <a:ext cx="6430963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762000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解：</a:t>
            </a:r>
            <a:r>
              <a:rPr lang="zh-CN" altLang="en-US" sz="2800" b="1" dirty="0"/>
              <a:t>在圆环上任取电荷元</a:t>
            </a:r>
            <a:r>
              <a:rPr lang="en-US" altLang="zh-CN" sz="2800" dirty="0"/>
              <a:t>d</a:t>
            </a:r>
            <a:r>
              <a:rPr lang="en-US" altLang="zh-CN" sz="2800" b="1" i="1" dirty="0"/>
              <a:t>q</a:t>
            </a:r>
            <a:endParaRPr lang="en-US" altLang="zh-CN" sz="2800" b="1" i="1" dirty="0"/>
          </a:p>
        </p:txBody>
      </p:sp>
      <p:graphicFrame>
        <p:nvGraphicFramePr>
          <p:cNvPr id="674822" name="Object 6"/>
          <p:cNvGraphicFramePr/>
          <p:nvPr/>
        </p:nvGraphicFramePr>
        <p:xfrm>
          <a:off x="2232025" y="1843088"/>
          <a:ext cx="211772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" name="" r:id="rId1" imgW="2120900" imgH="812800" progId="Equation.DSMT4">
                  <p:embed/>
                </p:oleObj>
              </mc:Choice>
              <mc:Fallback>
                <p:oleObj name="" r:id="rId1" imgW="2120900" imgH="812800" progId="Equation.DSMT4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32025" y="1843088"/>
                        <a:ext cx="2117725" cy="865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23" name="Object 7"/>
          <p:cNvGraphicFramePr/>
          <p:nvPr/>
        </p:nvGraphicFramePr>
        <p:xfrm>
          <a:off x="6910388" y="2182813"/>
          <a:ext cx="304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3" imgW="254000" imgH="342900" progId="Equation.3">
                  <p:embed/>
                </p:oleObj>
              </mc:Choice>
              <mc:Fallback>
                <p:oleObj name="" r:id="rId3" imgW="254000" imgH="342900" progId="Equation.3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10388" y="2182813"/>
                        <a:ext cx="3048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24" name="Object 8"/>
          <p:cNvGraphicFramePr/>
          <p:nvPr/>
        </p:nvGraphicFramePr>
        <p:xfrm>
          <a:off x="6510338" y="2505075"/>
          <a:ext cx="2794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5" imgW="266700" imgH="254000" progId="Equation.3">
                  <p:embed/>
                </p:oleObj>
              </mc:Choice>
              <mc:Fallback>
                <p:oleObj name="" r:id="rId5" imgW="266700" imgH="25400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10338" y="2505075"/>
                        <a:ext cx="279400" cy="276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25" name="Object 9"/>
          <p:cNvGraphicFramePr/>
          <p:nvPr/>
        </p:nvGraphicFramePr>
        <p:xfrm>
          <a:off x="5508625" y="1304925"/>
          <a:ext cx="3571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" r:id="rId7" imgW="393700" imgH="393700" progId="Equation.DSMT4">
                  <p:embed/>
                </p:oleObj>
              </mc:Choice>
              <mc:Fallback>
                <p:oleObj name="" r:id="rId7" imgW="393700" imgH="393700" progId="Equation.DSMT4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08625" y="1304925"/>
                        <a:ext cx="357188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4826" name="Line 10"/>
          <p:cNvSpPr/>
          <p:nvPr/>
        </p:nvSpPr>
        <p:spPr>
          <a:xfrm rot="-165956">
            <a:off x="6007100" y="1582738"/>
            <a:ext cx="1447800" cy="91440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sm" len="sm"/>
            <a:tailEnd type="none" w="med" len="med"/>
          </a:ln>
        </p:spPr>
      </p:sp>
      <p:graphicFrame>
        <p:nvGraphicFramePr>
          <p:cNvPr id="674827" name="Object 11"/>
          <p:cNvGraphicFramePr>
            <a:graphicFrameLocks noChangeAspect="1"/>
          </p:cNvGraphicFramePr>
          <p:nvPr/>
        </p:nvGraphicFramePr>
        <p:xfrm>
          <a:off x="6804025" y="1711325"/>
          <a:ext cx="24765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9" imgW="228600" imgH="304800" progId="Equation.3">
                  <p:embed/>
                </p:oleObj>
              </mc:Choice>
              <mc:Fallback>
                <p:oleObj name="" r:id="rId9" imgW="228600" imgH="304800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04025" y="1711325"/>
                        <a:ext cx="247650" cy="331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4828" name="Line 12"/>
          <p:cNvSpPr/>
          <p:nvPr/>
        </p:nvSpPr>
        <p:spPr>
          <a:xfrm>
            <a:off x="7519988" y="2500313"/>
            <a:ext cx="533400" cy="30480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sm" len="sm"/>
            <a:tailEnd type="triangle" w="med" len="med"/>
          </a:ln>
        </p:spPr>
      </p:sp>
      <p:graphicFrame>
        <p:nvGraphicFramePr>
          <p:cNvPr id="674829" name="Object 13"/>
          <p:cNvGraphicFramePr>
            <a:graphicFrameLocks noChangeAspect="1"/>
          </p:cNvGraphicFramePr>
          <p:nvPr/>
        </p:nvGraphicFramePr>
        <p:xfrm>
          <a:off x="7885113" y="2690813"/>
          <a:ext cx="498475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" name="" r:id="rId11" imgW="469900" imgH="406400" progId="Equation.DSMT4">
                  <p:embed/>
                </p:oleObj>
              </mc:Choice>
              <mc:Fallback>
                <p:oleObj name="" r:id="rId11" imgW="469900" imgH="406400" progId="Equation.DSMT4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85113" y="2690813"/>
                        <a:ext cx="498475" cy="43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4830" name="Line 14"/>
          <p:cNvSpPr/>
          <p:nvPr/>
        </p:nvSpPr>
        <p:spPr>
          <a:xfrm flipV="1">
            <a:off x="6072188" y="2500313"/>
            <a:ext cx="1447800" cy="83820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sm" len="sm"/>
            <a:tailEnd type="none" w="med" len="med"/>
          </a:ln>
        </p:spPr>
      </p:sp>
      <p:sp>
        <p:nvSpPr>
          <p:cNvPr id="674831" name="Text Box 15"/>
          <p:cNvSpPr txBox="1"/>
          <p:nvPr/>
        </p:nvSpPr>
        <p:spPr>
          <a:xfrm>
            <a:off x="1462088" y="2687638"/>
            <a:ext cx="3830637" cy="519112"/>
          </a:xfrm>
          <a:prstGeom prst="rect">
            <a:avLst/>
          </a:prstGeom>
          <a:noFill/>
          <a:ln w="12699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762000">
              <a:spcBef>
                <a:spcPct val="50000"/>
              </a:spcBef>
              <a:buNone/>
            </a:pPr>
            <a:r>
              <a:rPr lang="zh-CN" altLang="en-US" sz="2800" b="1" dirty="0"/>
              <a:t>由对称性知</a:t>
            </a:r>
            <a:endParaRPr lang="zh-CN" altLang="en-US" sz="2800" b="1" dirty="0"/>
          </a:p>
        </p:txBody>
      </p:sp>
      <p:graphicFrame>
        <p:nvGraphicFramePr>
          <p:cNvPr id="674832" name="Object 16"/>
          <p:cNvGraphicFramePr/>
          <p:nvPr/>
        </p:nvGraphicFramePr>
        <p:xfrm>
          <a:off x="3492500" y="2759075"/>
          <a:ext cx="1150938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name="" r:id="rId13" imgW="1180465" imgH="431800" progId="Equation.DSMT4">
                  <p:embed/>
                </p:oleObj>
              </mc:Choice>
              <mc:Fallback>
                <p:oleObj name="" r:id="rId13" imgW="1180465" imgH="431800" progId="Equation.DSMT4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92500" y="2759075"/>
                        <a:ext cx="1150938" cy="490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4833" name="Line 17"/>
          <p:cNvSpPr/>
          <p:nvPr/>
        </p:nvSpPr>
        <p:spPr>
          <a:xfrm flipV="1">
            <a:off x="7519988" y="2119313"/>
            <a:ext cx="533400" cy="38100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674834" name="Text Box 18"/>
          <p:cNvSpPr txBox="1"/>
          <p:nvPr/>
        </p:nvSpPr>
        <p:spPr>
          <a:xfrm>
            <a:off x="7367588" y="2474913"/>
            <a:ext cx="4016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/>
              <a:t>P</a:t>
            </a:r>
            <a:endParaRPr lang="en-US" altLang="zh-CN" sz="2800" b="1" dirty="0"/>
          </a:p>
        </p:txBody>
      </p:sp>
      <p:grpSp>
        <p:nvGrpSpPr>
          <p:cNvPr id="674835" name="Group 19"/>
          <p:cNvGrpSpPr/>
          <p:nvPr/>
        </p:nvGrpSpPr>
        <p:grpSpPr>
          <a:xfrm>
            <a:off x="4716463" y="800100"/>
            <a:ext cx="4130675" cy="2881313"/>
            <a:chOff x="2640" y="2505"/>
            <a:chExt cx="2602" cy="1815"/>
          </a:xfrm>
        </p:grpSpPr>
        <p:grpSp>
          <p:nvGrpSpPr>
            <p:cNvPr id="39973" name="Group 20"/>
            <p:cNvGrpSpPr/>
            <p:nvPr/>
          </p:nvGrpSpPr>
          <p:grpSpPr>
            <a:xfrm>
              <a:off x="2890" y="3576"/>
              <a:ext cx="2352" cy="0"/>
              <a:chOff x="3408" y="2784"/>
              <a:chExt cx="2352" cy="0"/>
            </a:xfrm>
          </p:grpSpPr>
          <p:sp>
            <p:nvSpPr>
              <p:cNvPr id="39980" name="Line 21"/>
              <p:cNvSpPr/>
              <p:nvPr/>
            </p:nvSpPr>
            <p:spPr>
              <a:xfrm>
                <a:off x="3408" y="2784"/>
                <a:ext cx="2112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9981" name="Line 22"/>
              <p:cNvSpPr/>
              <p:nvPr/>
            </p:nvSpPr>
            <p:spPr>
              <a:xfrm>
                <a:off x="5328" y="2784"/>
                <a:ext cx="432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39974" name="Text Box 23"/>
            <p:cNvSpPr txBox="1"/>
            <p:nvPr/>
          </p:nvSpPr>
          <p:spPr>
            <a:xfrm>
              <a:off x="5014" y="3528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800" b="1" dirty="0"/>
                <a:t>x</a:t>
              </a:r>
              <a:endParaRPr lang="en-US" altLang="zh-CN" sz="2800" b="1" dirty="0"/>
            </a:p>
          </p:txBody>
        </p:sp>
        <p:sp>
          <p:nvSpPr>
            <p:cNvPr id="39975" name="Text Box 24"/>
            <p:cNvSpPr txBox="1"/>
            <p:nvPr/>
          </p:nvSpPr>
          <p:spPr>
            <a:xfrm>
              <a:off x="3466" y="2505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800" b="1" dirty="0"/>
                <a:t>y</a:t>
              </a:r>
              <a:endParaRPr lang="en-US" altLang="zh-CN" sz="2800" b="1" dirty="0"/>
            </a:p>
          </p:txBody>
        </p:sp>
        <p:sp>
          <p:nvSpPr>
            <p:cNvPr id="39976" name="Line 25"/>
            <p:cNvSpPr/>
            <p:nvPr/>
          </p:nvSpPr>
          <p:spPr>
            <a:xfrm flipH="1">
              <a:off x="2842" y="3567"/>
              <a:ext cx="576" cy="72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77" name="Text Box 26"/>
            <p:cNvSpPr txBox="1"/>
            <p:nvPr/>
          </p:nvSpPr>
          <p:spPr>
            <a:xfrm>
              <a:off x="2640" y="3993"/>
              <a:ext cx="2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800" b="1" dirty="0"/>
                <a:t>z</a:t>
              </a:r>
              <a:endParaRPr lang="en-US" altLang="zh-CN" sz="2800" b="1" dirty="0"/>
            </a:p>
          </p:txBody>
        </p:sp>
        <p:sp>
          <p:nvSpPr>
            <p:cNvPr id="39978" name="Text Box 27"/>
            <p:cNvSpPr txBox="1"/>
            <p:nvPr/>
          </p:nvSpPr>
          <p:spPr>
            <a:xfrm>
              <a:off x="3312" y="3471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800" b="1" i="1" dirty="0"/>
                <a:t>o</a:t>
              </a:r>
              <a:endParaRPr lang="en-US" altLang="zh-CN" sz="2800" b="1" i="1" dirty="0"/>
            </a:p>
          </p:txBody>
        </p:sp>
        <p:sp>
          <p:nvSpPr>
            <p:cNvPr id="39979" name="Line 28"/>
            <p:cNvSpPr/>
            <p:nvPr/>
          </p:nvSpPr>
          <p:spPr>
            <a:xfrm flipV="1">
              <a:off x="3408" y="2688"/>
              <a:ext cx="0" cy="91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674845" name="Object 29"/>
          <p:cNvGraphicFramePr/>
          <p:nvPr/>
        </p:nvGraphicFramePr>
        <p:xfrm>
          <a:off x="1547813" y="3321050"/>
          <a:ext cx="288131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name="" r:id="rId15" imgW="2819400" imgH="533400" progId="Equation.DSMT4">
                  <p:embed/>
                </p:oleObj>
              </mc:Choice>
              <mc:Fallback>
                <p:oleObj name="" r:id="rId15" imgW="2819400" imgH="533400" progId="Equation.DSMT4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47813" y="3321050"/>
                        <a:ext cx="2881312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46" name="Object 30"/>
          <p:cNvGraphicFramePr>
            <a:graphicFrameLocks noChangeAspect="1"/>
          </p:cNvGraphicFramePr>
          <p:nvPr/>
        </p:nvGraphicFramePr>
        <p:xfrm>
          <a:off x="4427538" y="4024313"/>
          <a:ext cx="2124075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" name="" r:id="rId17" imgW="2171700" imgH="977900" progId="Equation.DSMT4">
                  <p:embed/>
                </p:oleObj>
              </mc:Choice>
              <mc:Fallback>
                <p:oleObj name="" r:id="rId17" imgW="2171700" imgH="977900" progId="Equation.DSMT4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27538" y="4024313"/>
                        <a:ext cx="2124075" cy="1025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47" name="Object 31"/>
          <p:cNvGraphicFramePr/>
          <p:nvPr/>
        </p:nvGraphicFramePr>
        <p:xfrm>
          <a:off x="1908175" y="4868863"/>
          <a:ext cx="252095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" r:id="rId19" imgW="2641600" imgH="850900" progId="Equation.DSMT4">
                  <p:embed/>
                </p:oleObj>
              </mc:Choice>
              <mc:Fallback>
                <p:oleObj name="" r:id="rId19" imgW="2641600" imgH="850900" progId="Equation.DSMT4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08175" y="4868863"/>
                        <a:ext cx="2520950" cy="919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48" name="Object 32"/>
          <p:cNvGraphicFramePr/>
          <p:nvPr/>
        </p:nvGraphicFramePr>
        <p:xfrm>
          <a:off x="5791200" y="5816600"/>
          <a:ext cx="1697038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" name="" r:id="rId21" imgW="1714500" imgH="800100" progId="Equation.DSMT4">
                  <p:embed/>
                </p:oleObj>
              </mc:Choice>
              <mc:Fallback>
                <p:oleObj name="" r:id="rId21" imgW="1714500" imgH="800100" progId="Equation.DSMT4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791200" y="5816600"/>
                        <a:ext cx="1697038" cy="852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49" name="Object 33"/>
          <p:cNvGraphicFramePr/>
          <p:nvPr/>
        </p:nvGraphicFramePr>
        <p:xfrm>
          <a:off x="4513263" y="6061075"/>
          <a:ext cx="1066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" r:id="rId23" imgW="1054100" imgH="330200" progId="Equation.3">
                  <p:embed/>
                </p:oleObj>
              </mc:Choice>
              <mc:Fallback>
                <p:oleObj name="" r:id="rId23" imgW="1054100" imgH="330200" progId="Equation.3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513263" y="6061075"/>
                        <a:ext cx="10668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4850" name="Text Box 34"/>
          <p:cNvSpPr txBox="1"/>
          <p:nvPr/>
        </p:nvSpPr>
        <p:spPr>
          <a:xfrm>
            <a:off x="3981450" y="5934075"/>
            <a:ext cx="1447800" cy="519113"/>
          </a:xfrm>
          <a:prstGeom prst="rect">
            <a:avLst/>
          </a:prstGeom>
          <a:noFill/>
          <a:ln w="12699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762000">
              <a:spcBef>
                <a:spcPct val="50000"/>
              </a:spcBef>
              <a:buNone/>
            </a:pPr>
            <a:r>
              <a:rPr lang="zh-CN" altLang="en-US" sz="2800" b="1" dirty="0"/>
              <a:t>若</a:t>
            </a:r>
            <a:endParaRPr lang="zh-CN" altLang="en-US" sz="2800" b="1" dirty="0"/>
          </a:p>
        </p:txBody>
      </p:sp>
      <p:sp>
        <p:nvSpPr>
          <p:cNvPr id="674851" name="Text Box 35"/>
          <p:cNvSpPr txBox="1"/>
          <p:nvPr/>
        </p:nvSpPr>
        <p:spPr>
          <a:xfrm>
            <a:off x="7019925" y="5084763"/>
            <a:ext cx="1835150" cy="519112"/>
          </a:xfrm>
          <a:prstGeom prst="rect">
            <a:avLst/>
          </a:prstGeom>
          <a:noFill/>
          <a:ln w="12699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762000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bg1"/>
                </a:solidFill>
                <a:ea typeface="楷体_GB2312" pitchFamily="49" charset="-122"/>
              </a:rPr>
              <a:t>点电荷</a:t>
            </a:r>
            <a:endParaRPr lang="zh-CN" altLang="en-US" sz="2800" b="1" dirty="0">
              <a:solidFill>
                <a:schemeClr val="bg1"/>
              </a:solidFill>
              <a:ea typeface="楷体_GB2312" pitchFamily="49" charset="-122"/>
            </a:endParaRPr>
          </a:p>
        </p:txBody>
      </p:sp>
      <p:graphicFrame>
        <p:nvGraphicFramePr>
          <p:cNvPr id="674853" name="Object 37"/>
          <p:cNvGraphicFramePr>
            <a:graphicFrameLocks noChangeAspect="1"/>
          </p:cNvGraphicFramePr>
          <p:nvPr/>
        </p:nvGraphicFramePr>
        <p:xfrm>
          <a:off x="7885113" y="1682750"/>
          <a:ext cx="5651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25" imgW="533400" imgH="406400" progId="Equation.DSMT4">
                  <p:embed/>
                </p:oleObj>
              </mc:Choice>
              <mc:Fallback>
                <p:oleObj name="" r:id="rId25" imgW="533400" imgH="406400" progId="Equation.DSMT4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885113" y="1682750"/>
                        <a:ext cx="565150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54" name="Object 38"/>
          <p:cNvGraphicFramePr/>
          <p:nvPr/>
        </p:nvGraphicFramePr>
        <p:xfrm>
          <a:off x="5651500" y="3403600"/>
          <a:ext cx="4159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27" imgW="457200" imgH="406400" progId="Equation.DSMT4">
                  <p:embed/>
                </p:oleObj>
              </mc:Choice>
              <mc:Fallback>
                <p:oleObj name="" r:id="rId27" imgW="457200" imgH="406400" progId="Equation.DSMT4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651500" y="3403600"/>
                        <a:ext cx="415925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4855" name="Oval 39"/>
          <p:cNvSpPr/>
          <p:nvPr/>
        </p:nvSpPr>
        <p:spPr>
          <a:xfrm>
            <a:off x="7475538" y="2424113"/>
            <a:ext cx="120650" cy="128587"/>
          </a:xfrm>
          <a:prstGeom prst="ellipse">
            <a:avLst/>
          </a:prstGeom>
          <a:solidFill>
            <a:srgbClr val="FF0066"/>
          </a:solidFill>
          <a:ln w="12699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74856" name="Text Box 40"/>
          <p:cNvSpPr txBox="1"/>
          <p:nvPr/>
        </p:nvSpPr>
        <p:spPr>
          <a:xfrm>
            <a:off x="4427538" y="5049838"/>
            <a:ext cx="31400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方向沿</a:t>
            </a:r>
            <a:r>
              <a:rPr lang="en-US" altLang="zh-CN" sz="2800" b="1" dirty="0">
                <a:ea typeface="楷体_GB2312" pitchFamily="49" charset="-122"/>
              </a:rPr>
              <a:t>x</a:t>
            </a:r>
            <a:r>
              <a:rPr lang="zh-CN" altLang="en-US" sz="2800" b="1" dirty="0">
                <a:ea typeface="楷体_GB2312" pitchFamily="49" charset="-122"/>
              </a:rPr>
              <a:t>轴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674857" name="Object 41"/>
          <p:cNvGraphicFramePr>
            <a:graphicFrameLocks noChangeAspect="1"/>
          </p:cNvGraphicFramePr>
          <p:nvPr/>
        </p:nvGraphicFramePr>
        <p:xfrm>
          <a:off x="1443038" y="6021388"/>
          <a:ext cx="14732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" name="" r:id="rId29" imgW="1435100" imgH="393700" progId="Equation.3">
                  <p:embed/>
                </p:oleObj>
              </mc:Choice>
              <mc:Fallback>
                <p:oleObj name="" r:id="rId29" imgW="1435100" imgH="393700" progId="Equation.3">
                  <p:embed/>
                  <p:pic>
                    <p:nvPicPr>
                      <p:cNvPr id="0" name="图片 3225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443038" y="6021388"/>
                        <a:ext cx="1473200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58" name="Object 42"/>
          <p:cNvGraphicFramePr>
            <a:graphicFrameLocks noChangeAspect="1"/>
          </p:cNvGraphicFramePr>
          <p:nvPr/>
        </p:nvGraphicFramePr>
        <p:xfrm>
          <a:off x="2901950" y="6053138"/>
          <a:ext cx="914400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" r:id="rId31" imgW="914400" imgH="330200" progId="Equation.3">
                  <p:embed/>
                </p:oleObj>
              </mc:Choice>
              <mc:Fallback>
                <p:oleObj name="" r:id="rId31" imgW="914400" imgH="330200" progId="Equation.3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901950" y="6053138"/>
                        <a:ext cx="914400" cy="328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4859" name="Arc 43"/>
          <p:cNvSpPr/>
          <p:nvPr/>
        </p:nvSpPr>
        <p:spPr>
          <a:xfrm>
            <a:off x="5891213" y="1654175"/>
            <a:ext cx="144462" cy="828675"/>
          </a:xfrm>
          <a:custGeom>
            <a:avLst/>
            <a:gdLst/>
            <a:ahLst/>
            <a:cxnLst>
              <a:cxn ang="0">
                <a:pos x="0" y="70018434"/>
              </a:cxn>
              <a:cxn ang="0">
                <a:pos x="23660656" y="21908364"/>
              </a:cxn>
              <a:cxn ang="0">
                <a:pos x="15116999" y="1219678048"/>
              </a:cxn>
            </a:cxnLst>
            <a:pathLst>
              <a:path w="11288" h="21600" fill="none">
                <a:moveTo>
                  <a:pt x="-1" y="1239"/>
                </a:moveTo>
                <a:cubicBezTo>
                  <a:pt x="2315" y="419"/>
                  <a:pt x="4754" y="0"/>
                  <a:pt x="7212" y="0"/>
                </a:cubicBezTo>
                <a:cubicBezTo>
                  <a:pt x="8579" y="0"/>
                  <a:pt x="9944" y="129"/>
                  <a:pt x="11287" y="388"/>
                </a:cubicBezTo>
              </a:path>
              <a:path w="11288" h="21600" stroke="0">
                <a:moveTo>
                  <a:pt x="-1" y="1239"/>
                </a:moveTo>
                <a:cubicBezTo>
                  <a:pt x="2315" y="419"/>
                  <a:pt x="4754" y="0"/>
                  <a:pt x="7212" y="0"/>
                </a:cubicBezTo>
                <a:cubicBezTo>
                  <a:pt x="8579" y="0"/>
                  <a:pt x="9944" y="129"/>
                  <a:pt x="11287" y="388"/>
                </a:cubicBezTo>
                <a:lnTo>
                  <a:pt x="7212" y="21600"/>
                </a:lnTo>
                <a:lnTo>
                  <a:pt x="-1" y="1239"/>
                </a:lnTo>
                <a:close/>
              </a:path>
            </a:pathLst>
          </a:custGeom>
          <a:noFill/>
          <a:ln w="57150" cap="flat" cmpd="sng">
            <a:solidFill>
              <a:srgbClr val="66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74860" name="Arc 44"/>
          <p:cNvSpPr/>
          <p:nvPr/>
        </p:nvSpPr>
        <p:spPr>
          <a:xfrm>
            <a:off x="5937250" y="2509838"/>
            <a:ext cx="147638" cy="828675"/>
          </a:xfrm>
          <a:custGeom>
            <a:avLst/>
            <a:gdLst/>
            <a:ahLst/>
            <a:cxnLst>
              <a:cxn ang="0">
                <a:pos x="24206716" y="1143504362"/>
              </a:cxn>
              <a:cxn ang="0">
                <a:pos x="0" y="1198390807"/>
              </a:cxn>
              <a:cxn ang="0">
                <a:pos x="8433446" y="0"/>
              </a:cxn>
            </a:cxnLst>
            <a:pathLst>
              <a:path w="11530" h="21600" fill="none">
                <a:moveTo>
                  <a:pt x="11530" y="20251"/>
                </a:moveTo>
                <a:cubicBezTo>
                  <a:pt x="9125" y="21143"/>
                  <a:pt x="6581" y="21600"/>
                  <a:pt x="4017" y="21600"/>
                </a:cubicBezTo>
                <a:cubicBezTo>
                  <a:pt x="2669" y="21600"/>
                  <a:pt x="1324" y="21473"/>
                  <a:pt x="-1" y="21223"/>
                </a:cubicBezTo>
              </a:path>
              <a:path w="11530" h="21600" stroke="0">
                <a:moveTo>
                  <a:pt x="11530" y="20251"/>
                </a:moveTo>
                <a:cubicBezTo>
                  <a:pt x="9125" y="21143"/>
                  <a:pt x="6581" y="21600"/>
                  <a:pt x="4017" y="21600"/>
                </a:cubicBezTo>
                <a:cubicBezTo>
                  <a:pt x="2669" y="21600"/>
                  <a:pt x="1324" y="21473"/>
                  <a:pt x="-1" y="21223"/>
                </a:cubicBezTo>
                <a:lnTo>
                  <a:pt x="4017" y="0"/>
                </a:lnTo>
                <a:lnTo>
                  <a:pt x="11530" y="20251"/>
                </a:lnTo>
                <a:close/>
              </a:path>
            </a:pathLst>
          </a:custGeom>
          <a:noFill/>
          <a:ln w="76200" cap="flat" cmpd="sng">
            <a:solidFill>
              <a:srgbClr val="66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674861" name="Object 45"/>
          <p:cNvGraphicFramePr/>
          <p:nvPr/>
        </p:nvGraphicFramePr>
        <p:xfrm>
          <a:off x="1908175" y="3933825"/>
          <a:ext cx="24479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33" imgW="2489200" imgH="977900" progId="Equation.DSMT4">
                  <p:embed/>
                </p:oleObj>
              </mc:Choice>
              <mc:Fallback>
                <p:oleObj name="" r:id="rId33" imgW="2489200" imgH="977900" progId="Equation.DSMT4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908175" y="3933825"/>
                        <a:ext cx="2447925" cy="1069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74819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charRg st="25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674819">
                                            <p:txEl>
                                              <p:charRg st="25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7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7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748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748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" dur="500"/>
                                        <p:tgtEl>
                                          <p:spTgt spid="67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75"/>
                                        <p:tgtEl>
                                          <p:spTgt spid="67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74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7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67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7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67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7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67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74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67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7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74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67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75" fill="hold"/>
                                        <p:tgtEl>
                                          <p:spTgt spid="6748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" fill="hold"/>
                                        <p:tgtEl>
                                          <p:spTgt spid="6748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75"/>
                            </p:stCondLst>
                            <p:childTnLst>
                              <p:par>
                                <p:cTn id="9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748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748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875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7" dur="500"/>
                                        <p:tgtEl>
                                          <p:spTgt spid="67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2" dur="500"/>
                                        <p:tgtEl>
                                          <p:spTgt spid="674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7" dur="500"/>
                                        <p:tgtEl>
                                          <p:spTgt spid="67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2" dur="500"/>
                                        <p:tgtEl>
                                          <p:spTgt spid="674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7" dur="500"/>
                                        <p:tgtEl>
                                          <p:spTgt spid="674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75"/>
                                        <p:tgtEl>
                                          <p:spTgt spid="674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67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674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6" dur="500"/>
                                        <p:tgtEl>
                                          <p:spTgt spid="67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6748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6748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6" dur="500"/>
                                        <p:tgtEl>
                                          <p:spTgt spid="674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6748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674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674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75" fill="hold"/>
                                        <p:tgtEl>
                                          <p:spTgt spid="674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75" fill="hold"/>
                                        <p:tgtEl>
                                          <p:spTgt spid="674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75" fill="hold"/>
                                        <p:tgtEl>
                                          <p:spTgt spid="6748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75" fill="hold"/>
                                        <p:tgtEl>
                                          <p:spTgt spid="6748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4818" grpId="0" animBg="1"/>
      <p:bldP spid="674819" grpId="0" build="p"/>
      <p:bldP spid="674820" grpId="0" animBg="1"/>
      <p:bldP spid="674821" grpId="0"/>
      <p:bldP spid="674831" grpId="0"/>
      <p:bldP spid="674834" grpId="0"/>
      <p:bldP spid="674850" grpId="0"/>
      <p:bldP spid="674851" grpId="0"/>
      <p:bldP spid="674855" grpId="0" animBg="1"/>
      <p:bldP spid="67485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75842" name="Rectangle 2"/>
          <p:cNvSpPr/>
          <p:nvPr/>
        </p:nvSpPr>
        <p:spPr>
          <a:xfrm>
            <a:off x="612775" y="395288"/>
            <a:ext cx="831532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</a:rPr>
              <a:t>5.</a:t>
            </a:r>
            <a:r>
              <a:rPr lang="en-US" altLang="zh-CN" sz="2800" b="1" dirty="0">
                <a:solidFill>
                  <a:srgbClr val="FF3300"/>
                </a:solidFill>
              </a:rPr>
              <a:t>  </a:t>
            </a:r>
            <a:r>
              <a:rPr lang="zh-CN" altLang="en-US" sz="2800" b="1" dirty="0"/>
              <a:t>半径为 </a:t>
            </a:r>
            <a:r>
              <a:rPr lang="en-US" altLang="zh-CN" sz="2800" b="1" i="1" dirty="0"/>
              <a:t>R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的均匀带电圆盘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面电荷密度为</a:t>
            </a:r>
            <a:r>
              <a:rPr lang="zh-CN" altLang="en-US" sz="2800" b="1" i="1" dirty="0">
                <a:sym typeface="Symbol" panose="05050102010706020507" pitchFamily="18" charset="2"/>
              </a:rPr>
              <a:t></a:t>
            </a:r>
            <a:r>
              <a:rPr lang="zh-CN" altLang="en-US" sz="2800" b="1" i="1" dirty="0"/>
              <a:t> </a:t>
            </a:r>
            <a:r>
              <a:rPr lang="zh-CN" altLang="en-US" sz="2800" b="1" dirty="0"/>
              <a:t>，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 求：</a:t>
            </a:r>
            <a:r>
              <a:rPr lang="zh-CN" altLang="en-US" sz="2800" b="1" dirty="0"/>
              <a:t>圆盘轴线上任一点</a:t>
            </a:r>
            <a:r>
              <a:rPr lang="zh-CN" altLang="en-US" sz="2800" b="1" dirty="0">
                <a:solidFill>
                  <a:srgbClr val="990033"/>
                </a:solidFill>
              </a:rPr>
              <a:t> 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的场强。</a:t>
            </a:r>
            <a:endParaRPr lang="zh-CN" altLang="en-US" sz="2800" b="1" dirty="0"/>
          </a:p>
        </p:txBody>
      </p:sp>
      <p:sp>
        <p:nvSpPr>
          <p:cNvPr id="675843" name="Text Box 3"/>
          <p:cNvSpPr txBox="1"/>
          <p:nvPr/>
        </p:nvSpPr>
        <p:spPr>
          <a:xfrm>
            <a:off x="681038" y="1325563"/>
            <a:ext cx="64833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解：</a:t>
            </a:r>
            <a:r>
              <a:rPr lang="zh-CN" altLang="en-US" sz="2800" b="1" dirty="0"/>
              <a:t>圆盘可视为许多小圆环组成</a:t>
            </a:r>
            <a:endParaRPr lang="zh-CN" altLang="en-US" sz="2800" b="1" dirty="0"/>
          </a:p>
        </p:txBody>
      </p:sp>
      <p:sp>
        <p:nvSpPr>
          <p:cNvPr id="675844" name="Text Box 4"/>
          <p:cNvSpPr txBox="1"/>
          <p:nvPr/>
        </p:nvSpPr>
        <p:spPr>
          <a:xfrm>
            <a:off x="1350963" y="1844675"/>
            <a:ext cx="52371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取半径为 </a:t>
            </a:r>
            <a:r>
              <a:rPr lang="en-US" altLang="zh-CN" sz="2800" b="1" i="1" dirty="0"/>
              <a:t>r </a:t>
            </a:r>
            <a:r>
              <a:rPr lang="zh-CN" altLang="en-US" sz="2800" b="1" dirty="0"/>
              <a:t>宽为</a:t>
            </a:r>
            <a:r>
              <a:rPr lang="en-US" altLang="zh-CN" sz="2800" dirty="0"/>
              <a:t>d</a:t>
            </a:r>
            <a:r>
              <a:rPr lang="en-US" altLang="zh-CN" sz="2800" b="1" i="1" dirty="0"/>
              <a:t>r </a:t>
            </a:r>
            <a:r>
              <a:rPr lang="zh-CN" altLang="en-US" sz="2800" b="1" dirty="0"/>
              <a:t>的圆环</a:t>
            </a:r>
            <a:endParaRPr lang="zh-CN" altLang="en-US" sz="2800" b="1" dirty="0"/>
          </a:p>
        </p:txBody>
      </p:sp>
      <p:sp>
        <p:nvSpPr>
          <p:cNvPr id="675845" name="Text Box 5"/>
          <p:cNvSpPr txBox="1"/>
          <p:nvPr/>
        </p:nvSpPr>
        <p:spPr>
          <a:xfrm>
            <a:off x="1346200" y="2838450"/>
            <a:ext cx="48101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以</a:t>
            </a:r>
            <a:r>
              <a:rPr lang="en-US" altLang="zh-CN" sz="2800" dirty="0"/>
              <a:t>d</a:t>
            </a:r>
            <a:r>
              <a:rPr lang="en-US" altLang="zh-CN" sz="2800" b="1" i="1" dirty="0"/>
              <a:t>q </a:t>
            </a:r>
            <a:r>
              <a:rPr lang="zh-CN" altLang="en-US" sz="2800" b="1" dirty="0"/>
              <a:t>代替右式中的</a:t>
            </a:r>
            <a:r>
              <a:rPr lang="en-US" altLang="zh-CN" sz="2800" b="1" i="1" dirty="0"/>
              <a:t>q </a:t>
            </a:r>
            <a:r>
              <a:rPr lang="zh-CN" altLang="en-US" sz="2800" b="1" dirty="0"/>
              <a:t>得：</a:t>
            </a:r>
            <a:endParaRPr lang="zh-CN" altLang="en-US" sz="2800" b="1" dirty="0"/>
          </a:p>
        </p:txBody>
      </p:sp>
      <p:graphicFrame>
        <p:nvGraphicFramePr>
          <p:cNvPr id="675846" name="Object 6"/>
          <p:cNvGraphicFramePr>
            <a:graphicFrameLocks noChangeAspect="1"/>
          </p:cNvGraphicFramePr>
          <p:nvPr/>
        </p:nvGraphicFramePr>
        <p:xfrm>
          <a:off x="2009775" y="2419350"/>
          <a:ext cx="722313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" name="" r:id="rId1" imgW="685800" imgH="393700" progId="Equation.DSMT4">
                  <p:embed/>
                </p:oleObj>
              </mc:Choice>
              <mc:Fallback>
                <p:oleObj name="" r:id="rId1" imgW="685800" imgH="393700" progId="Equation.DSMT4">
                  <p:embed/>
                  <p:pic>
                    <p:nvPicPr>
                      <p:cNvPr id="0" name="图片 323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09775" y="2419350"/>
                        <a:ext cx="722313" cy="41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7" name="Object 7"/>
          <p:cNvGraphicFramePr>
            <a:graphicFrameLocks noChangeAspect="1"/>
          </p:cNvGraphicFramePr>
          <p:nvPr/>
        </p:nvGraphicFramePr>
        <p:xfrm>
          <a:off x="1506538" y="3409950"/>
          <a:ext cx="3395662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" name="" r:id="rId3" imgW="3086100" imgH="863600" progId="Equation.DSMT4">
                  <p:embed/>
                </p:oleObj>
              </mc:Choice>
              <mc:Fallback>
                <p:oleObj name="" r:id="rId3" imgW="3086100" imgH="863600" progId="Equation.DSMT4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6538" y="3409950"/>
                        <a:ext cx="3395662" cy="947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8" name="Object 8"/>
          <p:cNvGraphicFramePr>
            <a:graphicFrameLocks noChangeAspect="1"/>
          </p:cNvGraphicFramePr>
          <p:nvPr/>
        </p:nvGraphicFramePr>
        <p:xfrm>
          <a:off x="1154113" y="4551363"/>
          <a:ext cx="417036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" r:id="rId5" imgW="4114800" imgH="787400" progId="Equation.DSMT4">
                  <p:embed/>
                </p:oleObj>
              </mc:Choice>
              <mc:Fallback>
                <p:oleObj name="" r:id="rId5" imgW="4114800" imgH="787400" progId="Equation.DSMT4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54113" y="4551363"/>
                        <a:ext cx="4170362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49" name="Text Box 9"/>
          <p:cNvSpPr txBox="1"/>
          <p:nvPr/>
        </p:nvSpPr>
        <p:spPr>
          <a:xfrm>
            <a:off x="663575" y="5638800"/>
            <a:ext cx="822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方向：圆盘带电“</a:t>
            </a: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+ ”, </a:t>
            </a:r>
            <a:r>
              <a:rPr lang="en-US" altLang="zh-CN" sz="2800" b="1" i="1" dirty="0"/>
              <a:t>E </a:t>
            </a:r>
            <a:r>
              <a:rPr lang="zh-CN" altLang="en-US" sz="2800" b="1" dirty="0"/>
              <a:t>沿</a:t>
            </a:r>
            <a:r>
              <a:rPr lang="en-US" altLang="en-US" sz="2800" b="1" i="1" dirty="0"/>
              <a:t>x</a:t>
            </a:r>
            <a:r>
              <a:rPr lang="zh-CN" altLang="en-US" sz="2800" b="1" dirty="0"/>
              <a:t>轴从盘中心指向外。</a:t>
            </a:r>
            <a:endParaRPr lang="zh-CN" altLang="en-US" sz="2800" b="1" dirty="0"/>
          </a:p>
        </p:txBody>
      </p:sp>
      <p:grpSp>
        <p:nvGrpSpPr>
          <p:cNvPr id="675850" name="Group 10"/>
          <p:cNvGrpSpPr/>
          <p:nvPr/>
        </p:nvGrpSpPr>
        <p:grpSpPr>
          <a:xfrm>
            <a:off x="5508625" y="1595438"/>
            <a:ext cx="914400" cy="1905000"/>
            <a:chOff x="192" y="1920"/>
            <a:chExt cx="576" cy="1200"/>
          </a:xfrm>
        </p:grpSpPr>
        <p:sp>
          <p:nvSpPr>
            <p:cNvPr id="40999" name="Oval 11"/>
            <p:cNvSpPr/>
            <p:nvPr/>
          </p:nvSpPr>
          <p:spPr>
            <a:xfrm>
              <a:off x="192" y="1920"/>
              <a:ext cx="576" cy="1200"/>
            </a:xfrm>
            <a:prstGeom prst="ellipse">
              <a:avLst/>
            </a:prstGeom>
            <a:solidFill>
              <a:srgbClr val="990033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41000" name="Line 12"/>
            <p:cNvSpPr/>
            <p:nvPr/>
          </p:nvSpPr>
          <p:spPr>
            <a:xfrm flipV="1">
              <a:off x="480" y="1920"/>
              <a:ext cx="0" cy="72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41001" name="Object 13"/>
            <p:cNvGraphicFramePr>
              <a:graphicFrameLocks noChangeAspect="1"/>
            </p:cNvGraphicFramePr>
            <p:nvPr/>
          </p:nvGraphicFramePr>
          <p:xfrm>
            <a:off x="480" y="1968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7" name="" r:id="rId7" imgW="184785" imgH="184785" progId="Equation.3">
                    <p:embed/>
                  </p:oleObj>
                </mc:Choice>
                <mc:Fallback>
                  <p:oleObj name="" r:id="rId7" imgW="184785" imgH="184785" progId="Equation.3">
                    <p:embed/>
                    <p:pic>
                      <p:nvPicPr>
                        <p:cNvPr id="0" name="图片 3236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0" y="1968"/>
                          <a:ext cx="240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02" name="Object 14"/>
            <p:cNvGraphicFramePr>
              <a:graphicFrameLocks noChangeAspect="1"/>
            </p:cNvGraphicFramePr>
            <p:nvPr/>
          </p:nvGraphicFramePr>
          <p:xfrm>
            <a:off x="288" y="2448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3" name="" r:id="rId9" imgW="142875" imgH="167640" progId="Equation.DSMT4">
                    <p:embed/>
                  </p:oleObj>
                </mc:Choice>
                <mc:Fallback>
                  <p:oleObj name="" r:id="rId9" imgW="142875" imgH="167640" progId="Equation.DSMT4">
                    <p:embed/>
                    <p:pic>
                      <p:nvPicPr>
                        <p:cNvPr id="0" name="图片 3242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8" y="2448"/>
                          <a:ext cx="212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03" name="Object 15"/>
            <p:cNvGraphicFramePr>
              <a:graphicFrameLocks noChangeAspect="1"/>
            </p:cNvGraphicFramePr>
            <p:nvPr/>
          </p:nvGraphicFramePr>
          <p:xfrm>
            <a:off x="240" y="2016"/>
            <a:ext cx="236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2" name="" r:id="rId11" imgW="167640" imgH="167640" progId="Equation.3">
                    <p:embed/>
                  </p:oleObj>
                </mc:Choice>
                <mc:Fallback>
                  <p:oleObj name="" r:id="rId11" imgW="167640" imgH="167640" progId="Equation.3">
                    <p:embed/>
                    <p:pic>
                      <p:nvPicPr>
                        <p:cNvPr id="0" name="图片 3241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0" y="2016"/>
                          <a:ext cx="236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75856" name="Group 16"/>
          <p:cNvGrpSpPr/>
          <p:nvPr/>
        </p:nvGrpSpPr>
        <p:grpSpPr>
          <a:xfrm>
            <a:off x="5965825" y="2128838"/>
            <a:ext cx="3048000" cy="984250"/>
            <a:chOff x="1296" y="768"/>
            <a:chExt cx="1580" cy="620"/>
          </a:xfrm>
        </p:grpSpPr>
        <p:sp>
          <p:nvSpPr>
            <p:cNvPr id="40992" name="Line 17"/>
            <p:cNvSpPr/>
            <p:nvPr/>
          </p:nvSpPr>
          <p:spPr>
            <a:xfrm>
              <a:off x="1296" y="1056"/>
              <a:ext cx="15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93" name="Line 18"/>
            <p:cNvSpPr/>
            <p:nvPr/>
          </p:nvSpPr>
          <p:spPr>
            <a:xfrm>
              <a:off x="2064" y="1056"/>
              <a:ext cx="0" cy="14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4" name="Line 19"/>
            <p:cNvSpPr/>
            <p:nvPr/>
          </p:nvSpPr>
          <p:spPr>
            <a:xfrm>
              <a:off x="1296" y="1152"/>
              <a:ext cx="76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graphicFrame>
          <p:nvGraphicFramePr>
            <p:cNvPr id="40995" name="Object 20"/>
            <p:cNvGraphicFramePr>
              <a:graphicFrameLocks noChangeAspect="1"/>
            </p:cNvGraphicFramePr>
            <p:nvPr/>
          </p:nvGraphicFramePr>
          <p:xfrm>
            <a:off x="2640" y="816"/>
            <a:ext cx="236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8" name="" r:id="rId13" imgW="139700" imgH="139700" progId="Equation.3">
                    <p:embed/>
                  </p:oleObj>
                </mc:Choice>
                <mc:Fallback>
                  <p:oleObj name="" r:id="rId13" imgW="139700" imgH="139700" progId="Equation.3">
                    <p:embed/>
                    <p:pic>
                      <p:nvPicPr>
                        <p:cNvPr id="0" name="图片 323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640" y="816"/>
                          <a:ext cx="236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96" name="Object 21"/>
            <p:cNvGraphicFramePr>
              <a:graphicFrameLocks noChangeAspect="1"/>
            </p:cNvGraphicFramePr>
            <p:nvPr/>
          </p:nvGraphicFramePr>
          <p:xfrm>
            <a:off x="1680" y="1152"/>
            <a:ext cx="236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4" name="" r:id="rId15" imgW="139700" imgH="139700" progId="Equation.3">
                    <p:embed/>
                  </p:oleObj>
                </mc:Choice>
                <mc:Fallback>
                  <p:oleObj name="" r:id="rId15" imgW="139700" imgH="139700" progId="Equation.3">
                    <p:embed/>
                    <p:pic>
                      <p:nvPicPr>
                        <p:cNvPr id="0" name="图片 324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80" y="1152"/>
                          <a:ext cx="236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97" name="Oval 22"/>
            <p:cNvSpPr/>
            <p:nvPr/>
          </p:nvSpPr>
          <p:spPr>
            <a:xfrm>
              <a:off x="2064" y="1008"/>
              <a:ext cx="48" cy="48"/>
            </a:xfrm>
            <a:prstGeom prst="ellipse">
              <a:avLst/>
            </a:prstGeom>
            <a:solidFill>
              <a:srgbClr val="FF0066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aphicFrame>
          <p:nvGraphicFramePr>
            <p:cNvPr id="40998" name="Object 23"/>
            <p:cNvGraphicFramePr>
              <a:graphicFrameLocks noChangeAspect="1"/>
            </p:cNvGraphicFramePr>
            <p:nvPr/>
          </p:nvGraphicFramePr>
          <p:xfrm>
            <a:off x="2000" y="768"/>
            <a:ext cx="209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" name="" r:id="rId16" imgW="419735" imgH="419735" progId="Equation.3">
                    <p:embed/>
                  </p:oleObj>
                </mc:Choice>
                <mc:Fallback>
                  <p:oleObj name="" r:id="rId16" imgW="419735" imgH="419735" progId="Equation.3">
                    <p:embed/>
                    <p:pic>
                      <p:nvPicPr>
                        <p:cNvPr id="0" name="图片 3238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00" y="768"/>
                          <a:ext cx="209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75864" name="Group 24"/>
          <p:cNvGrpSpPr/>
          <p:nvPr/>
        </p:nvGrpSpPr>
        <p:grpSpPr>
          <a:xfrm>
            <a:off x="7566025" y="2586038"/>
            <a:ext cx="985838" cy="550862"/>
            <a:chOff x="4656" y="1152"/>
            <a:chExt cx="621" cy="347"/>
          </a:xfrm>
        </p:grpSpPr>
        <p:graphicFrame>
          <p:nvGraphicFramePr>
            <p:cNvPr id="40990" name="Object 25"/>
            <p:cNvGraphicFramePr>
              <a:graphicFrameLocks noChangeAspect="1"/>
            </p:cNvGraphicFramePr>
            <p:nvPr/>
          </p:nvGraphicFramePr>
          <p:xfrm>
            <a:off x="4927" y="1183"/>
            <a:ext cx="35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5" name="" r:id="rId18" imgW="266700" imgH="241300" progId="Equation.DSMT4">
                    <p:embed/>
                  </p:oleObj>
                </mc:Choice>
                <mc:Fallback>
                  <p:oleObj name="" r:id="rId18" imgW="266700" imgH="241300" progId="Equation.DSMT4">
                    <p:embed/>
                    <p:pic>
                      <p:nvPicPr>
                        <p:cNvPr id="0" name="图片 3244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927" y="1183"/>
                          <a:ext cx="350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91" name="Line 26"/>
            <p:cNvSpPr/>
            <p:nvPr/>
          </p:nvSpPr>
          <p:spPr>
            <a:xfrm>
              <a:off x="4656" y="1152"/>
              <a:ext cx="336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75867" name="Group 27"/>
          <p:cNvGrpSpPr/>
          <p:nvPr/>
        </p:nvGrpSpPr>
        <p:grpSpPr>
          <a:xfrm>
            <a:off x="5737225" y="1460500"/>
            <a:ext cx="1371600" cy="1735138"/>
            <a:chOff x="4752" y="9"/>
            <a:chExt cx="864" cy="903"/>
          </a:xfrm>
        </p:grpSpPr>
        <p:sp>
          <p:nvSpPr>
            <p:cNvPr id="40986" name="Oval 28"/>
            <p:cNvSpPr/>
            <p:nvPr/>
          </p:nvSpPr>
          <p:spPr>
            <a:xfrm>
              <a:off x="4752" y="288"/>
              <a:ext cx="288" cy="624"/>
            </a:xfrm>
            <a:prstGeom prst="ellipse">
              <a:avLst/>
            </a:prstGeom>
            <a:noFill/>
            <a:ln w="76200" cap="flat" cmpd="sng">
              <a:solidFill>
                <a:srgbClr val="FFFF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aphicFrame>
          <p:nvGraphicFramePr>
            <p:cNvPr id="40987" name="Object 29"/>
            <p:cNvGraphicFramePr>
              <a:graphicFrameLocks noChangeAspect="1"/>
            </p:cNvGraphicFramePr>
            <p:nvPr/>
          </p:nvGraphicFramePr>
          <p:xfrm>
            <a:off x="4800" y="384"/>
            <a:ext cx="165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0" name="" r:id="rId20" imgW="133985" imgH="142875" progId="Equation.3">
                    <p:embed/>
                  </p:oleObj>
                </mc:Choice>
                <mc:Fallback>
                  <p:oleObj name="" r:id="rId20" imgW="133985" imgH="142875" progId="Equation.3">
                    <p:embed/>
                    <p:pic>
                      <p:nvPicPr>
                        <p:cNvPr id="0" name="图片 3239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00" y="384"/>
                          <a:ext cx="165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88" name="AutoShape 30"/>
            <p:cNvSpPr/>
            <p:nvPr/>
          </p:nvSpPr>
          <p:spPr>
            <a:xfrm>
              <a:off x="5280" y="48"/>
              <a:ext cx="336" cy="192"/>
            </a:xfrm>
            <a:prstGeom prst="wedgeRoundRectCallout">
              <a:avLst>
                <a:gd name="adj1" fmla="val -151486"/>
                <a:gd name="adj2" fmla="val 71356"/>
                <a:gd name="adj3" fmla="val 16667"/>
              </a:avLst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800" b="1" dirty="0"/>
            </a:p>
          </p:txBody>
        </p:sp>
        <p:graphicFrame>
          <p:nvGraphicFramePr>
            <p:cNvPr id="40989" name="Object 31"/>
            <p:cNvGraphicFramePr>
              <a:graphicFrameLocks noChangeAspect="1"/>
            </p:cNvGraphicFramePr>
            <p:nvPr/>
          </p:nvGraphicFramePr>
          <p:xfrm>
            <a:off x="5347" y="9"/>
            <a:ext cx="250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1" name="" r:id="rId22" imgW="165100" imgH="165100" progId="Equation.DSMT4">
                    <p:embed/>
                  </p:oleObj>
                </mc:Choice>
                <mc:Fallback>
                  <p:oleObj name="" r:id="rId22" imgW="165100" imgH="165100" progId="Equation.DSMT4">
                    <p:embed/>
                    <p:pic>
                      <p:nvPicPr>
                        <p:cNvPr id="0" name="图片 3240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5347" y="9"/>
                          <a:ext cx="250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75872" name="Object 32"/>
          <p:cNvGraphicFramePr>
            <a:graphicFrameLocks noChangeAspect="1"/>
          </p:cNvGraphicFramePr>
          <p:nvPr/>
        </p:nvGraphicFramePr>
        <p:xfrm>
          <a:off x="5327650" y="4570413"/>
          <a:ext cx="273367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" name="" r:id="rId24" imgW="3791585" imgH="1149350" progId="Equation.DSMT4">
                  <p:embed/>
                </p:oleObj>
              </mc:Choice>
              <mc:Fallback>
                <p:oleObj name="" r:id="rId24" imgW="3791585" imgH="1149350" progId="Equation.DSMT4">
                  <p:embed/>
                  <p:pic>
                    <p:nvPicPr>
                      <p:cNvPr id="0" name="图片 3245"/>
                      <p:cNvPicPr/>
                      <p:nvPr/>
                    </p:nvPicPr>
                    <p:blipFill>
                      <a:blip r:embed="rId25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27650" y="4570413"/>
                        <a:ext cx="2733675" cy="946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5873" name="Group 33"/>
          <p:cNvGrpSpPr/>
          <p:nvPr/>
        </p:nvGrpSpPr>
        <p:grpSpPr>
          <a:xfrm>
            <a:off x="7566025" y="2128838"/>
            <a:ext cx="990600" cy="457200"/>
            <a:chOff x="4848" y="384"/>
            <a:chExt cx="624" cy="288"/>
          </a:xfrm>
        </p:grpSpPr>
        <p:sp>
          <p:nvSpPr>
            <p:cNvPr id="40984" name="Line 34"/>
            <p:cNvSpPr/>
            <p:nvPr/>
          </p:nvSpPr>
          <p:spPr>
            <a:xfrm>
              <a:off x="4848" y="672"/>
              <a:ext cx="62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0985" name="Object 35"/>
            <p:cNvGraphicFramePr>
              <a:graphicFrameLocks noChangeAspect="1"/>
            </p:cNvGraphicFramePr>
            <p:nvPr/>
          </p:nvGraphicFramePr>
          <p:xfrm>
            <a:off x="5184" y="384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0" name="" r:id="rId26" imgW="342900" imgH="381000" progId="Equation.3">
                    <p:embed/>
                  </p:oleObj>
                </mc:Choice>
                <mc:Fallback>
                  <p:oleObj name="" r:id="rId26" imgW="342900" imgH="381000" progId="Equation.3">
                    <p:embed/>
                    <p:pic>
                      <p:nvPicPr>
                        <p:cNvPr id="0" name="图片 3249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5184" y="384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75876" name="Rectangle 36"/>
          <p:cNvSpPr/>
          <p:nvPr/>
        </p:nvSpPr>
        <p:spPr>
          <a:xfrm>
            <a:off x="1663700" y="6172200"/>
            <a:ext cx="71929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若圆盘带电“</a:t>
            </a:r>
            <a:r>
              <a:rPr lang="zh-CN" altLang="en-US" sz="2800" b="1" dirty="0">
                <a:sym typeface="Symbol" panose="05050102010706020507" pitchFamily="18" charset="2"/>
              </a:rPr>
              <a:t></a:t>
            </a:r>
            <a:r>
              <a:rPr lang="zh-CN" altLang="en-US" sz="2800" b="1" dirty="0"/>
              <a:t> ”</a:t>
            </a:r>
            <a:r>
              <a:rPr lang="en-US" altLang="zh-CN" sz="2800" b="1" dirty="0"/>
              <a:t>, </a:t>
            </a:r>
            <a:r>
              <a:rPr lang="en-US" altLang="zh-CN" sz="2800" b="1" i="1" dirty="0"/>
              <a:t>E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沿</a:t>
            </a:r>
            <a:r>
              <a:rPr lang="en-US" altLang="en-US" sz="2800" b="1" i="1" dirty="0"/>
              <a:t>x</a:t>
            </a:r>
            <a:r>
              <a:rPr lang="zh-CN" altLang="en-US" sz="2800" b="1" dirty="0"/>
              <a:t>轴指向盘中心。</a:t>
            </a:r>
            <a:endParaRPr lang="zh-CN" altLang="en-US" sz="2800" b="1" dirty="0"/>
          </a:p>
        </p:txBody>
      </p:sp>
      <p:grpSp>
        <p:nvGrpSpPr>
          <p:cNvPr id="675877" name="Group 37"/>
          <p:cNvGrpSpPr/>
          <p:nvPr/>
        </p:nvGrpSpPr>
        <p:grpSpPr>
          <a:xfrm>
            <a:off x="5449888" y="3559175"/>
            <a:ext cx="3429000" cy="914400"/>
            <a:chOff x="3433" y="2094"/>
            <a:chExt cx="2160" cy="576"/>
          </a:xfrm>
        </p:grpSpPr>
        <p:graphicFrame>
          <p:nvGraphicFramePr>
            <p:cNvPr id="40982" name="Object 38"/>
            <p:cNvGraphicFramePr>
              <a:graphicFrameLocks noChangeAspect="1"/>
            </p:cNvGraphicFramePr>
            <p:nvPr/>
          </p:nvGraphicFramePr>
          <p:xfrm>
            <a:off x="4010" y="2143"/>
            <a:ext cx="1583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8" name="" r:id="rId28" imgW="2832100" imgH="850900" progId="Equation.DSMT4">
                    <p:embed/>
                  </p:oleObj>
                </mc:Choice>
                <mc:Fallback>
                  <p:oleObj name="" r:id="rId28" imgW="2832100" imgH="850900" progId="Equation.DSMT4">
                    <p:embed/>
                    <p:pic>
                      <p:nvPicPr>
                        <p:cNvPr id="0" name="图片 3247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4010" y="2143"/>
                          <a:ext cx="1583" cy="511"/>
                        </a:xfrm>
                        <a:prstGeom prst="rect">
                          <a:avLst/>
                        </a:prstGeom>
                        <a:noFill/>
                        <a:ln w="28575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83" name="Object 39"/>
            <p:cNvGraphicFramePr>
              <a:graphicFrameLocks noChangeAspect="1"/>
            </p:cNvGraphicFramePr>
            <p:nvPr/>
          </p:nvGraphicFramePr>
          <p:xfrm>
            <a:off x="3433" y="2094"/>
            <a:ext cx="581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9" name="" r:id="rId30" imgW="4320540" imgH="3992880" progId="MS_ClipArt_Gallery.5">
                    <p:embed/>
                  </p:oleObj>
                </mc:Choice>
                <mc:Fallback>
                  <p:oleObj name="" r:id="rId30" imgW="4320540" imgH="3992880" progId="MS_ClipArt_Gallery.5">
                    <p:embed/>
                    <p:pic>
                      <p:nvPicPr>
                        <p:cNvPr id="0" name="图片 3248"/>
                        <p:cNvPicPr/>
                        <p:nvPr/>
                      </p:nvPicPr>
                      <p:blipFill>
                        <a:blip r:embed="rId31">
                          <a:clrChange>
                            <a:clrFrom>
                              <a:srgbClr val="000000"/>
                            </a:clrFrom>
                            <a:clrTo>
                              <a:srgbClr val="FF0066"/>
                            </a:clrTo>
                          </a:clrChange>
                          <a:clrChange>
                            <a:clrFrom>
                              <a:srgbClr val="FFFFFF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33" y="2094"/>
                          <a:ext cx="581" cy="5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75880" name="Object 40"/>
          <p:cNvGraphicFramePr>
            <a:graphicFrameLocks noChangeAspect="1"/>
          </p:cNvGraphicFramePr>
          <p:nvPr/>
        </p:nvGraphicFramePr>
        <p:xfrm>
          <a:off x="2732088" y="2409825"/>
          <a:ext cx="133508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32" imgW="1180465" imgH="393700" progId="Equation.DSMT4">
                  <p:embed/>
                </p:oleObj>
              </mc:Choice>
              <mc:Fallback>
                <p:oleObj name="" r:id="rId32" imgW="1180465" imgH="393700" progId="Equation.DSMT4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732088" y="2409825"/>
                        <a:ext cx="1335087" cy="442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82" name="Line 42"/>
          <p:cNvSpPr/>
          <p:nvPr/>
        </p:nvSpPr>
        <p:spPr>
          <a:xfrm>
            <a:off x="4464050" y="5734050"/>
            <a:ext cx="179388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675883" name="Line 43"/>
          <p:cNvSpPr/>
          <p:nvPr/>
        </p:nvSpPr>
        <p:spPr>
          <a:xfrm>
            <a:off x="4643438" y="6273800"/>
            <a:ext cx="179387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triangle" w="sm" len="sm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67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45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67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9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7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67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7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67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75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75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7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7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67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5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7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7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7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7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9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75"/>
                                        <p:tgtEl>
                                          <p:spTgt spid="675849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100"/>
                            </p:stCondLst>
                            <p:childTnLst>
                              <p:par>
                                <p:cTn id="7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75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500"/>
                                        <p:tgtEl>
                                          <p:spTgt spid="67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42" grpId="0"/>
      <p:bldP spid="675843" grpId="0"/>
      <p:bldP spid="675844" grpId="0"/>
      <p:bldP spid="675845" grpId="0"/>
      <p:bldP spid="675849" grpId="0" build="p"/>
      <p:bldP spid="67587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676866" name="Object 2"/>
          <p:cNvGraphicFramePr>
            <a:graphicFrameLocks noChangeAspect="1"/>
          </p:cNvGraphicFramePr>
          <p:nvPr/>
        </p:nvGraphicFramePr>
        <p:xfrm>
          <a:off x="3455988" y="4351338"/>
          <a:ext cx="3887787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" name="" r:id="rId1" imgW="3263900" imgH="876300" progId="Equation.DSMT4">
                  <p:embed/>
                </p:oleObj>
              </mc:Choice>
              <mc:Fallback>
                <p:oleObj name="" r:id="rId1" imgW="3263900" imgH="876300" progId="Equation.DSMT4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55988" y="4351338"/>
                        <a:ext cx="3887787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867" name="Text Box 3"/>
          <p:cNvSpPr txBox="1"/>
          <p:nvPr/>
        </p:nvSpPr>
        <p:spPr>
          <a:xfrm>
            <a:off x="1187450" y="5553075"/>
            <a:ext cx="784860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在远离带电圆面处，相当于点电荷的场强。</a:t>
            </a:r>
            <a:endParaRPr lang="zh-CN" altLang="en-US" sz="2800" b="1" dirty="0"/>
          </a:p>
        </p:txBody>
      </p:sp>
      <p:sp>
        <p:nvSpPr>
          <p:cNvPr id="676868" name="Text Box 4"/>
          <p:cNvSpPr txBox="1"/>
          <p:nvPr/>
        </p:nvSpPr>
        <p:spPr>
          <a:xfrm>
            <a:off x="2605088" y="3429000"/>
            <a:ext cx="6251575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/>
              <a:t>——</a:t>
            </a:r>
            <a:r>
              <a:rPr lang="zh-CN" altLang="en-US" sz="2800" b="1" dirty="0"/>
              <a:t>无限大带电平面附近的电场</a:t>
            </a:r>
            <a:endParaRPr lang="zh-CN" altLang="en-US" sz="2800" b="1" dirty="0"/>
          </a:p>
        </p:txBody>
      </p:sp>
      <p:graphicFrame>
        <p:nvGraphicFramePr>
          <p:cNvPr id="676869" name="Object 5"/>
          <p:cNvGraphicFramePr>
            <a:graphicFrameLocks noChangeAspect="1"/>
          </p:cNvGraphicFramePr>
          <p:nvPr/>
        </p:nvGraphicFramePr>
        <p:xfrm>
          <a:off x="3455988" y="2428875"/>
          <a:ext cx="1547812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" name="" r:id="rId3" imgW="1244600" imgH="774700" progId="Equation.DSMT4">
                  <p:embed/>
                </p:oleObj>
              </mc:Choice>
              <mc:Fallback>
                <p:oleObj name="" r:id="rId3" imgW="1244600" imgH="774700" progId="Equation.DSMT4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55988" y="2428875"/>
                        <a:ext cx="1547812" cy="963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870" name="Text Box 6"/>
          <p:cNvSpPr txBox="1"/>
          <p:nvPr/>
        </p:nvSpPr>
        <p:spPr>
          <a:xfrm>
            <a:off x="863600" y="2574925"/>
            <a:ext cx="1692275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1</a:t>
            </a:r>
            <a:r>
              <a:rPr lang="en-US" altLang="zh-CN" sz="2800" b="1" dirty="0">
                <a:cs typeface="Times New Roman" panose="02020603050405020304" pitchFamily="18" charset="0"/>
              </a:rPr>
              <a:t>º </a:t>
            </a:r>
            <a:r>
              <a:rPr lang="zh-CN" altLang="en-US" sz="2800" b="1" dirty="0"/>
              <a:t>当</a:t>
            </a:r>
            <a:endParaRPr lang="zh-CN" altLang="en-US" sz="2400" dirty="0"/>
          </a:p>
        </p:txBody>
      </p:sp>
      <p:graphicFrame>
        <p:nvGraphicFramePr>
          <p:cNvPr id="676871" name="Object 7"/>
          <p:cNvGraphicFramePr>
            <a:graphicFrameLocks noChangeAspect="1"/>
          </p:cNvGraphicFramePr>
          <p:nvPr/>
        </p:nvGraphicFramePr>
        <p:xfrm>
          <a:off x="1835150" y="2659063"/>
          <a:ext cx="1152525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" name="" r:id="rId5" imgW="1066165" imgH="304800" progId="Equation.DSMT4">
                  <p:embed/>
                </p:oleObj>
              </mc:Choice>
              <mc:Fallback>
                <p:oleObj name="" r:id="rId5" imgW="1066165" imgH="304800" progId="Equation.DSMT4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5150" y="2659063"/>
                        <a:ext cx="1152525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2" name="Object 8"/>
          <p:cNvGraphicFramePr>
            <a:graphicFrameLocks noChangeAspect="1"/>
          </p:cNvGraphicFramePr>
          <p:nvPr/>
        </p:nvGraphicFramePr>
        <p:xfrm>
          <a:off x="1870075" y="4621213"/>
          <a:ext cx="118903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" name="" r:id="rId7" imgW="1066165" imgH="304800" progId="Equation.DSMT4">
                  <p:embed/>
                </p:oleObj>
              </mc:Choice>
              <mc:Fallback>
                <p:oleObj name="" r:id="rId7" imgW="1066165" imgH="304800" progId="Equation.DSMT4">
                  <p:embed/>
                  <p:pic>
                    <p:nvPicPr>
                      <p:cNvPr id="0" name="图片 325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70075" y="4621213"/>
                        <a:ext cx="1189038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873" name="Text Box 9"/>
          <p:cNvSpPr txBox="1"/>
          <p:nvPr/>
        </p:nvSpPr>
        <p:spPr>
          <a:xfrm>
            <a:off x="863600" y="4545013"/>
            <a:ext cx="1871663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2</a:t>
            </a:r>
            <a:r>
              <a:rPr lang="en-US" altLang="zh-CN" sz="2800" b="1" dirty="0">
                <a:cs typeface="Times New Roman" panose="02020603050405020304" pitchFamily="18" charset="0"/>
              </a:rPr>
              <a:t>º </a:t>
            </a:r>
            <a:r>
              <a:rPr lang="zh-CN" altLang="en-US" sz="2800" b="1" dirty="0"/>
              <a:t>当</a:t>
            </a:r>
            <a:endParaRPr lang="zh-CN" altLang="en-US" sz="2800" b="1" dirty="0"/>
          </a:p>
        </p:txBody>
      </p:sp>
      <p:grpSp>
        <p:nvGrpSpPr>
          <p:cNvPr id="676874" name="Group 10"/>
          <p:cNvGrpSpPr/>
          <p:nvPr/>
        </p:nvGrpSpPr>
        <p:grpSpPr>
          <a:xfrm>
            <a:off x="4906963" y="276225"/>
            <a:ext cx="3505200" cy="2039938"/>
            <a:chOff x="3091" y="174"/>
            <a:chExt cx="2208" cy="1285"/>
          </a:xfrm>
        </p:grpSpPr>
        <p:grpSp>
          <p:nvGrpSpPr>
            <p:cNvPr id="42002" name="Group 11"/>
            <p:cNvGrpSpPr/>
            <p:nvPr/>
          </p:nvGrpSpPr>
          <p:grpSpPr>
            <a:xfrm>
              <a:off x="3091" y="259"/>
              <a:ext cx="576" cy="1200"/>
              <a:chOff x="192" y="1920"/>
              <a:chExt cx="576" cy="1200"/>
            </a:xfrm>
          </p:grpSpPr>
          <p:sp>
            <p:nvSpPr>
              <p:cNvPr id="42022" name="Oval 12"/>
              <p:cNvSpPr/>
              <p:nvPr/>
            </p:nvSpPr>
            <p:spPr>
              <a:xfrm>
                <a:off x="192" y="1920"/>
                <a:ext cx="576" cy="1200"/>
              </a:xfrm>
              <a:prstGeom prst="ellipse">
                <a:avLst/>
              </a:prstGeom>
              <a:solidFill>
                <a:srgbClr val="990033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>
                <a:prstShdw prst="shdw13" dist="53882" dir="13499999">
                  <a:schemeClr val="bg2">
                    <a:alpha val="50000"/>
                  </a:schemeClr>
                </a:prstShdw>
              </a:effectLst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42023" name="Line 13"/>
              <p:cNvSpPr/>
              <p:nvPr/>
            </p:nvSpPr>
            <p:spPr>
              <a:xfrm flipV="1">
                <a:off x="480" y="1920"/>
                <a:ext cx="0" cy="72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graphicFrame>
            <p:nvGraphicFramePr>
              <p:cNvPr id="42024" name="Object 14"/>
              <p:cNvGraphicFramePr>
                <a:graphicFrameLocks noChangeAspect="1"/>
              </p:cNvGraphicFramePr>
              <p:nvPr/>
            </p:nvGraphicFramePr>
            <p:xfrm>
              <a:off x="480" y="1968"/>
              <a:ext cx="24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57" name="" r:id="rId9" imgW="184785" imgH="184785" progId="Equation.3">
                      <p:embed/>
                    </p:oleObj>
                  </mc:Choice>
                  <mc:Fallback>
                    <p:oleObj name="" r:id="rId9" imgW="184785" imgH="184785" progId="Equation.3">
                      <p:embed/>
                      <p:pic>
                        <p:nvPicPr>
                          <p:cNvPr id="0" name="图片 3256"/>
                          <p:cNvPicPr/>
                          <p:nvPr/>
                        </p:nvPicPr>
                        <p:blipFill>
                          <a:blip r:embed="rId10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80" y="1968"/>
                            <a:ext cx="240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25" name="Object 15"/>
              <p:cNvGraphicFramePr>
                <a:graphicFrameLocks noChangeAspect="1"/>
              </p:cNvGraphicFramePr>
              <p:nvPr/>
            </p:nvGraphicFramePr>
            <p:xfrm>
              <a:off x="288" y="2448"/>
              <a:ext cx="212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53" name="" r:id="rId11" imgW="142875" imgH="167640" progId="Equation.DSMT4">
                      <p:embed/>
                    </p:oleObj>
                  </mc:Choice>
                  <mc:Fallback>
                    <p:oleObj name="" r:id="rId11" imgW="142875" imgH="167640" progId="Equation.DSMT4">
                      <p:embed/>
                      <p:pic>
                        <p:nvPicPr>
                          <p:cNvPr id="0" name="图片 3252"/>
                          <p:cNvPicPr/>
                          <p:nvPr/>
                        </p:nvPicPr>
                        <p:blipFill>
                          <a:blip r:embed="rId12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88" y="2448"/>
                            <a:ext cx="212" cy="2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26" name="Object 16"/>
              <p:cNvGraphicFramePr>
                <a:graphicFrameLocks noChangeAspect="1"/>
              </p:cNvGraphicFramePr>
              <p:nvPr/>
            </p:nvGraphicFramePr>
            <p:xfrm>
              <a:off x="240" y="2016"/>
              <a:ext cx="236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62" name="" r:id="rId13" imgW="167640" imgH="167640" progId="Equation.3">
                      <p:embed/>
                    </p:oleObj>
                  </mc:Choice>
                  <mc:Fallback>
                    <p:oleObj name="" r:id="rId13" imgW="167640" imgH="167640" progId="Equation.3">
                      <p:embed/>
                      <p:pic>
                        <p:nvPicPr>
                          <p:cNvPr id="0" name="图片 3261"/>
                          <p:cNvPicPr/>
                          <p:nvPr/>
                        </p:nvPicPr>
                        <p:blipFill>
                          <a:blip r:embed="rId14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40" y="2016"/>
                            <a:ext cx="236" cy="2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2003" name="Group 17"/>
            <p:cNvGrpSpPr/>
            <p:nvPr/>
          </p:nvGrpSpPr>
          <p:grpSpPr>
            <a:xfrm>
              <a:off x="3379" y="595"/>
              <a:ext cx="1920" cy="620"/>
              <a:chOff x="1296" y="768"/>
              <a:chExt cx="1580" cy="620"/>
            </a:xfrm>
          </p:grpSpPr>
          <p:sp>
            <p:nvSpPr>
              <p:cNvPr id="42015" name="Line 18"/>
              <p:cNvSpPr/>
              <p:nvPr/>
            </p:nvSpPr>
            <p:spPr>
              <a:xfrm>
                <a:off x="1296" y="1056"/>
                <a:ext cx="15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2016" name="Line 19"/>
              <p:cNvSpPr/>
              <p:nvPr/>
            </p:nvSpPr>
            <p:spPr>
              <a:xfrm>
                <a:off x="2064" y="1056"/>
                <a:ext cx="0" cy="14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17" name="Line 20"/>
              <p:cNvSpPr/>
              <p:nvPr/>
            </p:nvSpPr>
            <p:spPr>
              <a:xfrm>
                <a:off x="1296" y="1152"/>
                <a:ext cx="76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triangle" w="med" len="med"/>
                <a:tailEnd type="triangle" w="med" len="med"/>
              </a:ln>
            </p:spPr>
          </p:sp>
          <p:graphicFrame>
            <p:nvGraphicFramePr>
              <p:cNvPr id="42018" name="Object 21"/>
              <p:cNvGraphicFramePr>
                <a:graphicFrameLocks noChangeAspect="1"/>
              </p:cNvGraphicFramePr>
              <p:nvPr/>
            </p:nvGraphicFramePr>
            <p:xfrm>
              <a:off x="2640" y="816"/>
              <a:ext cx="236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61" name="" r:id="rId15" imgW="139700" imgH="139700" progId="Equation.3">
                      <p:embed/>
                    </p:oleObj>
                  </mc:Choice>
                  <mc:Fallback>
                    <p:oleObj name="" r:id="rId15" imgW="139700" imgH="139700" progId="Equation.3">
                      <p:embed/>
                      <p:pic>
                        <p:nvPicPr>
                          <p:cNvPr id="0" name="图片 3260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640" y="816"/>
                            <a:ext cx="236" cy="2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19" name="Object 22"/>
              <p:cNvGraphicFramePr>
                <a:graphicFrameLocks noChangeAspect="1"/>
              </p:cNvGraphicFramePr>
              <p:nvPr/>
            </p:nvGraphicFramePr>
            <p:xfrm>
              <a:off x="1680" y="1152"/>
              <a:ext cx="236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54" name="" r:id="rId17" imgW="139700" imgH="139700" progId="Equation.3">
                      <p:embed/>
                    </p:oleObj>
                  </mc:Choice>
                  <mc:Fallback>
                    <p:oleObj name="" r:id="rId17" imgW="139700" imgH="139700" progId="Equation.3">
                      <p:embed/>
                      <p:pic>
                        <p:nvPicPr>
                          <p:cNvPr id="0" name="图片 3253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1680" y="1152"/>
                            <a:ext cx="236" cy="2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2020" name="Oval 23"/>
              <p:cNvSpPr/>
              <p:nvPr/>
            </p:nvSpPr>
            <p:spPr>
              <a:xfrm>
                <a:off x="2064" y="1008"/>
                <a:ext cx="48" cy="48"/>
              </a:xfrm>
              <a:prstGeom prst="ellipse">
                <a:avLst/>
              </a:prstGeom>
              <a:solidFill>
                <a:srgbClr val="FF0066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graphicFrame>
            <p:nvGraphicFramePr>
              <p:cNvPr id="42021" name="Object 24"/>
              <p:cNvGraphicFramePr>
                <a:graphicFrameLocks noChangeAspect="1"/>
              </p:cNvGraphicFramePr>
              <p:nvPr/>
            </p:nvGraphicFramePr>
            <p:xfrm>
              <a:off x="2000" y="768"/>
              <a:ext cx="209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55" name="" r:id="rId18" imgW="419735" imgH="419735" progId="Equation.3">
                      <p:embed/>
                    </p:oleObj>
                  </mc:Choice>
                  <mc:Fallback>
                    <p:oleObj name="" r:id="rId18" imgW="419735" imgH="419735" progId="Equation.3">
                      <p:embed/>
                      <p:pic>
                        <p:nvPicPr>
                          <p:cNvPr id="0" name="图片 3254"/>
                          <p:cNvPicPr/>
                          <p:nvPr/>
                        </p:nvPicPr>
                        <p:blipFill>
                          <a:blip r:embed="rId19">
                            <a:clrChange>
                              <a:clrFrom>
                                <a:srgbClr val="000000"/>
                              </a:clrFrom>
                              <a:clrTo>
                                <a:srgbClr val="FF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000" y="768"/>
                            <a:ext cx="209" cy="20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2004" name="Group 25"/>
            <p:cNvGrpSpPr/>
            <p:nvPr/>
          </p:nvGrpSpPr>
          <p:grpSpPr>
            <a:xfrm>
              <a:off x="4387" y="883"/>
              <a:ext cx="621" cy="347"/>
              <a:chOff x="4656" y="1152"/>
              <a:chExt cx="621" cy="347"/>
            </a:xfrm>
          </p:grpSpPr>
          <p:graphicFrame>
            <p:nvGraphicFramePr>
              <p:cNvPr id="42013" name="Object 26"/>
              <p:cNvGraphicFramePr>
                <a:graphicFrameLocks noChangeAspect="1"/>
              </p:cNvGraphicFramePr>
              <p:nvPr/>
            </p:nvGraphicFramePr>
            <p:xfrm>
              <a:off x="4927" y="1183"/>
              <a:ext cx="350" cy="3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58" name="" r:id="rId20" imgW="266700" imgH="241300" progId="Equation.DSMT4">
                      <p:embed/>
                    </p:oleObj>
                  </mc:Choice>
                  <mc:Fallback>
                    <p:oleObj name="" r:id="rId20" imgW="266700" imgH="241300" progId="Equation.DSMT4">
                      <p:embed/>
                      <p:pic>
                        <p:nvPicPr>
                          <p:cNvPr id="0" name="图片 3257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927" y="1183"/>
                            <a:ext cx="350" cy="3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2014" name="Line 27"/>
              <p:cNvSpPr/>
              <p:nvPr/>
            </p:nvSpPr>
            <p:spPr>
              <a:xfrm>
                <a:off x="4656" y="1152"/>
                <a:ext cx="336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42005" name="Group 28"/>
            <p:cNvGrpSpPr/>
            <p:nvPr/>
          </p:nvGrpSpPr>
          <p:grpSpPr>
            <a:xfrm>
              <a:off x="3235" y="174"/>
              <a:ext cx="864" cy="1093"/>
              <a:chOff x="4752" y="9"/>
              <a:chExt cx="864" cy="903"/>
            </a:xfrm>
          </p:grpSpPr>
          <p:sp>
            <p:nvSpPr>
              <p:cNvPr id="42009" name="Oval 29"/>
              <p:cNvSpPr/>
              <p:nvPr/>
            </p:nvSpPr>
            <p:spPr>
              <a:xfrm>
                <a:off x="4752" y="288"/>
                <a:ext cx="288" cy="624"/>
              </a:xfrm>
              <a:prstGeom prst="ellipse">
                <a:avLst/>
              </a:prstGeom>
              <a:noFill/>
              <a:ln w="76200" cap="flat" cmpd="sng">
                <a:solidFill>
                  <a:srgbClr val="FFFF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graphicFrame>
            <p:nvGraphicFramePr>
              <p:cNvPr id="42010" name="Object 30"/>
              <p:cNvGraphicFramePr>
                <a:graphicFrameLocks noChangeAspect="1"/>
              </p:cNvGraphicFramePr>
              <p:nvPr/>
            </p:nvGraphicFramePr>
            <p:xfrm>
              <a:off x="4800" y="384"/>
              <a:ext cx="165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59" name="" r:id="rId22" imgW="133985" imgH="142875" progId="Equation.3">
                      <p:embed/>
                    </p:oleObj>
                  </mc:Choice>
                  <mc:Fallback>
                    <p:oleObj name="" r:id="rId22" imgW="133985" imgH="142875" progId="Equation.3">
                      <p:embed/>
                      <p:pic>
                        <p:nvPicPr>
                          <p:cNvPr id="0" name="图片 3258"/>
                          <p:cNvPicPr/>
                          <p:nvPr/>
                        </p:nvPicPr>
                        <p:blipFill>
                          <a:blip r:embed="rId23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800" y="384"/>
                            <a:ext cx="165" cy="1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2011" name="AutoShape 31"/>
              <p:cNvSpPr/>
              <p:nvPr/>
            </p:nvSpPr>
            <p:spPr>
              <a:xfrm>
                <a:off x="5280" y="48"/>
                <a:ext cx="336" cy="192"/>
              </a:xfrm>
              <a:prstGeom prst="wedgeRoundRectCallout">
                <a:avLst>
                  <a:gd name="adj1" fmla="val -151486"/>
                  <a:gd name="adj2" fmla="val 71356"/>
                  <a:gd name="adj3" fmla="val 16667"/>
                </a:avLst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800" b="1" dirty="0"/>
              </a:p>
            </p:txBody>
          </p:sp>
          <p:graphicFrame>
            <p:nvGraphicFramePr>
              <p:cNvPr id="42012" name="Object 32"/>
              <p:cNvGraphicFramePr>
                <a:graphicFrameLocks noChangeAspect="1"/>
              </p:cNvGraphicFramePr>
              <p:nvPr/>
            </p:nvGraphicFramePr>
            <p:xfrm>
              <a:off x="5347" y="9"/>
              <a:ext cx="250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65" name="" r:id="rId24" imgW="165100" imgH="165100" progId="Equation.DSMT4">
                      <p:embed/>
                    </p:oleObj>
                  </mc:Choice>
                  <mc:Fallback>
                    <p:oleObj name="" r:id="rId24" imgW="165100" imgH="165100" progId="Equation.DSMT4">
                      <p:embed/>
                      <p:pic>
                        <p:nvPicPr>
                          <p:cNvPr id="0" name="图片 3264"/>
                          <p:cNvPicPr/>
                          <p:nvPr/>
                        </p:nvPicPr>
                        <p:blipFill>
                          <a:blip r:embed="rId25"/>
                          <a:stretch>
                            <a:fillRect/>
                          </a:stretch>
                        </p:blipFill>
                        <p:spPr>
                          <a:xfrm>
                            <a:off x="5347" y="9"/>
                            <a:ext cx="250" cy="24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2006" name="Group 33"/>
            <p:cNvGrpSpPr/>
            <p:nvPr/>
          </p:nvGrpSpPr>
          <p:grpSpPr>
            <a:xfrm>
              <a:off x="4387" y="595"/>
              <a:ext cx="624" cy="288"/>
              <a:chOff x="4848" y="384"/>
              <a:chExt cx="624" cy="288"/>
            </a:xfrm>
          </p:grpSpPr>
          <p:sp>
            <p:nvSpPr>
              <p:cNvPr id="42007" name="Line 34"/>
              <p:cNvSpPr/>
              <p:nvPr/>
            </p:nvSpPr>
            <p:spPr>
              <a:xfrm>
                <a:off x="4848" y="672"/>
                <a:ext cx="624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42008" name="Object 35"/>
              <p:cNvGraphicFramePr>
                <a:graphicFrameLocks noChangeAspect="1"/>
              </p:cNvGraphicFramePr>
              <p:nvPr/>
            </p:nvGraphicFramePr>
            <p:xfrm>
              <a:off x="5184" y="384"/>
              <a:ext cx="216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63" name="" r:id="rId26" imgW="342900" imgH="381000" progId="Equation.3">
                      <p:embed/>
                    </p:oleObj>
                  </mc:Choice>
                  <mc:Fallback>
                    <p:oleObj name="" r:id="rId26" imgW="342900" imgH="381000" progId="Equation.3">
                      <p:embed/>
                      <p:pic>
                        <p:nvPicPr>
                          <p:cNvPr id="0" name="图片 3262"/>
                          <p:cNvPicPr/>
                          <p:nvPr/>
                        </p:nvPicPr>
                        <p:blipFill>
                          <a:blip r:embed="rId27"/>
                          <a:stretch>
                            <a:fillRect/>
                          </a:stretch>
                        </p:blipFill>
                        <p:spPr>
                          <a:xfrm>
                            <a:off x="5184" y="384"/>
                            <a:ext cx="216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76900" name="Group 36"/>
          <p:cNvGrpSpPr/>
          <p:nvPr/>
        </p:nvGrpSpPr>
        <p:grpSpPr>
          <a:xfrm>
            <a:off x="554038" y="549275"/>
            <a:ext cx="4089400" cy="971550"/>
            <a:chOff x="281" y="278"/>
            <a:chExt cx="2576" cy="612"/>
          </a:xfrm>
        </p:grpSpPr>
        <p:sp>
          <p:nvSpPr>
            <p:cNvPr id="41999" name="Rectangle 37"/>
            <p:cNvSpPr/>
            <p:nvPr/>
          </p:nvSpPr>
          <p:spPr>
            <a:xfrm>
              <a:off x="816" y="278"/>
              <a:ext cx="2041" cy="612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FF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aphicFrame>
          <p:nvGraphicFramePr>
            <p:cNvPr id="42000" name="Object 38"/>
            <p:cNvGraphicFramePr>
              <a:graphicFrameLocks noChangeAspect="1"/>
            </p:cNvGraphicFramePr>
            <p:nvPr/>
          </p:nvGraphicFramePr>
          <p:xfrm>
            <a:off x="862" y="278"/>
            <a:ext cx="1934" cy="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0" name="" r:id="rId28" imgW="4261485" imgH="1149350" progId="Equation.DSMT4">
                    <p:embed/>
                  </p:oleObj>
                </mc:Choice>
                <mc:Fallback>
                  <p:oleObj name="" r:id="rId28" imgW="4261485" imgH="1149350" progId="Equation.DSMT4">
                    <p:embed/>
                    <p:pic>
                      <p:nvPicPr>
                        <p:cNvPr id="0" name="图片 3269"/>
                        <p:cNvPicPr/>
                        <p:nvPr/>
                      </p:nvPicPr>
                      <p:blipFill>
                        <a:blip r:embed="rId29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62" y="278"/>
                          <a:ext cx="1934" cy="5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1" name="Object 39"/>
            <p:cNvGraphicFramePr>
              <a:graphicFrameLocks noChangeAspect="1"/>
            </p:cNvGraphicFramePr>
            <p:nvPr/>
          </p:nvGraphicFramePr>
          <p:xfrm>
            <a:off x="281" y="300"/>
            <a:ext cx="581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5" name="" r:id="rId30" imgW="4320540" imgH="3992880" progId="MS_ClipArt_Gallery.5">
                    <p:embed/>
                  </p:oleObj>
                </mc:Choice>
                <mc:Fallback>
                  <p:oleObj name="" r:id="rId30" imgW="4320540" imgH="3992880" progId="MS_ClipArt_Gallery.5">
                    <p:embed/>
                    <p:pic>
                      <p:nvPicPr>
                        <p:cNvPr id="0" name="图片 3274"/>
                        <p:cNvPicPr/>
                        <p:nvPr/>
                      </p:nvPicPr>
                      <p:blipFill>
                        <a:blip r:embed="rId31">
                          <a:clrChange>
                            <a:clrFrom>
                              <a:srgbClr val="000000"/>
                            </a:clrFrom>
                            <a:clrTo>
                              <a:srgbClr val="FF0066"/>
                            </a:clrTo>
                          </a:clrChange>
                          <a:clrChange>
                            <a:clrFrom>
                              <a:srgbClr val="FFFFFF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1" y="300"/>
                          <a:ext cx="581" cy="5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76904" name="AutoShape 40"/>
          <p:cNvSpPr/>
          <p:nvPr/>
        </p:nvSpPr>
        <p:spPr>
          <a:xfrm>
            <a:off x="250825" y="1520825"/>
            <a:ext cx="2535238" cy="1143000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b="1" dirty="0">
              <a:solidFill>
                <a:srgbClr val="660066"/>
              </a:solidFill>
              <a:ea typeface="隶书" panose="02010509060101010101" pitchFamily="49" charset="-122"/>
            </a:endParaRPr>
          </a:p>
        </p:txBody>
      </p:sp>
      <p:sp>
        <p:nvSpPr>
          <p:cNvPr id="676905" name="Text Box 41"/>
          <p:cNvSpPr txBox="1"/>
          <p:nvPr/>
        </p:nvSpPr>
        <p:spPr>
          <a:xfrm>
            <a:off x="827088" y="1700213"/>
            <a:ext cx="230505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FF0000"/>
                </a:solidFill>
                <a:ea typeface="隶书" panose="02010509060101010101" pitchFamily="49" charset="-122"/>
              </a:rPr>
              <a:t>讨论</a:t>
            </a:r>
            <a:endParaRPr lang="zh-CN" altLang="en-US" sz="3600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76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6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7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67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76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76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769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69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7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7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7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67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67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7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7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67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9" dur="500"/>
                                        <p:tgtEl>
                                          <p:spTgt spid="67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867" grpId="0"/>
      <p:bldP spid="676868" grpId="0"/>
      <p:bldP spid="676870" grpId="0"/>
      <p:bldP spid="676873" grpId="0"/>
      <p:bldP spid="676904" grpId="0" animBg="1"/>
      <p:bldP spid="67690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677890" name="Group 2"/>
          <p:cNvGrpSpPr/>
          <p:nvPr/>
        </p:nvGrpSpPr>
        <p:grpSpPr>
          <a:xfrm>
            <a:off x="6084888" y="765175"/>
            <a:ext cx="2374900" cy="2362200"/>
            <a:chOff x="3833" y="482"/>
            <a:chExt cx="1496" cy="1488"/>
          </a:xfrm>
        </p:grpSpPr>
        <p:sp>
          <p:nvSpPr>
            <p:cNvPr id="43064" name="AutoShape 3"/>
            <p:cNvSpPr/>
            <p:nvPr/>
          </p:nvSpPr>
          <p:spPr>
            <a:xfrm rot="-5321181" flipH="1">
              <a:off x="3425" y="889"/>
              <a:ext cx="1488" cy="673"/>
            </a:xfrm>
            <a:prstGeom prst="parallelogram">
              <a:avLst>
                <a:gd name="adj" fmla="val 55274"/>
              </a:avLst>
            </a:prstGeom>
            <a:solidFill>
              <a:srgbClr val="FF66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prstShdw prst="shdw13" dist="53882" dir="13499999">
                <a:schemeClr val="bg2">
                  <a:alpha val="50000"/>
                </a:schemeClr>
              </a:prst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aphicFrame>
          <p:nvGraphicFramePr>
            <p:cNvPr id="43065" name="Object 4"/>
            <p:cNvGraphicFramePr>
              <a:graphicFrameLocks noChangeAspect="1"/>
            </p:cNvGraphicFramePr>
            <p:nvPr/>
          </p:nvGraphicFramePr>
          <p:xfrm>
            <a:off x="4264" y="740"/>
            <a:ext cx="163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6" name="" r:id="rId1" imgW="139700" imgH="139700" progId="Equation.3">
                    <p:embed/>
                  </p:oleObj>
                </mc:Choice>
                <mc:Fallback>
                  <p:oleObj name="" r:id="rId1" imgW="139700" imgH="139700" progId="Equation.3">
                    <p:embed/>
                    <p:pic>
                      <p:nvPicPr>
                        <p:cNvPr id="0" name="图片 326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264" y="740"/>
                          <a:ext cx="163" cy="1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66" name="Object 5"/>
            <p:cNvGraphicFramePr>
              <a:graphicFrameLocks noChangeAspect="1"/>
            </p:cNvGraphicFramePr>
            <p:nvPr/>
          </p:nvGraphicFramePr>
          <p:xfrm>
            <a:off x="4040" y="1561"/>
            <a:ext cx="163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2" name="" r:id="rId3" imgW="139700" imgH="139700" progId="Equation.3">
                    <p:embed/>
                  </p:oleObj>
                </mc:Choice>
                <mc:Fallback>
                  <p:oleObj name="" r:id="rId3" imgW="139700" imgH="139700" progId="Equation.3">
                    <p:embed/>
                    <p:pic>
                      <p:nvPicPr>
                        <p:cNvPr id="0" name="图片 327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040" y="1561"/>
                          <a:ext cx="163" cy="1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67" name="Object 6"/>
            <p:cNvGraphicFramePr>
              <a:graphicFrameLocks noChangeAspect="1"/>
            </p:cNvGraphicFramePr>
            <p:nvPr/>
          </p:nvGraphicFramePr>
          <p:xfrm>
            <a:off x="4320" y="1407"/>
            <a:ext cx="163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3" name="" r:id="rId4" imgW="139700" imgH="139700" progId="Equation.3">
                    <p:embed/>
                  </p:oleObj>
                </mc:Choice>
                <mc:Fallback>
                  <p:oleObj name="" r:id="rId4" imgW="139700" imgH="139700" progId="Equation.3">
                    <p:embed/>
                    <p:pic>
                      <p:nvPicPr>
                        <p:cNvPr id="0" name="图片 327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320" y="1407"/>
                          <a:ext cx="163" cy="1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68" name="Object 7"/>
            <p:cNvGraphicFramePr>
              <a:graphicFrameLocks noChangeAspect="1"/>
            </p:cNvGraphicFramePr>
            <p:nvPr/>
          </p:nvGraphicFramePr>
          <p:xfrm>
            <a:off x="3928" y="1201"/>
            <a:ext cx="163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1" name="" r:id="rId5" imgW="139700" imgH="139700" progId="Equation.3">
                    <p:embed/>
                  </p:oleObj>
                </mc:Choice>
                <mc:Fallback>
                  <p:oleObj name="" r:id="rId5" imgW="139700" imgH="139700" progId="Equation.3">
                    <p:embed/>
                    <p:pic>
                      <p:nvPicPr>
                        <p:cNvPr id="0" name="图片 327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28" y="1201"/>
                          <a:ext cx="163" cy="1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69" name="Object 8"/>
            <p:cNvGraphicFramePr>
              <a:graphicFrameLocks noChangeAspect="1"/>
            </p:cNvGraphicFramePr>
            <p:nvPr/>
          </p:nvGraphicFramePr>
          <p:xfrm>
            <a:off x="4376" y="1047"/>
            <a:ext cx="164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4" name="" r:id="rId6" imgW="139700" imgH="139700" progId="Equation.3">
                    <p:embed/>
                  </p:oleObj>
                </mc:Choice>
                <mc:Fallback>
                  <p:oleObj name="" r:id="rId6" imgW="139700" imgH="139700" progId="Equation.3">
                    <p:embed/>
                    <p:pic>
                      <p:nvPicPr>
                        <p:cNvPr id="0" name="图片 326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376" y="1047"/>
                          <a:ext cx="164" cy="1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70" name="Object 9"/>
            <p:cNvGraphicFramePr>
              <a:graphicFrameLocks noChangeAspect="1"/>
            </p:cNvGraphicFramePr>
            <p:nvPr/>
          </p:nvGraphicFramePr>
          <p:xfrm>
            <a:off x="3984" y="842"/>
            <a:ext cx="163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4" name="" r:id="rId7" imgW="139700" imgH="139700" progId="Equation.3">
                    <p:embed/>
                  </p:oleObj>
                </mc:Choice>
                <mc:Fallback>
                  <p:oleObj name="" r:id="rId7" imgW="139700" imgH="139700" progId="Equation.3">
                    <p:embed/>
                    <p:pic>
                      <p:nvPicPr>
                        <p:cNvPr id="0" name="图片 327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84" y="842"/>
                          <a:ext cx="163" cy="1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71" name="Oval 10"/>
            <p:cNvSpPr/>
            <p:nvPr/>
          </p:nvSpPr>
          <p:spPr>
            <a:xfrm>
              <a:off x="4059" y="945"/>
              <a:ext cx="280" cy="513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43072" name="Line 11"/>
            <p:cNvSpPr/>
            <p:nvPr/>
          </p:nvSpPr>
          <p:spPr>
            <a:xfrm>
              <a:off x="4208" y="1201"/>
              <a:ext cx="112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73" name="Line 12"/>
            <p:cNvSpPr/>
            <p:nvPr/>
          </p:nvSpPr>
          <p:spPr>
            <a:xfrm flipV="1">
              <a:off x="4208" y="945"/>
              <a:ext cx="0" cy="2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43074" name="Object 13"/>
            <p:cNvGraphicFramePr>
              <a:graphicFrameLocks noChangeAspect="1"/>
            </p:cNvGraphicFramePr>
            <p:nvPr/>
          </p:nvGraphicFramePr>
          <p:xfrm>
            <a:off x="4014" y="996"/>
            <a:ext cx="22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7" name="" r:id="rId8" imgW="152400" imgH="152400" progId="Equation.3">
                    <p:embed/>
                  </p:oleObj>
                </mc:Choice>
                <mc:Fallback>
                  <p:oleObj name="" r:id="rId8" imgW="152400" imgH="152400" progId="Equation.3">
                    <p:embed/>
                    <p:pic>
                      <p:nvPicPr>
                        <p:cNvPr id="0" name="图片 3266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014" y="996"/>
                          <a:ext cx="227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75" name="Line 14"/>
            <p:cNvSpPr/>
            <p:nvPr/>
          </p:nvSpPr>
          <p:spPr>
            <a:xfrm>
              <a:off x="4208" y="1304"/>
              <a:ext cx="6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43076" name="Line 15"/>
            <p:cNvSpPr/>
            <p:nvPr/>
          </p:nvSpPr>
          <p:spPr>
            <a:xfrm>
              <a:off x="4824" y="1201"/>
              <a:ext cx="0" cy="20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77" name="Line 16"/>
            <p:cNvSpPr/>
            <p:nvPr/>
          </p:nvSpPr>
          <p:spPr>
            <a:xfrm>
              <a:off x="4208" y="1201"/>
              <a:ext cx="0" cy="1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43078" name="Object 17"/>
            <p:cNvGraphicFramePr>
              <a:graphicFrameLocks noChangeAspect="1"/>
            </p:cNvGraphicFramePr>
            <p:nvPr/>
          </p:nvGraphicFramePr>
          <p:xfrm>
            <a:off x="4544" y="1304"/>
            <a:ext cx="220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8" name="" r:id="rId10" imgW="139700" imgH="139700" progId="Equation.3">
                    <p:embed/>
                  </p:oleObj>
                </mc:Choice>
                <mc:Fallback>
                  <p:oleObj name="" r:id="rId10" imgW="139700" imgH="139700" progId="Equation.3">
                    <p:embed/>
                    <p:pic>
                      <p:nvPicPr>
                        <p:cNvPr id="0" name="图片 3267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544" y="1304"/>
                          <a:ext cx="220" cy="2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79" name="Object 18"/>
            <p:cNvGraphicFramePr>
              <a:graphicFrameLocks noChangeAspect="1"/>
            </p:cNvGraphicFramePr>
            <p:nvPr/>
          </p:nvGraphicFramePr>
          <p:xfrm>
            <a:off x="4331" y="618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9" name="" r:id="rId12" imgW="139700" imgH="139700" progId="Equation.3">
                    <p:embed/>
                  </p:oleObj>
                </mc:Choice>
                <mc:Fallback>
                  <p:oleObj name="" r:id="rId12" imgW="139700" imgH="139700" progId="Equation.3">
                    <p:embed/>
                    <p:pic>
                      <p:nvPicPr>
                        <p:cNvPr id="0" name="图片 3268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331" y="618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80" name="Line 19"/>
            <p:cNvSpPr/>
            <p:nvPr/>
          </p:nvSpPr>
          <p:spPr>
            <a:xfrm>
              <a:off x="4830" y="1202"/>
              <a:ext cx="3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3081" name="Object 20"/>
            <p:cNvGraphicFramePr>
              <a:graphicFrameLocks noChangeAspect="1"/>
            </p:cNvGraphicFramePr>
            <p:nvPr/>
          </p:nvGraphicFramePr>
          <p:xfrm>
            <a:off x="4967" y="1207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" name="" r:id="rId14" imgW="342900" imgH="381000" progId="Equation.3">
                    <p:embed/>
                  </p:oleObj>
                </mc:Choice>
                <mc:Fallback>
                  <p:oleObj name="" r:id="rId14" imgW="342900" imgH="381000" progId="Equation.3">
                    <p:embed/>
                    <p:pic>
                      <p:nvPicPr>
                        <p:cNvPr id="0" name="图片 3284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967" y="1207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82" name="Text Box 21"/>
            <p:cNvSpPr txBox="1"/>
            <p:nvPr/>
          </p:nvSpPr>
          <p:spPr>
            <a:xfrm>
              <a:off x="4740" y="890"/>
              <a:ext cx="23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ea typeface="楷体_GB2312" pitchFamily="49" charset="-122"/>
                </a:rPr>
                <a:t>P</a:t>
              </a:r>
              <a:endParaRPr lang="en-US" altLang="zh-CN" sz="2400" b="1" dirty="0">
                <a:solidFill>
                  <a:srgbClr val="FF0000"/>
                </a:solidFill>
                <a:ea typeface="楷体_GB2312" pitchFamily="49" charset="-122"/>
              </a:endParaRPr>
            </a:p>
            <a:p>
              <a:pPr marL="0" lvl="0" indent="0" eaLnBrk="1" hangingPunct="1">
                <a:lnSpc>
                  <a:spcPct val="20000"/>
                </a:lnSpc>
                <a:spcBef>
                  <a:spcPct val="0"/>
                </a:spcBef>
                <a:buNone/>
              </a:pPr>
              <a:r>
                <a:rPr lang="en-US" altLang="zh-CN" sz="4000" b="1" dirty="0">
                  <a:solidFill>
                    <a:srgbClr val="FF0000"/>
                  </a:solidFill>
                  <a:ea typeface="楷体_GB2312" pitchFamily="49" charset="-122"/>
                </a:rPr>
                <a:t>.</a:t>
              </a:r>
              <a:endParaRPr lang="en-US" altLang="zh-CN" sz="4000" b="1" dirty="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</p:grpSp>
      <p:sp>
        <p:nvSpPr>
          <p:cNvPr id="677910" name="Text Box 22"/>
          <p:cNvSpPr txBox="1"/>
          <p:nvPr/>
        </p:nvSpPr>
        <p:spPr>
          <a:xfrm>
            <a:off x="679450" y="395288"/>
            <a:ext cx="6700838" cy="946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</a:rPr>
              <a:t>6.</a:t>
            </a:r>
            <a:r>
              <a:rPr lang="en-US" altLang="zh-CN" sz="2800" b="1" dirty="0">
                <a:solidFill>
                  <a:srgbClr val="FF3300"/>
                </a:solidFill>
              </a:rPr>
              <a:t>  </a:t>
            </a:r>
            <a:r>
              <a:rPr lang="zh-CN" altLang="en-US" sz="2800" b="1" dirty="0"/>
              <a:t>无限大均匀带电平面中间有一圆孔，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      求轴上      </a:t>
            </a:r>
            <a:r>
              <a:rPr lang="en-US" altLang="zh-CN" sz="2800" b="1" dirty="0"/>
              <a:t>=</a:t>
            </a:r>
            <a:r>
              <a:rPr lang="zh-CN" altLang="en-US" sz="2800" b="1" dirty="0"/>
              <a:t>？</a:t>
            </a:r>
            <a:endParaRPr lang="zh-CN" altLang="en-US" sz="2800" b="1" dirty="0"/>
          </a:p>
        </p:txBody>
      </p:sp>
      <p:graphicFrame>
        <p:nvGraphicFramePr>
          <p:cNvPr id="677911" name="Object 23"/>
          <p:cNvGraphicFramePr>
            <a:graphicFrameLocks noChangeAspect="1"/>
          </p:cNvGraphicFramePr>
          <p:nvPr/>
        </p:nvGraphicFramePr>
        <p:xfrm>
          <a:off x="2690813" y="773113"/>
          <a:ext cx="388937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" name="" r:id="rId16" imgW="165100" imgH="203200" progId="Equation.3">
                  <p:embed/>
                </p:oleObj>
              </mc:Choice>
              <mc:Fallback>
                <p:oleObj name="" r:id="rId16" imgW="165100" imgH="203200" progId="Equation.3">
                  <p:embed/>
                  <p:pic>
                    <p:nvPicPr>
                      <p:cNvPr id="0" name="图片 328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690813" y="773113"/>
                        <a:ext cx="388937" cy="477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7912" name="Text Box 24"/>
          <p:cNvSpPr txBox="1"/>
          <p:nvPr/>
        </p:nvSpPr>
        <p:spPr>
          <a:xfrm>
            <a:off x="1042988" y="1700213"/>
            <a:ext cx="29019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两种方法</a:t>
            </a:r>
            <a:endParaRPr lang="zh-CN" altLang="en-US" sz="2800" b="1" dirty="0"/>
          </a:p>
        </p:txBody>
      </p:sp>
      <p:sp>
        <p:nvSpPr>
          <p:cNvPr id="677913" name="AutoShape 25"/>
          <p:cNvSpPr/>
          <p:nvPr/>
        </p:nvSpPr>
        <p:spPr>
          <a:xfrm>
            <a:off x="2627313" y="1557338"/>
            <a:ext cx="234950" cy="869950"/>
          </a:xfrm>
          <a:prstGeom prst="leftBrace">
            <a:avLst>
              <a:gd name="adj1" fmla="val 30855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77914" name="Text Box 26"/>
          <p:cNvSpPr txBox="1"/>
          <p:nvPr/>
        </p:nvSpPr>
        <p:spPr>
          <a:xfrm>
            <a:off x="2916238" y="1341438"/>
            <a:ext cx="20812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圆环</a:t>
            </a:r>
            <a:endParaRPr lang="zh-CN" altLang="en-US" sz="2800" b="1" dirty="0"/>
          </a:p>
        </p:txBody>
      </p:sp>
      <p:sp>
        <p:nvSpPr>
          <p:cNvPr id="677915" name="Text Box 27"/>
          <p:cNvSpPr txBox="1"/>
          <p:nvPr/>
        </p:nvSpPr>
        <p:spPr>
          <a:xfrm>
            <a:off x="2916238" y="1989138"/>
            <a:ext cx="24415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相减法</a:t>
            </a:r>
            <a:endParaRPr lang="zh-CN" altLang="en-US" sz="2800" b="1" dirty="0"/>
          </a:p>
        </p:txBody>
      </p:sp>
      <p:graphicFrame>
        <p:nvGraphicFramePr>
          <p:cNvPr id="677916" name="Object 28"/>
          <p:cNvGraphicFramePr>
            <a:graphicFrameLocks noChangeAspect="1"/>
          </p:cNvGraphicFramePr>
          <p:nvPr/>
        </p:nvGraphicFramePr>
        <p:xfrm>
          <a:off x="3779838" y="1052513"/>
          <a:ext cx="61595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" name="" r:id="rId18" imgW="254000" imgH="330200" progId="Equation.3">
                  <p:embed/>
                </p:oleObj>
              </mc:Choice>
              <mc:Fallback>
                <p:oleObj name="" r:id="rId18" imgW="254000" imgH="330200" progId="Equation.3">
                  <p:embed/>
                  <p:pic>
                    <p:nvPicPr>
                      <p:cNvPr id="0" name="图片 327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779838" y="1052513"/>
                        <a:ext cx="615950" cy="806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7917" name="Group 29"/>
          <p:cNvGrpSpPr/>
          <p:nvPr/>
        </p:nvGrpSpPr>
        <p:grpSpPr>
          <a:xfrm>
            <a:off x="733425" y="3163888"/>
            <a:ext cx="7151688" cy="552450"/>
            <a:chOff x="280" y="1908"/>
            <a:chExt cx="4505" cy="348"/>
          </a:xfrm>
        </p:grpSpPr>
        <p:sp>
          <p:nvSpPr>
            <p:cNvPr id="43062" name="Rectangle 30"/>
            <p:cNvSpPr/>
            <p:nvPr/>
          </p:nvSpPr>
          <p:spPr>
            <a:xfrm>
              <a:off x="280" y="1929"/>
              <a:ext cx="450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FF0000"/>
                  </a:solidFill>
                </a:rPr>
                <a:t>例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7. </a:t>
              </a:r>
              <a:r>
                <a:rPr lang="zh-CN" altLang="en-US" sz="2800" b="1" dirty="0"/>
                <a:t>均匀带电球面，求轴上     </a:t>
              </a:r>
              <a:r>
                <a:rPr lang="en-US" altLang="zh-CN" sz="2800" b="1" dirty="0"/>
                <a:t>= </a:t>
              </a:r>
              <a:r>
                <a:rPr lang="zh-CN" altLang="en-US" sz="2800" b="1" dirty="0"/>
                <a:t>？</a:t>
              </a:r>
              <a:endParaRPr lang="zh-CN" altLang="en-US" sz="2800" b="1" dirty="0"/>
            </a:p>
          </p:txBody>
        </p:sp>
        <p:graphicFrame>
          <p:nvGraphicFramePr>
            <p:cNvPr id="43063" name="Object 31"/>
            <p:cNvGraphicFramePr>
              <a:graphicFrameLocks noChangeAspect="1"/>
            </p:cNvGraphicFramePr>
            <p:nvPr/>
          </p:nvGraphicFramePr>
          <p:xfrm>
            <a:off x="3061" y="1908"/>
            <a:ext cx="24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" name="" r:id="rId20" imgW="165100" imgH="203200" progId="Equation.3">
                    <p:embed/>
                  </p:oleObj>
                </mc:Choice>
                <mc:Fallback>
                  <p:oleObj name="" r:id="rId20" imgW="165100" imgH="203200" progId="Equation.3">
                    <p:embed/>
                    <p:pic>
                      <p:nvPicPr>
                        <p:cNvPr id="0" name="图片 3279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061" y="1908"/>
                          <a:ext cx="241" cy="2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77920" name="Text Box 32"/>
          <p:cNvSpPr txBox="1"/>
          <p:nvPr/>
        </p:nvSpPr>
        <p:spPr>
          <a:xfrm>
            <a:off x="4572000" y="3743325"/>
            <a:ext cx="44307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3300"/>
                </a:solidFill>
                <a:ea typeface="楷体_GB2312" pitchFamily="49" charset="-122"/>
              </a:rPr>
              <a:t>关键：圆环宽度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677921" name="Object 33"/>
          <p:cNvGraphicFramePr>
            <a:graphicFrameLocks noChangeAspect="1"/>
          </p:cNvGraphicFramePr>
          <p:nvPr/>
        </p:nvGraphicFramePr>
        <p:xfrm>
          <a:off x="5435600" y="4298950"/>
          <a:ext cx="129698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" name="" r:id="rId21" imgW="1422400" imgH="393700" progId="Equation.DSMT4">
                  <p:embed/>
                </p:oleObj>
              </mc:Choice>
              <mc:Fallback>
                <p:oleObj name="" r:id="rId21" imgW="1422400" imgH="393700" progId="Equation.DSMT4">
                  <p:embed/>
                  <p:pic>
                    <p:nvPicPr>
                      <p:cNvPr id="0" name="图片 328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35600" y="4298950"/>
                        <a:ext cx="1296988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7922" name="Rectangle 34"/>
          <p:cNvSpPr/>
          <p:nvPr/>
        </p:nvSpPr>
        <p:spPr>
          <a:xfrm>
            <a:off x="4643438" y="4724400"/>
            <a:ext cx="34432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圆环电量：</a:t>
            </a:r>
            <a:endParaRPr lang="zh-CN" altLang="en-US" sz="2800" b="1" dirty="0"/>
          </a:p>
        </p:txBody>
      </p:sp>
      <p:graphicFrame>
        <p:nvGraphicFramePr>
          <p:cNvPr id="677923" name="Object 35"/>
          <p:cNvGraphicFramePr>
            <a:graphicFrameLocks noChangeAspect="1"/>
          </p:cNvGraphicFramePr>
          <p:nvPr/>
        </p:nvGraphicFramePr>
        <p:xfrm>
          <a:off x="5364163" y="5295900"/>
          <a:ext cx="1871662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" name="" r:id="rId23" imgW="1803400" imgH="393700" progId="Equation.DSMT4">
                  <p:embed/>
                </p:oleObj>
              </mc:Choice>
              <mc:Fallback>
                <p:oleObj name="" r:id="rId23" imgW="1803400" imgH="393700" progId="Equation.DSMT4">
                  <p:embed/>
                  <p:pic>
                    <p:nvPicPr>
                      <p:cNvPr id="0" name="图片 327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364163" y="5295900"/>
                        <a:ext cx="1871662" cy="41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7924" name="Oval 36"/>
          <p:cNvSpPr/>
          <p:nvPr/>
        </p:nvSpPr>
        <p:spPr>
          <a:xfrm>
            <a:off x="1122363" y="4102100"/>
            <a:ext cx="2438400" cy="2362200"/>
          </a:xfrm>
          <a:prstGeom prst="ellipse">
            <a:avLst/>
          </a:prstGeom>
          <a:gradFill rotWithShape="0">
            <a:gsLst>
              <a:gs pos="0">
                <a:srgbClr val="FF6600"/>
              </a:gs>
              <a:gs pos="100000">
                <a:srgbClr val="431B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677925" name="Object 37"/>
          <p:cNvGraphicFramePr>
            <a:graphicFrameLocks noChangeAspect="1"/>
          </p:cNvGraphicFramePr>
          <p:nvPr/>
        </p:nvGraphicFramePr>
        <p:xfrm>
          <a:off x="1181100" y="4879975"/>
          <a:ext cx="366713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" name="" r:id="rId25" imgW="344170" imgH="285115" progId="Equation.DSMT4">
                  <p:embed/>
                </p:oleObj>
              </mc:Choice>
              <mc:Fallback>
                <p:oleObj name="" r:id="rId25" imgW="344170" imgH="285115" progId="Equation.DSMT4">
                  <p:embed/>
                  <p:pic>
                    <p:nvPicPr>
                      <p:cNvPr id="0" name="图片 3282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1100" y="4879975"/>
                        <a:ext cx="366713" cy="300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7926" name="Group 38"/>
          <p:cNvGrpSpPr/>
          <p:nvPr/>
        </p:nvGrpSpPr>
        <p:grpSpPr>
          <a:xfrm>
            <a:off x="2341563" y="5245100"/>
            <a:ext cx="2590800" cy="568325"/>
            <a:chOff x="1440" y="1536"/>
            <a:chExt cx="1632" cy="358"/>
          </a:xfrm>
        </p:grpSpPr>
        <p:sp>
          <p:nvSpPr>
            <p:cNvPr id="43057" name="Line 39"/>
            <p:cNvSpPr/>
            <p:nvPr/>
          </p:nvSpPr>
          <p:spPr>
            <a:xfrm>
              <a:off x="1440" y="1536"/>
              <a:ext cx="1632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43058" name="Line 40"/>
            <p:cNvSpPr/>
            <p:nvPr/>
          </p:nvSpPr>
          <p:spPr>
            <a:xfrm>
              <a:off x="1440" y="1536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9" name="Line 41"/>
            <p:cNvSpPr/>
            <p:nvPr/>
          </p:nvSpPr>
          <p:spPr>
            <a:xfrm>
              <a:off x="2544" y="1536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0" name="Line 42"/>
            <p:cNvSpPr/>
            <p:nvPr/>
          </p:nvSpPr>
          <p:spPr>
            <a:xfrm>
              <a:off x="1440" y="1680"/>
              <a:ext cx="110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graphicFrame>
          <p:nvGraphicFramePr>
            <p:cNvPr id="43061" name="Object 43"/>
            <p:cNvGraphicFramePr>
              <a:graphicFrameLocks noChangeAspect="1"/>
            </p:cNvGraphicFramePr>
            <p:nvPr/>
          </p:nvGraphicFramePr>
          <p:xfrm>
            <a:off x="2208" y="1705"/>
            <a:ext cx="235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7" name="" r:id="rId27" imgW="139700" imgH="139700" progId="Equation.DSMT4">
                    <p:embed/>
                  </p:oleObj>
                </mc:Choice>
                <mc:Fallback>
                  <p:oleObj name="" r:id="rId27" imgW="139700" imgH="139700" progId="Equation.DSMT4">
                    <p:embed/>
                    <p:pic>
                      <p:nvPicPr>
                        <p:cNvPr id="0" name="图片 3286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208" y="1705"/>
                          <a:ext cx="235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77932" name="Line 44"/>
          <p:cNvSpPr/>
          <p:nvPr/>
        </p:nvSpPr>
        <p:spPr>
          <a:xfrm>
            <a:off x="4094163" y="5245100"/>
            <a:ext cx="5334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77933" name="AutoShape 45"/>
          <p:cNvSpPr/>
          <p:nvPr/>
        </p:nvSpPr>
        <p:spPr>
          <a:xfrm>
            <a:off x="3179763" y="3644900"/>
            <a:ext cx="685800" cy="609600"/>
          </a:xfrm>
          <a:prstGeom prst="wedgeEllipseCallout">
            <a:avLst>
              <a:gd name="adj1" fmla="val -41667"/>
              <a:gd name="adj2" fmla="val 89583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800" b="1" dirty="0"/>
          </a:p>
        </p:txBody>
      </p:sp>
      <p:graphicFrame>
        <p:nvGraphicFramePr>
          <p:cNvPr id="677934" name="Object 46"/>
          <p:cNvGraphicFramePr>
            <a:graphicFrameLocks noChangeAspect="1"/>
          </p:cNvGraphicFramePr>
          <p:nvPr/>
        </p:nvGraphicFramePr>
        <p:xfrm>
          <a:off x="3294063" y="3778250"/>
          <a:ext cx="3778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" name="" r:id="rId29" imgW="419735" imgH="394335" progId="Equation.DSMT4">
                  <p:embed/>
                </p:oleObj>
              </mc:Choice>
              <mc:Fallback>
                <p:oleObj name="" r:id="rId29" imgW="419735" imgH="394335" progId="Equation.DSMT4">
                  <p:embed/>
                  <p:pic>
                    <p:nvPicPr>
                      <p:cNvPr id="0" name="图片 3280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94063" y="3778250"/>
                        <a:ext cx="377825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35" name="Object 47"/>
          <p:cNvGraphicFramePr>
            <a:graphicFrameLocks noChangeAspect="1"/>
          </p:cNvGraphicFramePr>
          <p:nvPr/>
        </p:nvGraphicFramePr>
        <p:xfrm>
          <a:off x="4211638" y="5300663"/>
          <a:ext cx="342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" name="" r:id="rId31" imgW="342900" imgH="381000" progId="Equation.3">
                  <p:embed/>
                </p:oleObj>
              </mc:Choice>
              <mc:Fallback>
                <p:oleObj name="" r:id="rId31" imgW="342900" imgH="381000" progId="Equation.3">
                  <p:embed/>
                  <p:pic>
                    <p:nvPicPr>
                      <p:cNvPr id="0" name="图片 3277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211638" y="5300663"/>
                        <a:ext cx="3429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7936" name="Group 48"/>
          <p:cNvGrpSpPr/>
          <p:nvPr/>
        </p:nvGrpSpPr>
        <p:grpSpPr>
          <a:xfrm>
            <a:off x="3292475" y="4537075"/>
            <a:ext cx="268288" cy="712788"/>
            <a:chOff x="2074" y="2858"/>
            <a:chExt cx="169" cy="449"/>
          </a:xfrm>
        </p:grpSpPr>
        <p:sp>
          <p:nvSpPr>
            <p:cNvPr id="43055" name="Line 49"/>
            <p:cNvSpPr/>
            <p:nvPr/>
          </p:nvSpPr>
          <p:spPr>
            <a:xfrm>
              <a:off x="2074" y="2858"/>
              <a:ext cx="0" cy="449"/>
            </a:xfrm>
            <a:prstGeom prst="line">
              <a:avLst/>
            </a:prstGeom>
            <a:ln w="28575" cap="flat" cmpd="sng">
              <a:solidFill>
                <a:srgbClr val="FFFF66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43056" name="Object 50"/>
            <p:cNvGraphicFramePr>
              <a:graphicFrameLocks noChangeAspect="1"/>
            </p:cNvGraphicFramePr>
            <p:nvPr/>
          </p:nvGraphicFramePr>
          <p:xfrm>
            <a:off x="2074" y="3042"/>
            <a:ext cx="169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" name="" r:id="rId33" imgW="133985" imgH="142875" progId="Equation.3">
                    <p:embed/>
                  </p:oleObj>
                </mc:Choice>
                <mc:Fallback>
                  <p:oleObj name="" r:id="rId33" imgW="133985" imgH="142875" progId="Equation.3">
                    <p:embed/>
                    <p:pic>
                      <p:nvPicPr>
                        <p:cNvPr id="0" name="图片 3278"/>
                        <p:cNvPicPr/>
                        <p:nvPr/>
                      </p:nvPicPr>
                      <p:blipFill>
                        <a:blip r:embed="rId3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74" y="3042"/>
                          <a:ext cx="169" cy="1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77939" name="Group 51"/>
          <p:cNvGrpSpPr/>
          <p:nvPr/>
        </p:nvGrpSpPr>
        <p:grpSpPr>
          <a:xfrm>
            <a:off x="1884363" y="4406900"/>
            <a:ext cx="1408112" cy="900113"/>
            <a:chOff x="1187" y="2776"/>
            <a:chExt cx="887" cy="567"/>
          </a:xfrm>
        </p:grpSpPr>
        <p:sp>
          <p:nvSpPr>
            <p:cNvPr id="43047" name="Line 52"/>
            <p:cNvSpPr/>
            <p:nvPr/>
          </p:nvSpPr>
          <p:spPr>
            <a:xfrm flipV="1">
              <a:off x="1483" y="2858"/>
              <a:ext cx="591" cy="449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8" name="Line 53"/>
            <p:cNvSpPr/>
            <p:nvPr/>
          </p:nvSpPr>
          <p:spPr>
            <a:xfrm flipV="1">
              <a:off x="1483" y="2776"/>
              <a:ext cx="493" cy="531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43049" name="Object 54"/>
            <p:cNvGraphicFramePr>
              <a:graphicFrameLocks noChangeAspect="1"/>
            </p:cNvGraphicFramePr>
            <p:nvPr/>
          </p:nvGraphicFramePr>
          <p:xfrm>
            <a:off x="1581" y="2865"/>
            <a:ext cx="19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4" name="" r:id="rId35" imgW="184785" imgH="184785" progId="Equation.3">
                    <p:embed/>
                  </p:oleObj>
                </mc:Choice>
                <mc:Fallback>
                  <p:oleObj name="" r:id="rId35" imgW="184785" imgH="184785" progId="Equation.3">
                    <p:embed/>
                    <p:pic>
                      <p:nvPicPr>
                        <p:cNvPr id="0" name="图片 3283"/>
                        <p:cNvPicPr/>
                        <p:nvPr/>
                      </p:nvPicPr>
                      <p:blipFill>
                        <a:blip r:embed="rId3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81" y="2865"/>
                          <a:ext cx="197" cy="1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50" name="Arc 55"/>
            <p:cNvSpPr/>
            <p:nvPr/>
          </p:nvSpPr>
          <p:spPr>
            <a:xfrm>
              <a:off x="1483" y="3219"/>
              <a:ext cx="194" cy="1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269" h="15153" fill="none">
                  <a:moveTo>
                    <a:pt x="15393" y="-1"/>
                  </a:moveTo>
                  <a:cubicBezTo>
                    <a:pt x="18458" y="3114"/>
                    <a:pt x="20507" y="7085"/>
                    <a:pt x="21269" y="11388"/>
                  </a:cubicBezTo>
                </a:path>
                <a:path w="21269" h="15153" stroke="0">
                  <a:moveTo>
                    <a:pt x="15393" y="-1"/>
                  </a:moveTo>
                  <a:cubicBezTo>
                    <a:pt x="18458" y="3114"/>
                    <a:pt x="20507" y="7085"/>
                    <a:pt x="21269" y="11388"/>
                  </a:cubicBezTo>
                  <a:lnTo>
                    <a:pt x="0" y="15153"/>
                  </a:lnTo>
                  <a:lnTo>
                    <a:pt x="15393" y="-1"/>
                  </a:lnTo>
                  <a:close/>
                </a:path>
              </a:pathLst>
            </a:custGeom>
            <a:noFill/>
            <a:ln w="2857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43051" name="Object 56"/>
            <p:cNvGraphicFramePr>
              <a:graphicFrameLocks noChangeAspect="1"/>
            </p:cNvGraphicFramePr>
            <p:nvPr/>
          </p:nvGraphicFramePr>
          <p:xfrm>
            <a:off x="1673" y="3130"/>
            <a:ext cx="154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8" name="" r:id="rId37" imgW="167640" imgH="217805" progId="Equation.DSMT4">
                    <p:embed/>
                  </p:oleObj>
                </mc:Choice>
                <mc:Fallback>
                  <p:oleObj name="" r:id="rId37" imgW="167640" imgH="217805" progId="Equation.DSMT4">
                    <p:embed/>
                    <p:pic>
                      <p:nvPicPr>
                        <p:cNvPr id="0" name="图片 3287"/>
                        <p:cNvPicPr/>
                        <p:nvPr/>
                      </p:nvPicPr>
                      <p:blipFill>
                        <a:blip r:embed="rId3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73" y="3130"/>
                          <a:ext cx="154" cy="1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52" name="Arc 57"/>
            <p:cNvSpPr/>
            <p:nvPr/>
          </p:nvSpPr>
          <p:spPr>
            <a:xfrm>
              <a:off x="1483" y="3130"/>
              <a:ext cx="194" cy="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269" h="15153" fill="none">
                  <a:moveTo>
                    <a:pt x="15393" y="-1"/>
                  </a:moveTo>
                  <a:cubicBezTo>
                    <a:pt x="18458" y="3114"/>
                    <a:pt x="20507" y="7085"/>
                    <a:pt x="21269" y="11388"/>
                  </a:cubicBezTo>
                </a:path>
                <a:path w="21269" h="15153" stroke="0">
                  <a:moveTo>
                    <a:pt x="15393" y="-1"/>
                  </a:moveTo>
                  <a:cubicBezTo>
                    <a:pt x="18458" y="3114"/>
                    <a:pt x="20507" y="7085"/>
                    <a:pt x="21269" y="11388"/>
                  </a:cubicBezTo>
                  <a:lnTo>
                    <a:pt x="0" y="15153"/>
                  </a:lnTo>
                  <a:lnTo>
                    <a:pt x="15393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FFFF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053" name="AutoShape 58"/>
            <p:cNvSpPr/>
            <p:nvPr/>
          </p:nvSpPr>
          <p:spPr>
            <a:xfrm flipH="1">
              <a:off x="1187" y="2865"/>
              <a:ext cx="296" cy="221"/>
            </a:xfrm>
            <a:prstGeom prst="wedgeRoundRectCallout">
              <a:avLst>
                <a:gd name="adj1" fmla="val -104167"/>
                <a:gd name="adj2" fmla="val 80829"/>
                <a:gd name="adj3" fmla="val 16667"/>
              </a:avLst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800" b="1" dirty="0"/>
            </a:p>
          </p:txBody>
        </p:sp>
        <p:graphicFrame>
          <p:nvGraphicFramePr>
            <p:cNvPr id="43054" name="Object 59"/>
            <p:cNvGraphicFramePr>
              <a:graphicFrameLocks noChangeAspect="1"/>
            </p:cNvGraphicFramePr>
            <p:nvPr/>
          </p:nvGraphicFramePr>
          <p:xfrm>
            <a:off x="1195" y="2848"/>
            <a:ext cx="2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9" name="" r:id="rId39" imgW="419100" imgH="393700" progId="Equation.DSMT4">
                    <p:embed/>
                  </p:oleObj>
                </mc:Choice>
                <mc:Fallback>
                  <p:oleObj name="" r:id="rId39" imgW="419100" imgH="393700" progId="Equation.DSMT4">
                    <p:embed/>
                    <p:pic>
                      <p:nvPicPr>
                        <p:cNvPr id="0" name="图片 3288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1195" y="2848"/>
                          <a:ext cx="264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77948" name="Group 60"/>
          <p:cNvGrpSpPr/>
          <p:nvPr/>
        </p:nvGrpSpPr>
        <p:grpSpPr>
          <a:xfrm>
            <a:off x="2951163" y="4406900"/>
            <a:ext cx="384175" cy="1676400"/>
            <a:chOff x="3360" y="3264"/>
            <a:chExt cx="242" cy="1056"/>
          </a:xfrm>
        </p:grpSpPr>
        <p:sp>
          <p:nvSpPr>
            <p:cNvPr id="43038" name="Arc 61"/>
            <p:cNvSpPr/>
            <p:nvPr/>
          </p:nvSpPr>
          <p:spPr>
            <a:xfrm>
              <a:off x="3360" y="3264"/>
              <a:ext cx="217" cy="105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2553" h="42401" fill="none">
                  <a:moveTo>
                    <a:pt x="22552" y="42379"/>
                  </a:moveTo>
                  <a:cubicBezTo>
                    <a:pt x="22235" y="42393"/>
                    <a:pt x="21917" y="42401"/>
                    <a:pt x="21600" y="42401"/>
                  </a:cubicBezTo>
                  <a:cubicBezTo>
                    <a:pt x="9670" y="42401"/>
                    <a:pt x="0" y="32730"/>
                    <a:pt x="0" y="20801"/>
                  </a:cubicBezTo>
                  <a:cubicBezTo>
                    <a:pt x="0" y="11113"/>
                    <a:pt x="6449" y="2610"/>
                    <a:pt x="15779" y="0"/>
                  </a:cubicBezTo>
                </a:path>
                <a:path w="22553" h="42401" stroke="0">
                  <a:moveTo>
                    <a:pt x="22552" y="42379"/>
                  </a:moveTo>
                  <a:cubicBezTo>
                    <a:pt x="22235" y="42393"/>
                    <a:pt x="21917" y="42401"/>
                    <a:pt x="21600" y="42401"/>
                  </a:cubicBezTo>
                  <a:cubicBezTo>
                    <a:pt x="9670" y="42401"/>
                    <a:pt x="0" y="32730"/>
                    <a:pt x="0" y="20801"/>
                  </a:cubicBezTo>
                  <a:cubicBezTo>
                    <a:pt x="0" y="11113"/>
                    <a:pt x="6449" y="2610"/>
                    <a:pt x="15779" y="0"/>
                  </a:cubicBezTo>
                  <a:lnTo>
                    <a:pt x="21600" y="20801"/>
                  </a:lnTo>
                  <a:lnTo>
                    <a:pt x="22552" y="42379"/>
                  </a:lnTo>
                  <a:close/>
                </a:path>
              </a:pathLst>
            </a:custGeom>
            <a:noFill/>
            <a:ln w="28575" cap="flat" cmpd="sng">
              <a:solidFill>
                <a:srgbClr val="FFFF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039" name="Arc 62"/>
            <p:cNvSpPr/>
            <p:nvPr/>
          </p:nvSpPr>
          <p:spPr>
            <a:xfrm>
              <a:off x="3456" y="3338"/>
              <a:ext cx="146" cy="8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42540" fill="none">
                  <a:moveTo>
                    <a:pt x="18919" y="42539"/>
                  </a:moveTo>
                  <a:cubicBezTo>
                    <a:pt x="8110" y="41187"/>
                    <a:pt x="0" y="31999"/>
                    <a:pt x="0" y="21107"/>
                  </a:cubicBezTo>
                  <a:cubicBezTo>
                    <a:pt x="0" y="10945"/>
                    <a:pt x="7082" y="2157"/>
                    <a:pt x="17012" y="-1"/>
                  </a:cubicBezTo>
                </a:path>
                <a:path w="21600" h="42540" stroke="0">
                  <a:moveTo>
                    <a:pt x="18919" y="42539"/>
                  </a:moveTo>
                  <a:cubicBezTo>
                    <a:pt x="8110" y="41187"/>
                    <a:pt x="0" y="31999"/>
                    <a:pt x="0" y="21107"/>
                  </a:cubicBezTo>
                  <a:cubicBezTo>
                    <a:pt x="0" y="10945"/>
                    <a:pt x="7082" y="2157"/>
                    <a:pt x="17012" y="-1"/>
                  </a:cubicBezTo>
                  <a:lnTo>
                    <a:pt x="21600" y="21107"/>
                  </a:lnTo>
                  <a:lnTo>
                    <a:pt x="18919" y="42539"/>
                  </a:lnTo>
                  <a:close/>
                </a:path>
              </a:pathLst>
            </a:custGeom>
            <a:noFill/>
            <a:ln w="28575" cap="flat" cmpd="sng">
              <a:solidFill>
                <a:srgbClr val="FFFF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040" name="Line 63"/>
            <p:cNvSpPr/>
            <p:nvPr/>
          </p:nvSpPr>
          <p:spPr>
            <a:xfrm>
              <a:off x="3360" y="3600"/>
              <a:ext cx="96" cy="96"/>
            </a:xfrm>
            <a:prstGeom prst="line">
              <a:avLst/>
            </a:prstGeom>
            <a:ln w="19050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1" name="Line 64"/>
            <p:cNvSpPr/>
            <p:nvPr/>
          </p:nvSpPr>
          <p:spPr>
            <a:xfrm>
              <a:off x="3408" y="3456"/>
              <a:ext cx="96" cy="96"/>
            </a:xfrm>
            <a:prstGeom prst="line">
              <a:avLst/>
            </a:prstGeom>
            <a:ln w="19050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2" name="Line 65"/>
            <p:cNvSpPr/>
            <p:nvPr/>
          </p:nvSpPr>
          <p:spPr>
            <a:xfrm>
              <a:off x="3456" y="3312"/>
              <a:ext cx="96" cy="96"/>
            </a:xfrm>
            <a:prstGeom prst="line">
              <a:avLst/>
            </a:prstGeom>
            <a:ln w="19050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3" name="Line 66"/>
            <p:cNvSpPr/>
            <p:nvPr/>
          </p:nvSpPr>
          <p:spPr>
            <a:xfrm>
              <a:off x="3360" y="3744"/>
              <a:ext cx="96" cy="96"/>
            </a:xfrm>
            <a:prstGeom prst="line">
              <a:avLst/>
            </a:prstGeom>
            <a:ln w="19050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4" name="Line 67"/>
            <p:cNvSpPr/>
            <p:nvPr/>
          </p:nvSpPr>
          <p:spPr>
            <a:xfrm>
              <a:off x="3360" y="3888"/>
              <a:ext cx="96" cy="96"/>
            </a:xfrm>
            <a:prstGeom prst="line">
              <a:avLst/>
            </a:prstGeom>
            <a:ln w="19050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5" name="Line 68"/>
            <p:cNvSpPr/>
            <p:nvPr/>
          </p:nvSpPr>
          <p:spPr>
            <a:xfrm>
              <a:off x="3408" y="4032"/>
              <a:ext cx="96" cy="96"/>
            </a:xfrm>
            <a:prstGeom prst="line">
              <a:avLst/>
            </a:prstGeom>
            <a:ln w="19050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6" name="Line 69"/>
            <p:cNvSpPr/>
            <p:nvPr/>
          </p:nvSpPr>
          <p:spPr>
            <a:xfrm>
              <a:off x="3408" y="4128"/>
              <a:ext cx="192" cy="144"/>
            </a:xfrm>
            <a:prstGeom prst="line">
              <a:avLst/>
            </a:prstGeom>
            <a:ln w="19050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677958" name="Object 70"/>
          <p:cNvGraphicFramePr>
            <a:graphicFrameLocks noChangeAspect="1"/>
          </p:cNvGraphicFramePr>
          <p:nvPr/>
        </p:nvGraphicFramePr>
        <p:xfrm>
          <a:off x="5795963" y="5773738"/>
          <a:ext cx="252095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" name="" r:id="rId41" imgW="2489200" imgH="393700" progId="Equation.DSMT4">
                  <p:embed/>
                </p:oleObj>
              </mc:Choice>
              <mc:Fallback>
                <p:oleObj name="" r:id="rId41" imgW="2489200" imgH="393700" progId="Equation.DSMT4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5795963" y="5773738"/>
                        <a:ext cx="2520950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7960" name="Text Box 72"/>
          <p:cNvSpPr txBox="1"/>
          <p:nvPr/>
        </p:nvSpPr>
        <p:spPr>
          <a:xfrm>
            <a:off x="3924300" y="4772025"/>
            <a:ext cx="36988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990033"/>
                </a:solidFill>
                <a:ea typeface="楷体_GB2312" pitchFamily="49" charset="-122"/>
              </a:rPr>
              <a:t>P</a:t>
            </a:r>
            <a:endParaRPr lang="en-US" altLang="zh-CN" sz="2400" b="1" dirty="0">
              <a:solidFill>
                <a:srgbClr val="990033"/>
              </a:solidFill>
              <a:ea typeface="楷体_GB2312" pitchFamily="49" charset="-122"/>
            </a:endParaRPr>
          </a:p>
          <a:p>
            <a:pPr marL="0" lvl="0" indent="0" eaLnBrk="1" hangingPunct="1">
              <a:lnSpc>
                <a:spcPct val="20000"/>
              </a:lnSpc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rgbClr val="990033"/>
                </a:solidFill>
                <a:ea typeface="楷体_GB2312" pitchFamily="49" charset="-122"/>
              </a:rPr>
              <a:t>.</a:t>
            </a:r>
            <a:endParaRPr lang="en-US" altLang="zh-CN" sz="4000" b="1" dirty="0">
              <a:solidFill>
                <a:srgbClr val="990033"/>
              </a:solidFill>
              <a:ea typeface="楷体_GB2312" pitchFamily="49" charset="-122"/>
            </a:endParaRPr>
          </a:p>
        </p:txBody>
      </p:sp>
      <p:sp>
        <p:nvSpPr>
          <p:cNvPr id="677961" name="Oval 73"/>
          <p:cNvSpPr/>
          <p:nvPr/>
        </p:nvSpPr>
        <p:spPr>
          <a:xfrm>
            <a:off x="6300788" y="1341438"/>
            <a:ext cx="719137" cy="1150937"/>
          </a:xfrm>
          <a:prstGeom prst="ellipse">
            <a:avLst/>
          </a:prstGeom>
          <a:noFill/>
          <a:ln w="57150" cap="flat" cmpd="sng">
            <a:solidFill>
              <a:srgbClr val="99003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77962" name="Text Box 74"/>
          <p:cNvSpPr txBox="1"/>
          <p:nvPr/>
        </p:nvSpPr>
        <p:spPr>
          <a:xfrm>
            <a:off x="2087563" y="2492375"/>
            <a:ext cx="53292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ea typeface="楷体_GB2312" pitchFamily="49" charset="-122"/>
              </a:rPr>
              <a:t>无限大带电平面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</a:t>
            </a:r>
            <a:r>
              <a:rPr lang="zh-CN" altLang="en-US" sz="24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ea typeface="楷体_GB2312" pitchFamily="49" charset="-122"/>
              </a:rPr>
              <a:t>带电圆盘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779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79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7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779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779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7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7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67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7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67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"/>
                            </p:stCondLst>
                            <p:childTnLst>
                              <p:par>
                                <p:cTn id="34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6" dur="500"/>
                                        <p:tgtEl>
                                          <p:spTgt spid="677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77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75"/>
                                        <p:tgtEl>
                                          <p:spTgt spid="67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677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77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77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77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7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779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77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77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77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1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67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77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677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7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75"/>
                                        <p:tgtEl>
                                          <p:spTgt spid="67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67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75"/>
                                        <p:tgtEl>
                                          <p:spTgt spid="67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7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677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910" grpId="0"/>
      <p:bldP spid="677912" grpId="0"/>
      <p:bldP spid="677913" grpId="0" animBg="1"/>
      <p:bldP spid="677914" grpId="0"/>
      <p:bldP spid="677915" grpId="0"/>
      <p:bldP spid="677920" grpId="0"/>
      <p:bldP spid="677922" grpId="0"/>
      <p:bldP spid="677924" grpId="0" animBg="1"/>
      <p:bldP spid="677933" grpId="0" animBg="1"/>
      <p:bldP spid="677960" grpId="0"/>
      <p:bldP spid="677961" grpId="0" animBg="1"/>
      <p:bldP spid="67796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Slide Number Placeholder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97282" name="Text Box 2"/>
          <p:cNvSpPr txBox="1"/>
          <p:nvPr/>
        </p:nvSpPr>
        <p:spPr>
          <a:xfrm>
            <a:off x="1565275" y="0"/>
            <a:ext cx="6096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sym typeface="Colonna MT" pitchFamily="82" charset="0"/>
              </a:rPr>
              <a:t> </a:t>
            </a:r>
            <a:r>
              <a:rPr lang="zh-CN" altLang="en-US" sz="3600" dirty="0">
                <a:solidFill>
                  <a:srgbClr val="333333"/>
                </a:solidFill>
                <a:ea typeface="黑体" panose="02010609060101010101" pitchFamily="2" charset="-122"/>
              </a:rPr>
              <a:t>第3节  静电场的高斯定理</a:t>
            </a:r>
            <a:endParaRPr lang="zh-CN" altLang="en-US" sz="3600" dirty="0">
              <a:solidFill>
                <a:srgbClr val="333333"/>
              </a:solidFill>
              <a:ea typeface="黑体" panose="02010609060101010101" pitchFamily="2" charset="-122"/>
            </a:endParaRPr>
          </a:p>
        </p:txBody>
      </p:sp>
      <p:graphicFrame>
        <p:nvGraphicFramePr>
          <p:cNvPr id="97283" name="Object 2"/>
          <p:cNvGraphicFramePr>
            <a:graphicFrameLocks noChangeAspect="1"/>
          </p:cNvGraphicFramePr>
          <p:nvPr/>
        </p:nvGraphicFramePr>
        <p:xfrm>
          <a:off x="1135063" y="4795838"/>
          <a:ext cx="165893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1" name="" r:id="rId1" imgW="609600" imgH="381000" progId="Equation.3">
                  <p:embed/>
                </p:oleObj>
              </mc:Choice>
              <mc:Fallback>
                <p:oleObj name="" r:id="rId1" imgW="609600" imgH="381000" progId="Equation.3">
                  <p:embed/>
                  <p:pic>
                    <p:nvPicPr>
                      <p:cNvPr id="0" name="图片 32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35063" y="4795838"/>
                        <a:ext cx="1658937" cy="1035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4" name="Text Box 4"/>
          <p:cNvSpPr txBox="1"/>
          <p:nvPr/>
        </p:nvSpPr>
        <p:spPr>
          <a:xfrm>
            <a:off x="323850" y="1773238"/>
            <a:ext cx="182721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dirty="0">
                <a:solidFill>
                  <a:srgbClr val="333333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、定义：</a:t>
            </a:r>
            <a:endParaRPr lang="zh-CN" altLang="en-US" sz="280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223838" y="1150938"/>
            <a:ext cx="2895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一、电场线</a:t>
            </a:r>
            <a:endParaRPr kumimoji="0" lang="zh-CN" altLang="en-US" sz="3200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97286" name="Text Box 6"/>
          <p:cNvSpPr txBox="1">
            <a:spLocks noChangeArrowheads="1"/>
          </p:cNvSpPr>
          <p:nvPr/>
        </p:nvSpPr>
        <p:spPr bwMode="auto">
          <a:xfrm>
            <a:off x="1295400" y="2209800"/>
            <a:ext cx="4873625" cy="1150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rgbClr val="333333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电场线上各点的</a:t>
            </a:r>
            <a:r>
              <a:rPr kumimoji="0" lang="zh-CN" altLang="en-US" kern="1200" cap="none" spc="0" normalizeH="0" baseline="0" noProof="0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切线方向</a:t>
            </a:r>
            <a:r>
              <a:rPr kumimoji="0" lang="zh-CN" altLang="en-US" kern="1200" cap="none" spc="0" normalizeH="0" baseline="0" noProof="0" dirty="0">
                <a:solidFill>
                  <a:srgbClr val="333333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表</a:t>
            </a:r>
            <a:endParaRPr kumimoji="0" lang="zh-CN" altLang="en-US" kern="1200" cap="none" spc="0" normalizeH="0" baseline="0" noProof="0" dirty="0">
              <a:solidFill>
                <a:srgbClr val="333333"/>
              </a:solidFill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R="0" defTabSz="914400" eaLnBrk="1" hangingPunct="1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rgbClr val="333333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表示电场中</a:t>
            </a:r>
            <a:r>
              <a:rPr kumimoji="0" lang="zh-CN" altLang="en-US" kern="1200" cap="none" spc="0" normalizeH="0" baseline="0" noProof="0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该点场强的方向</a:t>
            </a:r>
            <a:r>
              <a:rPr kumimoji="0" lang="zh-CN" altLang="en-US" kern="1200" cap="none" spc="0" normalizeH="0" baseline="0" noProof="0" dirty="0">
                <a:solidFill>
                  <a:srgbClr val="333333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，</a:t>
            </a:r>
            <a:endParaRPr kumimoji="1" lang="zh-CN" altLang="en-US" kern="1200" cap="none" spc="0" normalizeH="0" baseline="0" noProof="0" dirty="0">
              <a:solidFill>
                <a:srgbClr val="333333"/>
              </a:solidFill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6172200" y="1066800"/>
            <a:ext cx="2667000" cy="2743200"/>
            <a:chOff x="3888" y="672"/>
            <a:chExt cx="1680" cy="1728"/>
          </a:xfrm>
        </p:grpSpPr>
        <p:grpSp>
          <p:nvGrpSpPr>
            <p:cNvPr id="44061" name="Group 11"/>
            <p:cNvGrpSpPr/>
            <p:nvPr/>
          </p:nvGrpSpPr>
          <p:grpSpPr>
            <a:xfrm>
              <a:off x="3888" y="672"/>
              <a:ext cx="1680" cy="1728"/>
              <a:chOff x="3888" y="672"/>
              <a:chExt cx="1680" cy="1728"/>
            </a:xfrm>
          </p:grpSpPr>
          <p:sp>
            <p:nvSpPr>
              <p:cNvPr id="44063" name="Freeform 12"/>
              <p:cNvSpPr/>
              <p:nvPr/>
            </p:nvSpPr>
            <p:spPr>
              <a:xfrm>
                <a:off x="3984" y="864"/>
                <a:ext cx="1392" cy="1248"/>
              </a:xfrm>
              <a:custGeom>
                <a:avLst/>
                <a:gdLst>
                  <a:gd name="txL" fmla="*/ 0 w 1488"/>
                  <a:gd name="txT" fmla="*/ 0 h 864"/>
                  <a:gd name="txR" fmla="*/ 1488 w 1488"/>
                  <a:gd name="txB" fmla="*/ 864 h 864"/>
                </a:gdLst>
                <a:ahLst/>
                <a:cxnLst>
                  <a:cxn ang="0">
                    <a:pos x="0" y="647396"/>
                  </a:cxn>
                  <a:cxn ang="0">
                    <a:pos x="72" y="395771"/>
                  </a:cxn>
                  <a:cxn ang="0">
                    <a:pos x="217" y="180060"/>
                  </a:cxn>
                  <a:cxn ang="0">
                    <a:pos x="449" y="0"/>
                  </a:cxn>
                </a:cxnLst>
                <a:rect l="txL" t="txT" r="txR" b="txB"/>
                <a:pathLst>
                  <a:path w="1488" h="864">
                    <a:moveTo>
                      <a:pt x="0" y="864"/>
                    </a:moveTo>
                    <a:cubicBezTo>
                      <a:pt x="60" y="748"/>
                      <a:pt x="120" y="632"/>
                      <a:pt x="240" y="528"/>
                    </a:cubicBezTo>
                    <a:cubicBezTo>
                      <a:pt x="360" y="424"/>
                      <a:pt x="512" y="328"/>
                      <a:pt x="720" y="240"/>
                    </a:cubicBezTo>
                    <a:cubicBezTo>
                      <a:pt x="928" y="152"/>
                      <a:pt x="1360" y="40"/>
                      <a:pt x="1488" y="0"/>
                    </a:cubicBez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triangle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4064" name="Freeform 13"/>
              <p:cNvSpPr/>
              <p:nvPr/>
            </p:nvSpPr>
            <p:spPr>
              <a:xfrm>
                <a:off x="4032" y="1680"/>
                <a:ext cx="1536" cy="720"/>
              </a:xfrm>
              <a:custGeom>
                <a:avLst/>
                <a:gdLst>
                  <a:gd name="txL" fmla="*/ 0 w 1488"/>
                  <a:gd name="txT" fmla="*/ 0 h 864"/>
                  <a:gd name="txR" fmla="*/ 1488 w 1488"/>
                  <a:gd name="txB" fmla="*/ 864 h 864"/>
                </a:gdLst>
                <a:ahLst/>
                <a:cxnLst>
                  <a:cxn ang="0">
                    <a:pos x="0" y="33"/>
                  </a:cxn>
                  <a:cxn ang="0">
                    <a:pos x="425" y="19"/>
                  </a:cxn>
                  <a:cxn ang="0">
                    <a:pos x="1275" y="9"/>
                  </a:cxn>
                  <a:cxn ang="0">
                    <a:pos x="2636" y="0"/>
                  </a:cxn>
                </a:cxnLst>
                <a:rect l="txL" t="txT" r="txR" b="txB"/>
                <a:pathLst>
                  <a:path w="1488" h="864">
                    <a:moveTo>
                      <a:pt x="0" y="864"/>
                    </a:moveTo>
                    <a:cubicBezTo>
                      <a:pt x="60" y="748"/>
                      <a:pt x="120" y="632"/>
                      <a:pt x="240" y="528"/>
                    </a:cubicBezTo>
                    <a:cubicBezTo>
                      <a:pt x="360" y="424"/>
                      <a:pt x="512" y="328"/>
                      <a:pt x="720" y="240"/>
                    </a:cubicBezTo>
                    <a:cubicBezTo>
                      <a:pt x="928" y="152"/>
                      <a:pt x="1360" y="40"/>
                      <a:pt x="1488" y="0"/>
                    </a:cubicBez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triangle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4065" name="Freeform 14"/>
              <p:cNvSpPr/>
              <p:nvPr/>
            </p:nvSpPr>
            <p:spPr>
              <a:xfrm>
                <a:off x="4032" y="1344"/>
                <a:ext cx="1488" cy="864"/>
              </a:xfrm>
              <a:custGeom>
                <a:avLst/>
                <a:gdLst>
                  <a:gd name="txL" fmla="*/ 0 w 1488"/>
                  <a:gd name="txT" fmla="*/ 0 h 864"/>
                  <a:gd name="txR" fmla="*/ 1488 w 1488"/>
                  <a:gd name="txB" fmla="*/ 864 h 864"/>
                </a:gdLst>
                <a:ahLst/>
                <a:cxnLst>
                  <a:cxn ang="0">
                    <a:pos x="0" y="864"/>
                  </a:cxn>
                  <a:cxn ang="0">
                    <a:pos x="240" y="528"/>
                  </a:cxn>
                  <a:cxn ang="0">
                    <a:pos x="720" y="240"/>
                  </a:cxn>
                  <a:cxn ang="0">
                    <a:pos x="1488" y="0"/>
                  </a:cxn>
                </a:cxnLst>
                <a:rect l="txL" t="txT" r="txR" b="txB"/>
                <a:pathLst>
                  <a:path w="1488" h="864">
                    <a:moveTo>
                      <a:pt x="0" y="864"/>
                    </a:moveTo>
                    <a:cubicBezTo>
                      <a:pt x="60" y="748"/>
                      <a:pt x="120" y="632"/>
                      <a:pt x="240" y="528"/>
                    </a:cubicBezTo>
                    <a:cubicBezTo>
                      <a:pt x="360" y="424"/>
                      <a:pt x="512" y="328"/>
                      <a:pt x="720" y="240"/>
                    </a:cubicBezTo>
                    <a:cubicBezTo>
                      <a:pt x="928" y="152"/>
                      <a:pt x="1360" y="40"/>
                      <a:pt x="1488" y="0"/>
                    </a:cubicBez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triangle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4066" name="Freeform 15"/>
              <p:cNvSpPr/>
              <p:nvPr/>
            </p:nvSpPr>
            <p:spPr>
              <a:xfrm>
                <a:off x="3888" y="672"/>
                <a:ext cx="1296" cy="1248"/>
              </a:xfrm>
              <a:custGeom>
                <a:avLst/>
                <a:gdLst>
                  <a:gd name="txL" fmla="*/ 0 w 1488"/>
                  <a:gd name="txT" fmla="*/ 0 h 864"/>
                  <a:gd name="txR" fmla="*/ 1488 w 1488"/>
                  <a:gd name="txB" fmla="*/ 864 h 864"/>
                </a:gdLst>
                <a:ahLst/>
                <a:cxnLst>
                  <a:cxn ang="0">
                    <a:pos x="0" y="647396"/>
                  </a:cxn>
                  <a:cxn ang="0">
                    <a:pos x="20" y="395771"/>
                  </a:cxn>
                  <a:cxn ang="0">
                    <a:pos x="60" y="180060"/>
                  </a:cxn>
                  <a:cxn ang="0">
                    <a:pos x="124" y="0"/>
                  </a:cxn>
                </a:cxnLst>
                <a:rect l="txL" t="txT" r="txR" b="txB"/>
                <a:pathLst>
                  <a:path w="1488" h="864">
                    <a:moveTo>
                      <a:pt x="0" y="864"/>
                    </a:moveTo>
                    <a:cubicBezTo>
                      <a:pt x="60" y="748"/>
                      <a:pt x="120" y="632"/>
                      <a:pt x="240" y="528"/>
                    </a:cubicBezTo>
                    <a:cubicBezTo>
                      <a:pt x="360" y="424"/>
                      <a:pt x="512" y="328"/>
                      <a:pt x="720" y="240"/>
                    </a:cubicBezTo>
                    <a:cubicBezTo>
                      <a:pt x="928" y="152"/>
                      <a:pt x="1360" y="40"/>
                      <a:pt x="1488" y="0"/>
                    </a:cubicBez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triangle" w="med" len="lg"/>
              </a:ln>
            </p:spPr>
            <p:txBody>
              <a:bodyPr/>
              <a:p>
                <a:endParaRPr lang="zh-CN" altLang="en-US"/>
              </a:p>
            </p:txBody>
          </p:sp>
        </p:grpSp>
        <p:graphicFrame>
          <p:nvGraphicFramePr>
            <p:cNvPr id="44062" name="Object 5"/>
            <p:cNvGraphicFramePr>
              <a:graphicFrameLocks noChangeAspect="1"/>
            </p:cNvGraphicFramePr>
            <p:nvPr/>
          </p:nvGraphicFramePr>
          <p:xfrm>
            <a:off x="5040" y="1056"/>
            <a:ext cx="254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2" name="" r:id="rId3" imgW="184785" imgH="234950" progId="Equation.3">
                    <p:embed/>
                  </p:oleObj>
                </mc:Choice>
                <mc:Fallback>
                  <p:oleObj name="" r:id="rId3" imgW="184785" imgH="234950" progId="Equation.3">
                    <p:embed/>
                    <p:pic>
                      <p:nvPicPr>
                        <p:cNvPr id="0" name="图片 3291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40" y="1056"/>
                          <a:ext cx="254" cy="3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7297" name="AutoShape 17"/>
          <p:cNvSpPr/>
          <p:nvPr/>
        </p:nvSpPr>
        <p:spPr>
          <a:xfrm rot="6151778">
            <a:off x="6837363" y="2525713"/>
            <a:ext cx="571500" cy="366712"/>
          </a:xfrm>
          <a:prstGeom prst="parallelogram">
            <a:avLst>
              <a:gd name="adj" fmla="val 55923"/>
            </a:avLst>
          </a:prstGeom>
          <a:solidFill>
            <a:srgbClr val="FFCC99">
              <a:alpha val="47058"/>
            </a:srgbClr>
          </a:solidFill>
          <a:ln w="3175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97298" name="Text Box 18"/>
          <p:cNvSpPr txBox="1"/>
          <p:nvPr/>
        </p:nvSpPr>
        <p:spPr>
          <a:xfrm>
            <a:off x="1295400" y="3429000"/>
            <a:ext cx="4876800" cy="1133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latin typeface="楷体_GB2312" pitchFamily="49" charset="-122"/>
                <a:ea typeface="楷体_GB2312" pitchFamily="49" charset="-122"/>
              </a:rPr>
              <a:t>垂直于电场线的单位面积上</a:t>
            </a:r>
            <a:endParaRPr lang="zh-CN" altLang="en-US" sz="2800" dirty="0">
              <a:solidFill>
                <a:srgbClr val="333333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latin typeface="楷体_GB2312" pitchFamily="49" charset="-122"/>
                <a:ea typeface="楷体_GB2312" pitchFamily="49" charset="-122"/>
              </a:rPr>
              <a:t>的电场线的条数（</a:t>
            </a:r>
            <a:r>
              <a:rPr lang="zh-CN" altLang="en-US" sz="280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数密度</a:t>
            </a:r>
            <a:r>
              <a:rPr lang="zh-CN" altLang="en-US" sz="2800" dirty="0">
                <a:solidFill>
                  <a:srgbClr val="333333"/>
                </a:solidFill>
                <a:latin typeface="楷体_GB2312" pitchFamily="49" charset="-122"/>
                <a:ea typeface="楷体_GB2312" pitchFamily="49" charset="-122"/>
              </a:rPr>
              <a:t>) 。</a:t>
            </a:r>
            <a:endParaRPr lang="zh-CN" altLang="en-US" sz="2800" dirty="0">
              <a:solidFill>
                <a:srgbClr val="333333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7299" name="Text Box 19"/>
          <p:cNvSpPr txBox="1">
            <a:spLocks noChangeArrowheads="1"/>
          </p:cNvSpPr>
          <p:nvPr/>
        </p:nvSpPr>
        <p:spPr bwMode="auto">
          <a:xfrm>
            <a:off x="541338" y="2349500"/>
            <a:ext cx="677863" cy="106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eaVert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0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方向</a:t>
            </a:r>
            <a:endParaRPr kumimoji="0" lang="zh-CN" altLang="en-US" sz="3200" kern="1200" cap="none" spc="0" normalizeH="0" baseline="0" noProof="0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97300" name="Text Box 20"/>
          <p:cNvSpPr txBox="1">
            <a:spLocks noChangeArrowheads="1"/>
          </p:cNvSpPr>
          <p:nvPr/>
        </p:nvSpPr>
        <p:spPr bwMode="auto">
          <a:xfrm>
            <a:off x="517525" y="3544888"/>
            <a:ext cx="677863" cy="1219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eaVert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0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大小</a:t>
            </a:r>
            <a:endParaRPr kumimoji="0" lang="zh-CN" altLang="en-US" sz="3200" kern="1200" cap="none" spc="0" normalizeH="0" baseline="0" noProof="0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97302" name="Text Box 22"/>
          <p:cNvSpPr txBox="1"/>
          <p:nvPr/>
        </p:nvSpPr>
        <p:spPr>
          <a:xfrm>
            <a:off x="3352800" y="4943475"/>
            <a:ext cx="274320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电场线密度</a:t>
            </a:r>
            <a:endParaRPr lang="zh-CN" altLang="en-US" sz="2800" dirty="0">
              <a:solidFill>
                <a:srgbClr val="333333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7303" name="Rectangle 23"/>
          <p:cNvSpPr/>
          <p:nvPr/>
        </p:nvSpPr>
        <p:spPr>
          <a:xfrm>
            <a:off x="1111250" y="6032500"/>
            <a:ext cx="464820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d</a:t>
            </a: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</a:rPr>
              <a:t>N</a:t>
            </a:r>
            <a:r>
              <a:rPr lang="en-US" altLang="zh-CN" sz="2800" dirty="0">
                <a:solidFill>
                  <a:srgbClr val="333333"/>
                </a:solidFill>
                <a:ea typeface="楷体_GB2312" pitchFamily="49" charset="-122"/>
              </a:rPr>
              <a:t>：</a:t>
            </a:r>
            <a:r>
              <a:rPr lang="zh-CN" altLang="zh-CN" sz="2800" dirty="0">
                <a:solidFill>
                  <a:srgbClr val="333333"/>
                </a:solidFill>
                <a:ea typeface="楷体_GB2312" pitchFamily="49" charset="-122"/>
              </a:rPr>
              <a:t>穿过</a:t>
            </a:r>
            <a:r>
              <a:rPr lang="en-US" altLang="zh-CN" sz="2800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d</a:t>
            </a: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S</a:t>
            </a:r>
            <a:r>
              <a:rPr lang="en-US" altLang="zh-CN" sz="2800" baseline="-25000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</a:t>
            </a:r>
            <a:r>
              <a:rPr lang="en-US" altLang="en-US" sz="2800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的电场线根数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4" name="Group 44"/>
          <p:cNvGrpSpPr/>
          <p:nvPr/>
        </p:nvGrpSpPr>
        <p:grpSpPr>
          <a:xfrm>
            <a:off x="6345238" y="3948113"/>
            <a:ext cx="2306637" cy="2317750"/>
            <a:chOff x="3969" y="2205"/>
            <a:chExt cx="1453" cy="1460"/>
          </a:xfrm>
        </p:grpSpPr>
        <p:graphicFrame>
          <p:nvGraphicFramePr>
            <p:cNvPr id="44052" name="Object 3"/>
            <p:cNvGraphicFramePr>
              <a:graphicFrameLocks noChangeAspect="1"/>
            </p:cNvGraphicFramePr>
            <p:nvPr/>
          </p:nvGraphicFramePr>
          <p:xfrm>
            <a:off x="5148" y="2568"/>
            <a:ext cx="23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3" name="" r:id="rId5" imgW="165100" imgH="190500" progId="Equation.3">
                    <p:embed/>
                  </p:oleObj>
                </mc:Choice>
                <mc:Fallback>
                  <p:oleObj name="" r:id="rId5" imgW="165100" imgH="190500" progId="Equation.3">
                    <p:embed/>
                    <p:pic>
                      <p:nvPicPr>
                        <p:cNvPr id="0" name="图片 329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48" y="2568"/>
                          <a:ext cx="232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3" name="Line 26"/>
            <p:cNvSpPr/>
            <p:nvPr/>
          </p:nvSpPr>
          <p:spPr>
            <a:xfrm>
              <a:off x="3969" y="2931"/>
              <a:ext cx="1451" cy="0"/>
            </a:xfrm>
            <a:prstGeom prst="line">
              <a:avLst/>
            </a:prstGeom>
            <a:ln w="41275" cap="flat" cmpd="sng">
              <a:solidFill>
                <a:srgbClr val="3333FF"/>
              </a:solidFill>
              <a:prstDash val="solid"/>
              <a:headEnd type="arrow" w="med" len="lg"/>
              <a:tailEnd type="arrow" w="med" len="lg"/>
            </a:ln>
          </p:spPr>
        </p:sp>
        <p:sp>
          <p:nvSpPr>
            <p:cNvPr id="44054" name="Line 27"/>
            <p:cNvSpPr/>
            <p:nvPr/>
          </p:nvSpPr>
          <p:spPr>
            <a:xfrm flipV="1">
              <a:off x="4697" y="2209"/>
              <a:ext cx="0" cy="643"/>
            </a:xfrm>
            <a:prstGeom prst="line">
              <a:avLst/>
            </a:prstGeom>
            <a:ln w="41275" cap="flat" cmpd="sng">
              <a:solidFill>
                <a:srgbClr val="3333FF"/>
              </a:solidFill>
              <a:prstDash val="solid"/>
              <a:headEnd type="none" w="med" len="med"/>
              <a:tailEnd type="arrow" w="med" len="lg"/>
            </a:ln>
          </p:spPr>
        </p:sp>
        <p:sp>
          <p:nvSpPr>
            <p:cNvPr id="44055" name="Line 28"/>
            <p:cNvSpPr/>
            <p:nvPr/>
          </p:nvSpPr>
          <p:spPr>
            <a:xfrm>
              <a:off x="4697" y="2974"/>
              <a:ext cx="0" cy="691"/>
            </a:xfrm>
            <a:prstGeom prst="line">
              <a:avLst/>
            </a:prstGeom>
            <a:ln w="41275" cap="flat" cmpd="sng">
              <a:solidFill>
                <a:srgbClr val="3333FF"/>
              </a:solidFill>
              <a:prstDash val="solid"/>
              <a:headEnd type="none" w="med" len="med"/>
              <a:tailEnd type="arrow" w="med" len="lg"/>
            </a:ln>
          </p:spPr>
        </p:sp>
        <p:graphicFrame>
          <p:nvGraphicFramePr>
            <p:cNvPr id="44056" name="Object 4"/>
            <p:cNvGraphicFramePr>
              <a:graphicFrameLocks noChangeAspect="1"/>
            </p:cNvGraphicFramePr>
            <p:nvPr/>
          </p:nvGraphicFramePr>
          <p:xfrm>
            <a:off x="4501" y="3045"/>
            <a:ext cx="213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4" name="" r:id="rId7" imgW="127000" imgH="165100" progId="Equation.3">
                    <p:embed/>
                  </p:oleObj>
                </mc:Choice>
                <mc:Fallback>
                  <p:oleObj name="" r:id="rId7" imgW="127000" imgH="165100" progId="Equation.3">
                    <p:embed/>
                    <p:pic>
                      <p:nvPicPr>
                        <p:cNvPr id="0" name="图片 329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501" y="3045"/>
                          <a:ext cx="213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7" name="Oval 40"/>
            <p:cNvSpPr/>
            <p:nvPr/>
          </p:nvSpPr>
          <p:spPr>
            <a:xfrm>
              <a:off x="3969" y="2205"/>
              <a:ext cx="1451" cy="145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58" name="Line 42"/>
            <p:cNvSpPr/>
            <p:nvPr/>
          </p:nvSpPr>
          <p:spPr>
            <a:xfrm rot="2700000">
              <a:off x="3968" y="2930"/>
              <a:ext cx="1451" cy="0"/>
            </a:xfrm>
            <a:prstGeom prst="line">
              <a:avLst/>
            </a:prstGeom>
            <a:ln w="41275" cap="flat" cmpd="sng">
              <a:solidFill>
                <a:srgbClr val="3333FF"/>
              </a:solidFill>
              <a:prstDash val="solid"/>
              <a:headEnd type="arrow" w="med" len="lg"/>
              <a:tailEnd type="arrow" w="med" len="lg"/>
            </a:ln>
          </p:spPr>
        </p:sp>
        <p:sp>
          <p:nvSpPr>
            <p:cNvPr id="44059" name="Line 43"/>
            <p:cNvSpPr/>
            <p:nvPr/>
          </p:nvSpPr>
          <p:spPr>
            <a:xfrm rot="8100000">
              <a:off x="3971" y="2936"/>
              <a:ext cx="1451" cy="0"/>
            </a:xfrm>
            <a:prstGeom prst="line">
              <a:avLst/>
            </a:prstGeom>
            <a:ln w="41275" cap="flat" cmpd="sng">
              <a:solidFill>
                <a:srgbClr val="3333FF"/>
              </a:solidFill>
              <a:prstDash val="solid"/>
              <a:headEnd type="arrow" w="med" len="lg"/>
              <a:tailEnd type="arrow" w="med" len="lg"/>
            </a:ln>
          </p:spPr>
        </p:sp>
        <p:sp>
          <p:nvSpPr>
            <p:cNvPr id="44060" name="Oval 37"/>
            <p:cNvSpPr/>
            <p:nvPr/>
          </p:nvSpPr>
          <p:spPr>
            <a:xfrm>
              <a:off x="4604" y="2840"/>
              <a:ext cx="181" cy="1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6699"/>
                </a:gs>
              </a:gsLst>
              <a:path path="shape">
                <a:fillToRect l="50000" t="50000" r="50000" b="50000"/>
              </a:path>
              <a:tileRect/>
            </a:gradFill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333333"/>
                  </a:solidFill>
                  <a:latin typeface="Arial" panose="020B0604020202020204" pitchFamily="34" charset="0"/>
                </a:rPr>
                <a:t>+</a:t>
              </a:r>
              <a:endParaRPr lang="en-US" altLang="zh-CN" sz="2000" dirty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97325" name="AutoShape 45"/>
          <p:cNvSpPr/>
          <p:nvPr/>
        </p:nvSpPr>
        <p:spPr>
          <a:xfrm>
            <a:off x="1871663" y="4852988"/>
            <a:ext cx="792162" cy="936625"/>
          </a:xfrm>
          <a:prstGeom prst="wedgeRectCallout">
            <a:avLst>
              <a:gd name="adj1" fmla="val 137139"/>
              <a:gd name="adj2" fmla="val -19750"/>
            </a:avLst>
          </a:prstGeom>
          <a:solidFill>
            <a:srgbClr val="FFCC00">
              <a:alpha val="18823"/>
            </a:srgbClr>
          </a:solidFill>
          <a:ln w="2857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97326" name="Oval 46"/>
          <p:cNvSpPr/>
          <p:nvPr/>
        </p:nvSpPr>
        <p:spPr>
          <a:xfrm>
            <a:off x="7078663" y="2665413"/>
            <a:ext cx="107950" cy="107950"/>
          </a:xfrm>
          <a:prstGeom prst="ellipse">
            <a:avLst/>
          </a:prstGeom>
          <a:gradFill rotWithShape="1">
            <a:gsLst>
              <a:gs pos="0">
                <a:srgbClr val="FF0000">
                  <a:alpha val="75000"/>
                </a:srgbClr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  <a:tileRect/>
          </a:gra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34" name="Text Box 30"/>
          <p:cNvSpPr txBox="1"/>
          <p:nvPr/>
        </p:nvSpPr>
        <p:spPr>
          <a:xfrm>
            <a:off x="525463" y="552450"/>
            <a:ext cx="756126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Gauss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 Law of Electrostatic Fields</a:t>
            </a:r>
            <a:endParaRPr lang="en-US" altLang="zh-CN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97289" name="Line 9"/>
          <p:cNvSpPr/>
          <p:nvPr/>
        </p:nvSpPr>
        <p:spPr>
          <a:xfrm rot="3100542" flipH="1" flipV="1">
            <a:off x="7539038" y="1852613"/>
            <a:ext cx="0" cy="1057275"/>
          </a:xfrm>
          <a:prstGeom prst="line">
            <a:avLst/>
          </a:prstGeom>
          <a:ln w="41275" cap="flat" cmpd="sng">
            <a:solidFill>
              <a:srgbClr val="3333FF"/>
            </a:solidFill>
            <a:prstDash val="solid"/>
            <a:headEnd type="none" w="med" len="med"/>
            <a:tailEnd type="arrow" w="med" len="lg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7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7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7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7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7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9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97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9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97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9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/>
      <p:bldP spid="97284" grpId="0"/>
      <p:bldP spid="97285" grpId="0"/>
      <p:bldP spid="97286" grpId="0"/>
      <p:bldP spid="97297" grpId="0" animBg="1"/>
      <p:bldP spid="97298" grpId="0"/>
      <p:bldP spid="97299" grpId="0"/>
      <p:bldP spid="97300" grpId="0"/>
      <p:bldP spid="97302" grpId="0"/>
      <p:bldP spid="97303" grpId="0"/>
      <p:bldP spid="97325" grpId="0" animBg="1"/>
      <p:bldP spid="97326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Slide Number Placeholder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128"/>
          <p:cNvGrpSpPr/>
          <p:nvPr/>
        </p:nvGrpSpPr>
        <p:grpSpPr>
          <a:xfrm>
            <a:off x="0" y="207963"/>
            <a:ext cx="5257800" cy="2895600"/>
            <a:chOff x="0" y="255"/>
            <a:chExt cx="3312" cy="1824"/>
          </a:xfrm>
        </p:grpSpPr>
        <p:sp>
          <p:nvSpPr>
            <p:cNvPr id="46146" name="Freeform 5"/>
            <p:cNvSpPr/>
            <p:nvPr/>
          </p:nvSpPr>
          <p:spPr>
            <a:xfrm>
              <a:off x="1197" y="1176"/>
              <a:ext cx="1096" cy="903"/>
            </a:xfrm>
            <a:custGeom>
              <a:avLst/>
              <a:gdLst>
                <a:gd name="txL" fmla="*/ 0 w 1620"/>
                <a:gd name="txT" fmla="*/ 0 h 1759"/>
                <a:gd name="txR" fmla="*/ 1620 w 1620"/>
                <a:gd name="txB" fmla="*/ 1759 h 1759"/>
              </a:gdLst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1620" h="1759">
                  <a:moveTo>
                    <a:pt x="1620" y="0"/>
                  </a:moveTo>
                  <a:lnTo>
                    <a:pt x="1620" y="16"/>
                  </a:lnTo>
                  <a:lnTo>
                    <a:pt x="1620" y="31"/>
                  </a:lnTo>
                  <a:lnTo>
                    <a:pt x="1619" y="120"/>
                  </a:lnTo>
                  <a:lnTo>
                    <a:pt x="1616" y="208"/>
                  </a:lnTo>
                  <a:lnTo>
                    <a:pt x="1610" y="294"/>
                  </a:lnTo>
                  <a:lnTo>
                    <a:pt x="1602" y="379"/>
                  </a:lnTo>
                  <a:lnTo>
                    <a:pt x="1593" y="463"/>
                  </a:lnTo>
                  <a:lnTo>
                    <a:pt x="1581" y="545"/>
                  </a:lnTo>
                  <a:lnTo>
                    <a:pt x="1568" y="625"/>
                  </a:lnTo>
                  <a:lnTo>
                    <a:pt x="1552" y="704"/>
                  </a:lnTo>
                  <a:lnTo>
                    <a:pt x="1535" y="780"/>
                  </a:lnTo>
                  <a:lnTo>
                    <a:pt x="1516" y="855"/>
                  </a:lnTo>
                  <a:lnTo>
                    <a:pt x="1495" y="927"/>
                  </a:lnTo>
                  <a:lnTo>
                    <a:pt x="1472" y="997"/>
                  </a:lnTo>
                  <a:lnTo>
                    <a:pt x="1448" y="1065"/>
                  </a:lnTo>
                  <a:lnTo>
                    <a:pt x="1423" y="1130"/>
                  </a:lnTo>
                  <a:lnTo>
                    <a:pt x="1396" y="1193"/>
                  </a:lnTo>
                  <a:lnTo>
                    <a:pt x="1367" y="1253"/>
                  </a:lnTo>
                  <a:lnTo>
                    <a:pt x="1337" y="1310"/>
                  </a:lnTo>
                  <a:lnTo>
                    <a:pt x="1306" y="1364"/>
                  </a:lnTo>
                  <a:lnTo>
                    <a:pt x="1273" y="1416"/>
                  </a:lnTo>
                  <a:lnTo>
                    <a:pt x="1239" y="1464"/>
                  </a:lnTo>
                  <a:lnTo>
                    <a:pt x="1204" y="1509"/>
                  </a:lnTo>
                  <a:lnTo>
                    <a:pt x="1168" y="1550"/>
                  </a:lnTo>
                  <a:lnTo>
                    <a:pt x="1131" y="1589"/>
                  </a:lnTo>
                  <a:lnTo>
                    <a:pt x="1092" y="1623"/>
                  </a:lnTo>
                  <a:lnTo>
                    <a:pt x="1053" y="1654"/>
                  </a:lnTo>
                  <a:lnTo>
                    <a:pt x="1013" y="1681"/>
                  </a:lnTo>
                  <a:lnTo>
                    <a:pt x="972" y="1705"/>
                  </a:lnTo>
                  <a:lnTo>
                    <a:pt x="951" y="1715"/>
                  </a:lnTo>
                  <a:lnTo>
                    <a:pt x="930" y="1724"/>
                  </a:lnTo>
                  <a:lnTo>
                    <a:pt x="909" y="1732"/>
                  </a:lnTo>
                  <a:lnTo>
                    <a:pt x="888" y="1739"/>
                  </a:lnTo>
                  <a:lnTo>
                    <a:pt x="866" y="1745"/>
                  </a:lnTo>
                  <a:lnTo>
                    <a:pt x="844" y="1750"/>
                  </a:lnTo>
                  <a:lnTo>
                    <a:pt x="822" y="1754"/>
                  </a:lnTo>
                  <a:lnTo>
                    <a:pt x="800" y="1757"/>
                  </a:lnTo>
                  <a:lnTo>
                    <a:pt x="778" y="1758"/>
                  </a:lnTo>
                  <a:lnTo>
                    <a:pt x="756" y="1759"/>
                  </a:lnTo>
                  <a:lnTo>
                    <a:pt x="727" y="1758"/>
                  </a:lnTo>
                  <a:lnTo>
                    <a:pt x="697" y="1755"/>
                  </a:lnTo>
                  <a:lnTo>
                    <a:pt x="668" y="1750"/>
                  </a:lnTo>
                  <a:lnTo>
                    <a:pt x="639" y="1743"/>
                  </a:lnTo>
                  <a:lnTo>
                    <a:pt x="611" y="1734"/>
                  </a:lnTo>
                  <a:lnTo>
                    <a:pt x="582" y="1724"/>
                  </a:lnTo>
                  <a:lnTo>
                    <a:pt x="554" y="1711"/>
                  </a:lnTo>
                  <a:lnTo>
                    <a:pt x="526" y="1697"/>
                  </a:lnTo>
                  <a:lnTo>
                    <a:pt x="499" y="1681"/>
                  </a:lnTo>
                  <a:lnTo>
                    <a:pt x="472" y="1663"/>
                  </a:lnTo>
                  <a:lnTo>
                    <a:pt x="445" y="1643"/>
                  </a:lnTo>
                  <a:lnTo>
                    <a:pt x="418" y="1622"/>
                  </a:lnTo>
                  <a:lnTo>
                    <a:pt x="392" y="1599"/>
                  </a:lnTo>
                  <a:lnTo>
                    <a:pt x="366" y="1574"/>
                  </a:lnTo>
                  <a:lnTo>
                    <a:pt x="341" y="1547"/>
                  </a:lnTo>
                  <a:lnTo>
                    <a:pt x="317" y="1519"/>
                  </a:lnTo>
                  <a:lnTo>
                    <a:pt x="292" y="1489"/>
                  </a:lnTo>
                  <a:lnTo>
                    <a:pt x="268" y="1458"/>
                  </a:lnTo>
                  <a:lnTo>
                    <a:pt x="245" y="1425"/>
                  </a:lnTo>
                  <a:lnTo>
                    <a:pt x="223" y="1391"/>
                  </a:lnTo>
                  <a:lnTo>
                    <a:pt x="200" y="1355"/>
                  </a:lnTo>
                  <a:lnTo>
                    <a:pt x="179" y="1318"/>
                  </a:lnTo>
                  <a:lnTo>
                    <a:pt x="158" y="1279"/>
                  </a:lnTo>
                  <a:lnTo>
                    <a:pt x="138" y="1239"/>
                  </a:lnTo>
                  <a:lnTo>
                    <a:pt x="118" y="1197"/>
                  </a:lnTo>
                  <a:lnTo>
                    <a:pt x="99" y="1154"/>
                  </a:lnTo>
                  <a:lnTo>
                    <a:pt x="81" y="1110"/>
                  </a:lnTo>
                  <a:lnTo>
                    <a:pt x="63" y="1064"/>
                  </a:lnTo>
                  <a:lnTo>
                    <a:pt x="46" y="1017"/>
                  </a:lnTo>
                  <a:lnTo>
                    <a:pt x="30" y="969"/>
                  </a:lnTo>
                  <a:lnTo>
                    <a:pt x="15" y="920"/>
                  </a:lnTo>
                  <a:lnTo>
                    <a:pt x="0" y="869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47" name="Freeform 6"/>
            <p:cNvSpPr/>
            <p:nvPr/>
          </p:nvSpPr>
          <p:spPr>
            <a:xfrm>
              <a:off x="1150" y="1491"/>
              <a:ext cx="45" cy="53"/>
            </a:xfrm>
            <a:custGeom>
              <a:avLst/>
              <a:gdLst>
                <a:gd name="txL" fmla="*/ 0 w 65"/>
                <a:gd name="txT" fmla="*/ 0 h 104"/>
                <a:gd name="txR" fmla="*/ 65 w 65"/>
                <a:gd name="txB" fmla="*/ 104 h 104"/>
              </a:gdLst>
              <a:ahLst/>
              <a:cxnLst>
                <a:cxn ang="0">
                  <a:pos x="1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65" h="104">
                  <a:moveTo>
                    <a:pt x="65" y="87"/>
                  </a:moveTo>
                  <a:lnTo>
                    <a:pt x="7" y="0"/>
                  </a:lnTo>
                  <a:lnTo>
                    <a:pt x="0" y="104"/>
                  </a:lnTo>
                  <a:lnTo>
                    <a:pt x="24" y="66"/>
                  </a:lnTo>
                  <a:lnTo>
                    <a:pt x="65" y="87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48" name="Freeform 7"/>
            <p:cNvSpPr/>
            <p:nvPr/>
          </p:nvSpPr>
          <p:spPr>
            <a:xfrm>
              <a:off x="1122" y="1192"/>
              <a:ext cx="1171" cy="887"/>
            </a:xfrm>
            <a:custGeom>
              <a:avLst/>
              <a:gdLst>
                <a:gd name="txL" fmla="*/ 0 w 1728"/>
                <a:gd name="txT" fmla="*/ 0 h 1728"/>
                <a:gd name="txR" fmla="*/ 1728 w 1728"/>
                <a:gd name="txB" fmla="*/ 1728 h 1728"/>
              </a:gdLst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1728" h="1728">
                  <a:moveTo>
                    <a:pt x="1728" y="18"/>
                  </a:moveTo>
                  <a:lnTo>
                    <a:pt x="1726" y="106"/>
                  </a:lnTo>
                  <a:lnTo>
                    <a:pt x="1723" y="193"/>
                  </a:lnTo>
                  <a:lnTo>
                    <a:pt x="1717" y="279"/>
                  </a:lnTo>
                  <a:lnTo>
                    <a:pt x="1709" y="363"/>
                  </a:lnTo>
                  <a:lnTo>
                    <a:pt x="1699" y="446"/>
                  </a:lnTo>
                  <a:lnTo>
                    <a:pt x="1687" y="527"/>
                  </a:lnTo>
                  <a:lnTo>
                    <a:pt x="1673" y="607"/>
                  </a:lnTo>
                  <a:lnTo>
                    <a:pt x="1658" y="685"/>
                  </a:lnTo>
                  <a:lnTo>
                    <a:pt x="1640" y="761"/>
                  </a:lnTo>
                  <a:lnTo>
                    <a:pt x="1621" y="834"/>
                  </a:lnTo>
                  <a:lnTo>
                    <a:pt x="1600" y="906"/>
                  </a:lnTo>
                  <a:lnTo>
                    <a:pt x="1577" y="975"/>
                  </a:lnTo>
                  <a:lnTo>
                    <a:pt x="1553" y="1042"/>
                  </a:lnTo>
                  <a:lnTo>
                    <a:pt x="1528" y="1107"/>
                  </a:lnTo>
                  <a:lnTo>
                    <a:pt x="1500" y="1169"/>
                  </a:lnTo>
                  <a:lnTo>
                    <a:pt x="1472" y="1228"/>
                  </a:lnTo>
                  <a:lnTo>
                    <a:pt x="1442" y="1285"/>
                  </a:lnTo>
                  <a:lnTo>
                    <a:pt x="1411" y="1338"/>
                  </a:lnTo>
                  <a:lnTo>
                    <a:pt x="1378" y="1389"/>
                  </a:lnTo>
                  <a:lnTo>
                    <a:pt x="1344" y="1437"/>
                  </a:lnTo>
                  <a:lnTo>
                    <a:pt x="1309" y="1481"/>
                  </a:lnTo>
                  <a:lnTo>
                    <a:pt x="1273" y="1522"/>
                  </a:lnTo>
                  <a:lnTo>
                    <a:pt x="1236" y="1560"/>
                  </a:lnTo>
                  <a:lnTo>
                    <a:pt x="1198" y="1594"/>
                  </a:lnTo>
                  <a:lnTo>
                    <a:pt x="1159" y="1625"/>
                  </a:lnTo>
                  <a:lnTo>
                    <a:pt x="1119" y="1651"/>
                  </a:lnTo>
                  <a:lnTo>
                    <a:pt x="1079" y="1674"/>
                  </a:lnTo>
                  <a:lnTo>
                    <a:pt x="1058" y="1684"/>
                  </a:lnTo>
                  <a:lnTo>
                    <a:pt x="1037" y="1693"/>
                  </a:lnTo>
                  <a:lnTo>
                    <a:pt x="1016" y="1701"/>
                  </a:lnTo>
                  <a:lnTo>
                    <a:pt x="995" y="1708"/>
                  </a:lnTo>
                  <a:lnTo>
                    <a:pt x="973" y="1714"/>
                  </a:lnTo>
                  <a:lnTo>
                    <a:pt x="952" y="1719"/>
                  </a:lnTo>
                  <a:lnTo>
                    <a:pt x="930" y="1723"/>
                  </a:lnTo>
                  <a:lnTo>
                    <a:pt x="908" y="1726"/>
                  </a:lnTo>
                  <a:lnTo>
                    <a:pt x="886" y="1727"/>
                  </a:lnTo>
                  <a:lnTo>
                    <a:pt x="864" y="1728"/>
                  </a:lnTo>
                  <a:lnTo>
                    <a:pt x="842" y="1727"/>
                  </a:lnTo>
                  <a:lnTo>
                    <a:pt x="820" y="1726"/>
                  </a:lnTo>
                  <a:lnTo>
                    <a:pt x="798" y="1723"/>
                  </a:lnTo>
                  <a:lnTo>
                    <a:pt x="776" y="1719"/>
                  </a:lnTo>
                  <a:lnTo>
                    <a:pt x="754" y="1714"/>
                  </a:lnTo>
                  <a:lnTo>
                    <a:pt x="732" y="1708"/>
                  </a:lnTo>
                  <a:lnTo>
                    <a:pt x="711" y="1701"/>
                  </a:lnTo>
                  <a:lnTo>
                    <a:pt x="690" y="1693"/>
                  </a:lnTo>
                  <a:lnTo>
                    <a:pt x="669" y="1684"/>
                  </a:lnTo>
                  <a:lnTo>
                    <a:pt x="648" y="1674"/>
                  </a:lnTo>
                  <a:lnTo>
                    <a:pt x="607" y="1650"/>
                  </a:lnTo>
                  <a:lnTo>
                    <a:pt x="567" y="1623"/>
                  </a:lnTo>
                  <a:lnTo>
                    <a:pt x="528" y="1592"/>
                  </a:lnTo>
                  <a:lnTo>
                    <a:pt x="490" y="1558"/>
                  </a:lnTo>
                  <a:lnTo>
                    <a:pt x="452" y="1519"/>
                  </a:lnTo>
                  <a:lnTo>
                    <a:pt x="416" y="1478"/>
                  </a:lnTo>
                  <a:lnTo>
                    <a:pt x="381" y="1433"/>
                  </a:lnTo>
                  <a:lnTo>
                    <a:pt x="347" y="1385"/>
                  </a:lnTo>
                  <a:lnTo>
                    <a:pt x="315" y="1333"/>
                  </a:lnTo>
                  <a:lnTo>
                    <a:pt x="283" y="1279"/>
                  </a:lnTo>
                  <a:lnTo>
                    <a:pt x="253" y="1222"/>
                  </a:lnTo>
                  <a:lnTo>
                    <a:pt x="225" y="1162"/>
                  </a:lnTo>
                  <a:lnTo>
                    <a:pt x="197" y="1099"/>
                  </a:lnTo>
                  <a:lnTo>
                    <a:pt x="172" y="1034"/>
                  </a:lnTo>
                  <a:lnTo>
                    <a:pt x="148" y="966"/>
                  </a:lnTo>
                  <a:lnTo>
                    <a:pt x="125" y="896"/>
                  </a:lnTo>
                  <a:lnTo>
                    <a:pt x="104" y="824"/>
                  </a:lnTo>
                  <a:lnTo>
                    <a:pt x="85" y="749"/>
                  </a:lnTo>
                  <a:lnTo>
                    <a:pt x="68" y="673"/>
                  </a:lnTo>
                  <a:lnTo>
                    <a:pt x="52" y="594"/>
                  </a:lnTo>
                  <a:lnTo>
                    <a:pt x="39" y="514"/>
                  </a:lnTo>
                  <a:lnTo>
                    <a:pt x="27" y="432"/>
                  </a:lnTo>
                  <a:lnTo>
                    <a:pt x="18" y="348"/>
                  </a:lnTo>
                  <a:lnTo>
                    <a:pt x="10" y="263"/>
                  </a:lnTo>
                  <a:lnTo>
                    <a:pt x="4" y="177"/>
                  </a:lnTo>
                  <a:lnTo>
                    <a:pt x="1" y="89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49" name="Freeform 8"/>
            <p:cNvSpPr/>
            <p:nvPr/>
          </p:nvSpPr>
          <p:spPr>
            <a:xfrm>
              <a:off x="1183" y="937"/>
              <a:ext cx="1026" cy="153"/>
            </a:xfrm>
            <a:custGeom>
              <a:avLst/>
              <a:gdLst>
                <a:gd name="txL" fmla="*/ 0 w 1506"/>
                <a:gd name="txT" fmla="*/ 0 h 298"/>
                <a:gd name="txR" fmla="*/ 1506 w 1506"/>
                <a:gd name="txB" fmla="*/ 298 h 298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1506" h="298">
                  <a:moveTo>
                    <a:pt x="0" y="298"/>
                  </a:moveTo>
                  <a:lnTo>
                    <a:pt x="43" y="263"/>
                  </a:lnTo>
                  <a:lnTo>
                    <a:pt x="86" y="230"/>
                  </a:lnTo>
                  <a:lnTo>
                    <a:pt x="131" y="199"/>
                  </a:lnTo>
                  <a:lnTo>
                    <a:pt x="176" y="170"/>
                  </a:lnTo>
                  <a:lnTo>
                    <a:pt x="223" y="143"/>
                  </a:lnTo>
                  <a:lnTo>
                    <a:pt x="270" y="119"/>
                  </a:lnTo>
                  <a:lnTo>
                    <a:pt x="318" y="97"/>
                  </a:lnTo>
                  <a:lnTo>
                    <a:pt x="367" y="77"/>
                  </a:lnTo>
                  <a:lnTo>
                    <a:pt x="416" y="59"/>
                  </a:lnTo>
                  <a:lnTo>
                    <a:pt x="467" y="43"/>
                  </a:lnTo>
                  <a:lnTo>
                    <a:pt x="517" y="30"/>
                  </a:lnTo>
                  <a:lnTo>
                    <a:pt x="568" y="19"/>
                  </a:lnTo>
                  <a:lnTo>
                    <a:pt x="620" y="11"/>
                  </a:lnTo>
                  <a:lnTo>
                    <a:pt x="671" y="5"/>
                  </a:lnTo>
                  <a:lnTo>
                    <a:pt x="724" y="1"/>
                  </a:lnTo>
                  <a:lnTo>
                    <a:pt x="776" y="0"/>
                  </a:lnTo>
                  <a:lnTo>
                    <a:pt x="825" y="1"/>
                  </a:lnTo>
                  <a:lnTo>
                    <a:pt x="873" y="4"/>
                  </a:lnTo>
                  <a:lnTo>
                    <a:pt x="922" y="10"/>
                  </a:lnTo>
                  <a:lnTo>
                    <a:pt x="970" y="17"/>
                  </a:lnTo>
                  <a:lnTo>
                    <a:pt x="1017" y="26"/>
                  </a:lnTo>
                  <a:lnTo>
                    <a:pt x="1065" y="38"/>
                  </a:lnTo>
                  <a:lnTo>
                    <a:pt x="1111" y="51"/>
                  </a:lnTo>
                  <a:lnTo>
                    <a:pt x="1158" y="67"/>
                  </a:lnTo>
                  <a:lnTo>
                    <a:pt x="1204" y="84"/>
                  </a:lnTo>
                  <a:lnTo>
                    <a:pt x="1249" y="104"/>
                  </a:lnTo>
                  <a:lnTo>
                    <a:pt x="1294" y="125"/>
                  </a:lnTo>
                  <a:lnTo>
                    <a:pt x="1338" y="149"/>
                  </a:lnTo>
                  <a:lnTo>
                    <a:pt x="1381" y="174"/>
                  </a:lnTo>
                  <a:lnTo>
                    <a:pt x="1424" y="201"/>
                  </a:lnTo>
                  <a:lnTo>
                    <a:pt x="1465" y="230"/>
                  </a:lnTo>
                  <a:lnTo>
                    <a:pt x="1506" y="261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50" name="Freeform 9"/>
            <p:cNvSpPr/>
            <p:nvPr/>
          </p:nvSpPr>
          <p:spPr>
            <a:xfrm>
              <a:off x="328" y="373"/>
              <a:ext cx="727" cy="709"/>
            </a:xfrm>
            <a:custGeom>
              <a:avLst/>
              <a:gdLst>
                <a:gd name="txL" fmla="*/ 0 w 576"/>
                <a:gd name="txT" fmla="*/ 0 h 533"/>
                <a:gd name="txR" fmla="*/ 576 w 576"/>
                <a:gd name="txB" fmla="*/ 533 h 533"/>
              </a:gdLst>
              <a:ahLst/>
              <a:cxnLst>
                <a:cxn ang="0">
                  <a:pos x="38087" y="90612"/>
                </a:cxn>
                <a:cxn ang="0">
                  <a:pos x="35334" y="87041"/>
                </a:cxn>
                <a:cxn ang="0">
                  <a:pos x="32742" y="82934"/>
                </a:cxn>
                <a:cxn ang="0">
                  <a:pos x="30051" y="78907"/>
                </a:cxn>
                <a:cxn ang="0">
                  <a:pos x="27406" y="74211"/>
                </a:cxn>
                <a:cxn ang="0">
                  <a:pos x="24935" y="69588"/>
                </a:cxn>
                <a:cxn ang="0">
                  <a:pos x="22423" y="64337"/>
                </a:cxn>
                <a:cxn ang="0">
                  <a:pos x="19926" y="59137"/>
                </a:cxn>
                <a:cxn ang="0">
                  <a:pos x="17520" y="53543"/>
                </a:cxn>
                <a:cxn ang="0">
                  <a:pos x="15161" y="47713"/>
                </a:cxn>
                <a:cxn ang="0">
                  <a:pos x="12829" y="41711"/>
                </a:cxn>
                <a:cxn ang="0">
                  <a:pos x="10533" y="35414"/>
                </a:cxn>
                <a:cxn ang="0">
                  <a:pos x="8345" y="28723"/>
                </a:cxn>
                <a:cxn ang="0">
                  <a:pos x="6149" y="22026"/>
                </a:cxn>
                <a:cxn ang="0">
                  <a:pos x="4005" y="14817"/>
                </a:cxn>
                <a:cxn ang="0">
                  <a:pos x="1992" y="7529"/>
                </a:cxn>
                <a:cxn ang="0">
                  <a:pos x="0" y="0"/>
                </a:cxn>
              </a:cxnLst>
              <a:rect l="txL" t="txT" r="txR" b="txB"/>
              <a:pathLst>
                <a:path w="576" h="533">
                  <a:moveTo>
                    <a:pt x="576" y="533"/>
                  </a:moveTo>
                  <a:lnTo>
                    <a:pt x="535" y="512"/>
                  </a:lnTo>
                  <a:lnTo>
                    <a:pt x="495" y="488"/>
                  </a:lnTo>
                  <a:lnTo>
                    <a:pt x="455" y="464"/>
                  </a:lnTo>
                  <a:lnTo>
                    <a:pt x="415" y="437"/>
                  </a:lnTo>
                  <a:lnTo>
                    <a:pt x="377" y="409"/>
                  </a:lnTo>
                  <a:lnTo>
                    <a:pt x="339" y="379"/>
                  </a:lnTo>
                  <a:lnTo>
                    <a:pt x="301" y="348"/>
                  </a:lnTo>
                  <a:lnTo>
                    <a:pt x="265" y="315"/>
                  </a:lnTo>
                  <a:lnTo>
                    <a:pt x="229" y="281"/>
                  </a:lnTo>
                  <a:lnTo>
                    <a:pt x="194" y="245"/>
                  </a:lnTo>
                  <a:lnTo>
                    <a:pt x="159" y="208"/>
                  </a:lnTo>
                  <a:lnTo>
                    <a:pt x="126" y="169"/>
                  </a:lnTo>
                  <a:lnTo>
                    <a:pt x="93" y="129"/>
                  </a:lnTo>
                  <a:lnTo>
                    <a:pt x="61" y="87"/>
                  </a:lnTo>
                  <a:lnTo>
                    <a:pt x="30" y="44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51" name="Freeform 10"/>
            <p:cNvSpPr/>
            <p:nvPr/>
          </p:nvSpPr>
          <p:spPr>
            <a:xfrm>
              <a:off x="109" y="667"/>
              <a:ext cx="947" cy="426"/>
            </a:xfrm>
            <a:custGeom>
              <a:avLst/>
              <a:gdLst>
                <a:gd name="txL" fmla="*/ 0 w 803"/>
                <a:gd name="txT" fmla="*/ 0 h 241"/>
                <a:gd name="txR" fmla="*/ 803 w 803"/>
                <a:gd name="txB" fmla="*/ 241 h 241"/>
              </a:gdLst>
              <a:ahLst/>
              <a:cxnLst>
                <a:cxn ang="0">
                  <a:pos x="15630" y="6841099"/>
                </a:cxn>
                <a:cxn ang="0">
                  <a:pos x="14607" y="6802677"/>
                </a:cxn>
                <a:cxn ang="0">
                  <a:pos x="13588" y="6733888"/>
                </a:cxn>
                <a:cxn ang="0">
                  <a:pos x="12565" y="6586819"/>
                </a:cxn>
                <a:cxn ang="0">
                  <a:pos x="11540" y="6401514"/>
                </a:cxn>
                <a:cxn ang="0">
                  <a:pos x="10531" y="6166301"/>
                </a:cxn>
                <a:cxn ang="0">
                  <a:pos x="9540" y="5843674"/>
                </a:cxn>
                <a:cxn ang="0">
                  <a:pos x="8532" y="5503924"/>
                </a:cxn>
                <a:cxn ang="0">
                  <a:pos x="7561" y="5101903"/>
                </a:cxn>
                <a:cxn ang="0">
                  <a:pos x="6555" y="4660882"/>
                </a:cxn>
                <a:cxn ang="0">
                  <a:pos x="5585" y="4143265"/>
                </a:cxn>
                <a:cxn ang="0">
                  <a:pos x="4624" y="3576060"/>
                </a:cxn>
                <a:cxn ang="0">
                  <a:pos x="3687" y="2950619"/>
                </a:cxn>
                <a:cxn ang="0">
                  <a:pos x="2747" y="2296598"/>
                </a:cxn>
                <a:cxn ang="0">
                  <a:pos x="1810" y="1587513"/>
                </a:cxn>
                <a:cxn ang="0">
                  <a:pos x="889" y="818114"/>
                </a:cxn>
                <a:cxn ang="0">
                  <a:pos x="0" y="0"/>
                </a:cxn>
              </a:cxnLst>
              <a:rect l="txL" t="txT" r="txR" b="txB"/>
              <a:pathLst>
                <a:path w="803" h="241">
                  <a:moveTo>
                    <a:pt x="803" y="241"/>
                  </a:moveTo>
                  <a:lnTo>
                    <a:pt x="750" y="240"/>
                  </a:lnTo>
                  <a:lnTo>
                    <a:pt x="698" y="237"/>
                  </a:lnTo>
                  <a:lnTo>
                    <a:pt x="645" y="232"/>
                  </a:lnTo>
                  <a:lnTo>
                    <a:pt x="593" y="226"/>
                  </a:lnTo>
                  <a:lnTo>
                    <a:pt x="541" y="217"/>
                  </a:lnTo>
                  <a:lnTo>
                    <a:pt x="490" y="206"/>
                  </a:lnTo>
                  <a:lnTo>
                    <a:pt x="438" y="194"/>
                  </a:lnTo>
                  <a:lnTo>
                    <a:pt x="388" y="180"/>
                  </a:lnTo>
                  <a:lnTo>
                    <a:pt x="337" y="164"/>
                  </a:lnTo>
                  <a:lnTo>
                    <a:pt x="287" y="146"/>
                  </a:lnTo>
                  <a:lnTo>
                    <a:pt x="238" y="126"/>
                  </a:lnTo>
                  <a:lnTo>
                    <a:pt x="189" y="104"/>
                  </a:lnTo>
                  <a:lnTo>
                    <a:pt x="141" y="81"/>
                  </a:lnTo>
                  <a:lnTo>
                    <a:pt x="93" y="56"/>
                  </a:lnTo>
                  <a:lnTo>
                    <a:pt x="46" y="29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52" name="Freeform 11"/>
            <p:cNvSpPr/>
            <p:nvPr/>
          </p:nvSpPr>
          <p:spPr>
            <a:xfrm>
              <a:off x="940" y="724"/>
              <a:ext cx="148" cy="345"/>
            </a:xfrm>
            <a:custGeom>
              <a:avLst/>
              <a:gdLst>
                <a:gd name="txL" fmla="*/ 0 w 217"/>
                <a:gd name="txT" fmla="*/ 0 h 673"/>
                <a:gd name="txR" fmla="*/ 217 w 217"/>
                <a:gd name="txB" fmla="*/ 673 h 673"/>
              </a:gdLst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0"/>
                </a:cxn>
              </a:cxnLst>
              <a:rect l="txL" t="txT" r="txR" b="txB"/>
              <a:pathLst>
                <a:path w="217" h="673">
                  <a:moveTo>
                    <a:pt x="217" y="673"/>
                  </a:moveTo>
                  <a:lnTo>
                    <a:pt x="200" y="646"/>
                  </a:lnTo>
                  <a:lnTo>
                    <a:pt x="184" y="616"/>
                  </a:lnTo>
                  <a:lnTo>
                    <a:pt x="168" y="584"/>
                  </a:lnTo>
                  <a:lnTo>
                    <a:pt x="152" y="550"/>
                  </a:lnTo>
                  <a:lnTo>
                    <a:pt x="137" y="514"/>
                  </a:lnTo>
                  <a:lnTo>
                    <a:pt x="122" y="476"/>
                  </a:lnTo>
                  <a:lnTo>
                    <a:pt x="108" y="437"/>
                  </a:lnTo>
                  <a:lnTo>
                    <a:pt x="94" y="395"/>
                  </a:lnTo>
                  <a:lnTo>
                    <a:pt x="80" y="352"/>
                  </a:lnTo>
                  <a:lnTo>
                    <a:pt x="67" y="306"/>
                  </a:lnTo>
                  <a:lnTo>
                    <a:pt x="55" y="259"/>
                  </a:lnTo>
                  <a:lnTo>
                    <a:pt x="43" y="211"/>
                  </a:lnTo>
                  <a:lnTo>
                    <a:pt x="31" y="160"/>
                  </a:lnTo>
                  <a:lnTo>
                    <a:pt x="20" y="108"/>
                  </a:lnTo>
                  <a:lnTo>
                    <a:pt x="10" y="55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53" name="Freeform 12"/>
            <p:cNvSpPr/>
            <p:nvPr/>
          </p:nvSpPr>
          <p:spPr>
            <a:xfrm>
              <a:off x="1520" y="1152"/>
              <a:ext cx="708" cy="80"/>
            </a:xfrm>
            <a:custGeom>
              <a:avLst/>
              <a:gdLst>
                <a:gd name="txL" fmla="*/ 0 w 1089"/>
                <a:gd name="txT" fmla="*/ 0 h 114"/>
                <a:gd name="txR" fmla="*/ 1089 w 1089"/>
                <a:gd name="txB" fmla="*/ 114 h 114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1089" h="114">
                  <a:moveTo>
                    <a:pt x="1089" y="0"/>
                  </a:moveTo>
                  <a:lnTo>
                    <a:pt x="1002" y="26"/>
                  </a:lnTo>
                  <a:lnTo>
                    <a:pt x="912" y="49"/>
                  </a:lnTo>
                  <a:lnTo>
                    <a:pt x="820" y="69"/>
                  </a:lnTo>
                  <a:lnTo>
                    <a:pt x="726" y="85"/>
                  </a:lnTo>
                  <a:lnTo>
                    <a:pt x="630" y="98"/>
                  </a:lnTo>
                  <a:lnTo>
                    <a:pt x="532" y="107"/>
                  </a:lnTo>
                  <a:lnTo>
                    <a:pt x="434" y="112"/>
                  </a:lnTo>
                  <a:lnTo>
                    <a:pt x="335" y="114"/>
                  </a:lnTo>
                  <a:lnTo>
                    <a:pt x="250" y="113"/>
                  </a:lnTo>
                  <a:lnTo>
                    <a:pt x="166" y="109"/>
                  </a:lnTo>
                  <a:lnTo>
                    <a:pt x="83" y="102"/>
                  </a:lnTo>
                  <a:lnTo>
                    <a:pt x="0" y="92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54" name="Freeform 13"/>
            <p:cNvSpPr/>
            <p:nvPr/>
          </p:nvSpPr>
          <p:spPr>
            <a:xfrm>
              <a:off x="1483" y="1197"/>
              <a:ext cx="67" cy="46"/>
            </a:xfrm>
            <a:custGeom>
              <a:avLst/>
              <a:gdLst>
                <a:gd name="txL" fmla="*/ 0 w 103"/>
                <a:gd name="txT" fmla="*/ 0 h 66"/>
                <a:gd name="txR" fmla="*/ 103 w 103"/>
                <a:gd name="txB" fmla="*/ 66 h 66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103" h="66">
                  <a:moveTo>
                    <a:pt x="103" y="0"/>
                  </a:moveTo>
                  <a:lnTo>
                    <a:pt x="0" y="19"/>
                  </a:lnTo>
                  <a:lnTo>
                    <a:pt x="93" y="66"/>
                  </a:lnTo>
                  <a:lnTo>
                    <a:pt x="67" y="29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55" name="Freeform 14"/>
            <p:cNvSpPr/>
            <p:nvPr/>
          </p:nvSpPr>
          <p:spPr>
            <a:xfrm>
              <a:off x="2335" y="438"/>
              <a:ext cx="583" cy="639"/>
            </a:xfrm>
            <a:custGeom>
              <a:avLst/>
              <a:gdLst>
                <a:gd name="txL" fmla="*/ 0 w 858"/>
                <a:gd name="txT" fmla="*/ 0 h 1246"/>
                <a:gd name="txR" fmla="*/ 858 w 858"/>
                <a:gd name="txB" fmla="*/ 1246 h 1246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858" h="1246">
                  <a:moveTo>
                    <a:pt x="858" y="0"/>
                  </a:moveTo>
                  <a:lnTo>
                    <a:pt x="855" y="52"/>
                  </a:lnTo>
                  <a:lnTo>
                    <a:pt x="850" y="103"/>
                  </a:lnTo>
                  <a:lnTo>
                    <a:pt x="843" y="154"/>
                  </a:lnTo>
                  <a:lnTo>
                    <a:pt x="834" y="205"/>
                  </a:lnTo>
                  <a:lnTo>
                    <a:pt x="824" y="255"/>
                  </a:lnTo>
                  <a:lnTo>
                    <a:pt x="812" y="304"/>
                  </a:lnTo>
                  <a:lnTo>
                    <a:pt x="799" y="352"/>
                  </a:lnTo>
                  <a:lnTo>
                    <a:pt x="783" y="400"/>
                  </a:lnTo>
                  <a:lnTo>
                    <a:pt x="766" y="448"/>
                  </a:lnTo>
                  <a:lnTo>
                    <a:pt x="748" y="494"/>
                  </a:lnTo>
                  <a:lnTo>
                    <a:pt x="728" y="540"/>
                  </a:lnTo>
                  <a:lnTo>
                    <a:pt x="707" y="585"/>
                  </a:lnTo>
                  <a:lnTo>
                    <a:pt x="684" y="629"/>
                  </a:lnTo>
                  <a:lnTo>
                    <a:pt x="659" y="672"/>
                  </a:lnTo>
                  <a:lnTo>
                    <a:pt x="633" y="714"/>
                  </a:lnTo>
                  <a:lnTo>
                    <a:pt x="606" y="755"/>
                  </a:lnTo>
                  <a:lnTo>
                    <a:pt x="577" y="796"/>
                  </a:lnTo>
                  <a:lnTo>
                    <a:pt x="547" y="835"/>
                  </a:lnTo>
                  <a:lnTo>
                    <a:pt x="516" y="873"/>
                  </a:lnTo>
                  <a:lnTo>
                    <a:pt x="483" y="909"/>
                  </a:lnTo>
                  <a:lnTo>
                    <a:pt x="449" y="945"/>
                  </a:lnTo>
                  <a:lnTo>
                    <a:pt x="414" y="979"/>
                  </a:lnTo>
                  <a:lnTo>
                    <a:pt x="378" y="1012"/>
                  </a:lnTo>
                  <a:lnTo>
                    <a:pt x="340" y="1044"/>
                  </a:lnTo>
                  <a:lnTo>
                    <a:pt x="302" y="1075"/>
                  </a:lnTo>
                  <a:lnTo>
                    <a:pt x="262" y="1104"/>
                  </a:lnTo>
                  <a:lnTo>
                    <a:pt x="221" y="1131"/>
                  </a:lnTo>
                  <a:lnTo>
                    <a:pt x="179" y="1157"/>
                  </a:lnTo>
                  <a:lnTo>
                    <a:pt x="135" y="1182"/>
                  </a:lnTo>
                  <a:lnTo>
                    <a:pt x="91" y="1205"/>
                  </a:lnTo>
                  <a:lnTo>
                    <a:pt x="46" y="1226"/>
                  </a:lnTo>
                  <a:lnTo>
                    <a:pt x="0" y="1246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56" name="Freeform 15"/>
            <p:cNvSpPr/>
            <p:nvPr/>
          </p:nvSpPr>
          <p:spPr>
            <a:xfrm>
              <a:off x="2896" y="403"/>
              <a:ext cx="45" cy="52"/>
            </a:xfrm>
            <a:custGeom>
              <a:avLst/>
              <a:gdLst>
                <a:gd name="txL" fmla="*/ 0 w 67"/>
                <a:gd name="txT" fmla="*/ 0 h 100"/>
                <a:gd name="txR" fmla="*/ 67 w 67"/>
                <a:gd name="txB" fmla="*/ 100 h 100"/>
              </a:gdLst>
              <a:ahLst/>
              <a:cxnLst>
                <a:cxn ang="0">
                  <a:pos x="1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67" h="100">
                  <a:moveTo>
                    <a:pt x="67" y="100"/>
                  </a:moveTo>
                  <a:lnTo>
                    <a:pt x="36" y="0"/>
                  </a:lnTo>
                  <a:lnTo>
                    <a:pt x="0" y="98"/>
                  </a:lnTo>
                  <a:lnTo>
                    <a:pt x="34" y="68"/>
                  </a:lnTo>
                  <a:lnTo>
                    <a:pt x="67" y="10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57" name="Freeform 16"/>
            <p:cNvSpPr/>
            <p:nvPr/>
          </p:nvSpPr>
          <p:spPr>
            <a:xfrm>
              <a:off x="2339" y="1160"/>
              <a:ext cx="579" cy="732"/>
            </a:xfrm>
            <a:custGeom>
              <a:avLst/>
              <a:gdLst>
                <a:gd name="txL" fmla="*/ 0 w 850"/>
                <a:gd name="txT" fmla="*/ 0 h 1424"/>
                <a:gd name="txR" fmla="*/ 850 w 850"/>
                <a:gd name="txB" fmla="*/ 1424 h 1424"/>
              </a:gdLst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850" h="1424">
                  <a:moveTo>
                    <a:pt x="0" y="0"/>
                  </a:moveTo>
                  <a:lnTo>
                    <a:pt x="40" y="25"/>
                  </a:lnTo>
                  <a:lnTo>
                    <a:pt x="80" y="51"/>
                  </a:lnTo>
                  <a:lnTo>
                    <a:pt x="118" y="79"/>
                  </a:lnTo>
                  <a:lnTo>
                    <a:pt x="156" y="108"/>
                  </a:lnTo>
                  <a:lnTo>
                    <a:pt x="194" y="139"/>
                  </a:lnTo>
                  <a:lnTo>
                    <a:pt x="230" y="171"/>
                  </a:lnTo>
                  <a:lnTo>
                    <a:pt x="266" y="205"/>
                  </a:lnTo>
                  <a:lnTo>
                    <a:pt x="301" y="240"/>
                  </a:lnTo>
                  <a:lnTo>
                    <a:pt x="335" y="276"/>
                  </a:lnTo>
                  <a:lnTo>
                    <a:pt x="368" y="314"/>
                  </a:lnTo>
                  <a:lnTo>
                    <a:pt x="401" y="353"/>
                  </a:lnTo>
                  <a:lnTo>
                    <a:pt x="432" y="394"/>
                  </a:lnTo>
                  <a:lnTo>
                    <a:pt x="463" y="435"/>
                  </a:lnTo>
                  <a:lnTo>
                    <a:pt x="493" y="478"/>
                  </a:lnTo>
                  <a:lnTo>
                    <a:pt x="521" y="522"/>
                  </a:lnTo>
                  <a:lnTo>
                    <a:pt x="549" y="568"/>
                  </a:lnTo>
                  <a:lnTo>
                    <a:pt x="576" y="614"/>
                  </a:lnTo>
                  <a:lnTo>
                    <a:pt x="602" y="662"/>
                  </a:lnTo>
                  <a:lnTo>
                    <a:pt x="627" y="710"/>
                  </a:lnTo>
                  <a:lnTo>
                    <a:pt x="651" y="760"/>
                  </a:lnTo>
                  <a:lnTo>
                    <a:pt x="673" y="810"/>
                  </a:lnTo>
                  <a:lnTo>
                    <a:pt x="695" y="862"/>
                  </a:lnTo>
                  <a:lnTo>
                    <a:pt x="716" y="914"/>
                  </a:lnTo>
                  <a:lnTo>
                    <a:pt x="735" y="968"/>
                  </a:lnTo>
                  <a:lnTo>
                    <a:pt x="754" y="1022"/>
                  </a:lnTo>
                  <a:lnTo>
                    <a:pt x="771" y="1077"/>
                  </a:lnTo>
                  <a:lnTo>
                    <a:pt x="787" y="1133"/>
                  </a:lnTo>
                  <a:lnTo>
                    <a:pt x="802" y="1190"/>
                  </a:lnTo>
                  <a:lnTo>
                    <a:pt x="816" y="1247"/>
                  </a:lnTo>
                  <a:lnTo>
                    <a:pt x="829" y="1306"/>
                  </a:lnTo>
                  <a:lnTo>
                    <a:pt x="840" y="1364"/>
                  </a:lnTo>
                  <a:lnTo>
                    <a:pt x="850" y="1424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58" name="Freeform 17"/>
            <p:cNvSpPr/>
            <p:nvPr/>
          </p:nvSpPr>
          <p:spPr>
            <a:xfrm>
              <a:off x="2905" y="1880"/>
              <a:ext cx="45" cy="53"/>
            </a:xfrm>
            <a:custGeom>
              <a:avLst/>
              <a:gdLst>
                <a:gd name="txL" fmla="*/ 0 w 66"/>
                <a:gd name="txT" fmla="*/ 0 h 103"/>
                <a:gd name="txR" fmla="*/ 66 w 66"/>
                <a:gd name="txB" fmla="*/ 103 h 103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66" h="103">
                  <a:moveTo>
                    <a:pt x="0" y="10"/>
                  </a:moveTo>
                  <a:lnTo>
                    <a:pt x="48" y="103"/>
                  </a:lnTo>
                  <a:lnTo>
                    <a:pt x="66" y="0"/>
                  </a:lnTo>
                  <a:lnTo>
                    <a:pt x="38" y="3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59" name="Freeform 18"/>
            <p:cNvSpPr/>
            <p:nvPr/>
          </p:nvSpPr>
          <p:spPr>
            <a:xfrm>
              <a:off x="2304" y="290"/>
              <a:ext cx="223" cy="785"/>
            </a:xfrm>
            <a:custGeom>
              <a:avLst/>
              <a:gdLst>
                <a:gd name="txL" fmla="*/ 0 w 327"/>
                <a:gd name="txT" fmla="*/ 0 h 1529"/>
                <a:gd name="txR" fmla="*/ 327 w 327"/>
                <a:gd name="txB" fmla="*/ 1529 h 1529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327" h="1529">
                  <a:moveTo>
                    <a:pt x="327" y="0"/>
                  </a:moveTo>
                  <a:lnTo>
                    <a:pt x="324" y="129"/>
                  </a:lnTo>
                  <a:lnTo>
                    <a:pt x="318" y="256"/>
                  </a:lnTo>
                  <a:lnTo>
                    <a:pt x="310" y="381"/>
                  </a:lnTo>
                  <a:lnTo>
                    <a:pt x="299" y="501"/>
                  </a:lnTo>
                  <a:lnTo>
                    <a:pt x="293" y="560"/>
                  </a:lnTo>
                  <a:lnTo>
                    <a:pt x="286" y="618"/>
                  </a:lnTo>
                  <a:lnTo>
                    <a:pt x="278" y="675"/>
                  </a:lnTo>
                  <a:lnTo>
                    <a:pt x="270" y="731"/>
                  </a:lnTo>
                  <a:lnTo>
                    <a:pt x="261" y="786"/>
                  </a:lnTo>
                  <a:lnTo>
                    <a:pt x="252" y="839"/>
                  </a:lnTo>
                  <a:lnTo>
                    <a:pt x="242" y="891"/>
                  </a:lnTo>
                  <a:lnTo>
                    <a:pt x="231" y="942"/>
                  </a:lnTo>
                  <a:lnTo>
                    <a:pt x="220" y="992"/>
                  </a:lnTo>
                  <a:lnTo>
                    <a:pt x="209" y="1040"/>
                  </a:lnTo>
                  <a:lnTo>
                    <a:pt x="197" y="1086"/>
                  </a:lnTo>
                  <a:lnTo>
                    <a:pt x="184" y="1131"/>
                  </a:lnTo>
                  <a:lnTo>
                    <a:pt x="171" y="1175"/>
                  </a:lnTo>
                  <a:lnTo>
                    <a:pt x="158" y="1216"/>
                  </a:lnTo>
                  <a:lnTo>
                    <a:pt x="144" y="1256"/>
                  </a:lnTo>
                  <a:lnTo>
                    <a:pt x="130" y="1294"/>
                  </a:lnTo>
                  <a:lnTo>
                    <a:pt x="115" y="1331"/>
                  </a:lnTo>
                  <a:lnTo>
                    <a:pt x="100" y="1365"/>
                  </a:lnTo>
                  <a:lnTo>
                    <a:pt x="84" y="1398"/>
                  </a:lnTo>
                  <a:lnTo>
                    <a:pt x="68" y="1428"/>
                  </a:lnTo>
                  <a:lnTo>
                    <a:pt x="52" y="1457"/>
                  </a:lnTo>
                  <a:lnTo>
                    <a:pt x="35" y="1483"/>
                  </a:lnTo>
                  <a:lnTo>
                    <a:pt x="18" y="1507"/>
                  </a:lnTo>
                  <a:lnTo>
                    <a:pt x="0" y="1529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60" name="Freeform 19"/>
            <p:cNvSpPr/>
            <p:nvPr/>
          </p:nvSpPr>
          <p:spPr>
            <a:xfrm>
              <a:off x="2505" y="255"/>
              <a:ext cx="46" cy="51"/>
            </a:xfrm>
            <a:custGeom>
              <a:avLst/>
              <a:gdLst>
                <a:gd name="txL" fmla="*/ 0 w 67"/>
                <a:gd name="txT" fmla="*/ 0 h 99"/>
                <a:gd name="txR" fmla="*/ 67 w 67"/>
                <a:gd name="txB" fmla="*/ 99 h 99"/>
              </a:gdLst>
              <a:ahLst/>
              <a:cxnLst>
                <a:cxn ang="0">
                  <a:pos x="1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67" h="99">
                  <a:moveTo>
                    <a:pt x="67" y="99"/>
                  </a:moveTo>
                  <a:lnTo>
                    <a:pt x="33" y="0"/>
                  </a:lnTo>
                  <a:lnTo>
                    <a:pt x="0" y="99"/>
                  </a:lnTo>
                  <a:lnTo>
                    <a:pt x="33" y="68"/>
                  </a:lnTo>
                  <a:lnTo>
                    <a:pt x="67" y="99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61" name="Freeform 20"/>
            <p:cNvSpPr/>
            <p:nvPr/>
          </p:nvSpPr>
          <p:spPr>
            <a:xfrm>
              <a:off x="2331" y="1184"/>
              <a:ext cx="229" cy="791"/>
            </a:xfrm>
            <a:custGeom>
              <a:avLst/>
              <a:gdLst>
                <a:gd name="txL" fmla="*/ 0 w 337"/>
                <a:gd name="txT" fmla="*/ 0 h 1539"/>
                <a:gd name="txR" fmla="*/ 337 w 337"/>
                <a:gd name="txB" fmla="*/ 1539 h 1539"/>
              </a:gdLst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337" h="1539">
                  <a:moveTo>
                    <a:pt x="0" y="0"/>
                  </a:moveTo>
                  <a:lnTo>
                    <a:pt x="18" y="21"/>
                  </a:lnTo>
                  <a:lnTo>
                    <a:pt x="36" y="44"/>
                  </a:lnTo>
                  <a:lnTo>
                    <a:pt x="53" y="70"/>
                  </a:lnTo>
                  <a:lnTo>
                    <a:pt x="70" y="98"/>
                  </a:lnTo>
                  <a:lnTo>
                    <a:pt x="86" y="128"/>
                  </a:lnTo>
                  <a:lnTo>
                    <a:pt x="102" y="160"/>
                  </a:lnTo>
                  <a:lnTo>
                    <a:pt x="118" y="194"/>
                  </a:lnTo>
                  <a:lnTo>
                    <a:pt x="133" y="230"/>
                  </a:lnTo>
                  <a:lnTo>
                    <a:pt x="148" y="268"/>
                  </a:lnTo>
                  <a:lnTo>
                    <a:pt x="163" y="307"/>
                  </a:lnTo>
                  <a:lnTo>
                    <a:pt x="176" y="349"/>
                  </a:lnTo>
                  <a:lnTo>
                    <a:pt x="190" y="392"/>
                  </a:lnTo>
                  <a:lnTo>
                    <a:pt x="203" y="438"/>
                  </a:lnTo>
                  <a:lnTo>
                    <a:pt x="215" y="484"/>
                  </a:lnTo>
                  <a:lnTo>
                    <a:pt x="227" y="533"/>
                  </a:lnTo>
                  <a:lnTo>
                    <a:pt x="238" y="582"/>
                  </a:lnTo>
                  <a:lnTo>
                    <a:pt x="249" y="634"/>
                  </a:lnTo>
                  <a:lnTo>
                    <a:pt x="259" y="686"/>
                  </a:lnTo>
                  <a:lnTo>
                    <a:pt x="269" y="740"/>
                  </a:lnTo>
                  <a:lnTo>
                    <a:pt x="278" y="796"/>
                  </a:lnTo>
                  <a:lnTo>
                    <a:pt x="287" y="852"/>
                  </a:lnTo>
                  <a:lnTo>
                    <a:pt x="294" y="910"/>
                  </a:lnTo>
                  <a:lnTo>
                    <a:pt x="302" y="969"/>
                  </a:lnTo>
                  <a:lnTo>
                    <a:pt x="308" y="1029"/>
                  </a:lnTo>
                  <a:lnTo>
                    <a:pt x="314" y="1090"/>
                  </a:lnTo>
                  <a:lnTo>
                    <a:pt x="320" y="1151"/>
                  </a:lnTo>
                  <a:lnTo>
                    <a:pt x="328" y="1278"/>
                  </a:lnTo>
                  <a:lnTo>
                    <a:pt x="334" y="1407"/>
                  </a:lnTo>
                  <a:lnTo>
                    <a:pt x="337" y="1539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62" name="Freeform 21"/>
            <p:cNvSpPr/>
            <p:nvPr/>
          </p:nvSpPr>
          <p:spPr>
            <a:xfrm>
              <a:off x="2538" y="1959"/>
              <a:ext cx="45" cy="51"/>
            </a:xfrm>
            <a:custGeom>
              <a:avLst/>
              <a:gdLst>
                <a:gd name="txL" fmla="*/ 0 w 67"/>
                <a:gd name="txT" fmla="*/ 0 h 99"/>
                <a:gd name="txR" fmla="*/ 67 w 67"/>
                <a:gd name="txB" fmla="*/ 99 h 99"/>
              </a:gdLst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0" y="0"/>
                </a:cxn>
              </a:cxnLst>
              <a:rect l="txL" t="txT" r="txR" b="txB"/>
              <a:pathLst>
                <a:path w="67" h="99">
                  <a:moveTo>
                    <a:pt x="0" y="0"/>
                  </a:moveTo>
                  <a:lnTo>
                    <a:pt x="34" y="99"/>
                  </a:lnTo>
                  <a:lnTo>
                    <a:pt x="67" y="0"/>
                  </a:lnTo>
                  <a:lnTo>
                    <a:pt x="34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63" name="Freeform 22"/>
            <p:cNvSpPr/>
            <p:nvPr/>
          </p:nvSpPr>
          <p:spPr>
            <a:xfrm>
              <a:off x="2349" y="843"/>
              <a:ext cx="752" cy="253"/>
            </a:xfrm>
            <a:custGeom>
              <a:avLst/>
              <a:gdLst>
                <a:gd name="txL" fmla="*/ 0 w 1105"/>
                <a:gd name="txT" fmla="*/ 0 h 494"/>
                <a:gd name="txR" fmla="*/ 1105 w 1105"/>
                <a:gd name="txB" fmla="*/ 494 h 494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1105" h="494">
                  <a:moveTo>
                    <a:pt x="1105" y="0"/>
                  </a:moveTo>
                  <a:lnTo>
                    <a:pt x="1048" y="58"/>
                  </a:lnTo>
                  <a:lnTo>
                    <a:pt x="989" y="112"/>
                  </a:lnTo>
                  <a:lnTo>
                    <a:pt x="927" y="163"/>
                  </a:lnTo>
                  <a:lnTo>
                    <a:pt x="864" y="211"/>
                  </a:lnTo>
                  <a:lnTo>
                    <a:pt x="799" y="255"/>
                  </a:lnTo>
                  <a:lnTo>
                    <a:pt x="732" y="296"/>
                  </a:lnTo>
                  <a:lnTo>
                    <a:pt x="664" y="333"/>
                  </a:lnTo>
                  <a:lnTo>
                    <a:pt x="595" y="366"/>
                  </a:lnTo>
                  <a:lnTo>
                    <a:pt x="524" y="395"/>
                  </a:lnTo>
                  <a:lnTo>
                    <a:pt x="451" y="421"/>
                  </a:lnTo>
                  <a:lnTo>
                    <a:pt x="378" y="443"/>
                  </a:lnTo>
                  <a:lnTo>
                    <a:pt x="304" y="461"/>
                  </a:lnTo>
                  <a:lnTo>
                    <a:pt x="229" y="476"/>
                  </a:lnTo>
                  <a:lnTo>
                    <a:pt x="191" y="481"/>
                  </a:lnTo>
                  <a:lnTo>
                    <a:pt x="153" y="486"/>
                  </a:lnTo>
                  <a:lnTo>
                    <a:pt x="115" y="489"/>
                  </a:lnTo>
                  <a:lnTo>
                    <a:pt x="77" y="492"/>
                  </a:lnTo>
                  <a:lnTo>
                    <a:pt x="39" y="494"/>
                  </a:lnTo>
                  <a:lnTo>
                    <a:pt x="0" y="494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64" name="Freeform 23"/>
            <p:cNvSpPr/>
            <p:nvPr/>
          </p:nvSpPr>
          <p:spPr>
            <a:xfrm>
              <a:off x="3086" y="815"/>
              <a:ext cx="61" cy="49"/>
            </a:xfrm>
            <a:custGeom>
              <a:avLst/>
              <a:gdLst>
                <a:gd name="txL" fmla="*/ 0 w 91"/>
                <a:gd name="txT" fmla="*/ 0 h 96"/>
                <a:gd name="txR" fmla="*/ 91 w 91"/>
                <a:gd name="txB" fmla="*/ 96 h 96"/>
              </a:gdLst>
              <a:ahLst/>
              <a:cxnLst>
                <a:cxn ang="0">
                  <a:pos x="1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91" h="96">
                  <a:moveTo>
                    <a:pt x="50" y="96"/>
                  </a:moveTo>
                  <a:lnTo>
                    <a:pt x="91" y="0"/>
                  </a:lnTo>
                  <a:lnTo>
                    <a:pt x="0" y="52"/>
                  </a:lnTo>
                  <a:lnTo>
                    <a:pt x="46" y="51"/>
                  </a:lnTo>
                  <a:lnTo>
                    <a:pt x="50" y="96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65" name="Freeform 24"/>
            <p:cNvSpPr/>
            <p:nvPr/>
          </p:nvSpPr>
          <p:spPr>
            <a:xfrm>
              <a:off x="2332" y="1142"/>
              <a:ext cx="753" cy="254"/>
            </a:xfrm>
            <a:custGeom>
              <a:avLst/>
              <a:gdLst>
                <a:gd name="txL" fmla="*/ 0 w 1106"/>
                <a:gd name="txT" fmla="*/ 0 h 493"/>
                <a:gd name="txR" fmla="*/ 1106 w 1106"/>
                <a:gd name="txB" fmla="*/ 493 h 493"/>
              </a:gdLst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1106" h="493">
                  <a:moveTo>
                    <a:pt x="0" y="0"/>
                  </a:moveTo>
                  <a:lnTo>
                    <a:pt x="39" y="1"/>
                  </a:lnTo>
                  <a:lnTo>
                    <a:pt x="77" y="2"/>
                  </a:lnTo>
                  <a:lnTo>
                    <a:pt x="115" y="5"/>
                  </a:lnTo>
                  <a:lnTo>
                    <a:pt x="153" y="8"/>
                  </a:lnTo>
                  <a:lnTo>
                    <a:pt x="191" y="13"/>
                  </a:lnTo>
                  <a:lnTo>
                    <a:pt x="229" y="18"/>
                  </a:lnTo>
                  <a:lnTo>
                    <a:pt x="304" y="33"/>
                  </a:lnTo>
                  <a:lnTo>
                    <a:pt x="378" y="51"/>
                  </a:lnTo>
                  <a:lnTo>
                    <a:pt x="452" y="73"/>
                  </a:lnTo>
                  <a:lnTo>
                    <a:pt x="524" y="98"/>
                  </a:lnTo>
                  <a:lnTo>
                    <a:pt x="595" y="128"/>
                  </a:lnTo>
                  <a:lnTo>
                    <a:pt x="665" y="161"/>
                  </a:lnTo>
                  <a:lnTo>
                    <a:pt x="733" y="198"/>
                  </a:lnTo>
                  <a:lnTo>
                    <a:pt x="800" y="239"/>
                  </a:lnTo>
                  <a:lnTo>
                    <a:pt x="865" y="283"/>
                  </a:lnTo>
                  <a:lnTo>
                    <a:pt x="928" y="330"/>
                  </a:lnTo>
                  <a:lnTo>
                    <a:pt x="990" y="381"/>
                  </a:lnTo>
                  <a:lnTo>
                    <a:pt x="1049" y="435"/>
                  </a:lnTo>
                  <a:lnTo>
                    <a:pt x="1106" y="493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66" name="Freeform 25"/>
            <p:cNvSpPr/>
            <p:nvPr/>
          </p:nvSpPr>
          <p:spPr>
            <a:xfrm>
              <a:off x="3054" y="1372"/>
              <a:ext cx="62" cy="49"/>
            </a:xfrm>
            <a:custGeom>
              <a:avLst/>
              <a:gdLst>
                <a:gd name="txL" fmla="*/ 0 w 91"/>
                <a:gd name="txT" fmla="*/ 0 h 96"/>
                <a:gd name="txR" fmla="*/ 91 w 91"/>
                <a:gd name="txB" fmla="*/ 96 h 96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91" h="96">
                  <a:moveTo>
                    <a:pt x="0" y="45"/>
                  </a:moveTo>
                  <a:lnTo>
                    <a:pt x="91" y="96"/>
                  </a:lnTo>
                  <a:lnTo>
                    <a:pt x="49" y="0"/>
                  </a:lnTo>
                  <a:lnTo>
                    <a:pt x="46" y="45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67" name="Freeform 26"/>
            <p:cNvSpPr/>
            <p:nvPr/>
          </p:nvSpPr>
          <p:spPr>
            <a:xfrm>
              <a:off x="3245" y="1101"/>
              <a:ext cx="67" cy="34"/>
            </a:xfrm>
            <a:custGeom>
              <a:avLst/>
              <a:gdLst>
                <a:gd name="txL" fmla="*/ 0 w 99"/>
                <a:gd name="txT" fmla="*/ 0 h 67"/>
                <a:gd name="txR" fmla="*/ 99 w 99"/>
                <a:gd name="txB" fmla="*/ 67 h 67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99" h="67">
                  <a:moveTo>
                    <a:pt x="0" y="67"/>
                  </a:moveTo>
                  <a:lnTo>
                    <a:pt x="99" y="33"/>
                  </a:lnTo>
                  <a:lnTo>
                    <a:pt x="0" y="0"/>
                  </a:lnTo>
                  <a:lnTo>
                    <a:pt x="31" y="33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68" name="Freeform 27"/>
            <p:cNvSpPr/>
            <p:nvPr/>
          </p:nvSpPr>
          <p:spPr>
            <a:xfrm>
              <a:off x="1451" y="1170"/>
              <a:ext cx="777" cy="173"/>
            </a:xfrm>
            <a:custGeom>
              <a:avLst/>
              <a:gdLst>
                <a:gd name="txL" fmla="*/ 0 w 1182"/>
                <a:gd name="txT" fmla="*/ 0 h 261"/>
                <a:gd name="txR" fmla="*/ 1182 w 1182"/>
                <a:gd name="txB" fmla="*/ 261 h 261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1182" h="261">
                  <a:moveTo>
                    <a:pt x="1182" y="0"/>
                  </a:moveTo>
                  <a:lnTo>
                    <a:pt x="1141" y="31"/>
                  </a:lnTo>
                  <a:lnTo>
                    <a:pt x="1100" y="60"/>
                  </a:lnTo>
                  <a:lnTo>
                    <a:pt x="1057" y="87"/>
                  </a:lnTo>
                  <a:lnTo>
                    <a:pt x="1014" y="113"/>
                  </a:lnTo>
                  <a:lnTo>
                    <a:pt x="970" y="136"/>
                  </a:lnTo>
                  <a:lnTo>
                    <a:pt x="925" y="157"/>
                  </a:lnTo>
                  <a:lnTo>
                    <a:pt x="880" y="177"/>
                  </a:lnTo>
                  <a:lnTo>
                    <a:pt x="834" y="194"/>
                  </a:lnTo>
                  <a:lnTo>
                    <a:pt x="787" y="210"/>
                  </a:lnTo>
                  <a:lnTo>
                    <a:pt x="740" y="223"/>
                  </a:lnTo>
                  <a:lnTo>
                    <a:pt x="693" y="235"/>
                  </a:lnTo>
                  <a:lnTo>
                    <a:pt x="645" y="244"/>
                  </a:lnTo>
                  <a:lnTo>
                    <a:pt x="597" y="252"/>
                  </a:lnTo>
                  <a:lnTo>
                    <a:pt x="549" y="257"/>
                  </a:lnTo>
                  <a:lnTo>
                    <a:pt x="500" y="260"/>
                  </a:lnTo>
                  <a:lnTo>
                    <a:pt x="451" y="261"/>
                  </a:lnTo>
                  <a:lnTo>
                    <a:pt x="393" y="260"/>
                  </a:lnTo>
                  <a:lnTo>
                    <a:pt x="336" y="255"/>
                  </a:lnTo>
                  <a:lnTo>
                    <a:pt x="279" y="248"/>
                  </a:lnTo>
                  <a:lnTo>
                    <a:pt x="222" y="237"/>
                  </a:lnTo>
                  <a:lnTo>
                    <a:pt x="165" y="224"/>
                  </a:lnTo>
                  <a:lnTo>
                    <a:pt x="110" y="208"/>
                  </a:lnTo>
                  <a:lnTo>
                    <a:pt x="54" y="190"/>
                  </a:lnTo>
                  <a:lnTo>
                    <a:pt x="0" y="168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69" name="Freeform 28"/>
            <p:cNvSpPr/>
            <p:nvPr/>
          </p:nvSpPr>
          <p:spPr>
            <a:xfrm>
              <a:off x="1453" y="1280"/>
              <a:ext cx="68" cy="46"/>
            </a:xfrm>
            <a:custGeom>
              <a:avLst/>
              <a:gdLst>
                <a:gd name="txL" fmla="*/ 0 w 104"/>
                <a:gd name="txT" fmla="*/ 0 h 71"/>
                <a:gd name="txR" fmla="*/ 104 w 104"/>
                <a:gd name="txB" fmla="*/ 71 h 71"/>
              </a:gdLst>
              <a:ahLst/>
              <a:cxnLst>
                <a:cxn ang="0">
                  <a:pos x="1" y="1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104" h="71">
                  <a:moveTo>
                    <a:pt x="104" y="10"/>
                  </a:moveTo>
                  <a:lnTo>
                    <a:pt x="0" y="0"/>
                  </a:lnTo>
                  <a:lnTo>
                    <a:pt x="76" y="71"/>
                  </a:lnTo>
                  <a:lnTo>
                    <a:pt x="62" y="28"/>
                  </a:lnTo>
                  <a:lnTo>
                    <a:pt x="104" y="1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70" name="Freeform 29"/>
            <p:cNvSpPr/>
            <p:nvPr/>
          </p:nvSpPr>
          <p:spPr>
            <a:xfrm>
              <a:off x="1118" y="258"/>
              <a:ext cx="1176" cy="791"/>
            </a:xfrm>
            <a:custGeom>
              <a:avLst/>
              <a:gdLst>
                <a:gd name="txL" fmla="*/ 0 w 1680"/>
                <a:gd name="txT" fmla="*/ 0 h 1539"/>
                <a:gd name="txR" fmla="*/ 1680 w 1680"/>
                <a:gd name="txB" fmla="*/ 1539 h 1539"/>
              </a:gdLst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1"/>
                </a:cxn>
              </a:cxnLst>
              <a:rect l="txL" t="txT" r="txR" b="txB"/>
              <a:pathLst>
                <a:path w="1680" h="1539">
                  <a:moveTo>
                    <a:pt x="2" y="1539"/>
                  </a:moveTo>
                  <a:lnTo>
                    <a:pt x="1" y="1493"/>
                  </a:lnTo>
                  <a:lnTo>
                    <a:pt x="0" y="1447"/>
                  </a:lnTo>
                  <a:lnTo>
                    <a:pt x="1" y="1373"/>
                  </a:lnTo>
                  <a:lnTo>
                    <a:pt x="4" y="1299"/>
                  </a:lnTo>
                  <a:lnTo>
                    <a:pt x="10" y="1227"/>
                  </a:lnTo>
                  <a:lnTo>
                    <a:pt x="17" y="1155"/>
                  </a:lnTo>
                  <a:lnTo>
                    <a:pt x="26" y="1085"/>
                  </a:lnTo>
                  <a:lnTo>
                    <a:pt x="38" y="1017"/>
                  </a:lnTo>
                  <a:lnTo>
                    <a:pt x="51" y="950"/>
                  </a:lnTo>
                  <a:lnTo>
                    <a:pt x="66" y="884"/>
                  </a:lnTo>
                  <a:lnTo>
                    <a:pt x="83" y="820"/>
                  </a:lnTo>
                  <a:lnTo>
                    <a:pt x="101" y="757"/>
                  </a:lnTo>
                  <a:lnTo>
                    <a:pt x="122" y="697"/>
                  </a:lnTo>
                  <a:lnTo>
                    <a:pt x="143" y="638"/>
                  </a:lnTo>
                  <a:lnTo>
                    <a:pt x="167" y="581"/>
                  </a:lnTo>
                  <a:lnTo>
                    <a:pt x="192" y="527"/>
                  </a:lnTo>
                  <a:lnTo>
                    <a:pt x="218" y="474"/>
                  </a:lnTo>
                  <a:lnTo>
                    <a:pt x="246" y="424"/>
                  </a:lnTo>
                  <a:lnTo>
                    <a:pt x="275" y="376"/>
                  </a:lnTo>
                  <a:lnTo>
                    <a:pt x="306" y="331"/>
                  </a:lnTo>
                  <a:lnTo>
                    <a:pt x="337" y="288"/>
                  </a:lnTo>
                  <a:lnTo>
                    <a:pt x="370" y="247"/>
                  </a:lnTo>
                  <a:lnTo>
                    <a:pt x="404" y="210"/>
                  </a:lnTo>
                  <a:lnTo>
                    <a:pt x="440" y="175"/>
                  </a:lnTo>
                  <a:lnTo>
                    <a:pt x="476" y="143"/>
                  </a:lnTo>
                  <a:lnTo>
                    <a:pt x="513" y="114"/>
                  </a:lnTo>
                  <a:lnTo>
                    <a:pt x="551" y="88"/>
                  </a:lnTo>
                  <a:lnTo>
                    <a:pt x="590" y="65"/>
                  </a:lnTo>
                  <a:lnTo>
                    <a:pt x="630" y="46"/>
                  </a:lnTo>
                  <a:lnTo>
                    <a:pt x="671" y="29"/>
                  </a:lnTo>
                  <a:lnTo>
                    <a:pt x="712" y="17"/>
                  </a:lnTo>
                  <a:lnTo>
                    <a:pt x="754" y="8"/>
                  </a:lnTo>
                  <a:lnTo>
                    <a:pt x="797" y="2"/>
                  </a:lnTo>
                  <a:lnTo>
                    <a:pt x="840" y="0"/>
                  </a:lnTo>
                  <a:lnTo>
                    <a:pt x="883" y="2"/>
                  </a:lnTo>
                  <a:lnTo>
                    <a:pt x="926" y="8"/>
                  </a:lnTo>
                  <a:lnTo>
                    <a:pt x="968" y="17"/>
                  </a:lnTo>
                  <a:lnTo>
                    <a:pt x="1009" y="29"/>
                  </a:lnTo>
                  <a:lnTo>
                    <a:pt x="1050" y="46"/>
                  </a:lnTo>
                  <a:lnTo>
                    <a:pt x="1090" y="65"/>
                  </a:lnTo>
                  <a:lnTo>
                    <a:pt x="1129" y="88"/>
                  </a:lnTo>
                  <a:lnTo>
                    <a:pt x="1167" y="114"/>
                  </a:lnTo>
                  <a:lnTo>
                    <a:pt x="1204" y="143"/>
                  </a:lnTo>
                  <a:lnTo>
                    <a:pt x="1240" y="175"/>
                  </a:lnTo>
                  <a:lnTo>
                    <a:pt x="1276" y="210"/>
                  </a:lnTo>
                  <a:lnTo>
                    <a:pt x="1310" y="247"/>
                  </a:lnTo>
                  <a:lnTo>
                    <a:pt x="1343" y="288"/>
                  </a:lnTo>
                  <a:lnTo>
                    <a:pt x="1374" y="331"/>
                  </a:lnTo>
                  <a:lnTo>
                    <a:pt x="1405" y="376"/>
                  </a:lnTo>
                  <a:lnTo>
                    <a:pt x="1434" y="424"/>
                  </a:lnTo>
                  <a:lnTo>
                    <a:pt x="1462" y="474"/>
                  </a:lnTo>
                  <a:lnTo>
                    <a:pt x="1488" y="527"/>
                  </a:lnTo>
                  <a:lnTo>
                    <a:pt x="1513" y="581"/>
                  </a:lnTo>
                  <a:lnTo>
                    <a:pt x="1537" y="638"/>
                  </a:lnTo>
                  <a:lnTo>
                    <a:pt x="1558" y="697"/>
                  </a:lnTo>
                  <a:lnTo>
                    <a:pt x="1579" y="757"/>
                  </a:lnTo>
                  <a:lnTo>
                    <a:pt x="1597" y="820"/>
                  </a:lnTo>
                  <a:lnTo>
                    <a:pt x="1614" y="884"/>
                  </a:lnTo>
                  <a:lnTo>
                    <a:pt x="1629" y="950"/>
                  </a:lnTo>
                  <a:lnTo>
                    <a:pt x="1642" y="1017"/>
                  </a:lnTo>
                  <a:lnTo>
                    <a:pt x="1654" y="1085"/>
                  </a:lnTo>
                  <a:lnTo>
                    <a:pt x="1663" y="1155"/>
                  </a:lnTo>
                  <a:lnTo>
                    <a:pt x="1670" y="1227"/>
                  </a:lnTo>
                  <a:lnTo>
                    <a:pt x="1676" y="1299"/>
                  </a:lnTo>
                  <a:lnTo>
                    <a:pt x="1679" y="1373"/>
                  </a:lnTo>
                  <a:lnTo>
                    <a:pt x="1680" y="1447"/>
                  </a:lnTo>
                  <a:lnTo>
                    <a:pt x="1680" y="1467"/>
                  </a:lnTo>
                  <a:lnTo>
                    <a:pt x="1680" y="1487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71" name="Freeform 30"/>
            <p:cNvSpPr/>
            <p:nvPr/>
          </p:nvSpPr>
          <p:spPr>
            <a:xfrm>
              <a:off x="1176" y="256"/>
              <a:ext cx="1117" cy="791"/>
            </a:xfrm>
            <a:custGeom>
              <a:avLst/>
              <a:gdLst>
                <a:gd name="txL" fmla="*/ 0 w 1603"/>
                <a:gd name="txT" fmla="*/ 0 h 1488"/>
                <a:gd name="txR" fmla="*/ 1603 w 1603"/>
                <a:gd name="txB" fmla="*/ 1488 h 1488"/>
              </a:gdLst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</a:cxnLst>
              <a:rect l="txL" t="txT" r="txR" b="txB"/>
              <a:pathLst>
                <a:path w="1603" h="1488">
                  <a:moveTo>
                    <a:pt x="0" y="838"/>
                  </a:moveTo>
                  <a:lnTo>
                    <a:pt x="13" y="791"/>
                  </a:lnTo>
                  <a:lnTo>
                    <a:pt x="28" y="745"/>
                  </a:lnTo>
                  <a:lnTo>
                    <a:pt x="43" y="700"/>
                  </a:lnTo>
                  <a:lnTo>
                    <a:pt x="59" y="656"/>
                  </a:lnTo>
                  <a:lnTo>
                    <a:pt x="75" y="613"/>
                  </a:lnTo>
                  <a:lnTo>
                    <a:pt x="93" y="572"/>
                  </a:lnTo>
                  <a:lnTo>
                    <a:pt x="112" y="531"/>
                  </a:lnTo>
                  <a:lnTo>
                    <a:pt x="131" y="492"/>
                  </a:lnTo>
                  <a:lnTo>
                    <a:pt x="151" y="455"/>
                  </a:lnTo>
                  <a:lnTo>
                    <a:pt x="171" y="418"/>
                  </a:lnTo>
                  <a:lnTo>
                    <a:pt x="193" y="383"/>
                  </a:lnTo>
                  <a:lnTo>
                    <a:pt x="215" y="349"/>
                  </a:lnTo>
                  <a:lnTo>
                    <a:pt x="238" y="317"/>
                  </a:lnTo>
                  <a:lnTo>
                    <a:pt x="261" y="286"/>
                  </a:lnTo>
                  <a:lnTo>
                    <a:pt x="285" y="256"/>
                  </a:lnTo>
                  <a:lnTo>
                    <a:pt x="310" y="228"/>
                  </a:lnTo>
                  <a:lnTo>
                    <a:pt x="335" y="202"/>
                  </a:lnTo>
                  <a:lnTo>
                    <a:pt x="360" y="176"/>
                  </a:lnTo>
                  <a:lnTo>
                    <a:pt x="386" y="153"/>
                  </a:lnTo>
                  <a:lnTo>
                    <a:pt x="413" y="131"/>
                  </a:lnTo>
                  <a:lnTo>
                    <a:pt x="440" y="111"/>
                  </a:lnTo>
                  <a:lnTo>
                    <a:pt x="468" y="92"/>
                  </a:lnTo>
                  <a:lnTo>
                    <a:pt x="496" y="75"/>
                  </a:lnTo>
                  <a:lnTo>
                    <a:pt x="524" y="59"/>
                  </a:lnTo>
                  <a:lnTo>
                    <a:pt x="553" y="46"/>
                  </a:lnTo>
                  <a:lnTo>
                    <a:pt x="582" y="34"/>
                  </a:lnTo>
                  <a:lnTo>
                    <a:pt x="612" y="24"/>
                  </a:lnTo>
                  <a:lnTo>
                    <a:pt x="641" y="15"/>
                  </a:lnTo>
                  <a:lnTo>
                    <a:pt x="671" y="9"/>
                  </a:lnTo>
                  <a:lnTo>
                    <a:pt x="702" y="4"/>
                  </a:lnTo>
                  <a:lnTo>
                    <a:pt x="732" y="1"/>
                  </a:lnTo>
                  <a:lnTo>
                    <a:pt x="763" y="0"/>
                  </a:lnTo>
                  <a:lnTo>
                    <a:pt x="806" y="2"/>
                  </a:lnTo>
                  <a:lnTo>
                    <a:pt x="849" y="8"/>
                  </a:lnTo>
                  <a:lnTo>
                    <a:pt x="891" y="17"/>
                  </a:lnTo>
                  <a:lnTo>
                    <a:pt x="932" y="29"/>
                  </a:lnTo>
                  <a:lnTo>
                    <a:pt x="973" y="46"/>
                  </a:lnTo>
                  <a:lnTo>
                    <a:pt x="1013" y="65"/>
                  </a:lnTo>
                  <a:lnTo>
                    <a:pt x="1052" y="88"/>
                  </a:lnTo>
                  <a:lnTo>
                    <a:pt x="1090" y="114"/>
                  </a:lnTo>
                  <a:lnTo>
                    <a:pt x="1127" y="143"/>
                  </a:lnTo>
                  <a:lnTo>
                    <a:pt x="1163" y="175"/>
                  </a:lnTo>
                  <a:lnTo>
                    <a:pt x="1199" y="210"/>
                  </a:lnTo>
                  <a:lnTo>
                    <a:pt x="1233" y="247"/>
                  </a:lnTo>
                  <a:lnTo>
                    <a:pt x="1266" y="288"/>
                  </a:lnTo>
                  <a:lnTo>
                    <a:pt x="1297" y="331"/>
                  </a:lnTo>
                  <a:lnTo>
                    <a:pt x="1328" y="376"/>
                  </a:lnTo>
                  <a:lnTo>
                    <a:pt x="1357" y="424"/>
                  </a:lnTo>
                  <a:lnTo>
                    <a:pt x="1385" y="474"/>
                  </a:lnTo>
                  <a:lnTo>
                    <a:pt x="1411" y="527"/>
                  </a:lnTo>
                  <a:lnTo>
                    <a:pt x="1436" y="582"/>
                  </a:lnTo>
                  <a:lnTo>
                    <a:pt x="1460" y="638"/>
                  </a:lnTo>
                  <a:lnTo>
                    <a:pt x="1481" y="697"/>
                  </a:lnTo>
                  <a:lnTo>
                    <a:pt x="1502" y="758"/>
                  </a:lnTo>
                  <a:lnTo>
                    <a:pt x="1520" y="820"/>
                  </a:lnTo>
                  <a:lnTo>
                    <a:pt x="1537" y="884"/>
                  </a:lnTo>
                  <a:lnTo>
                    <a:pt x="1552" y="950"/>
                  </a:lnTo>
                  <a:lnTo>
                    <a:pt x="1565" y="1017"/>
                  </a:lnTo>
                  <a:lnTo>
                    <a:pt x="1577" y="1086"/>
                  </a:lnTo>
                  <a:lnTo>
                    <a:pt x="1586" y="1156"/>
                  </a:lnTo>
                  <a:lnTo>
                    <a:pt x="1593" y="1227"/>
                  </a:lnTo>
                  <a:lnTo>
                    <a:pt x="1599" y="1300"/>
                  </a:lnTo>
                  <a:lnTo>
                    <a:pt x="1602" y="1373"/>
                  </a:lnTo>
                  <a:lnTo>
                    <a:pt x="1603" y="1448"/>
                  </a:lnTo>
                  <a:lnTo>
                    <a:pt x="1603" y="1468"/>
                  </a:lnTo>
                  <a:lnTo>
                    <a:pt x="1603" y="1488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72" name="Freeform 31"/>
            <p:cNvSpPr/>
            <p:nvPr/>
          </p:nvSpPr>
          <p:spPr>
            <a:xfrm>
              <a:off x="1150" y="696"/>
              <a:ext cx="45" cy="55"/>
            </a:xfrm>
            <a:custGeom>
              <a:avLst/>
              <a:gdLst>
                <a:gd name="txL" fmla="*/ 0 w 65"/>
                <a:gd name="txT" fmla="*/ 0 h 104"/>
                <a:gd name="txR" fmla="*/ 65 w 65"/>
                <a:gd name="txB" fmla="*/ 104 h 104"/>
              </a:gdLst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0"/>
                </a:cxn>
              </a:cxnLst>
              <a:rect l="txL" t="txT" r="txR" b="txB"/>
              <a:pathLst>
                <a:path w="65" h="104">
                  <a:moveTo>
                    <a:pt x="0" y="0"/>
                  </a:moveTo>
                  <a:lnTo>
                    <a:pt x="8" y="104"/>
                  </a:lnTo>
                  <a:lnTo>
                    <a:pt x="65" y="16"/>
                  </a:lnTo>
                  <a:lnTo>
                    <a:pt x="25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73" name="Freeform 32"/>
            <p:cNvSpPr/>
            <p:nvPr/>
          </p:nvSpPr>
          <p:spPr>
            <a:xfrm>
              <a:off x="1200" y="1044"/>
              <a:ext cx="1003" cy="58"/>
            </a:xfrm>
            <a:custGeom>
              <a:avLst/>
              <a:gdLst>
                <a:gd name="txL" fmla="*/ 0 w 1473"/>
                <a:gd name="txT" fmla="*/ 0 h 113"/>
                <a:gd name="txR" fmla="*/ 1473 w 1473"/>
                <a:gd name="txB" fmla="*/ 113 h 113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1473" h="113">
                  <a:moveTo>
                    <a:pt x="0" y="113"/>
                  </a:moveTo>
                  <a:lnTo>
                    <a:pt x="87" y="87"/>
                  </a:lnTo>
                  <a:lnTo>
                    <a:pt x="176" y="64"/>
                  </a:lnTo>
                  <a:lnTo>
                    <a:pt x="268" y="45"/>
                  </a:lnTo>
                  <a:lnTo>
                    <a:pt x="362" y="29"/>
                  </a:lnTo>
                  <a:lnTo>
                    <a:pt x="457" y="16"/>
                  </a:lnTo>
                  <a:lnTo>
                    <a:pt x="554" y="7"/>
                  </a:lnTo>
                  <a:lnTo>
                    <a:pt x="651" y="2"/>
                  </a:lnTo>
                  <a:lnTo>
                    <a:pt x="750" y="0"/>
                  </a:lnTo>
                  <a:lnTo>
                    <a:pt x="845" y="2"/>
                  </a:lnTo>
                  <a:lnTo>
                    <a:pt x="939" y="7"/>
                  </a:lnTo>
                  <a:lnTo>
                    <a:pt x="1032" y="15"/>
                  </a:lnTo>
                  <a:lnTo>
                    <a:pt x="1124" y="27"/>
                  </a:lnTo>
                  <a:lnTo>
                    <a:pt x="1214" y="41"/>
                  </a:lnTo>
                  <a:lnTo>
                    <a:pt x="1302" y="59"/>
                  </a:lnTo>
                  <a:lnTo>
                    <a:pt x="1389" y="80"/>
                  </a:lnTo>
                  <a:lnTo>
                    <a:pt x="1473" y="104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74" name="Freeform 33"/>
            <p:cNvSpPr/>
            <p:nvPr/>
          </p:nvSpPr>
          <p:spPr>
            <a:xfrm>
              <a:off x="1201" y="1146"/>
              <a:ext cx="278" cy="65"/>
            </a:xfrm>
            <a:custGeom>
              <a:avLst/>
              <a:gdLst>
                <a:gd name="txL" fmla="*/ 0 w 381"/>
                <a:gd name="txT" fmla="*/ 0 h 86"/>
                <a:gd name="txR" fmla="*/ 381 w 381"/>
                <a:gd name="txB" fmla="*/ 86 h 86"/>
              </a:gdLst>
              <a:ahLst/>
              <a:cxnLst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0"/>
                </a:cxn>
              </a:cxnLst>
              <a:rect l="txL" t="txT" r="txR" b="txB"/>
              <a:pathLst>
                <a:path w="381" h="86">
                  <a:moveTo>
                    <a:pt x="381" y="86"/>
                  </a:moveTo>
                  <a:lnTo>
                    <a:pt x="282" y="70"/>
                  </a:lnTo>
                  <a:lnTo>
                    <a:pt x="185" y="50"/>
                  </a:lnTo>
                  <a:lnTo>
                    <a:pt x="91" y="27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75" name="Freeform 34"/>
            <p:cNvSpPr/>
            <p:nvPr/>
          </p:nvSpPr>
          <p:spPr>
            <a:xfrm>
              <a:off x="1183" y="1170"/>
              <a:ext cx="265" cy="108"/>
            </a:xfrm>
            <a:custGeom>
              <a:avLst/>
              <a:gdLst>
                <a:gd name="txL" fmla="*/ 0 w 340"/>
                <a:gd name="txT" fmla="*/ 0 h 211"/>
                <a:gd name="txR" fmla="*/ 340 w 340"/>
                <a:gd name="txB" fmla="*/ 211 h 211"/>
              </a:gdLst>
              <a:ahLst/>
              <a:cxnLst>
                <a:cxn ang="0">
                  <a:pos x="4" y="1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0" y="0"/>
                </a:cxn>
              </a:cxnLst>
              <a:rect l="txL" t="txT" r="txR" b="txB"/>
              <a:pathLst>
                <a:path w="340" h="211">
                  <a:moveTo>
                    <a:pt x="340" y="211"/>
                  </a:moveTo>
                  <a:lnTo>
                    <a:pt x="295" y="191"/>
                  </a:lnTo>
                  <a:lnTo>
                    <a:pt x="250" y="170"/>
                  </a:lnTo>
                  <a:lnTo>
                    <a:pt x="206" y="146"/>
                  </a:lnTo>
                  <a:lnTo>
                    <a:pt x="163" y="121"/>
                  </a:lnTo>
                  <a:lnTo>
                    <a:pt x="121" y="93"/>
                  </a:lnTo>
                  <a:lnTo>
                    <a:pt x="80" y="64"/>
                  </a:lnTo>
                  <a:lnTo>
                    <a:pt x="39" y="33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76" name="Freeform 35"/>
            <p:cNvSpPr/>
            <p:nvPr/>
          </p:nvSpPr>
          <p:spPr>
            <a:xfrm>
              <a:off x="1470" y="940"/>
              <a:ext cx="739" cy="134"/>
            </a:xfrm>
            <a:custGeom>
              <a:avLst/>
              <a:gdLst>
                <a:gd name="txL" fmla="*/ 0 w 1084"/>
                <a:gd name="txT" fmla="*/ 0 h 261"/>
                <a:gd name="txR" fmla="*/ 1084 w 1084"/>
                <a:gd name="txB" fmla="*/ 261 h 261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1084" h="261">
                  <a:moveTo>
                    <a:pt x="0" y="57"/>
                  </a:moveTo>
                  <a:lnTo>
                    <a:pt x="43" y="44"/>
                  </a:lnTo>
                  <a:lnTo>
                    <a:pt x="87" y="32"/>
                  </a:lnTo>
                  <a:lnTo>
                    <a:pt x="131" y="22"/>
                  </a:lnTo>
                  <a:lnTo>
                    <a:pt x="175" y="14"/>
                  </a:lnTo>
                  <a:lnTo>
                    <a:pt x="220" y="8"/>
                  </a:lnTo>
                  <a:lnTo>
                    <a:pt x="264" y="4"/>
                  </a:lnTo>
                  <a:lnTo>
                    <a:pt x="309" y="1"/>
                  </a:lnTo>
                  <a:lnTo>
                    <a:pt x="354" y="0"/>
                  </a:lnTo>
                  <a:lnTo>
                    <a:pt x="403" y="1"/>
                  </a:lnTo>
                  <a:lnTo>
                    <a:pt x="451" y="4"/>
                  </a:lnTo>
                  <a:lnTo>
                    <a:pt x="500" y="10"/>
                  </a:lnTo>
                  <a:lnTo>
                    <a:pt x="548" y="17"/>
                  </a:lnTo>
                  <a:lnTo>
                    <a:pt x="595" y="26"/>
                  </a:lnTo>
                  <a:lnTo>
                    <a:pt x="643" y="38"/>
                  </a:lnTo>
                  <a:lnTo>
                    <a:pt x="689" y="51"/>
                  </a:lnTo>
                  <a:lnTo>
                    <a:pt x="736" y="67"/>
                  </a:lnTo>
                  <a:lnTo>
                    <a:pt x="782" y="84"/>
                  </a:lnTo>
                  <a:lnTo>
                    <a:pt x="827" y="104"/>
                  </a:lnTo>
                  <a:lnTo>
                    <a:pt x="872" y="125"/>
                  </a:lnTo>
                  <a:lnTo>
                    <a:pt x="916" y="149"/>
                  </a:lnTo>
                  <a:lnTo>
                    <a:pt x="959" y="174"/>
                  </a:lnTo>
                  <a:lnTo>
                    <a:pt x="1002" y="201"/>
                  </a:lnTo>
                  <a:lnTo>
                    <a:pt x="1043" y="230"/>
                  </a:lnTo>
                  <a:lnTo>
                    <a:pt x="1084" y="261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77" name="Freeform 36"/>
            <p:cNvSpPr/>
            <p:nvPr/>
          </p:nvSpPr>
          <p:spPr>
            <a:xfrm>
              <a:off x="1457" y="939"/>
              <a:ext cx="72" cy="34"/>
            </a:xfrm>
            <a:custGeom>
              <a:avLst/>
              <a:gdLst>
                <a:gd name="txL" fmla="*/ 0 w 104"/>
                <a:gd name="txT" fmla="*/ 0 h 66"/>
                <a:gd name="txR" fmla="*/ 104 w 104"/>
                <a:gd name="txB" fmla="*/ 66 h 66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104" h="66">
                  <a:moveTo>
                    <a:pt x="81" y="0"/>
                  </a:moveTo>
                  <a:lnTo>
                    <a:pt x="0" y="66"/>
                  </a:lnTo>
                  <a:lnTo>
                    <a:pt x="104" y="63"/>
                  </a:lnTo>
                  <a:lnTo>
                    <a:pt x="64" y="43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78" name="Freeform 37"/>
            <p:cNvSpPr/>
            <p:nvPr/>
          </p:nvSpPr>
          <p:spPr>
            <a:xfrm>
              <a:off x="1482" y="1044"/>
              <a:ext cx="720" cy="54"/>
            </a:xfrm>
            <a:custGeom>
              <a:avLst/>
              <a:gdLst>
                <a:gd name="txL" fmla="*/ 0 w 1058"/>
                <a:gd name="txT" fmla="*/ 0 h 104"/>
                <a:gd name="txR" fmla="*/ 1058 w 1058"/>
                <a:gd name="txB" fmla="*/ 104 h 104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1058" h="104">
                  <a:moveTo>
                    <a:pt x="0" y="21"/>
                  </a:moveTo>
                  <a:lnTo>
                    <a:pt x="83" y="11"/>
                  </a:lnTo>
                  <a:lnTo>
                    <a:pt x="166" y="5"/>
                  </a:lnTo>
                  <a:lnTo>
                    <a:pt x="250" y="1"/>
                  </a:lnTo>
                  <a:lnTo>
                    <a:pt x="335" y="0"/>
                  </a:lnTo>
                  <a:lnTo>
                    <a:pt x="430" y="2"/>
                  </a:lnTo>
                  <a:lnTo>
                    <a:pt x="524" y="7"/>
                  </a:lnTo>
                  <a:lnTo>
                    <a:pt x="617" y="15"/>
                  </a:lnTo>
                  <a:lnTo>
                    <a:pt x="709" y="27"/>
                  </a:lnTo>
                  <a:lnTo>
                    <a:pt x="799" y="41"/>
                  </a:lnTo>
                  <a:lnTo>
                    <a:pt x="887" y="59"/>
                  </a:lnTo>
                  <a:lnTo>
                    <a:pt x="974" y="80"/>
                  </a:lnTo>
                  <a:lnTo>
                    <a:pt x="1058" y="104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79" name="Freeform 38"/>
            <p:cNvSpPr/>
            <p:nvPr/>
          </p:nvSpPr>
          <p:spPr>
            <a:xfrm>
              <a:off x="1492" y="1034"/>
              <a:ext cx="70" cy="34"/>
            </a:xfrm>
            <a:custGeom>
              <a:avLst/>
              <a:gdLst>
                <a:gd name="txL" fmla="*/ 0 w 103"/>
                <a:gd name="txT" fmla="*/ 0 h 66"/>
                <a:gd name="txR" fmla="*/ 103 w 103"/>
                <a:gd name="txB" fmla="*/ 66 h 66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103" h="66">
                  <a:moveTo>
                    <a:pt x="93" y="0"/>
                  </a:moveTo>
                  <a:lnTo>
                    <a:pt x="0" y="48"/>
                  </a:lnTo>
                  <a:lnTo>
                    <a:pt x="103" y="66"/>
                  </a:lnTo>
                  <a:lnTo>
                    <a:pt x="67" y="3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80" name="Freeform 39"/>
            <p:cNvSpPr/>
            <p:nvPr/>
          </p:nvSpPr>
          <p:spPr>
            <a:xfrm>
              <a:off x="1178" y="773"/>
              <a:ext cx="1042" cy="287"/>
            </a:xfrm>
            <a:custGeom>
              <a:avLst/>
              <a:gdLst>
                <a:gd name="txL" fmla="*/ 0 w 1531"/>
                <a:gd name="txT" fmla="*/ 0 h 559"/>
                <a:gd name="txR" fmla="*/ 1531 w 1531"/>
                <a:gd name="txB" fmla="*/ 559 h 559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1531" h="559">
                  <a:moveTo>
                    <a:pt x="0" y="542"/>
                  </a:moveTo>
                  <a:lnTo>
                    <a:pt x="33" y="480"/>
                  </a:lnTo>
                  <a:lnTo>
                    <a:pt x="69" y="421"/>
                  </a:lnTo>
                  <a:lnTo>
                    <a:pt x="107" y="366"/>
                  </a:lnTo>
                  <a:lnTo>
                    <a:pt x="147" y="314"/>
                  </a:lnTo>
                  <a:lnTo>
                    <a:pt x="190" y="266"/>
                  </a:lnTo>
                  <a:lnTo>
                    <a:pt x="234" y="222"/>
                  </a:lnTo>
                  <a:lnTo>
                    <a:pt x="281" y="181"/>
                  </a:lnTo>
                  <a:lnTo>
                    <a:pt x="329" y="144"/>
                  </a:lnTo>
                  <a:lnTo>
                    <a:pt x="354" y="127"/>
                  </a:lnTo>
                  <a:lnTo>
                    <a:pt x="379" y="111"/>
                  </a:lnTo>
                  <a:lnTo>
                    <a:pt x="404" y="96"/>
                  </a:lnTo>
                  <a:lnTo>
                    <a:pt x="430" y="82"/>
                  </a:lnTo>
                  <a:lnTo>
                    <a:pt x="456" y="69"/>
                  </a:lnTo>
                  <a:lnTo>
                    <a:pt x="483" y="57"/>
                  </a:lnTo>
                  <a:lnTo>
                    <a:pt x="510" y="47"/>
                  </a:lnTo>
                  <a:lnTo>
                    <a:pt x="537" y="37"/>
                  </a:lnTo>
                  <a:lnTo>
                    <a:pt x="564" y="28"/>
                  </a:lnTo>
                  <a:lnTo>
                    <a:pt x="592" y="21"/>
                  </a:lnTo>
                  <a:lnTo>
                    <a:pt x="619" y="15"/>
                  </a:lnTo>
                  <a:lnTo>
                    <a:pt x="647" y="9"/>
                  </a:lnTo>
                  <a:lnTo>
                    <a:pt x="676" y="5"/>
                  </a:lnTo>
                  <a:lnTo>
                    <a:pt x="704" y="2"/>
                  </a:lnTo>
                  <a:lnTo>
                    <a:pt x="732" y="1"/>
                  </a:lnTo>
                  <a:lnTo>
                    <a:pt x="761" y="0"/>
                  </a:lnTo>
                  <a:lnTo>
                    <a:pt x="790" y="1"/>
                  </a:lnTo>
                  <a:lnTo>
                    <a:pt x="819" y="2"/>
                  </a:lnTo>
                  <a:lnTo>
                    <a:pt x="848" y="6"/>
                  </a:lnTo>
                  <a:lnTo>
                    <a:pt x="877" y="10"/>
                  </a:lnTo>
                  <a:lnTo>
                    <a:pt x="905" y="15"/>
                  </a:lnTo>
                  <a:lnTo>
                    <a:pt x="934" y="22"/>
                  </a:lnTo>
                  <a:lnTo>
                    <a:pt x="962" y="30"/>
                  </a:lnTo>
                  <a:lnTo>
                    <a:pt x="989" y="38"/>
                  </a:lnTo>
                  <a:lnTo>
                    <a:pt x="1017" y="48"/>
                  </a:lnTo>
                  <a:lnTo>
                    <a:pt x="1044" y="60"/>
                  </a:lnTo>
                  <a:lnTo>
                    <a:pt x="1071" y="72"/>
                  </a:lnTo>
                  <a:lnTo>
                    <a:pt x="1098" y="85"/>
                  </a:lnTo>
                  <a:lnTo>
                    <a:pt x="1124" y="100"/>
                  </a:lnTo>
                  <a:lnTo>
                    <a:pt x="1150" y="115"/>
                  </a:lnTo>
                  <a:lnTo>
                    <a:pt x="1175" y="131"/>
                  </a:lnTo>
                  <a:lnTo>
                    <a:pt x="1200" y="149"/>
                  </a:lnTo>
                  <a:lnTo>
                    <a:pt x="1225" y="168"/>
                  </a:lnTo>
                  <a:lnTo>
                    <a:pt x="1249" y="187"/>
                  </a:lnTo>
                  <a:lnTo>
                    <a:pt x="1296" y="229"/>
                  </a:lnTo>
                  <a:lnTo>
                    <a:pt x="1341" y="275"/>
                  </a:lnTo>
                  <a:lnTo>
                    <a:pt x="1384" y="325"/>
                  </a:lnTo>
                  <a:lnTo>
                    <a:pt x="1425" y="378"/>
                  </a:lnTo>
                  <a:lnTo>
                    <a:pt x="1463" y="435"/>
                  </a:lnTo>
                  <a:lnTo>
                    <a:pt x="1498" y="495"/>
                  </a:lnTo>
                  <a:lnTo>
                    <a:pt x="1531" y="559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81" name="Freeform 40"/>
            <p:cNvSpPr/>
            <p:nvPr/>
          </p:nvSpPr>
          <p:spPr>
            <a:xfrm>
              <a:off x="1162" y="1187"/>
              <a:ext cx="259" cy="209"/>
            </a:xfrm>
            <a:custGeom>
              <a:avLst/>
              <a:gdLst>
                <a:gd name="txL" fmla="*/ 0 w 367"/>
                <a:gd name="txT" fmla="*/ 0 h 423"/>
                <a:gd name="txR" fmla="*/ 367 w 367"/>
                <a:gd name="txB" fmla="*/ 423 h 423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</a:cxnLst>
              <a:rect l="txL" t="txT" r="txR" b="txB"/>
              <a:pathLst>
                <a:path w="367" h="423">
                  <a:moveTo>
                    <a:pt x="367" y="423"/>
                  </a:moveTo>
                  <a:lnTo>
                    <a:pt x="339" y="405"/>
                  </a:lnTo>
                  <a:lnTo>
                    <a:pt x="312" y="385"/>
                  </a:lnTo>
                  <a:lnTo>
                    <a:pt x="286" y="365"/>
                  </a:lnTo>
                  <a:lnTo>
                    <a:pt x="260" y="343"/>
                  </a:lnTo>
                  <a:lnTo>
                    <a:pt x="234" y="320"/>
                  </a:lnTo>
                  <a:lnTo>
                    <a:pt x="209" y="296"/>
                  </a:lnTo>
                  <a:lnTo>
                    <a:pt x="185" y="271"/>
                  </a:lnTo>
                  <a:lnTo>
                    <a:pt x="162" y="245"/>
                  </a:lnTo>
                  <a:lnTo>
                    <a:pt x="139" y="218"/>
                  </a:lnTo>
                  <a:lnTo>
                    <a:pt x="117" y="190"/>
                  </a:lnTo>
                  <a:lnTo>
                    <a:pt x="75" y="130"/>
                  </a:lnTo>
                  <a:lnTo>
                    <a:pt x="36" y="67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82" name="Freeform 41"/>
            <p:cNvSpPr/>
            <p:nvPr/>
          </p:nvSpPr>
          <p:spPr>
            <a:xfrm>
              <a:off x="1402" y="779"/>
              <a:ext cx="833" cy="287"/>
            </a:xfrm>
            <a:custGeom>
              <a:avLst/>
              <a:gdLst>
                <a:gd name="txL" fmla="*/ 0 w 1224"/>
                <a:gd name="txT" fmla="*/ 0 h 559"/>
                <a:gd name="txR" fmla="*/ 1224 w 1224"/>
                <a:gd name="txB" fmla="*/ 559 h 559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1224" h="559">
                  <a:moveTo>
                    <a:pt x="0" y="159"/>
                  </a:moveTo>
                  <a:lnTo>
                    <a:pt x="26" y="140"/>
                  </a:lnTo>
                  <a:lnTo>
                    <a:pt x="53" y="122"/>
                  </a:lnTo>
                  <a:lnTo>
                    <a:pt x="79" y="106"/>
                  </a:lnTo>
                  <a:lnTo>
                    <a:pt x="107" y="90"/>
                  </a:lnTo>
                  <a:lnTo>
                    <a:pt x="134" y="76"/>
                  </a:lnTo>
                  <a:lnTo>
                    <a:pt x="162" y="63"/>
                  </a:lnTo>
                  <a:lnTo>
                    <a:pt x="190" y="51"/>
                  </a:lnTo>
                  <a:lnTo>
                    <a:pt x="219" y="41"/>
                  </a:lnTo>
                  <a:lnTo>
                    <a:pt x="248" y="31"/>
                  </a:lnTo>
                  <a:lnTo>
                    <a:pt x="276" y="23"/>
                  </a:lnTo>
                  <a:lnTo>
                    <a:pt x="306" y="16"/>
                  </a:lnTo>
                  <a:lnTo>
                    <a:pt x="335" y="10"/>
                  </a:lnTo>
                  <a:lnTo>
                    <a:pt x="365" y="6"/>
                  </a:lnTo>
                  <a:lnTo>
                    <a:pt x="394" y="3"/>
                  </a:lnTo>
                  <a:lnTo>
                    <a:pt x="424" y="1"/>
                  </a:lnTo>
                  <a:lnTo>
                    <a:pt x="454" y="0"/>
                  </a:lnTo>
                  <a:lnTo>
                    <a:pt x="483" y="1"/>
                  </a:lnTo>
                  <a:lnTo>
                    <a:pt x="512" y="2"/>
                  </a:lnTo>
                  <a:lnTo>
                    <a:pt x="541" y="6"/>
                  </a:lnTo>
                  <a:lnTo>
                    <a:pt x="570" y="10"/>
                  </a:lnTo>
                  <a:lnTo>
                    <a:pt x="598" y="15"/>
                  </a:lnTo>
                  <a:lnTo>
                    <a:pt x="627" y="22"/>
                  </a:lnTo>
                  <a:lnTo>
                    <a:pt x="655" y="30"/>
                  </a:lnTo>
                  <a:lnTo>
                    <a:pt x="682" y="38"/>
                  </a:lnTo>
                  <a:lnTo>
                    <a:pt x="710" y="48"/>
                  </a:lnTo>
                  <a:lnTo>
                    <a:pt x="737" y="60"/>
                  </a:lnTo>
                  <a:lnTo>
                    <a:pt x="764" y="72"/>
                  </a:lnTo>
                  <a:lnTo>
                    <a:pt x="791" y="85"/>
                  </a:lnTo>
                  <a:lnTo>
                    <a:pt x="817" y="100"/>
                  </a:lnTo>
                  <a:lnTo>
                    <a:pt x="843" y="115"/>
                  </a:lnTo>
                  <a:lnTo>
                    <a:pt x="868" y="131"/>
                  </a:lnTo>
                  <a:lnTo>
                    <a:pt x="893" y="149"/>
                  </a:lnTo>
                  <a:lnTo>
                    <a:pt x="918" y="168"/>
                  </a:lnTo>
                  <a:lnTo>
                    <a:pt x="942" y="187"/>
                  </a:lnTo>
                  <a:lnTo>
                    <a:pt x="989" y="229"/>
                  </a:lnTo>
                  <a:lnTo>
                    <a:pt x="1034" y="275"/>
                  </a:lnTo>
                  <a:lnTo>
                    <a:pt x="1077" y="325"/>
                  </a:lnTo>
                  <a:lnTo>
                    <a:pt x="1118" y="378"/>
                  </a:lnTo>
                  <a:lnTo>
                    <a:pt x="1156" y="435"/>
                  </a:lnTo>
                  <a:lnTo>
                    <a:pt x="1191" y="495"/>
                  </a:lnTo>
                  <a:lnTo>
                    <a:pt x="1224" y="559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83" name="Freeform 42"/>
            <p:cNvSpPr/>
            <p:nvPr/>
          </p:nvSpPr>
          <p:spPr>
            <a:xfrm>
              <a:off x="1367" y="825"/>
              <a:ext cx="67" cy="46"/>
            </a:xfrm>
            <a:custGeom>
              <a:avLst/>
              <a:gdLst>
                <a:gd name="txL" fmla="*/ 0 w 98"/>
                <a:gd name="txT" fmla="*/ 0 h 89"/>
                <a:gd name="txR" fmla="*/ 98 w 98"/>
                <a:gd name="txB" fmla="*/ 89 h 89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98" h="89">
                  <a:moveTo>
                    <a:pt x="56" y="0"/>
                  </a:moveTo>
                  <a:lnTo>
                    <a:pt x="0" y="89"/>
                  </a:lnTo>
                  <a:lnTo>
                    <a:pt x="98" y="52"/>
                  </a:lnTo>
                  <a:lnTo>
                    <a:pt x="53" y="4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84" name="Freeform 43"/>
            <p:cNvSpPr/>
            <p:nvPr/>
          </p:nvSpPr>
          <p:spPr>
            <a:xfrm>
              <a:off x="1447" y="1196"/>
              <a:ext cx="810" cy="295"/>
            </a:xfrm>
            <a:custGeom>
              <a:avLst/>
              <a:gdLst>
                <a:gd name="txL" fmla="*/ 0 w 1221"/>
                <a:gd name="txT" fmla="*/ 0 h 570"/>
                <a:gd name="txR" fmla="*/ 1221 w 1221"/>
                <a:gd name="txB" fmla="*/ 570 h 570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1221" h="570">
                  <a:moveTo>
                    <a:pt x="1221" y="0"/>
                  </a:moveTo>
                  <a:lnTo>
                    <a:pt x="1188" y="65"/>
                  </a:lnTo>
                  <a:lnTo>
                    <a:pt x="1153" y="126"/>
                  </a:lnTo>
                  <a:lnTo>
                    <a:pt x="1115" y="184"/>
                  </a:lnTo>
                  <a:lnTo>
                    <a:pt x="1074" y="238"/>
                  </a:lnTo>
                  <a:lnTo>
                    <a:pt x="1031" y="289"/>
                  </a:lnTo>
                  <a:lnTo>
                    <a:pt x="986" y="336"/>
                  </a:lnTo>
                  <a:lnTo>
                    <a:pt x="963" y="358"/>
                  </a:lnTo>
                  <a:lnTo>
                    <a:pt x="939" y="379"/>
                  </a:lnTo>
                  <a:lnTo>
                    <a:pt x="915" y="399"/>
                  </a:lnTo>
                  <a:lnTo>
                    <a:pt x="890" y="418"/>
                  </a:lnTo>
                  <a:lnTo>
                    <a:pt x="865" y="436"/>
                  </a:lnTo>
                  <a:lnTo>
                    <a:pt x="839" y="453"/>
                  </a:lnTo>
                  <a:lnTo>
                    <a:pt x="813" y="468"/>
                  </a:lnTo>
                  <a:lnTo>
                    <a:pt x="786" y="483"/>
                  </a:lnTo>
                  <a:lnTo>
                    <a:pt x="760" y="497"/>
                  </a:lnTo>
                  <a:lnTo>
                    <a:pt x="732" y="509"/>
                  </a:lnTo>
                  <a:lnTo>
                    <a:pt x="705" y="521"/>
                  </a:lnTo>
                  <a:lnTo>
                    <a:pt x="677" y="531"/>
                  </a:lnTo>
                  <a:lnTo>
                    <a:pt x="649" y="540"/>
                  </a:lnTo>
                  <a:lnTo>
                    <a:pt x="621" y="548"/>
                  </a:lnTo>
                  <a:lnTo>
                    <a:pt x="592" y="555"/>
                  </a:lnTo>
                  <a:lnTo>
                    <a:pt x="563" y="560"/>
                  </a:lnTo>
                  <a:lnTo>
                    <a:pt x="534" y="564"/>
                  </a:lnTo>
                  <a:lnTo>
                    <a:pt x="505" y="568"/>
                  </a:lnTo>
                  <a:lnTo>
                    <a:pt x="476" y="569"/>
                  </a:lnTo>
                  <a:lnTo>
                    <a:pt x="446" y="570"/>
                  </a:lnTo>
                  <a:lnTo>
                    <a:pt x="417" y="569"/>
                  </a:lnTo>
                  <a:lnTo>
                    <a:pt x="387" y="568"/>
                  </a:lnTo>
                  <a:lnTo>
                    <a:pt x="358" y="564"/>
                  </a:lnTo>
                  <a:lnTo>
                    <a:pt x="329" y="560"/>
                  </a:lnTo>
                  <a:lnTo>
                    <a:pt x="300" y="555"/>
                  </a:lnTo>
                  <a:lnTo>
                    <a:pt x="272" y="548"/>
                  </a:lnTo>
                  <a:lnTo>
                    <a:pt x="243" y="540"/>
                  </a:lnTo>
                  <a:lnTo>
                    <a:pt x="215" y="531"/>
                  </a:lnTo>
                  <a:lnTo>
                    <a:pt x="187" y="521"/>
                  </a:lnTo>
                  <a:lnTo>
                    <a:pt x="159" y="509"/>
                  </a:lnTo>
                  <a:lnTo>
                    <a:pt x="132" y="497"/>
                  </a:lnTo>
                  <a:lnTo>
                    <a:pt x="105" y="483"/>
                  </a:lnTo>
                  <a:lnTo>
                    <a:pt x="78" y="468"/>
                  </a:lnTo>
                  <a:lnTo>
                    <a:pt x="52" y="452"/>
                  </a:lnTo>
                  <a:lnTo>
                    <a:pt x="26" y="434"/>
                  </a:lnTo>
                  <a:lnTo>
                    <a:pt x="0" y="416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85" name="Freeform 44"/>
            <p:cNvSpPr/>
            <p:nvPr/>
          </p:nvSpPr>
          <p:spPr>
            <a:xfrm>
              <a:off x="1401" y="1382"/>
              <a:ext cx="65" cy="46"/>
            </a:xfrm>
            <a:custGeom>
              <a:avLst/>
              <a:gdLst>
                <a:gd name="txL" fmla="*/ 0 w 98"/>
                <a:gd name="txT" fmla="*/ 0 h 88"/>
                <a:gd name="txR" fmla="*/ 98 w 98"/>
                <a:gd name="txB" fmla="*/ 88 h 88"/>
              </a:gdLst>
              <a:ahLst/>
              <a:cxnLst>
                <a:cxn ang="0">
                  <a:pos x="1" y="1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98" h="88">
                  <a:moveTo>
                    <a:pt x="98" y="36"/>
                  </a:moveTo>
                  <a:lnTo>
                    <a:pt x="0" y="0"/>
                  </a:lnTo>
                  <a:lnTo>
                    <a:pt x="56" y="88"/>
                  </a:lnTo>
                  <a:lnTo>
                    <a:pt x="53" y="43"/>
                  </a:lnTo>
                  <a:lnTo>
                    <a:pt x="98" y="36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86" name="Freeform 45"/>
            <p:cNvSpPr/>
            <p:nvPr/>
          </p:nvSpPr>
          <p:spPr>
            <a:xfrm>
              <a:off x="1137" y="527"/>
              <a:ext cx="1120" cy="520"/>
            </a:xfrm>
            <a:custGeom>
              <a:avLst/>
              <a:gdLst>
                <a:gd name="txL" fmla="*/ 0 w 1644"/>
                <a:gd name="txT" fmla="*/ 0 h 1013"/>
                <a:gd name="txR" fmla="*/ 1644 w 1644"/>
                <a:gd name="txB" fmla="*/ 1013 h 1013"/>
              </a:gdLst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1644" h="1013">
                  <a:moveTo>
                    <a:pt x="0" y="1013"/>
                  </a:moveTo>
                  <a:lnTo>
                    <a:pt x="12" y="957"/>
                  </a:lnTo>
                  <a:lnTo>
                    <a:pt x="25" y="902"/>
                  </a:lnTo>
                  <a:lnTo>
                    <a:pt x="39" y="848"/>
                  </a:lnTo>
                  <a:lnTo>
                    <a:pt x="54" y="796"/>
                  </a:lnTo>
                  <a:lnTo>
                    <a:pt x="71" y="744"/>
                  </a:lnTo>
                  <a:lnTo>
                    <a:pt x="88" y="695"/>
                  </a:lnTo>
                  <a:lnTo>
                    <a:pt x="107" y="646"/>
                  </a:lnTo>
                  <a:lnTo>
                    <a:pt x="127" y="599"/>
                  </a:lnTo>
                  <a:lnTo>
                    <a:pt x="147" y="554"/>
                  </a:lnTo>
                  <a:lnTo>
                    <a:pt x="169" y="510"/>
                  </a:lnTo>
                  <a:lnTo>
                    <a:pt x="191" y="467"/>
                  </a:lnTo>
                  <a:lnTo>
                    <a:pt x="215" y="426"/>
                  </a:lnTo>
                  <a:lnTo>
                    <a:pt x="239" y="387"/>
                  </a:lnTo>
                  <a:lnTo>
                    <a:pt x="264" y="349"/>
                  </a:lnTo>
                  <a:lnTo>
                    <a:pt x="290" y="313"/>
                  </a:lnTo>
                  <a:lnTo>
                    <a:pt x="317" y="279"/>
                  </a:lnTo>
                  <a:lnTo>
                    <a:pt x="344" y="247"/>
                  </a:lnTo>
                  <a:lnTo>
                    <a:pt x="372" y="216"/>
                  </a:lnTo>
                  <a:lnTo>
                    <a:pt x="401" y="188"/>
                  </a:lnTo>
                  <a:lnTo>
                    <a:pt x="431" y="161"/>
                  </a:lnTo>
                  <a:lnTo>
                    <a:pt x="461" y="136"/>
                  </a:lnTo>
                  <a:lnTo>
                    <a:pt x="492" y="113"/>
                  </a:lnTo>
                  <a:lnTo>
                    <a:pt x="523" y="92"/>
                  </a:lnTo>
                  <a:lnTo>
                    <a:pt x="555" y="73"/>
                  </a:lnTo>
                  <a:lnTo>
                    <a:pt x="587" y="56"/>
                  </a:lnTo>
                  <a:lnTo>
                    <a:pt x="620" y="42"/>
                  </a:lnTo>
                  <a:lnTo>
                    <a:pt x="653" y="29"/>
                  </a:lnTo>
                  <a:lnTo>
                    <a:pt x="686" y="19"/>
                  </a:lnTo>
                  <a:lnTo>
                    <a:pt x="720" y="11"/>
                  </a:lnTo>
                  <a:lnTo>
                    <a:pt x="755" y="5"/>
                  </a:lnTo>
                  <a:lnTo>
                    <a:pt x="789" y="1"/>
                  </a:lnTo>
                  <a:lnTo>
                    <a:pt x="824" y="0"/>
                  </a:lnTo>
                  <a:lnTo>
                    <a:pt x="859" y="1"/>
                  </a:lnTo>
                  <a:lnTo>
                    <a:pt x="893" y="5"/>
                  </a:lnTo>
                  <a:lnTo>
                    <a:pt x="927" y="10"/>
                  </a:lnTo>
                  <a:lnTo>
                    <a:pt x="960" y="18"/>
                  </a:lnTo>
                  <a:lnTo>
                    <a:pt x="993" y="28"/>
                  </a:lnTo>
                  <a:lnTo>
                    <a:pt x="1026" y="41"/>
                  </a:lnTo>
                  <a:lnTo>
                    <a:pt x="1059" y="55"/>
                  </a:lnTo>
                  <a:lnTo>
                    <a:pt x="1091" y="72"/>
                  </a:lnTo>
                  <a:lnTo>
                    <a:pt x="1122" y="90"/>
                  </a:lnTo>
                  <a:lnTo>
                    <a:pt x="1153" y="111"/>
                  </a:lnTo>
                  <a:lnTo>
                    <a:pt x="1184" y="133"/>
                  </a:lnTo>
                  <a:lnTo>
                    <a:pt x="1213" y="158"/>
                  </a:lnTo>
                  <a:lnTo>
                    <a:pt x="1243" y="184"/>
                  </a:lnTo>
                  <a:lnTo>
                    <a:pt x="1271" y="212"/>
                  </a:lnTo>
                  <a:lnTo>
                    <a:pt x="1299" y="242"/>
                  </a:lnTo>
                  <a:lnTo>
                    <a:pt x="1327" y="274"/>
                  </a:lnTo>
                  <a:lnTo>
                    <a:pt x="1353" y="308"/>
                  </a:lnTo>
                  <a:lnTo>
                    <a:pt x="1379" y="343"/>
                  </a:lnTo>
                  <a:lnTo>
                    <a:pt x="1404" y="380"/>
                  </a:lnTo>
                  <a:lnTo>
                    <a:pt x="1428" y="418"/>
                  </a:lnTo>
                  <a:lnTo>
                    <a:pt x="1452" y="458"/>
                  </a:lnTo>
                  <a:lnTo>
                    <a:pt x="1474" y="500"/>
                  </a:lnTo>
                  <a:lnTo>
                    <a:pt x="1496" y="543"/>
                  </a:lnTo>
                  <a:lnTo>
                    <a:pt x="1516" y="588"/>
                  </a:lnTo>
                  <a:lnTo>
                    <a:pt x="1536" y="634"/>
                  </a:lnTo>
                  <a:lnTo>
                    <a:pt x="1555" y="682"/>
                  </a:lnTo>
                  <a:lnTo>
                    <a:pt x="1572" y="731"/>
                  </a:lnTo>
                  <a:lnTo>
                    <a:pt x="1589" y="781"/>
                  </a:lnTo>
                  <a:lnTo>
                    <a:pt x="1604" y="833"/>
                  </a:lnTo>
                  <a:lnTo>
                    <a:pt x="1619" y="886"/>
                  </a:lnTo>
                  <a:lnTo>
                    <a:pt x="1632" y="940"/>
                  </a:lnTo>
                  <a:lnTo>
                    <a:pt x="1644" y="995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87" name="Freeform 46"/>
            <p:cNvSpPr/>
            <p:nvPr/>
          </p:nvSpPr>
          <p:spPr>
            <a:xfrm>
              <a:off x="1150" y="1196"/>
              <a:ext cx="109" cy="295"/>
            </a:xfrm>
            <a:custGeom>
              <a:avLst/>
              <a:gdLst>
                <a:gd name="txL" fmla="*/ 0 w 149"/>
                <a:gd name="txT" fmla="*/ 0 h 626"/>
                <a:gd name="txR" fmla="*/ 149 w 149"/>
                <a:gd name="txB" fmla="*/ 626 h 626"/>
              </a:gdLst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</a:cxnLst>
              <a:rect l="txL" t="txT" r="txR" b="txB"/>
              <a:pathLst>
                <a:path w="149" h="626">
                  <a:moveTo>
                    <a:pt x="149" y="626"/>
                  </a:moveTo>
                  <a:lnTo>
                    <a:pt x="120" y="557"/>
                  </a:lnTo>
                  <a:lnTo>
                    <a:pt x="94" y="485"/>
                  </a:lnTo>
                  <a:lnTo>
                    <a:pt x="71" y="410"/>
                  </a:lnTo>
                  <a:lnTo>
                    <a:pt x="51" y="332"/>
                  </a:lnTo>
                  <a:lnTo>
                    <a:pt x="33" y="252"/>
                  </a:lnTo>
                  <a:lnTo>
                    <a:pt x="19" y="170"/>
                  </a:lnTo>
                  <a:lnTo>
                    <a:pt x="8" y="86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88" name="Freeform 47"/>
            <p:cNvSpPr/>
            <p:nvPr/>
          </p:nvSpPr>
          <p:spPr>
            <a:xfrm>
              <a:off x="899" y="1192"/>
              <a:ext cx="185" cy="413"/>
            </a:xfrm>
            <a:custGeom>
              <a:avLst/>
              <a:gdLst>
                <a:gd name="txL" fmla="*/ 0 w 272"/>
                <a:gd name="txT" fmla="*/ 0 h 804"/>
                <a:gd name="txR" fmla="*/ 272 w 272"/>
                <a:gd name="txB" fmla="*/ 804 h 804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272" h="804">
                  <a:moveTo>
                    <a:pt x="0" y="804"/>
                  </a:moveTo>
                  <a:lnTo>
                    <a:pt x="11" y="734"/>
                  </a:lnTo>
                  <a:lnTo>
                    <a:pt x="24" y="666"/>
                  </a:lnTo>
                  <a:lnTo>
                    <a:pt x="37" y="600"/>
                  </a:lnTo>
                  <a:lnTo>
                    <a:pt x="51" y="537"/>
                  </a:lnTo>
                  <a:lnTo>
                    <a:pt x="65" y="477"/>
                  </a:lnTo>
                  <a:lnTo>
                    <a:pt x="81" y="419"/>
                  </a:lnTo>
                  <a:lnTo>
                    <a:pt x="97" y="363"/>
                  </a:lnTo>
                  <a:lnTo>
                    <a:pt x="114" y="311"/>
                  </a:lnTo>
                  <a:lnTo>
                    <a:pt x="132" y="261"/>
                  </a:lnTo>
                  <a:lnTo>
                    <a:pt x="150" y="214"/>
                  </a:lnTo>
                  <a:lnTo>
                    <a:pt x="169" y="170"/>
                  </a:lnTo>
                  <a:lnTo>
                    <a:pt x="188" y="130"/>
                  </a:lnTo>
                  <a:lnTo>
                    <a:pt x="208" y="92"/>
                  </a:lnTo>
                  <a:lnTo>
                    <a:pt x="229" y="58"/>
                  </a:lnTo>
                  <a:lnTo>
                    <a:pt x="250" y="27"/>
                  </a:lnTo>
                  <a:lnTo>
                    <a:pt x="272" y="0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89" name="Freeform 48"/>
            <p:cNvSpPr/>
            <p:nvPr/>
          </p:nvSpPr>
          <p:spPr>
            <a:xfrm>
              <a:off x="894" y="255"/>
              <a:ext cx="48" cy="449"/>
            </a:xfrm>
            <a:custGeom>
              <a:avLst/>
              <a:gdLst>
                <a:gd name="txL" fmla="*/ 0 w 70"/>
                <a:gd name="txT" fmla="*/ 0 h 874"/>
                <a:gd name="txR" fmla="*/ 70 w 70"/>
                <a:gd name="txB" fmla="*/ 874 h 874"/>
              </a:gdLst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0"/>
                </a:cxn>
              </a:cxnLst>
              <a:rect l="txL" t="txT" r="txR" b="txB"/>
              <a:pathLst>
                <a:path w="70" h="874">
                  <a:moveTo>
                    <a:pt x="70" y="874"/>
                  </a:moveTo>
                  <a:lnTo>
                    <a:pt x="54" y="774"/>
                  </a:lnTo>
                  <a:lnTo>
                    <a:pt x="40" y="670"/>
                  </a:lnTo>
                  <a:lnTo>
                    <a:pt x="28" y="563"/>
                  </a:lnTo>
                  <a:lnTo>
                    <a:pt x="18" y="454"/>
                  </a:lnTo>
                  <a:lnTo>
                    <a:pt x="10" y="343"/>
                  </a:lnTo>
                  <a:lnTo>
                    <a:pt x="5" y="230"/>
                  </a:lnTo>
                  <a:lnTo>
                    <a:pt x="1" y="115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90" name="Freeform 49"/>
            <p:cNvSpPr/>
            <p:nvPr/>
          </p:nvSpPr>
          <p:spPr>
            <a:xfrm>
              <a:off x="912" y="685"/>
              <a:ext cx="45" cy="54"/>
            </a:xfrm>
            <a:custGeom>
              <a:avLst/>
              <a:gdLst>
                <a:gd name="txL" fmla="*/ 0 w 66"/>
                <a:gd name="txT" fmla="*/ 0 h 103"/>
                <a:gd name="txR" fmla="*/ 66 w 66"/>
                <a:gd name="txB" fmla="*/ 103 h 103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66" h="103">
                  <a:moveTo>
                    <a:pt x="0" y="12"/>
                  </a:moveTo>
                  <a:lnTo>
                    <a:pt x="51" y="103"/>
                  </a:lnTo>
                  <a:lnTo>
                    <a:pt x="66" y="0"/>
                  </a:lnTo>
                  <a:lnTo>
                    <a:pt x="39" y="36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91" name="Freeform 50"/>
            <p:cNvSpPr/>
            <p:nvPr/>
          </p:nvSpPr>
          <p:spPr>
            <a:xfrm>
              <a:off x="146" y="1144"/>
              <a:ext cx="878" cy="317"/>
            </a:xfrm>
            <a:custGeom>
              <a:avLst/>
              <a:gdLst>
                <a:gd name="txL" fmla="*/ 0 w 659"/>
                <a:gd name="txT" fmla="*/ 0 h 181"/>
                <a:gd name="txR" fmla="*/ 659 w 659"/>
                <a:gd name="txB" fmla="*/ 181 h 181"/>
              </a:gdLst>
              <a:ahLst/>
              <a:cxnLst>
                <a:cxn ang="0">
                  <a:pos x="0" y="4348415"/>
                </a:cxn>
                <a:cxn ang="0">
                  <a:pos x="6847" y="3869500"/>
                </a:cxn>
                <a:cxn ang="0">
                  <a:pos x="13659" y="3392912"/>
                </a:cxn>
                <a:cxn ang="0">
                  <a:pos x="20544" y="2954200"/>
                </a:cxn>
                <a:cxn ang="0">
                  <a:pos x="27624" y="2554146"/>
                </a:cxn>
                <a:cxn ang="0">
                  <a:pos x="34739" y="2179471"/>
                </a:cxn>
                <a:cxn ang="0">
                  <a:pos x="41796" y="1826650"/>
                </a:cxn>
                <a:cxn ang="0">
                  <a:pos x="48960" y="1512657"/>
                </a:cxn>
                <a:cxn ang="0">
                  <a:pos x="56165" y="1221315"/>
                </a:cxn>
                <a:cxn ang="0">
                  <a:pos x="63252" y="963116"/>
                </a:cxn>
                <a:cxn ang="0">
                  <a:pos x="70637" y="743650"/>
                </a:cxn>
                <a:cxn ang="0">
                  <a:pos x="77989" y="549918"/>
                </a:cxn>
                <a:cxn ang="0">
                  <a:pos x="85373" y="384778"/>
                </a:cxn>
                <a:cxn ang="0">
                  <a:pos x="92851" y="250700"/>
                </a:cxn>
                <a:cxn ang="0">
                  <a:pos x="100237" y="125444"/>
                </a:cxn>
                <a:cxn ang="0">
                  <a:pos x="107881" y="54279"/>
                </a:cxn>
                <a:cxn ang="0">
                  <a:pos x="115343" y="0"/>
                </a:cxn>
              </a:cxnLst>
              <a:rect l="txL" t="txT" r="txR" b="txB"/>
              <a:pathLst>
                <a:path w="659" h="181">
                  <a:moveTo>
                    <a:pt x="0" y="181"/>
                  </a:moveTo>
                  <a:lnTo>
                    <a:pt x="39" y="161"/>
                  </a:lnTo>
                  <a:lnTo>
                    <a:pt x="78" y="141"/>
                  </a:lnTo>
                  <a:lnTo>
                    <a:pt x="118" y="123"/>
                  </a:lnTo>
                  <a:lnTo>
                    <a:pt x="158" y="106"/>
                  </a:lnTo>
                  <a:lnTo>
                    <a:pt x="198" y="91"/>
                  </a:lnTo>
                  <a:lnTo>
                    <a:pt x="239" y="76"/>
                  </a:lnTo>
                  <a:lnTo>
                    <a:pt x="280" y="63"/>
                  </a:lnTo>
                  <a:lnTo>
                    <a:pt x="321" y="51"/>
                  </a:lnTo>
                  <a:lnTo>
                    <a:pt x="362" y="40"/>
                  </a:lnTo>
                  <a:lnTo>
                    <a:pt x="404" y="31"/>
                  </a:lnTo>
                  <a:lnTo>
                    <a:pt x="446" y="23"/>
                  </a:lnTo>
                  <a:lnTo>
                    <a:pt x="488" y="16"/>
                  </a:lnTo>
                  <a:lnTo>
                    <a:pt x="531" y="10"/>
                  </a:lnTo>
                  <a:lnTo>
                    <a:pt x="573" y="5"/>
                  </a:lnTo>
                  <a:lnTo>
                    <a:pt x="616" y="2"/>
                  </a:lnTo>
                  <a:lnTo>
                    <a:pt x="659" y="0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92" name="Freeform 51"/>
            <p:cNvSpPr/>
            <p:nvPr/>
          </p:nvSpPr>
          <p:spPr>
            <a:xfrm>
              <a:off x="400" y="1101"/>
              <a:ext cx="69" cy="34"/>
            </a:xfrm>
            <a:custGeom>
              <a:avLst/>
              <a:gdLst>
                <a:gd name="txL" fmla="*/ 0 w 99"/>
                <a:gd name="txT" fmla="*/ 0 h 67"/>
                <a:gd name="txR" fmla="*/ 99 w 99"/>
                <a:gd name="txB" fmla="*/ 67 h 67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99" h="67">
                  <a:moveTo>
                    <a:pt x="0" y="67"/>
                  </a:moveTo>
                  <a:lnTo>
                    <a:pt x="99" y="33"/>
                  </a:lnTo>
                  <a:lnTo>
                    <a:pt x="0" y="0"/>
                  </a:lnTo>
                  <a:lnTo>
                    <a:pt x="31" y="33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93" name="Freeform 52"/>
            <p:cNvSpPr/>
            <p:nvPr/>
          </p:nvSpPr>
          <p:spPr>
            <a:xfrm>
              <a:off x="437" y="914"/>
              <a:ext cx="70" cy="41"/>
            </a:xfrm>
            <a:custGeom>
              <a:avLst/>
              <a:gdLst>
                <a:gd name="txL" fmla="*/ 0 w 102"/>
                <a:gd name="txT" fmla="*/ 0 h 81"/>
                <a:gd name="txR" fmla="*/ 102 w 102"/>
                <a:gd name="txB" fmla="*/ 81 h 81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102" h="81">
                  <a:moveTo>
                    <a:pt x="0" y="56"/>
                  </a:moveTo>
                  <a:lnTo>
                    <a:pt x="102" y="81"/>
                  </a:lnTo>
                  <a:lnTo>
                    <a:pt x="36" y="0"/>
                  </a:lnTo>
                  <a:lnTo>
                    <a:pt x="45" y="44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94" name="Freeform 53"/>
            <p:cNvSpPr/>
            <p:nvPr/>
          </p:nvSpPr>
          <p:spPr>
            <a:xfrm>
              <a:off x="648" y="1158"/>
              <a:ext cx="379" cy="279"/>
            </a:xfrm>
            <a:custGeom>
              <a:avLst/>
              <a:gdLst>
                <a:gd name="txL" fmla="*/ 0 w 557"/>
                <a:gd name="txT" fmla="*/ 0 h 545"/>
                <a:gd name="txR" fmla="*/ 557 w 557"/>
                <a:gd name="txB" fmla="*/ 545 h 545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557" h="545">
                  <a:moveTo>
                    <a:pt x="0" y="545"/>
                  </a:moveTo>
                  <a:lnTo>
                    <a:pt x="29" y="500"/>
                  </a:lnTo>
                  <a:lnTo>
                    <a:pt x="59" y="457"/>
                  </a:lnTo>
                  <a:lnTo>
                    <a:pt x="90" y="415"/>
                  </a:lnTo>
                  <a:lnTo>
                    <a:pt x="121" y="375"/>
                  </a:lnTo>
                  <a:lnTo>
                    <a:pt x="153" y="335"/>
                  </a:lnTo>
                  <a:lnTo>
                    <a:pt x="187" y="298"/>
                  </a:lnTo>
                  <a:lnTo>
                    <a:pt x="221" y="261"/>
                  </a:lnTo>
                  <a:lnTo>
                    <a:pt x="255" y="226"/>
                  </a:lnTo>
                  <a:lnTo>
                    <a:pt x="291" y="192"/>
                  </a:lnTo>
                  <a:lnTo>
                    <a:pt x="327" y="160"/>
                  </a:lnTo>
                  <a:lnTo>
                    <a:pt x="364" y="130"/>
                  </a:lnTo>
                  <a:lnTo>
                    <a:pt x="401" y="101"/>
                  </a:lnTo>
                  <a:lnTo>
                    <a:pt x="439" y="73"/>
                  </a:lnTo>
                  <a:lnTo>
                    <a:pt x="478" y="47"/>
                  </a:lnTo>
                  <a:lnTo>
                    <a:pt x="517" y="23"/>
                  </a:lnTo>
                  <a:lnTo>
                    <a:pt x="557" y="0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95" name="Freeform 54"/>
            <p:cNvSpPr/>
            <p:nvPr/>
          </p:nvSpPr>
          <p:spPr>
            <a:xfrm>
              <a:off x="1296" y="527"/>
              <a:ext cx="965" cy="520"/>
            </a:xfrm>
            <a:custGeom>
              <a:avLst/>
              <a:gdLst>
                <a:gd name="txL" fmla="*/ 0 w 1410"/>
                <a:gd name="txT" fmla="*/ 0 h 995"/>
                <a:gd name="txR" fmla="*/ 1410 w 1410"/>
                <a:gd name="txB" fmla="*/ 995 h 995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1410" h="995">
                  <a:moveTo>
                    <a:pt x="0" y="393"/>
                  </a:moveTo>
                  <a:lnTo>
                    <a:pt x="31" y="347"/>
                  </a:lnTo>
                  <a:lnTo>
                    <a:pt x="62" y="304"/>
                  </a:lnTo>
                  <a:lnTo>
                    <a:pt x="95" y="263"/>
                  </a:lnTo>
                  <a:lnTo>
                    <a:pt x="129" y="225"/>
                  </a:lnTo>
                  <a:lnTo>
                    <a:pt x="163" y="190"/>
                  </a:lnTo>
                  <a:lnTo>
                    <a:pt x="199" y="158"/>
                  </a:lnTo>
                  <a:lnTo>
                    <a:pt x="235" y="128"/>
                  </a:lnTo>
                  <a:lnTo>
                    <a:pt x="273" y="102"/>
                  </a:lnTo>
                  <a:lnTo>
                    <a:pt x="310" y="78"/>
                  </a:lnTo>
                  <a:lnTo>
                    <a:pt x="349" y="58"/>
                  </a:lnTo>
                  <a:lnTo>
                    <a:pt x="388" y="40"/>
                  </a:lnTo>
                  <a:lnTo>
                    <a:pt x="428" y="26"/>
                  </a:lnTo>
                  <a:lnTo>
                    <a:pt x="468" y="15"/>
                  </a:lnTo>
                  <a:lnTo>
                    <a:pt x="508" y="7"/>
                  </a:lnTo>
                  <a:lnTo>
                    <a:pt x="549" y="2"/>
                  </a:lnTo>
                  <a:lnTo>
                    <a:pt x="590" y="0"/>
                  </a:lnTo>
                  <a:lnTo>
                    <a:pt x="625" y="1"/>
                  </a:lnTo>
                  <a:lnTo>
                    <a:pt x="659" y="5"/>
                  </a:lnTo>
                  <a:lnTo>
                    <a:pt x="693" y="10"/>
                  </a:lnTo>
                  <a:lnTo>
                    <a:pt x="726" y="18"/>
                  </a:lnTo>
                  <a:lnTo>
                    <a:pt x="759" y="28"/>
                  </a:lnTo>
                  <a:lnTo>
                    <a:pt x="792" y="41"/>
                  </a:lnTo>
                  <a:lnTo>
                    <a:pt x="825" y="55"/>
                  </a:lnTo>
                  <a:lnTo>
                    <a:pt x="857" y="72"/>
                  </a:lnTo>
                  <a:lnTo>
                    <a:pt x="888" y="90"/>
                  </a:lnTo>
                  <a:lnTo>
                    <a:pt x="919" y="111"/>
                  </a:lnTo>
                  <a:lnTo>
                    <a:pt x="950" y="133"/>
                  </a:lnTo>
                  <a:lnTo>
                    <a:pt x="979" y="158"/>
                  </a:lnTo>
                  <a:lnTo>
                    <a:pt x="1009" y="184"/>
                  </a:lnTo>
                  <a:lnTo>
                    <a:pt x="1037" y="212"/>
                  </a:lnTo>
                  <a:lnTo>
                    <a:pt x="1065" y="242"/>
                  </a:lnTo>
                  <a:lnTo>
                    <a:pt x="1093" y="274"/>
                  </a:lnTo>
                  <a:lnTo>
                    <a:pt x="1119" y="308"/>
                  </a:lnTo>
                  <a:lnTo>
                    <a:pt x="1145" y="343"/>
                  </a:lnTo>
                  <a:lnTo>
                    <a:pt x="1170" y="380"/>
                  </a:lnTo>
                  <a:lnTo>
                    <a:pt x="1194" y="418"/>
                  </a:lnTo>
                  <a:lnTo>
                    <a:pt x="1218" y="458"/>
                  </a:lnTo>
                  <a:lnTo>
                    <a:pt x="1240" y="500"/>
                  </a:lnTo>
                  <a:lnTo>
                    <a:pt x="1262" y="543"/>
                  </a:lnTo>
                  <a:lnTo>
                    <a:pt x="1282" y="588"/>
                  </a:lnTo>
                  <a:lnTo>
                    <a:pt x="1302" y="634"/>
                  </a:lnTo>
                  <a:lnTo>
                    <a:pt x="1321" y="682"/>
                  </a:lnTo>
                  <a:lnTo>
                    <a:pt x="1338" y="731"/>
                  </a:lnTo>
                  <a:lnTo>
                    <a:pt x="1355" y="781"/>
                  </a:lnTo>
                  <a:lnTo>
                    <a:pt x="1370" y="833"/>
                  </a:lnTo>
                  <a:lnTo>
                    <a:pt x="1385" y="886"/>
                  </a:lnTo>
                  <a:lnTo>
                    <a:pt x="1398" y="940"/>
                  </a:lnTo>
                  <a:lnTo>
                    <a:pt x="1410" y="995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96" name="Freeform 55"/>
            <p:cNvSpPr/>
            <p:nvPr/>
          </p:nvSpPr>
          <p:spPr>
            <a:xfrm>
              <a:off x="1256" y="731"/>
              <a:ext cx="54" cy="54"/>
            </a:xfrm>
            <a:custGeom>
              <a:avLst/>
              <a:gdLst>
                <a:gd name="txL" fmla="*/ 0 w 79"/>
                <a:gd name="txT" fmla="*/ 0 h 102"/>
                <a:gd name="txR" fmla="*/ 79 w 79"/>
                <a:gd name="txB" fmla="*/ 102 h 102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79" h="102">
                  <a:moveTo>
                    <a:pt x="21" y="0"/>
                  </a:moveTo>
                  <a:lnTo>
                    <a:pt x="0" y="102"/>
                  </a:lnTo>
                  <a:lnTo>
                    <a:pt x="79" y="34"/>
                  </a:lnTo>
                  <a:lnTo>
                    <a:pt x="35" y="44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97" name="Freeform 56"/>
            <p:cNvSpPr/>
            <p:nvPr/>
          </p:nvSpPr>
          <p:spPr>
            <a:xfrm>
              <a:off x="1498" y="1101"/>
              <a:ext cx="67" cy="34"/>
            </a:xfrm>
            <a:custGeom>
              <a:avLst/>
              <a:gdLst>
                <a:gd name="txL" fmla="*/ 0 w 99"/>
                <a:gd name="txT" fmla="*/ 0 h 67"/>
                <a:gd name="txR" fmla="*/ 99 w 99"/>
                <a:gd name="txB" fmla="*/ 67 h 67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99" h="67">
                  <a:moveTo>
                    <a:pt x="99" y="0"/>
                  </a:moveTo>
                  <a:lnTo>
                    <a:pt x="0" y="34"/>
                  </a:lnTo>
                  <a:lnTo>
                    <a:pt x="99" y="67"/>
                  </a:lnTo>
                  <a:lnTo>
                    <a:pt x="68" y="34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98" name="Freeform 57"/>
            <p:cNvSpPr/>
            <p:nvPr/>
          </p:nvSpPr>
          <p:spPr>
            <a:xfrm>
              <a:off x="632" y="767"/>
              <a:ext cx="60" cy="50"/>
            </a:xfrm>
            <a:custGeom>
              <a:avLst/>
              <a:gdLst>
                <a:gd name="txL" fmla="*/ 0 w 89"/>
                <a:gd name="txT" fmla="*/ 0 h 97"/>
                <a:gd name="txR" fmla="*/ 89 w 89"/>
                <a:gd name="txB" fmla="*/ 97 h 97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89" h="97">
                  <a:moveTo>
                    <a:pt x="0" y="43"/>
                  </a:moveTo>
                  <a:lnTo>
                    <a:pt x="89" y="97"/>
                  </a:lnTo>
                  <a:lnTo>
                    <a:pt x="51" y="0"/>
                  </a:lnTo>
                  <a:lnTo>
                    <a:pt x="46" y="45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99" name="Freeform 58"/>
            <p:cNvSpPr/>
            <p:nvPr/>
          </p:nvSpPr>
          <p:spPr>
            <a:xfrm>
              <a:off x="438" y="1255"/>
              <a:ext cx="72" cy="36"/>
            </a:xfrm>
            <a:custGeom>
              <a:avLst/>
              <a:gdLst>
                <a:gd name="txL" fmla="*/ 0 w 104"/>
                <a:gd name="txT" fmla="*/ 0 h 69"/>
                <a:gd name="txR" fmla="*/ 104 w 104"/>
                <a:gd name="txB" fmla="*/ 69 h 69"/>
              </a:gdLst>
              <a:ahLst/>
              <a:cxnLst>
                <a:cxn ang="0">
                  <a:pos x="1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104" h="69">
                  <a:moveTo>
                    <a:pt x="25" y="69"/>
                  </a:moveTo>
                  <a:lnTo>
                    <a:pt x="104" y="0"/>
                  </a:lnTo>
                  <a:lnTo>
                    <a:pt x="0" y="7"/>
                  </a:lnTo>
                  <a:lnTo>
                    <a:pt x="41" y="26"/>
                  </a:lnTo>
                  <a:lnTo>
                    <a:pt x="25" y="69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200" name="Freeform 59"/>
            <p:cNvSpPr/>
            <p:nvPr/>
          </p:nvSpPr>
          <p:spPr>
            <a:xfrm>
              <a:off x="464" y="1447"/>
              <a:ext cx="178" cy="419"/>
            </a:xfrm>
            <a:custGeom>
              <a:avLst/>
              <a:gdLst>
                <a:gd name="txL" fmla="*/ 0 w 263"/>
                <a:gd name="txT" fmla="*/ 0 h 816"/>
                <a:gd name="txR" fmla="*/ 263 w 263"/>
                <a:gd name="txB" fmla="*/ 816 h 816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263" h="816">
                  <a:moveTo>
                    <a:pt x="0" y="816"/>
                  </a:moveTo>
                  <a:lnTo>
                    <a:pt x="9" y="760"/>
                  </a:lnTo>
                  <a:lnTo>
                    <a:pt x="20" y="704"/>
                  </a:lnTo>
                  <a:lnTo>
                    <a:pt x="31" y="649"/>
                  </a:lnTo>
                  <a:lnTo>
                    <a:pt x="43" y="594"/>
                  </a:lnTo>
                  <a:lnTo>
                    <a:pt x="71" y="487"/>
                  </a:lnTo>
                  <a:lnTo>
                    <a:pt x="102" y="383"/>
                  </a:lnTo>
                  <a:lnTo>
                    <a:pt x="137" y="282"/>
                  </a:lnTo>
                  <a:lnTo>
                    <a:pt x="176" y="184"/>
                  </a:lnTo>
                  <a:lnTo>
                    <a:pt x="218" y="90"/>
                  </a:lnTo>
                  <a:lnTo>
                    <a:pt x="240" y="45"/>
                  </a:lnTo>
                  <a:lnTo>
                    <a:pt x="263" y="0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201" name="Freeform 60"/>
            <p:cNvSpPr/>
            <p:nvPr/>
          </p:nvSpPr>
          <p:spPr>
            <a:xfrm>
              <a:off x="613" y="1417"/>
              <a:ext cx="52" cy="53"/>
            </a:xfrm>
            <a:custGeom>
              <a:avLst/>
              <a:gdLst>
                <a:gd name="txL" fmla="*/ 0 w 77"/>
                <a:gd name="txT" fmla="*/ 0 h 103"/>
                <a:gd name="txR" fmla="*/ 77 w 77"/>
                <a:gd name="txB" fmla="*/ 103 h 103"/>
              </a:gdLst>
              <a:ahLst/>
              <a:cxnLst>
                <a:cxn ang="0">
                  <a:pos x="1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77" h="103">
                  <a:moveTo>
                    <a:pt x="58" y="103"/>
                  </a:moveTo>
                  <a:lnTo>
                    <a:pt x="77" y="0"/>
                  </a:lnTo>
                  <a:lnTo>
                    <a:pt x="0" y="70"/>
                  </a:lnTo>
                  <a:lnTo>
                    <a:pt x="44" y="59"/>
                  </a:lnTo>
                  <a:lnTo>
                    <a:pt x="58" y="103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202" name="Freeform 61"/>
            <p:cNvSpPr/>
            <p:nvPr/>
          </p:nvSpPr>
          <p:spPr>
            <a:xfrm>
              <a:off x="862" y="1605"/>
              <a:ext cx="37" cy="402"/>
            </a:xfrm>
            <a:custGeom>
              <a:avLst/>
              <a:gdLst>
                <a:gd name="txL" fmla="*/ 0 w 55"/>
                <a:gd name="txT" fmla="*/ 0 h 783"/>
                <a:gd name="txR" fmla="*/ 55 w 55"/>
                <a:gd name="txB" fmla="*/ 783 h 783"/>
              </a:gdLst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txL" t="txT" r="txR" b="txB"/>
              <a:pathLst>
                <a:path w="55" h="783">
                  <a:moveTo>
                    <a:pt x="0" y="783"/>
                  </a:moveTo>
                  <a:lnTo>
                    <a:pt x="1" y="681"/>
                  </a:lnTo>
                  <a:lnTo>
                    <a:pt x="4" y="579"/>
                  </a:lnTo>
                  <a:lnTo>
                    <a:pt x="8" y="478"/>
                  </a:lnTo>
                  <a:lnTo>
                    <a:pt x="14" y="379"/>
                  </a:lnTo>
                  <a:lnTo>
                    <a:pt x="22" y="281"/>
                  </a:lnTo>
                  <a:lnTo>
                    <a:pt x="31" y="186"/>
                  </a:lnTo>
                  <a:lnTo>
                    <a:pt x="42" y="92"/>
                  </a:lnTo>
                  <a:lnTo>
                    <a:pt x="55" y="0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203" name="Freeform 62"/>
            <p:cNvSpPr/>
            <p:nvPr/>
          </p:nvSpPr>
          <p:spPr>
            <a:xfrm>
              <a:off x="892" y="1496"/>
              <a:ext cx="45" cy="53"/>
            </a:xfrm>
            <a:custGeom>
              <a:avLst/>
              <a:gdLst>
                <a:gd name="txL" fmla="*/ 0 w 67"/>
                <a:gd name="txT" fmla="*/ 0 h 103"/>
                <a:gd name="txR" fmla="*/ 67 w 67"/>
                <a:gd name="txB" fmla="*/ 103 h 103"/>
              </a:gdLst>
              <a:ahLst/>
              <a:cxnLst>
                <a:cxn ang="0">
                  <a:pos x="1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67" h="103">
                  <a:moveTo>
                    <a:pt x="67" y="103"/>
                  </a:moveTo>
                  <a:lnTo>
                    <a:pt x="49" y="0"/>
                  </a:lnTo>
                  <a:lnTo>
                    <a:pt x="0" y="92"/>
                  </a:lnTo>
                  <a:lnTo>
                    <a:pt x="38" y="67"/>
                  </a:lnTo>
                  <a:lnTo>
                    <a:pt x="67" y="103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204" name="Freeform 63"/>
            <p:cNvSpPr/>
            <p:nvPr/>
          </p:nvSpPr>
          <p:spPr>
            <a:xfrm>
              <a:off x="1270" y="1196"/>
              <a:ext cx="1004" cy="551"/>
            </a:xfrm>
            <a:custGeom>
              <a:avLst/>
              <a:gdLst>
                <a:gd name="txL" fmla="*/ 0 w 1493"/>
                <a:gd name="txT" fmla="*/ 0 h 1026"/>
                <a:gd name="txR" fmla="*/ 1493 w 1493"/>
                <a:gd name="txB" fmla="*/ 1026 h 1026"/>
              </a:gdLst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</a:cxnLst>
              <a:rect l="txL" t="txT" r="txR" b="txB"/>
              <a:pathLst>
                <a:path w="1493" h="1026">
                  <a:moveTo>
                    <a:pt x="1493" y="0"/>
                  </a:moveTo>
                  <a:lnTo>
                    <a:pt x="1481" y="57"/>
                  </a:lnTo>
                  <a:lnTo>
                    <a:pt x="1468" y="112"/>
                  </a:lnTo>
                  <a:lnTo>
                    <a:pt x="1454" y="167"/>
                  </a:lnTo>
                  <a:lnTo>
                    <a:pt x="1438" y="220"/>
                  </a:lnTo>
                  <a:lnTo>
                    <a:pt x="1421" y="272"/>
                  </a:lnTo>
                  <a:lnTo>
                    <a:pt x="1403" y="322"/>
                  </a:lnTo>
                  <a:lnTo>
                    <a:pt x="1384" y="371"/>
                  </a:lnTo>
                  <a:lnTo>
                    <a:pt x="1364" y="419"/>
                  </a:lnTo>
                  <a:lnTo>
                    <a:pt x="1343" y="465"/>
                  </a:lnTo>
                  <a:lnTo>
                    <a:pt x="1321" y="509"/>
                  </a:lnTo>
                  <a:lnTo>
                    <a:pt x="1298" y="552"/>
                  </a:lnTo>
                  <a:lnTo>
                    <a:pt x="1273" y="594"/>
                  </a:lnTo>
                  <a:lnTo>
                    <a:pt x="1248" y="633"/>
                  </a:lnTo>
                  <a:lnTo>
                    <a:pt x="1222" y="671"/>
                  </a:lnTo>
                  <a:lnTo>
                    <a:pt x="1196" y="708"/>
                  </a:lnTo>
                  <a:lnTo>
                    <a:pt x="1168" y="743"/>
                  </a:lnTo>
                  <a:lnTo>
                    <a:pt x="1140" y="775"/>
                  </a:lnTo>
                  <a:lnTo>
                    <a:pt x="1111" y="806"/>
                  </a:lnTo>
                  <a:lnTo>
                    <a:pt x="1081" y="836"/>
                  </a:lnTo>
                  <a:lnTo>
                    <a:pt x="1050" y="863"/>
                  </a:lnTo>
                  <a:lnTo>
                    <a:pt x="1019" y="888"/>
                  </a:lnTo>
                  <a:lnTo>
                    <a:pt x="987" y="911"/>
                  </a:lnTo>
                  <a:lnTo>
                    <a:pt x="955" y="933"/>
                  </a:lnTo>
                  <a:lnTo>
                    <a:pt x="922" y="952"/>
                  </a:lnTo>
                  <a:lnTo>
                    <a:pt x="889" y="969"/>
                  </a:lnTo>
                  <a:lnTo>
                    <a:pt x="855" y="984"/>
                  </a:lnTo>
                  <a:lnTo>
                    <a:pt x="821" y="997"/>
                  </a:lnTo>
                  <a:lnTo>
                    <a:pt x="786" y="1007"/>
                  </a:lnTo>
                  <a:lnTo>
                    <a:pt x="751" y="1015"/>
                  </a:lnTo>
                  <a:lnTo>
                    <a:pt x="715" y="1021"/>
                  </a:lnTo>
                  <a:lnTo>
                    <a:pt x="679" y="1025"/>
                  </a:lnTo>
                  <a:lnTo>
                    <a:pt x="643" y="1026"/>
                  </a:lnTo>
                  <a:lnTo>
                    <a:pt x="598" y="1024"/>
                  </a:lnTo>
                  <a:lnTo>
                    <a:pt x="553" y="1018"/>
                  </a:lnTo>
                  <a:lnTo>
                    <a:pt x="508" y="1009"/>
                  </a:lnTo>
                  <a:lnTo>
                    <a:pt x="464" y="996"/>
                  </a:lnTo>
                  <a:lnTo>
                    <a:pt x="420" y="979"/>
                  </a:lnTo>
                  <a:lnTo>
                    <a:pt x="377" y="959"/>
                  </a:lnTo>
                  <a:lnTo>
                    <a:pt x="335" y="935"/>
                  </a:lnTo>
                  <a:lnTo>
                    <a:pt x="293" y="908"/>
                  </a:lnTo>
                  <a:lnTo>
                    <a:pt x="253" y="878"/>
                  </a:lnTo>
                  <a:lnTo>
                    <a:pt x="213" y="844"/>
                  </a:lnTo>
                  <a:lnTo>
                    <a:pt x="175" y="807"/>
                  </a:lnTo>
                  <a:lnTo>
                    <a:pt x="137" y="767"/>
                  </a:lnTo>
                  <a:lnTo>
                    <a:pt x="101" y="723"/>
                  </a:lnTo>
                  <a:lnTo>
                    <a:pt x="66" y="677"/>
                  </a:lnTo>
                  <a:lnTo>
                    <a:pt x="32" y="627"/>
                  </a:lnTo>
                  <a:lnTo>
                    <a:pt x="0" y="575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205" name="Freeform 64"/>
            <p:cNvSpPr/>
            <p:nvPr/>
          </p:nvSpPr>
          <p:spPr>
            <a:xfrm>
              <a:off x="1240" y="1464"/>
              <a:ext cx="54" cy="55"/>
            </a:xfrm>
            <a:custGeom>
              <a:avLst/>
              <a:gdLst>
                <a:gd name="txL" fmla="*/ 0 w 78"/>
                <a:gd name="txT" fmla="*/ 0 h 103"/>
                <a:gd name="txR" fmla="*/ 78 w 78"/>
                <a:gd name="txB" fmla="*/ 103 h 103"/>
              </a:gdLst>
              <a:ahLst/>
              <a:cxnLst>
                <a:cxn ang="0">
                  <a:pos x="1" y="1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txL" t="txT" r="txR" b="txB"/>
              <a:pathLst>
                <a:path w="78" h="103">
                  <a:moveTo>
                    <a:pt x="78" y="70"/>
                  </a:moveTo>
                  <a:lnTo>
                    <a:pt x="0" y="0"/>
                  </a:lnTo>
                  <a:lnTo>
                    <a:pt x="20" y="103"/>
                  </a:lnTo>
                  <a:lnTo>
                    <a:pt x="33" y="59"/>
                  </a:lnTo>
                  <a:lnTo>
                    <a:pt x="78" y="7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206" name="Line 65"/>
            <p:cNvSpPr/>
            <p:nvPr/>
          </p:nvSpPr>
          <p:spPr>
            <a:xfrm>
              <a:off x="0" y="1121"/>
              <a:ext cx="3276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07" name="Oval 66"/>
            <p:cNvSpPr/>
            <p:nvPr/>
          </p:nvSpPr>
          <p:spPr>
            <a:xfrm>
              <a:off x="1008" y="1023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0066"/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rgbClr val="333333"/>
                  </a:solidFill>
                  <a:latin typeface="Arial" panose="020B0604020202020204" pitchFamily="34" charset="0"/>
                </a:rPr>
                <a:t>-</a:t>
              </a:r>
              <a:endParaRPr lang="en-US" altLang="zh-CN" sz="2800" dirty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208" name="Oval 67"/>
            <p:cNvSpPr/>
            <p:nvPr/>
          </p:nvSpPr>
          <p:spPr>
            <a:xfrm>
              <a:off x="2160" y="1023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9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rgbClr val="333333"/>
                  </a:solidFill>
                  <a:latin typeface="Arial" panose="020B0604020202020204" pitchFamily="34" charset="0"/>
                </a:rPr>
                <a:t>+</a:t>
              </a:r>
              <a:endParaRPr lang="en-US" altLang="zh-CN" sz="2800" dirty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68"/>
          <p:cNvGrpSpPr/>
          <p:nvPr/>
        </p:nvGrpSpPr>
        <p:grpSpPr>
          <a:xfrm>
            <a:off x="0" y="3208338"/>
            <a:ext cx="5754688" cy="2155825"/>
            <a:chOff x="1127" y="1641"/>
            <a:chExt cx="3625" cy="1358"/>
          </a:xfrm>
        </p:grpSpPr>
        <p:sp>
          <p:nvSpPr>
            <p:cNvPr id="46093" name="Line 69"/>
            <p:cNvSpPr/>
            <p:nvPr/>
          </p:nvSpPr>
          <p:spPr>
            <a:xfrm>
              <a:off x="2475" y="1900"/>
              <a:ext cx="1" cy="355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4" name="Line 70"/>
            <p:cNvSpPr/>
            <p:nvPr/>
          </p:nvSpPr>
          <p:spPr>
            <a:xfrm>
              <a:off x="2475" y="2324"/>
              <a:ext cx="1" cy="538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6095" name="Group 71"/>
            <p:cNvGrpSpPr/>
            <p:nvPr/>
          </p:nvGrpSpPr>
          <p:grpSpPr>
            <a:xfrm>
              <a:off x="4343" y="1824"/>
              <a:ext cx="151" cy="1007"/>
              <a:chOff x="4224" y="2016"/>
              <a:chExt cx="143" cy="818"/>
            </a:xfrm>
          </p:grpSpPr>
          <p:sp>
            <p:nvSpPr>
              <p:cNvPr id="46143" name="Freeform 72"/>
              <p:cNvSpPr/>
              <p:nvPr/>
            </p:nvSpPr>
            <p:spPr>
              <a:xfrm>
                <a:off x="4224" y="2352"/>
                <a:ext cx="96" cy="482"/>
              </a:xfrm>
              <a:custGeom>
                <a:avLst/>
                <a:gdLst>
                  <a:gd name="txL" fmla="*/ 0 w 86"/>
                  <a:gd name="txT" fmla="*/ 0 h 458"/>
                  <a:gd name="txR" fmla="*/ 86 w 86"/>
                  <a:gd name="txB" fmla="*/ 458 h 458"/>
                </a:gdLst>
                <a:ahLst/>
                <a:cxnLst>
                  <a:cxn ang="0">
                    <a:pos x="617" y="0"/>
                  </a:cxn>
                  <a:cxn ang="0">
                    <a:pos x="617" y="28"/>
                  </a:cxn>
                  <a:cxn ang="0">
                    <a:pos x="617" y="47"/>
                  </a:cxn>
                  <a:cxn ang="0">
                    <a:pos x="614" y="198"/>
                  </a:cxn>
                  <a:cxn ang="0">
                    <a:pos x="577" y="345"/>
                  </a:cxn>
                  <a:cxn ang="0">
                    <a:pos x="538" y="490"/>
                  </a:cxn>
                  <a:cxn ang="0">
                    <a:pos x="459" y="631"/>
                  </a:cxn>
                  <a:cxn ang="0">
                    <a:pos x="375" y="772"/>
                  </a:cxn>
                  <a:cxn ang="0">
                    <a:pos x="265" y="904"/>
                  </a:cxn>
                  <a:cxn ang="0">
                    <a:pos x="147" y="1029"/>
                  </a:cxn>
                  <a:cxn ang="0">
                    <a:pos x="0" y="1148"/>
                  </a:cxn>
                </a:cxnLst>
                <a:rect l="txL" t="txT" r="txR" b="txB"/>
                <a:pathLst>
                  <a:path w="86" h="458">
                    <a:moveTo>
                      <a:pt x="86" y="0"/>
                    </a:moveTo>
                    <a:lnTo>
                      <a:pt x="86" y="10"/>
                    </a:lnTo>
                    <a:lnTo>
                      <a:pt x="86" y="20"/>
                    </a:lnTo>
                    <a:lnTo>
                      <a:pt x="85" y="79"/>
                    </a:lnTo>
                    <a:lnTo>
                      <a:pt x="80" y="138"/>
                    </a:lnTo>
                    <a:lnTo>
                      <a:pt x="74" y="196"/>
                    </a:lnTo>
                    <a:lnTo>
                      <a:pt x="64" y="252"/>
                    </a:lnTo>
                    <a:lnTo>
                      <a:pt x="52" y="307"/>
                    </a:lnTo>
                    <a:lnTo>
                      <a:pt x="37" y="360"/>
                    </a:lnTo>
                    <a:lnTo>
                      <a:pt x="20" y="410"/>
                    </a:lnTo>
                    <a:lnTo>
                      <a:pt x="0" y="458"/>
                    </a:lnTo>
                  </a:path>
                </a:pathLst>
              </a:custGeom>
              <a:noFill/>
              <a:ln w="28575" cap="flat" cmpd="sng">
                <a:solidFill>
                  <a:srgbClr val="CC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44" name="Freeform 73"/>
              <p:cNvSpPr/>
              <p:nvPr/>
            </p:nvSpPr>
            <p:spPr>
              <a:xfrm>
                <a:off x="4229" y="2016"/>
                <a:ext cx="91" cy="384"/>
              </a:xfrm>
              <a:custGeom>
                <a:avLst/>
                <a:gdLst>
                  <a:gd name="txL" fmla="*/ 0 w 78"/>
                  <a:gd name="txT" fmla="*/ 0 h 351"/>
                  <a:gd name="txR" fmla="*/ 78 w 78"/>
                  <a:gd name="txB" fmla="*/ 351 h 351"/>
                </a:gdLst>
                <a:ahLst/>
                <a:cxnLst>
                  <a:cxn ang="0">
                    <a:pos x="0" y="0"/>
                  </a:cxn>
                  <a:cxn ang="0">
                    <a:pos x="226" y="198"/>
                  </a:cxn>
                  <a:cxn ang="0">
                    <a:pos x="480" y="406"/>
                  </a:cxn>
                  <a:cxn ang="0">
                    <a:pos x="659" y="618"/>
                  </a:cxn>
                  <a:cxn ang="0">
                    <a:pos x="844" y="836"/>
                  </a:cxn>
                  <a:cxn ang="0">
                    <a:pos x="985" y="1064"/>
                  </a:cxn>
                  <a:cxn ang="0">
                    <a:pos x="1107" y="1295"/>
                  </a:cxn>
                  <a:cxn ang="0">
                    <a:pos x="1178" y="1524"/>
                  </a:cxn>
                  <a:cxn ang="0">
                    <a:pos x="1255" y="1769"/>
                  </a:cxn>
                </a:cxnLst>
                <a:rect l="txL" t="txT" r="txR" b="txB"/>
                <a:pathLst>
                  <a:path w="78" h="351">
                    <a:moveTo>
                      <a:pt x="0" y="0"/>
                    </a:moveTo>
                    <a:lnTo>
                      <a:pt x="15" y="39"/>
                    </a:lnTo>
                    <a:lnTo>
                      <a:pt x="29" y="80"/>
                    </a:lnTo>
                    <a:lnTo>
                      <a:pt x="41" y="122"/>
                    </a:lnTo>
                    <a:lnTo>
                      <a:pt x="52" y="166"/>
                    </a:lnTo>
                    <a:lnTo>
                      <a:pt x="61" y="211"/>
                    </a:lnTo>
                    <a:lnTo>
                      <a:pt x="69" y="257"/>
                    </a:lnTo>
                    <a:lnTo>
                      <a:pt x="74" y="303"/>
                    </a:lnTo>
                    <a:lnTo>
                      <a:pt x="78" y="351"/>
                    </a:lnTo>
                  </a:path>
                </a:pathLst>
              </a:custGeom>
              <a:noFill/>
              <a:ln w="28575" cap="flat" cmpd="sng">
                <a:solidFill>
                  <a:srgbClr val="CC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45" name="Freeform 74"/>
              <p:cNvSpPr/>
              <p:nvPr/>
            </p:nvSpPr>
            <p:spPr>
              <a:xfrm>
                <a:off x="4272" y="2352"/>
                <a:ext cx="95" cy="96"/>
              </a:xfrm>
              <a:custGeom>
                <a:avLst/>
                <a:gdLst>
                  <a:gd name="txL" fmla="*/ 0 w 67"/>
                  <a:gd name="txT" fmla="*/ 0 h 100"/>
                  <a:gd name="txR" fmla="*/ 67 w 67"/>
                  <a:gd name="txB" fmla="*/ 100 h 100"/>
                </a:gdLst>
                <a:ahLst/>
                <a:cxnLst>
                  <a:cxn ang="0">
                    <a:pos x="0" y="2"/>
                  </a:cxn>
                  <a:cxn ang="0">
                    <a:pos x="19739" y="48"/>
                  </a:cxn>
                  <a:cxn ang="0">
                    <a:pos x="35919" y="0"/>
                  </a:cxn>
                  <a:cxn ang="0">
                    <a:pos x="19017" y="14"/>
                  </a:cxn>
                  <a:cxn ang="0">
                    <a:pos x="0" y="2"/>
                  </a:cxn>
                </a:cxnLst>
                <a:rect l="txL" t="txT" r="txR" b="txB"/>
                <a:pathLst>
                  <a:path w="67" h="100">
                    <a:moveTo>
                      <a:pt x="0" y="2"/>
                    </a:moveTo>
                    <a:lnTo>
                      <a:pt x="37" y="100"/>
                    </a:lnTo>
                    <a:lnTo>
                      <a:pt x="67" y="0"/>
                    </a:lnTo>
                    <a:lnTo>
                      <a:pt x="35" y="3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CC00CC">
                  <a:alpha val="100000"/>
                </a:srgbClr>
              </a:solidFill>
              <a:ln w="28575" cap="flat" cmpd="sng">
                <a:solidFill>
                  <a:srgbClr val="CC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46096" name="Group 75"/>
            <p:cNvGrpSpPr/>
            <p:nvPr/>
          </p:nvGrpSpPr>
          <p:grpSpPr>
            <a:xfrm>
              <a:off x="4343" y="1824"/>
              <a:ext cx="409" cy="1008"/>
              <a:chOff x="4224" y="1960"/>
              <a:chExt cx="480" cy="869"/>
            </a:xfrm>
          </p:grpSpPr>
          <p:sp>
            <p:nvSpPr>
              <p:cNvPr id="46140" name="Freeform 76"/>
              <p:cNvSpPr/>
              <p:nvPr/>
            </p:nvSpPr>
            <p:spPr>
              <a:xfrm>
                <a:off x="4224" y="2448"/>
                <a:ext cx="393" cy="381"/>
              </a:xfrm>
              <a:custGeom>
                <a:avLst/>
                <a:gdLst>
                  <a:gd name="txL" fmla="*/ 0 w 393"/>
                  <a:gd name="txT" fmla="*/ 0 h 381"/>
                  <a:gd name="txR" fmla="*/ 393 w 393"/>
                  <a:gd name="txB" fmla="*/ 381 h 381"/>
                </a:gdLst>
                <a:ahLst/>
                <a:cxnLst>
                  <a:cxn ang="0">
                    <a:pos x="393" y="0"/>
                  </a:cxn>
                  <a:cxn ang="0">
                    <a:pos x="387" y="40"/>
                  </a:cxn>
                  <a:cxn ang="0">
                    <a:pos x="378" y="79"/>
                  </a:cxn>
                  <a:cxn ang="0">
                    <a:pos x="366" y="116"/>
                  </a:cxn>
                  <a:cxn ang="0">
                    <a:pos x="351" y="152"/>
                  </a:cxn>
                  <a:cxn ang="0">
                    <a:pos x="333" y="185"/>
                  </a:cxn>
                  <a:cxn ang="0">
                    <a:pos x="313" y="216"/>
                  </a:cxn>
                  <a:cxn ang="0">
                    <a:pos x="291" y="246"/>
                  </a:cxn>
                  <a:cxn ang="0">
                    <a:pos x="266" y="272"/>
                  </a:cxn>
                  <a:cxn ang="0">
                    <a:pos x="240" y="296"/>
                  </a:cxn>
                  <a:cxn ang="0">
                    <a:pos x="212" y="318"/>
                  </a:cxn>
                  <a:cxn ang="0">
                    <a:pos x="182" y="337"/>
                  </a:cxn>
                  <a:cxn ang="0">
                    <a:pos x="150" y="352"/>
                  </a:cxn>
                  <a:cxn ang="0">
                    <a:pos x="117" y="365"/>
                  </a:cxn>
                  <a:cxn ang="0">
                    <a:pos x="83" y="374"/>
                  </a:cxn>
                  <a:cxn ang="0">
                    <a:pos x="48" y="379"/>
                  </a:cxn>
                  <a:cxn ang="0">
                    <a:pos x="12" y="381"/>
                  </a:cxn>
                  <a:cxn ang="0">
                    <a:pos x="0" y="381"/>
                  </a:cxn>
                </a:cxnLst>
                <a:rect l="txL" t="txT" r="txR" b="txB"/>
                <a:pathLst>
                  <a:path w="393" h="381">
                    <a:moveTo>
                      <a:pt x="393" y="0"/>
                    </a:moveTo>
                    <a:lnTo>
                      <a:pt x="387" y="40"/>
                    </a:lnTo>
                    <a:lnTo>
                      <a:pt x="378" y="79"/>
                    </a:lnTo>
                    <a:lnTo>
                      <a:pt x="366" y="116"/>
                    </a:lnTo>
                    <a:lnTo>
                      <a:pt x="351" y="152"/>
                    </a:lnTo>
                    <a:lnTo>
                      <a:pt x="333" y="185"/>
                    </a:lnTo>
                    <a:lnTo>
                      <a:pt x="313" y="216"/>
                    </a:lnTo>
                    <a:lnTo>
                      <a:pt x="291" y="246"/>
                    </a:lnTo>
                    <a:lnTo>
                      <a:pt x="266" y="272"/>
                    </a:lnTo>
                    <a:lnTo>
                      <a:pt x="240" y="296"/>
                    </a:lnTo>
                    <a:lnTo>
                      <a:pt x="212" y="318"/>
                    </a:lnTo>
                    <a:lnTo>
                      <a:pt x="182" y="337"/>
                    </a:lnTo>
                    <a:lnTo>
                      <a:pt x="150" y="352"/>
                    </a:lnTo>
                    <a:lnTo>
                      <a:pt x="117" y="365"/>
                    </a:lnTo>
                    <a:lnTo>
                      <a:pt x="83" y="374"/>
                    </a:lnTo>
                    <a:lnTo>
                      <a:pt x="48" y="379"/>
                    </a:lnTo>
                    <a:lnTo>
                      <a:pt x="12" y="381"/>
                    </a:lnTo>
                    <a:lnTo>
                      <a:pt x="0" y="381"/>
                    </a:lnTo>
                  </a:path>
                </a:pathLst>
              </a:custGeom>
              <a:noFill/>
              <a:ln w="28575" cap="flat" cmpd="sng">
                <a:solidFill>
                  <a:srgbClr val="CC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41" name="Freeform 77"/>
              <p:cNvSpPr/>
              <p:nvPr/>
            </p:nvSpPr>
            <p:spPr>
              <a:xfrm>
                <a:off x="4236" y="1960"/>
                <a:ext cx="384" cy="447"/>
              </a:xfrm>
              <a:custGeom>
                <a:avLst/>
                <a:gdLst>
                  <a:gd name="txL" fmla="*/ 0 w 384"/>
                  <a:gd name="txT" fmla="*/ 0 h 447"/>
                  <a:gd name="txR" fmla="*/ 384 w 384"/>
                  <a:gd name="txB" fmla="*/ 447 h 447"/>
                </a:gdLst>
                <a:ahLst/>
                <a:cxnLst>
                  <a:cxn ang="0">
                    <a:pos x="0" y="0"/>
                  </a:cxn>
                  <a:cxn ang="0">
                    <a:pos x="20" y="1"/>
                  </a:cxn>
                  <a:cxn ang="0">
                    <a:pos x="39" y="2"/>
                  </a:cxn>
                  <a:cxn ang="0">
                    <a:pos x="58" y="5"/>
                  </a:cxn>
                  <a:cxn ang="0">
                    <a:pos x="77" y="9"/>
                  </a:cxn>
                  <a:cxn ang="0">
                    <a:pos x="96" y="14"/>
                  </a:cxn>
                  <a:cxn ang="0">
                    <a:pos x="114" y="20"/>
                  </a:cxn>
                  <a:cxn ang="0">
                    <a:pos x="149" y="34"/>
                  </a:cxn>
                  <a:cxn ang="0">
                    <a:pos x="183" y="53"/>
                  </a:cxn>
                  <a:cxn ang="0">
                    <a:pos x="215" y="74"/>
                  </a:cxn>
                  <a:cxn ang="0">
                    <a:pos x="244" y="99"/>
                  </a:cxn>
                  <a:cxn ang="0">
                    <a:pos x="272" y="128"/>
                  </a:cxn>
                  <a:cxn ang="0">
                    <a:pos x="296" y="158"/>
                  </a:cxn>
                  <a:cxn ang="0">
                    <a:pos x="318" y="192"/>
                  </a:cxn>
                  <a:cxn ang="0">
                    <a:pos x="338" y="228"/>
                  </a:cxn>
                  <a:cxn ang="0">
                    <a:pos x="354" y="266"/>
                  </a:cxn>
                  <a:cxn ang="0">
                    <a:pos x="367" y="306"/>
                  </a:cxn>
                  <a:cxn ang="0">
                    <a:pos x="376" y="347"/>
                  </a:cxn>
                  <a:cxn ang="0">
                    <a:pos x="382" y="391"/>
                  </a:cxn>
                  <a:cxn ang="0">
                    <a:pos x="384" y="413"/>
                  </a:cxn>
                  <a:cxn ang="0">
                    <a:pos x="384" y="435"/>
                  </a:cxn>
                  <a:cxn ang="0">
                    <a:pos x="384" y="441"/>
                  </a:cxn>
                  <a:cxn ang="0">
                    <a:pos x="383" y="447"/>
                  </a:cxn>
                </a:cxnLst>
                <a:rect l="txL" t="txT" r="txR" b="txB"/>
                <a:pathLst>
                  <a:path w="384" h="447">
                    <a:moveTo>
                      <a:pt x="0" y="0"/>
                    </a:moveTo>
                    <a:lnTo>
                      <a:pt x="20" y="1"/>
                    </a:lnTo>
                    <a:lnTo>
                      <a:pt x="39" y="2"/>
                    </a:lnTo>
                    <a:lnTo>
                      <a:pt x="58" y="5"/>
                    </a:lnTo>
                    <a:lnTo>
                      <a:pt x="77" y="9"/>
                    </a:lnTo>
                    <a:lnTo>
                      <a:pt x="96" y="14"/>
                    </a:lnTo>
                    <a:lnTo>
                      <a:pt x="114" y="20"/>
                    </a:lnTo>
                    <a:lnTo>
                      <a:pt x="149" y="34"/>
                    </a:lnTo>
                    <a:lnTo>
                      <a:pt x="183" y="53"/>
                    </a:lnTo>
                    <a:lnTo>
                      <a:pt x="215" y="74"/>
                    </a:lnTo>
                    <a:lnTo>
                      <a:pt x="244" y="99"/>
                    </a:lnTo>
                    <a:lnTo>
                      <a:pt x="272" y="128"/>
                    </a:lnTo>
                    <a:lnTo>
                      <a:pt x="296" y="158"/>
                    </a:lnTo>
                    <a:lnTo>
                      <a:pt x="318" y="192"/>
                    </a:lnTo>
                    <a:lnTo>
                      <a:pt x="338" y="228"/>
                    </a:lnTo>
                    <a:lnTo>
                      <a:pt x="354" y="266"/>
                    </a:lnTo>
                    <a:lnTo>
                      <a:pt x="367" y="306"/>
                    </a:lnTo>
                    <a:lnTo>
                      <a:pt x="376" y="347"/>
                    </a:lnTo>
                    <a:lnTo>
                      <a:pt x="382" y="391"/>
                    </a:lnTo>
                    <a:lnTo>
                      <a:pt x="384" y="413"/>
                    </a:lnTo>
                    <a:lnTo>
                      <a:pt x="384" y="435"/>
                    </a:lnTo>
                    <a:lnTo>
                      <a:pt x="384" y="441"/>
                    </a:lnTo>
                    <a:lnTo>
                      <a:pt x="383" y="447"/>
                    </a:lnTo>
                  </a:path>
                </a:pathLst>
              </a:custGeom>
              <a:noFill/>
              <a:ln w="28575" cap="flat" cmpd="sng">
                <a:solidFill>
                  <a:srgbClr val="CC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42" name="Freeform 78"/>
              <p:cNvSpPr/>
              <p:nvPr/>
            </p:nvSpPr>
            <p:spPr>
              <a:xfrm>
                <a:off x="4560" y="2352"/>
                <a:ext cx="144" cy="148"/>
              </a:xfrm>
              <a:custGeom>
                <a:avLst/>
                <a:gdLst>
                  <a:gd name="txL" fmla="*/ 0 w 67"/>
                  <a:gd name="txT" fmla="*/ 0 h 102"/>
                  <a:gd name="txR" fmla="*/ 67 w 67"/>
                  <a:gd name="txB" fmla="*/ 102 h 102"/>
                </a:gdLst>
                <a:ahLst/>
                <a:cxnLst>
                  <a:cxn ang="0">
                    <a:pos x="0" y="0"/>
                  </a:cxn>
                  <a:cxn ang="0">
                    <a:pos x="24015922" y="83003"/>
                  </a:cxn>
                  <a:cxn ang="0">
                    <a:pos x="64043905" y="5173"/>
                  </a:cxn>
                  <a:cxn ang="0">
                    <a:pos x="29798206" y="27255"/>
                  </a:cxn>
                  <a:cxn ang="0">
                    <a:pos x="0" y="0"/>
                  </a:cxn>
                </a:cxnLst>
                <a:rect l="txL" t="txT" r="txR" b="txB"/>
                <a:pathLst>
                  <a:path w="67" h="102">
                    <a:moveTo>
                      <a:pt x="0" y="0"/>
                    </a:moveTo>
                    <a:lnTo>
                      <a:pt x="25" y="102"/>
                    </a:lnTo>
                    <a:lnTo>
                      <a:pt x="67" y="6"/>
                    </a:lnTo>
                    <a:lnTo>
                      <a:pt x="31" y="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CC">
                  <a:alpha val="100000"/>
                </a:srgbClr>
              </a:solidFill>
              <a:ln w="9525" cap="flat" cmpd="sng">
                <a:solidFill>
                  <a:srgbClr val="CC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6097" name="Line 79"/>
            <p:cNvSpPr/>
            <p:nvPr/>
          </p:nvSpPr>
          <p:spPr>
            <a:xfrm>
              <a:off x="1723" y="1901"/>
              <a:ext cx="1" cy="355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8" name="Freeform 80"/>
            <p:cNvSpPr/>
            <p:nvPr/>
          </p:nvSpPr>
          <p:spPr>
            <a:xfrm>
              <a:off x="1671" y="2209"/>
              <a:ext cx="101" cy="127"/>
            </a:xfrm>
            <a:custGeom>
              <a:avLst/>
              <a:gdLst>
                <a:gd name="txL" fmla="*/ 0 w 67"/>
                <a:gd name="txT" fmla="*/ 0 h 99"/>
                <a:gd name="txR" fmla="*/ 67 w 67"/>
                <a:gd name="txB" fmla="*/ 99 h 99"/>
              </a:gdLst>
              <a:ahLst/>
              <a:cxnLst>
                <a:cxn ang="0">
                  <a:pos x="0" y="0"/>
                </a:cxn>
                <a:cxn ang="0">
                  <a:pos x="54807" y="8758"/>
                </a:cxn>
                <a:cxn ang="0">
                  <a:pos x="107989" y="0"/>
                </a:cxn>
                <a:cxn ang="0">
                  <a:pos x="54807" y="2693"/>
                </a:cxn>
                <a:cxn ang="0">
                  <a:pos x="0" y="0"/>
                </a:cxn>
              </a:cxnLst>
              <a:rect l="txL" t="txT" r="txR" b="txB"/>
              <a:pathLst>
                <a:path w="67" h="99">
                  <a:moveTo>
                    <a:pt x="0" y="0"/>
                  </a:moveTo>
                  <a:lnTo>
                    <a:pt x="34" y="99"/>
                  </a:lnTo>
                  <a:lnTo>
                    <a:pt x="67" y="0"/>
                  </a:lnTo>
                  <a:lnTo>
                    <a:pt x="34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CC">
                <a:alpha val="100000"/>
              </a:srgbClr>
            </a:solidFill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099" name="Line 81"/>
            <p:cNvSpPr/>
            <p:nvPr/>
          </p:nvSpPr>
          <p:spPr>
            <a:xfrm>
              <a:off x="1723" y="2325"/>
              <a:ext cx="1" cy="538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0" name="Line 82"/>
            <p:cNvSpPr/>
            <p:nvPr/>
          </p:nvSpPr>
          <p:spPr>
            <a:xfrm>
              <a:off x="1967" y="1901"/>
              <a:ext cx="1" cy="355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1" name="Freeform 83"/>
            <p:cNvSpPr/>
            <p:nvPr/>
          </p:nvSpPr>
          <p:spPr>
            <a:xfrm>
              <a:off x="1915" y="2209"/>
              <a:ext cx="101" cy="127"/>
            </a:xfrm>
            <a:custGeom>
              <a:avLst/>
              <a:gdLst>
                <a:gd name="txL" fmla="*/ 0 w 67"/>
                <a:gd name="txT" fmla="*/ 0 h 99"/>
                <a:gd name="txR" fmla="*/ 67 w 67"/>
                <a:gd name="txB" fmla="*/ 99 h 99"/>
              </a:gdLst>
              <a:ahLst/>
              <a:cxnLst>
                <a:cxn ang="0">
                  <a:pos x="0" y="0"/>
                </a:cxn>
                <a:cxn ang="0">
                  <a:pos x="54807" y="8758"/>
                </a:cxn>
                <a:cxn ang="0">
                  <a:pos x="107989" y="0"/>
                </a:cxn>
                <a:cxn ang="0">
                  <a:pos x="54807" y="2693"/>
                </a:cxn>
                <a:cxn ang="0">
                  <a:pos x="0" y="0"/>
                </a:cxn>
              </a:cxnLst>
              <a:rect l="txL" t="txT" r="txR" b="txB"/>
              <a:pathLst>
                <a:path w="67" h="99">
                  <a:moveTo>
                    <a:pt x="0" y="0"/>
                  </a:moveTo>
                  <a:lnTo>
                    <a:pt x="34" y="99"/>
                  </a:lnTo>
                  <a:lnTo>
                    <a:pt x="67" y="0"/>
                  </a:lnTo>
                  <a:lnTo>
                    <a:pt x="34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CC">
                <a:alpha val="100000"/>
              </a:srgbClr>
            </a:solidFill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02" name="Line 84"/>
            <p:cNvSpPr/>
            <p:nvPr/>
          </p:nvSpPr>
          <p:spPr>
            <a:xfrm>
              <a:off x="1967" y="2325"/>
              <a:ext cx="1" cy="538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3" name="Line 85"/>
            <p:cNvSpPr/>
            <p:nvPr/>
          </p:nvSpPr>
          <p:spPr>
            <a:xfrm>
              <a:off x="2219" y="1901"/>
              <a:ext cx="1" cy="355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4" name="Freeform 86"/>
            <p:cNvSpPr/>
            <p:nvPr/>
          </p:nvSpPr>
          <p:spPr>
            <a:xfrm>
              <a:off x="2168" y="2209"/>
              <a:ext cx="101" cy="127"/>
            </a:xfrm>
            <a:custGeom>
              <a:avLst/>
              <a:gdLst>
                <a:gd name="txL" fmla="*/ 0 w 67"/>
                <a:gd name="txT" fmla="*/ 0 h 99"/>
                <a:gd name="txR" fmla="*/ 67 w 67"/>
                <a:gd name="txB" fmla="*/ 99 h 99"/>
              </a:gdLst>
              <a:ahLst/>
              <a:cxnLst>
                <a:cxn ang="0">
                  <a:pos x="0" y="0"/>
                </a:cxn>
                <a:cxn ang="0">
                  <a:pos x="54807" y="8758"/>
                </a:cxn>
                <a:cxn ang="0">
                  <a:pos x="107989" y="0"/>
                </a:cxn>
                <a:cxn ang="0">
                  <a:pos x="54807" y="2693"/>
                </a:cxn>
                <a:cxn ang="0">
                  <a:pos x="0" y="0"/>
                </a:cxn>
              </a:cxnLst>
              <a:rect l="txL" t="txT" r="txR" b="txB"/>
              <a:pathLst>
                <a:path w="67" h="99">
                  <a:moveTo>
                    <a:pt x="0" y="0"/>
                  </a:moveTo>
                  <a:lnTo>
                    <a:pt x="34" y="99"/>
                  </a:lnTo>
                  <a:lnTo>
                    <a:pt x="67" y="0"/>
                  </a:lnTo>
                  <a:lnTo>
                    <a:pt x="34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CC">
                <a:alpha val="100000"/>
              </a:srgbClr>
            </a:solidFill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05" name="Line 87"/>
            <p:cNvSpPr/>
            <p:nvPr/>
          </p:nvSpPr>
          <p:spPr>
            <a:xfrm>
              <a:off x="2219" y="2325"/>
              <a:ext cx="1" cy="538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6" name="Line 88"/>
            <p:cNvSpPr/>
            <p:nvPr/>
          </p:nvSpPr>
          <p:spPr>
            <a:xfrm>
              <a:off x="2716" y="1901"/>
              <a:ext cx="1" cy="355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7" name="Freeform 89"/>
            <p:cNvSpPr/>
            <p:nvPr/>
          </p:nvSpPr>
          <p:spPr>
            <a:xfrm>
              <a:off x="2664" y="2209"/>
              <a:ext cx="101" cy="127"/>
            </a:xfrm>
            <a:custGeom>
              <a:avLst/>
              <a:gdLst>
                <a:gd name="txL" fmla="*/ 0 w 67"/>
                <a:gd name="txT" fmla="*/ 0 h 99"/>
                <a:gd name="txR" fmla="*/ 67 w 67"/>
                <a:gd name="txB" fmla="*/ 99 h 99"/>
              </a:gdLst>
              <a:ahLst/>
              <a:cxnLst>
                <a:cxn ang="0">
                  <a:pos x="0" y="0"/>
                </a:cxn>
                <a:cxn ang="0">
                  <a:pos x="54807" y="8758"/>
                </a:cxn>
                <a:cxn ang="0">
                  <a:pos x="107989" y="0"/>
                </a:cxn>
                <a:cxn ang="0">
                  <a:pos x="54807" y="2693"/>
                </a:cxn>
                <a:cxn ang="0">
                  <a:pos x="0" y="0"/>
                </a:cxn>
              </a:cxnLst>
              <a:rect l="txL" t="txT" r="txR" b="txB"/>
              <a:pathLst>
                <a:path w="67" h="99">
                  <a:moveTo>
                    <a:pt x="0" y="0"/>
                  </a:moveTo>
                  <a:lnTo>
                    <a:pt x="34" y="99"/>
                  </a:lnTo>
                  <a:lnTo>
                    <a:pt x="67" y="0"/>
                  </a:lnTo>
                  <a:lnTo>
                    <a:pt x="34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CC">
                <a:alpha val="100000"/>
              </a:srgbClr>
            </a:solidFill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08" name="Line 90"/>
            <p:cNvSpPr/>
            <p:nvPr/>
          </p:nvSpPr>
          <p:spPr>
            <a:xfrm>
              <a:off x="2716" y="2325"/>
              <a:ext cx="1" cy="538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9" name="Line 91"/>
            <p:cNvSpPr/>
            <p:nvPr/>
          </p:nvSpPr>
          <p:spPr>
            <a:xfrm>
              <a:off x="2960" y="1901"/>
              <a:ext cx="1" cy="355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0" name="Freeform 92"/>
            <p:cNvSpPr/>
            <p:nvPr/>
          </p:nvSpPr>
          <p:spPr>
            <a:xfrm>
              <a:off x="2909" y="2209"/>
              <a:ext cx="100" cy="127"/>
            </a:xfrm>
            <a:custGeom>
              <a:avLst/>
              <a:gdLst>
                <a:gd name="txL" fmla="*/ 0 w 67"/>
                <a:gd name="txT" fmla="*/ 0 h 99"/>
                <a:gd name="txR" fmla="*/ 67 w 67"/>
                <a:gd name="txB" fmla="*/ 99 h 99"/>
              </a:gdLst>
              <a:ahLst/>
              <a:cxnLst>
                <a:cxn ang="0">
                  <a:pos x="0" y="0"/>
                </a:cxn>
                <a:cxn ang="0">
                  <a:pos x="45897" y="8758"/>
                </a:cxn>
                <a:cxn ang="0">
                  <a:pos x="90091" y="0"/>
                </a:cxn>
                <a:cxn ang="0">
                  <a:pos x="45897" y="2693"/>
                </a:cxn>
                <a:cxn ang="0">
                  <a:pos x="0" y="0"/>
                </a:cxn>
              </a:cxnLst>
              <a:rect l="txL" t="txT" r="txR" b="txB"/>
              <a:pathLst>
                <a:path w="67" h="99">
                  <a:moveTo>
                    <a:pt x="0" y="0"/>
                  </a:moveTo>
                  <a:lnTo>
                    <a:pt x="34" y="99"/>
                  </a:lnTo>
                  <a:lnTo>
                    <a:pt x="67" y="0"/>
                  </a:lnTo>
                  <a:lnTo>
                    <a:pt x="34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CC">
                <a:alpha val="100000"/>
              </a:srgbClr>
            </a:solidFill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11" name="Line 93"/>
            <p:cNvSpPr/>
            <p:nvPr/>
          </p:nvSpPr>
          <p:spPr>
            <a:xfrm>
              <a:off x="2960" y="2325"/>
              <a:ext cx="1" cy="538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2" name="Line 94"/>
            <p:cNvSpPr/>
            <p:nvPr/>
          </p:nvSpPr>
          <p:spPr>
            <a:xfrm>
              <a:off x="3207" y="1900"/>
              <a:ext cx="1" cy="355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3" name="Freeform 95"/>
            <p:cNvSpPr/>
            <p:nvPr/>
          </p:nvSpPr>
          <p:spPr>
            <a:xfrm>
              <a:off x="3153" y="2209"/>
              <a:ext cx="101" cy="127"/>
            </a:xfrm>
            <a:custGeom>
              <a:avLst/>
              <a:gdLst>
                <a:gd name="txL" fmla="*/ 0 w 67"/>
                <a:gd name="txT" fmla="*/ 0 h 99"/>
                <a:gd name="txR" fmla="*/ 67 w 67"/>
                <a:gd name="txB" fmla="*/ 99 h 99"/>
              </a:gdLst>
              <a:ahLst/>
              <a:cxnLst>
                <a:cxn ang="0">
                  <a:pos x="0" y="0"/>
                </a:cxn>
                <a:cxn ang="0">
                  <a:pos x="54807" y="8758"/>
                </a:cxn>
                <a:cxn ang="0">
                  <a:pos x="107989" y="0"/>
                </a:cxn>
                <a:cxn ang="0">
                  <a:pos x="54807" y="2693"/>
                </a:cxn>
                <a:cxn ang="0">
                  <a:pos x="0" y="0"/>
                </a:cxn>
              </a:cxnLst>
              <a:rect l="txL" t="txT" r="txR" b="txB"/>
              <a:pathLst>
                <a:path w="67" h="99">
                  <a:moveTo>
                    <a:pt x="0" y="0"/>
                  </a:moveTo>
                  <a:lnTo>
                    <a:pt x="34" y="99"/>
                  </a:lnTo>
                  <a:lnTo>
                    <a:pt x="67" y="0"/>
                  </a:lnTo>
                  <a:lnTo>
                    <a:pt x="34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CC">
                <a:alpha val="100000"/>
              </a:srgbClr>
            </a:solidFill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14" name="Line 96"/>
            <p:cNvSpPr/>
            <p:nvPr/>
          </p:nvSpPr>
          <p:spPr>
            <a:xfrm>
              <a:off x="3204" y="2325"/>
              <a:ext cx="1" cy="538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5" name="Line 97"/>
            <p:cNvSpPr/>
            <p:nvPr/>
          </p:nvSpPr>
          <p:spPr>
            <a:xfrm>
              <a:off x="3457" y="1901"/>
              <a:ext cx="1" cy="355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6" name="Freeform 98"/>
            <p:cNvSpPr/>
            <p:nvPr/>
          </p:nvSpPr>
          <p:spPr>
            <a:xfrm>
              <a:off x="3405" y="2209"/>
              <a:ext cx="101" cy="127"/>
            </a:xfrm>
            <a:custGeom>
              <a:avLst/>
              <a:gdLst>
                <a:gd name="txL" fmla="*/ 0 w 67"/>
                <a:gd name="txT" fmla="*/ 0 h 99"/>
                <a:gd name="txR" fmla="*/ 67 w 67"/>
                <a:gd name="txB" fmla="*/ 99 h 99"/>
              </a:gdLst>
              <a:ahLst/>
              <a:cxnLst>
                <a:cxn ang="0">
                  <a:pos x="0" y="0"/>
                </a:cxn>
                <a:cxn ang="0">
                  <a:pos x="54807" y="8758"/>
                </a:cxn>
                <a:cxn ang="0">
                  <a:pos x="107989" y="0"/>
                </a:cxn>
                <a:cxn ang="0">
                  <a:pos x="54807" y="2693"/>
                </a:cxn>
                <a:cxn ang="0">
                  <a:pos x="0" y="0"/>
                </a:cxn>
              </a:cxnLst>
              <a:rect l="txL" t="txT" r="txR" b="txB"/>
              <a:pathLst>
                <a:path w="67" h="99">
                  <a:moveTo>
                    <a:pt x="0" y="0"/>
                  </a:moveTo>
                  <a:lnTo>
                    <a:pt x="34" y="99"/>
                  </a:lnTo>
                  <a:lnTo>
                    <a:pt x="67" y="0"/>
                  </a:lnTo>
                  <a:lnTo>
                    <a:pt x="34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CC">
                <a:alpha val="100000"/>
              </a:srgbClr>
            </a:solidFill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17" name="Line 99"/>
            <p:cNvSpPr/>
            <p:nvPr/>
          </p:nvSpPr>
          <p:spPr>
            <a:xfrm>
              <a:off x="3457" y="2325"/>
              <a:ext cx="1" cy="538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8" name="Line 100"/>
            <p:cNvSpPr/>
            <p:nvPr/>
          </p:nvSpPr>
          <p:spPr>
            <a:xfrm>
              <a:off x="3709" y="1901"/>
              <a:ext cx="1" cy="355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9" name="Freeform 101"/>
            <p:cNvSpPr/>
            <p:nvPr/>
          </p:nvSpPr>
          <p:spPr>
            <a:xfrm>
              <a:off x="3657" y="2209"/>
              <a:ext cx="101" cy="127"/>
            </a:xfrm>
            <a:custGeom>
              <a:avLst/>
              <a:gdLst>
                <a:gd name="txL" fmla="*/ 0 w 67"/>
                <a:gd name="txT" fmla="*/ 0 h 99"/>
                <a:gd name="txR" fmla="*/ 67 w 67"/>
                <a:gd name="txB" fmla="*/ 99 h 99"/>
              </a:gdLst>
              <a:ahLst/>
              <a:cxnLst>
                <a:cxn ang="0">
                  <a:pos x="0" y="0"/>
                </a:cxn>
                <a:cxn ang="0">
                  <a:pos x="54807" y="8758"/>
                </a:cxn>
                <a:cxn ang="0">
                  <a:pos x="107989" y="0"/>
                </a:cxn>
                <a:cxn ang="0">
                  <a:pos x="54807" y="2693"/>
                </a:cxn>
                <a:cxn ang="0">
                  <a:pos x="0" y="0"/>
                </a:cxn>
              </a:cxnLst>
              <a:rect l="txL" t="txT" r="txR" b="txB"/>
              <a:pathLst>
                <a:path w="67" h="99">
                  <a:moveTo>
                    <a:pt x="0" y="0"/>
                  </a:moveTo>
                  <a:lnTo>
                    <a:pt x="34" y="99"/>
                  </a:lnTo>
                  <a:lnTo>
                    <a:pt x="67" y="0"/>
                  </a:lnTo>
                  <a:lnTo>
                    <a:pt x="34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CC">
                <a:alpha val="100000"/>
              </a:srgbClr>
            </a:solidFill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20" name="Line 102"/>
            <p:cNvSpPr/>
            <p:nvPr/>
          </p:nvSpPr>
          <p:spPr>
            <a:xfrm>
              <a:off x="3709" y="2325"/>
              <a:ext cx="1" cy="538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1" name="Line 103"/>
            <p:cNvSpPr/>
            <p:nvPr/>
          </p:nvSpPr>
          <p:spPr>
            <a:xfrm>
              <a:off x="3961" y="1901"/>
              <a:ext cx="1" cy="355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2" name="Freeform 104"/>
            <p:cNvSpPr/>
            <p:nvPr/>
          </p:nvSpPr>
          <p:spPr>
            <a:xfrm>
              <a:off x="3910" y="2209"/>
              <a:ext cx="101" cy="127"/>
            </a:xfrm>
            <a:custGeom>
              <a:avLst/>
              <a:gdLst>
                <a:gd name="txL" fmla="*/ 0 w 67"/>
                <a:gd name="txT" fmla="*/ 0 h 99"/>
                <a:gd name="txR" fmla="*/ 67 w 67"/>
                <a:gd name="txB" fmla="*/ 99 h 99"/>
              </a:gdLst>
              <a:ahLst/>
              <a:cxnLst>
                <a:cxn ang="0">
                  <a:pos x="0" y="0"/>
                </a:cxn>
                <a:cxn ang="0">
                  <a:pos x="54807" y="8758"/>
                </a:cxn>
                <a:cxn ang="0">
                  <a:pos x="107989" y="0"/>
                </a:cxn>
                <a:cxn ang="0">
                  <a:pos x="54807" y="2693"/>
                </a:cxn>
                <a:cxn ang="0">
                  <a:pos x="0" y="0"/>
                </a:cxn>
              </a:cxnLst>
              <a:rect l="txL" t="txT" r="txR" b="txB"/>
              <a:pathLst>
                <a:path w="67" h="99">
                  <a:moveTo>
                    <a:pt x="0" y="0"/>
                  </a:moveTo>
                  <a:lnTo>
                    <a:pt x="34" y="99"/>
                  </a:lnTo>
                  <a:lnTo>
                    <a:pt x="67" y="0"/>
                  </a:lnTo>
                  <a:lnTo>
                    <a:pt x="34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CC">
                <a:alpha val="100000"/>
              </a:srgbClr>
            </a:solidFill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23" name="Line 105"/>
            <p:cNvSpPr/>
            <p:nvPr/>
          </p:nvSpPr>
          <p:spPr>
            <a:xfrm>
              <a:off x="3961" y="2325"/>
              <a:ext cx="1" cy="538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4" name="Line 106"/>
            <p:cNvSpPr/>
            <p:nvPr/>
          </p:nvSpPr>
          <p:spPr>
            <a:xfrm>
              <a:off x="4214" y="1901"/>
              <a:ext cx="1" cy="355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5" name="Freeform 107"/>
            <p:cNvSpPr/>
            <p:nvPr/>
          </p:nvSpPr>
          <p:spPr>
            <a:xfrm>
              <a:off x="4162" y="2209"/>
              <a:ext cx="101" cy="127"/>
            </a:xfrm>
            <a:custGeom>
              <a:avLst/>
              <a:gdLst>
                <a:gd name="txL" fmla="*/ 0 w 67"/>
                <a:gd name="txT" fmla="*/ 0 h 99"/>
                <a:gd name="txR" fmla="*/ 67 w 67"/>
                <a:gd name="txB" fmla="*/ 99 h 99"/>
              </a:gdLst>
              <a:ahLst/>
              <a:cxnLst>
                <a:cxn ang="0">
                  <a:pos x="0" y="0"/>
                </a:cxn>
                <a:cxn ang="0">
                  <a:pos x="54807" y="8758"/>
                </a:cxn>
                <a:cxn ang="0">
                  <a:pos x="107989" y="0"/>
                </a:cxn>
                <a:cxn ang="0">
                  <a:pos x="54807" y="2693"/>
                </a:cxn>
                <a:cxn ang="0">
                  <a:pos x="0" y="0"/>
                </a:cxn>
              </a:cxnLst>
              <a:rect l="txL" t="txT" r="txR" b="txB"/>
              <a:pathLst>
                <a:path w="67" h="99">
                  <a:moveTo>
                    <a:pt x="0" y="0"/>
                  </a:moveTo>
                  <a:lnTo>
                    <a:pt x="34" y="99"/>
                  </a:lnTo>
                  <a:lnTo>
                    <a:pt x="67" y="0"/>
                  </a:lnTo>
                  <a:lnTo>
                    <a:pt x="34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CC">
                <a:alpha val="100000"/>
              </a:srgbClr>
            </a:solidFill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26" name="Line 108"/>
            <p:cNvSpPr/>
            <p:nvPr/>
          </p:nvSpPr>
          <p:spPr>
            <a:xfrm>
              <a:off x="4214" y="2325"/>
              <a:ext cx="1" cy="538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6127" name="Group 109"/>
            <p:cNvGrpSpPr/>
            <p:nvPr/>
          </p:nvGrpSpPr>
          <p:grpSpPr>
            <a:xfrm flipH="1">
              <a:off x="1415" y="1824"/>
              <a:ext cx="152" cy="1007"/>
              <a:chOff x="4224" y="2016"/>
              <a:chExt cx="143" cy="818"/>
            </a:xfrm>
          </p:grpSpPr>
          <p:sp>
            <p:nvSpPr>
              <p:cNvPr id="46137" name="Freeform 110"/>
              <p:cNvSpPr/>
              <p:nvPr/>
            </p:nvSpPr>
            <p:spPr>
              <a:xfrm>
                <a:off x="4224" y="2352"/>
                <a:ext cx="96" cy="482"/>
              </a:xfrm>
              <a:custGeom>
                <a:avLst/>
                <a:gdLst>
                  <a:gd name="txL" fmla="*/ 0 w 86"/>
                  <a:gd name="txT" fmla="*/ 0 h 458"/>
                  <a:gd name="txR" fmla="*/ 86 w 86"/>
                  <a:gd name="txB" fmla="*/ 458 h 458"/>
                </a:gdLst>
                <a:ahLst/>
                <a:cxnLst>
                  <a:cxn ang="0">
                    <a:pos x="617" y="0"/>
                  </a:cxn>
                  <a:cxn ang="0">
                    <a:pos x="617" y="28"/>
                  </a:cxn>
                  <a:cxn ang="0">
                    <a:pos x="617" y="47"/>
                  </a:cxn>
                  <a:cxn ang="0">
                    <a:pos x="614" y="198"/>
                  </a:cxn>
                  <a:cxn ang="0">
                    <a:pos x="577" y="345"/>
                  </a:cxn>
                  <a:cxn ang="0">
                    <a:pos x="538" y="490"/>
                  </a:cxn>
                  <a:cxn ang="0">
                    <a:pos x="459" y="631"/>
                  </a:cxn>
                  <a:cxn ang="0">
                    <a:pos x="375" y="772"/>
                  </a:cxn>
                  <a:cxn ang="0">
                    <a:pos x="265" y="904"/>
                  </a:cxn>
                  <a:cxn ang="0">
                    <a:pos x="147" y="1029"/>
                  </a:cxn>
                  <a:cxn ang="0">
                    <a:pos x="0" y="1148"/>
                  </a:cxn>
                </a:cxnLst>
                <a:rect l="txL" t="txT" r="txR" b="txB"/>
                <a:pathLst>
                  <a:path w="86" h="458">
                    <a:moveTo>
                      <a:pt x="86" y="0"/>
                    </a:moveTo>
                    <a:lnTo>
                      <a:pt x="86" y="10"/>
                    </a:lnTo>
                    <a:lnTo>
                      <a:pt x="86" y="20"/>
                    </a:lnTo>
                    <a:lnTo>
                      <a:pt x="85" y="79"/>
                    </a:lnTo>
                    <a:lnTo>
                      <a:pt x="80" y="138"/>
                    </a:lnTo>
                    <a:lnTo>
                      <a:pt x="74" y="196"/>
                    </a:lnTo>
                    <a:lnTo>
                      <a:pt x="64" y="252"/>
                    </a:lnTo>
                    <a:lnTo>
                      <a:pt x="52" y="307"/>
                    </a:lnTo>
                    <a:lnTo>
                      <a:pt x="37" y="360"/>
                    </a:lnTo>
                    <a:lnTo>
                      <a:pt x="20" y="410"/>
                    </a:lnTo>
                    <a:lnTo>
                      <a:pt x="0" y="458"/>
                    </a:lnTo>
                  </a:path>
                </a:pathLst>
              </a:custGeom>
              <a:noFill/>
              <a:ln w="28575" cap="flat" cmpd="sng">
                <a:solidFill>
                  <a:srgbClr val="CC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38" name="Freeform 111"/>
              <p:cNvSpPr/>
              <p:nvPr/>
            </p:nvSpPr>
            <p:spPr>
              <a:xfrm>
                <a:off x="4229" y="2016"/>
                <a:ext cx="91" cy="384"/>
              </a:xfrm>
              <a:custGeom>
                <a:avLst/>
                <a:gdLst>
                  <a:gd name="txL" fmla="*/ 0 w 78"/>
                  <a:gd name="txT" fmla="*/ 0 h 351"/>
                  <a:gd name="txR" fmla="*/ 78 w 78"/>
                  <a:gd name="txB" fmla="*/ 351 h 351"/>
                </a:gdLst>
                <a:ahLst/>
                <a:cxnLst>
                  <a:cxn ang="0">
                    <a:pos x="0" y="0"/>
                  </a:cxn>
                  <a:cxn ang="0">
                    <a:pos x="226" y="198"/>
                  </a:cxn>
                  <a:cxn ang="0">
                    <a:pos x="480" y="406"/>
                  </a:cxn>
                  <a:cxn ang="0">
                    <a:pos x="659" y="618"/>
                  </a:cxn>
                  <a:cxn ang="0">
                    <a:pos x="844" y="836"/>
                  </a:cxn>
                  <a:cxn ang="0">
                    <a:pos x="985" y="1064"/>
                  </a:cxn>
                  <a:cxn ang="0">
                    <a:pos x="1107" y="1295"/>
                  </a:cxn>
                  <a:cxn ang="0">
                    <a:pos x="1178" y="1524"/>
                  </a:cxn>
                  <a:cxn ang="0">
                    <a:pos x="1255" y="1769"/>
                  </a:cxn>
                </a:cxnLst>
                <a:rect l="txL" t="txT" r="txR" b="txB"/>
                <a:pathLst>
                  <a:path w="78" h="351">
                    <a:moveTo>
                      <a:pt x="0" y="0"/>
                    </a:moveTo>
                    <a:lnTo>
                      <a:pt x="15" y="39"/>
                    </a:lnTo>
                    <a:lnTo>
                      <a:pt x="29" y="80"/>
                    </a:lnTo>
                    <a:lnTo>
                      <a:pt x="41" y="122"/>
                    </a:lnTo>
                    <a:lnTo>
                      <a:pt x="52" y="166"/>
                    </a:lnTo>
                    <a:lnTo>
                      <a:pt x="61" y="211"/>
                    </a:lnTo>
                    <a:lnTo>
                      <a:pt x="69" y="257"/>
                    </a:lnTo>
                    <a:lnTo>
                      <a:pt x="74" y="303"/>
                    </a:lnTo>
                    <a:lnTo>
                      <a:pt x="78" y="351"/>
                    </a:lnTo>
                  </a:path>
                </a:pathLst>
              </a:custGeom>
              <a:noFill/>
              <a:ln w="28575" cap="flat" cmpd="sng">
                <a:solidFill>
                  <a:srgbClr val="CC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39" name="Freeform 112"/>
              <p:cNvSpPr/>
              <p:nvPr/>
            </p:nvSpPr>
            <p:spPr>
              <a:xfrm>
                <a:off x="4272" y="2352"/>
                <a:ext cx="95" cy="96"/>
              </a:xfrm>
              <a:custGeom>
                <a:avLst/>
                <a:gdLst>
                  <a:gd name="txL" fmla="*/ 0 w 67"/>
                  <a:gd name="txT" fmla="*/ 0 h 100"/>
                  <a:gd name="txR" fmla="*/ 67 w 67"/>
                  <a:gd name="txB" fmla="*/ 100 h 100"/>
                </a:gdLst>
                <a:ahLst/>
                <a:cxnLst>
                  <a:cxn ang="0">
                    <a:pos x="0" y="2"/>
                  </a:cxn>
                  <a:cxn ang="0">
                    <a:pos x="19739" y="48"/>
                  </a:cxn>
                  <a:cxn ang="0">
                    <a:pos x="35919" y="0"/>
                  </a:cxn>
                  <a:cxn ang="0">
                    <a:pos x="19017" y="14"/>
                  </a:cxn>
                  <a:cxn ang="0">
                    <a:pos x="0" y="2"/>
                  </a:cxn>
                </a:cxnLst>
                <a:rect l="txL" t="txT" r="txR" b="txB"/>
                <a:pathLst>
                  <a:path w="67" h="100">
                    <a:moveTo>
                      <a:pt x="0" y="2"/>
                    </a:moveTo>
                    <a:lnTo>
                      <a:pt x="37" y="100"/>
                    </a:lnTo>
                    <a:lnTo>
                      <a:pt x="67" y="0"/>
                    </a:lnTo>
                    <a:lnTo>
                      <a:pt x="35" y="3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CC00CC">
                  <a:alpha val="100000"/>
                </a:srgbClr>
              </a:solidFill>
              <a:ln w="28575" cap="flat" cmpd="sng">
                <a:solidFill>
                  <a:srgbClr val="CC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46128" name="Group 113"/>
            <p:cNvGrpSpPr/>
            <p:nvPr/>
          </p:nvGrpSpPr>
          <p:grpSpPr>
            <a:xfrm flipH="1">
              <a:off x="1127" y="1824"/>
              <a:ext cx="457" cy="1008"/>
              <a:chOff x="4224" y="1960"/>
              <a:chExt cx="480" cy="869"/>
            </a:xfrm>
          </p:grpSpPr>
          <p:sp>
            <p:nvSpPr>
              <p:cNvPr id="46134" name="Freeform 114"/>
              <p:cNvSpPr/>
              <p:nvPr/>
            </p:nvSpPr>
            <p:spPr>
              <a:xfrm>
                <a:off x="4224" y="2448"/>
                <a:ext cx="393" cy="381"/>
              </a:xfrm>
              <a:custGeom>
                <a:avLst/>
                <a:gdLst>
                  <a:gd name="txL" fmla="*/ 0 w 393"/>
                  <a:gd name="txT" fmla="*/ 0 h 381"/>
                  <a:gd name="txR" fmla="*/ 393 w 393"/>
                  <a:gd name="txB" fmla="*/ 381 h 381"/>
                </a:gdLst>
                <a:ahLst/>
                <a:cxnLst>
                  <a:cxn ang="0">
                    <a:pos x="393" y="0"/>
                  </a:cxn>
                  <a:cxn ang="0">
                    <a:pos x="387" y="40"/>
                  </a:cxn>
                  <a:cxn ang="0">
                    <a:pos x="378" y="79"/>
                  </a:cxn>
                  <a:cxn ang="0">
                    <a:pos x="366" y="116"/>
                  </a:cxn>
                  <a:cxn ang="0">
                    <a:pos x="351" y="152"/>
                  </a:cxn>
                  <a:cxn ang="0">
                    <a:pos x="333" y="185"/>
                  </a:cxn>
                  <a:cxn ang="0">
                    <a:pos x="313" y="216"/>
                  </a:cxn>
                  <a:cxn ang="0">
                    <a:pos x="291" y="246"/>
                  </a:cxn>
                  <a:cxn ang="0">
                    <a:pos x="266" y="272"/>
                  </a:cxn>
                  <a:cxn ang="0">
                    <a:pos x="240" y="296"/>
                  </a:cxn>
                  <a:cxn ang="0">
                    <a:pos x="212" y="318"/>
                  </a:cxn>
                  <a:cxn ang="0">
                    <a:pos x="182" y="337"/>
                  </a:cxn>
                  <a:cxn ang="0">
                    <a:pos x="150" y="352"/>
                  </a:cxn>
                  <a:cxn ang="0">
                    <a:pos x="117" y="365"/>
                  </a:cxn>
                  <a:cxn ang="0">
                    <a:pos x="83" y="374"/>
                  </a:cxn>
                  <a:cxn ang="0">
                    <a:pos x="48" y="379"/>
                  </a:cxn>
                  <a:cxn ang="0">
                    <a:pos x="12" y="381"/>
                  </a:cxn>
                  <a:cxn ang="0">
                    <a:pos x="0" y="381"/>
                  </a:cxn>
                </a:cxnLst>
                <a:rect l="txL" t="txT" r="txR" b="txB"/>
                <a:pathLst>
                  <a:path w="393" h="381">
                    <a:moveTo>
                      <a:pt x="393" y="0"/>
                    </a:moveTo>
                    <a:lnTo>
                      <a:pt x="387" y="40"/>
                    </a:lnTo>
                    <a:lnTo>
                      <a:pt x="378" y="79"/>
                    </a:lnTo>
                    <a:lnTo>
                      <a:pt x="366" y="116"/>
                    </a:lnTo>
                    <a:lnTo>
                      <a:pt x="351" y="152"/>
                    </a:lnTo>
                    <a:lnTo>
                      <a:pt x="333" y="185"/>
                    </a:lnTo>
                    <a:lnTo>
                      <a:pt x="313" y="216"/>
                    </a:lnTo>
                    <a:lnTo>
                      <a:pt x="291" y="246"/>
                    </a:lnTo>
                    <a:lnTo>
                      <a:pt x="266" y="272"/>
                    </a:lnTo>
                    <a:lnTo>
                      <a:pt x="240" y="296"/>
                    </a:lnTo>
                    <a:lnTo>
                      <a:pt x="212" y="318"/>
                    </a:lnTo>
                    <a:lnTo>
                      <a:pt x="182" y="337"/>
                    </a:lnTo>
                    <a:lnTo>
                      <a:pt x="150" y="352"/>
                    </a:lnTo>
                    <a:lnTo>
                      <a:pt x="117" y="365"/>
                    </a:lnTo>
                    <a:lnTo>
                      <a:pt x="83" y="374"/>
                    </a:lnTo>
                    <a:lnTo>
                      <a:pt x="48" y="379"/>
                    </a:lnTo>
                    <a:lnTo>
                      <a:pt x="12" y="381"/>
                    </a:lnTo>
                    <a:lnTo>
                      <a:pt x="0" y="381"/>
                    </a:lnTo>
                  </a:path>
                </a:pathLst>
              </a:custGeom>
              <a:noFill/>
              <a:ln w="28575" cap="flat" cmpd="sng">
                <a:solidFill>
                  <a:srgbClr val="CC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35" name="Freeform 115"/>
              <p:cNvSpPr/>
              <p:nvPr/>
            </p:nvSpPr>
            <p:spPr>
              <a:xfrm>
                <a:off x="4236" y="1960"/>
                <a:ext cx="384" cy="447"/>
              </a:xfrm>
              <a:custGeom>
                <a:avLst/>
                <a:gdLst>
                  <a:gd name="txL" fmla="*/ 0 w 384"/>
                  <a:gd name="txT" fmla="*/ 0 h 447"/>
                  <a:gd name="txR" fmla="*/ 384 w 384"/>
                  <a:gd name="txB" fmla="*/ 447 h 447"/>
                </a:gdLst>
                <a:ahLst/>
                <a:cxnLst>
                  <a:cxn ang="0">
                    <a:pos x="0" y="0"/>
                  </a:cxn>
                  <a:cxn ang="0">
                    <a:pos x="20" y="1"/>
                  </a:cxn>
                  <a:cxn ang="0">
                    <a:pos x="39" y="2"/>
                  </a:cxn>
                  <a:cxn ang="0">
                    <a:pos x="58" y="5"/>
                  </a:cxn>
                  <a:cxn ang="0">
                    <a:pos x="77" y="9"/>
                  </a:cxn>
                  <a:cxn ang="0">
                    <a:pos x="96" y="14"/>
                  </a:cxn>
                  <a:cxn ang="0">
                    <a:pos x="114" y="20"/>
                  </a:cxn>
                  <a:cxn ang="0">
                    <a:pos x="149" y="34"/>
                  </a:cxn>
                  <a:cxn ang="0">
                    <a:pos x="183" y="53"/>
                  </a:cxn>
                  <a:cxn ang="0">
                    <a:pos x="215" y="74"/>
                  </a:cxn>
                  <a:cxn ang="0">
                    <a:pos x="244" y="99"/>
                  </a:cxn>
                  <a:cxn ang="0">
                    <a:pos x="272" y="128"/>
                  </a:cxn>
                  <a:cxn ang="0">
                    <a:pos x="296" y="158"/>
                  </a:cxn>
                  <a:cxn ang="0">
                    <a:pos x="318" y="192"/>
                  </a:cxn>
                  <a:cxn ang="0">
                    <a:pos x="338" y="228"/>
                  </a:cxn>
                  <a:cxn ang="0">
                    <a:pos x="354" y="266"/>
                  </a:cxn>
                  <a:cxn ang="0">
                    <a:pos x="367" y="306"/>
                  </a:cxn>
                  <a:cxn ang="0">
                    <a:pos x="376" y="347"/>
                  </a:cxn>
                  <a:cxn ang="0">
                    <a:pos x="382" y="391"/>
                  </a:cxn>
                  <a:cxn ang="0">
                    <a:pos x="384" y="413"/>
                  </a:cxn>
                  <a:cxn ang="0">
                    <a:pos x="384" y="435"/>
                  </a:cxn>
                  <a:cxn ang="0">
                    <a:pos x="384" y="441"/>
                  </a:cxn>
                  <a:cxn ang="0">
                    <a:pos x="383" y="447"/>
                  </a:cxn>
                </a:cxnLst>
                <a:rect l="txL" t="txT" r="txR" b="txB"/>
                <a:pathLst>
                  <a:path w="384" h="447">
                    <a:moveTo>
                      <a:pt x="0" y="0"/>
                    </a:moveTo>
                    <a:lnTo>
                      <a:pt x="20" y="1"/>
                    </a:lnTo>
                    <a:lnTo>
                      <a:pt x="39" y="2"/>
                    </a:lnTo>
                    <a:lnTo>
                      <a:pt x="58" y="5"/>
                    </a:lnTo>
                    <a:lnTo>
                      <a:pt x="77" y="9"/>
                    </a:lnTo>
                    <a:lnTo>
                      <a:pt x="96" y="14"/>
                    </a:lnTo>
                    <a:lnTo>
                      <a:pt x="114" y="20"/>
                    </a:lnTo>
                    <a:lnTo>
                      <a:pt x="149" y="34"/>
                    </a:lnTo>
                    <a:lnTo>
                      <a:pt x="183" y="53"/>
                    </a:lnTo>
                    <a:lnTo>
                      <a:pt x="215" y="74"/>
                    </a:lnTo>
                    <a:lnTo>
                      <a:pt x="244" y="99"/>
                    </a:lnTo>
                    <a:lnTo>
                      <a:pt x="272" y="128"/>
                    </a:lnTo>
                    <a:lnTo>
                      <a:pt x="296" y="158"/>
                    </a:lnTo>
                    <a:lnTo>
                      <a:pt x="318" y="192"/>
                    </a:lnTo>
                    <a:lnTo>
                      <a:pt x="338" y="228"/>
                    </a:lnTo>
                    <a:lnTo>
                      <a:pt x="354" y="266"/>
                    </a:lnTo>
                    <a:lnTo>
                      <a:pt x="367" y="306"/>
                    </a:lnTo>
                    <a:lnTo>
                      <a:pt x="376" y="347"/>
                    </a:lnTo>
                    <a:lnTo>
                      <a:pt x="382" y="391"/>
                    </a:lnTo>
                    <a:lnTo>
                      <a:pt x="384" y="413"/>
                    </a:lnTo>
                    <a:lnTo>
                      <a:pt x="384" y="435"/>
                    </a:lnTo>
                    <a:lnTo>
                      <a:pt x="384" y="441"/>
                    </a:lnTo>
                    <a:lnTo>
                      <a:pt x="383" y="447"/>
                    </a:lnTo>
                  </a:path>
                </a:pathLst>
              </a:custGeom>
              <a:noFill/>
              <a:ln w="28575" cap="flat" cmpd="sng">
                <a:solidFill>
                  <a:srgbClr val="CC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36" name="Freeform 116"/>
              <p:cNvSpPr/>
              <p:nvPr/>
            </p:nvSpPr>
            <p:spPr>
              <a:xfrm>
                <a:off x="4560" y="2352"/>
                <a:ext cx="144" cy="148"/>
              </a:xfrm>
              <a:custGeom>
                <a:avLst/>
                <a:gdLst>
                  <a:gd name="txL" fmla="*/ 0 w 67"/>
                  <a:gd name="txT" fmla="*/ 0 h 102"/>
                  <a:gd name="txR" fmla="*/ 67 w 67"/>
                  <a:gd name="txB" fmla="*/ 102 h 102"/>
                </a:gdLst>
                <a:ahLst/>
                <a:cxnLst>
                  <a:cxn ang="0">
                    <a:pos x="0" y="0"/>
                  </a:cxn>
                  <a:cxn ang="0">
                    <a:pos x="24015922" y="83003"/>
                  </a:cxn>
                  <a:cxn ang="0">
                    <a:pos x="64043905" y="5173"/>
                  </a:cxn>
                  <a:cxn ang="0">
                    <a:pos x="29798206" y="27255"/>
                  </a:cxn>
                  <a:cxn ang="0">
                    <a:pos x="0" y="0"/>
                  </a:cxn>
                </a:cxnLst>
                <a:rect l="txL" t="txT" r="txR" b="txB"/>
                <a:pathLst>
                  <a:path w="67" h="102">
                    <a:moveTo>
                      <a:pt x="0" y="0"/>
                    </a:moveTo>
                    <a:lnTo>
                      <a:pt x="25" y="102"/>
                    </a:lnTo>
                    <a:lnTo>
                      <a:pt x="67" y="6"/>
                    </a:lnTo>
                    <a:lnTo>
                      <a:pt x="31" y="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CC">
                  <a:alpha val="100000"/>
                </a:srgbClr>
              </a:solidFill>
              <a:ln w="9525" cap="flat" cmpd="sng">
                <a:solidFill>
                  <a:srgbClr val="CC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6129" name="Rectangle 117"/>
            <p:cNvSpPr/>
            <p:nvPr/>
          </p:nvSpPr>
          <p:spPr>
            <a:xfrm>
              <a:off x="1415" y="1727"/>
              <a:ext cx="3115" cy="192"/>
            </a:xfrm>
            <a:prstGeom prst="rect">
              <a:avLst/>
            </a:prstGeom>
            <a:gradFill rotWithShape="0">
              <a:gsLst>
                <a:gs pos="0">
                  <a:srgbClr val="FF9999"/>
                </a:gs>
                <a:gs pos="50000">
                  <a:srgbClr val="FFFFFF"/>
                </a:gs>
                <a:gs pos="100000">
                  <a:srgbClr val="FF9999"/>
                </a:gs>
              </a:gsLst>
              <a:lin ang="5400000" scaled="1"/>
              <a:tileRect/>
            </a:gradFill>
            <a:ln w="2857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130" name="Text Box 118"/>
            <p:cNvSpPr txBox="1"/>
            <p:nvPr/>
          </p:nvSpPr>
          <p:spPr>
            <a:xfrm>
              <a:off x="1415" y="1641"/>
              <a:ext cx="321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</a:rPr>
                <a:t>+  +  +  +  +  +  +  +  +  +  +  +</a:t>
              </a:r>
              <a:endParaRPr lang="en-US" altLang="zh-CN" sz="1800" dirty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131" name="Freeform 119"/>
            <p:cNvSpPr/>
            <p:nvPr/>
          </p:nvSpPr>
          <p:spPr>
            <a:xfrm>
              <a:off x="2423" y="2208"/>
              <a:ext cx="101" cy="127"/>
            </a:xfrm>
            <a:custGeom>
              <a:avLst/>
              <a:gdLst>
                <a:gd name="txL" fmla="*/ 0 w 67"/>
                <a:gd name="txT" fmla="*/ 0 h 99"/>
                <a:gd name="txR" fmla="*/ 67 w 67"/>
                <a:gd name="txB" fmla="*/ 99 h 99"/>
              </a:gdLst>
              <a:ahLst/>
              <a:cxnLst>
                <a:cxn ang="0">
                  <a:pos x="0" y="0"/>
                </a:cxn>
                <a:cxn ang="0">
                  <a:pos x="54807" y="8758"/>
                </a:cxn>
                <a:cxn ang="0">
                  <a:pos x="107989" y="0"/>
                </a:cxn>
                <a:cxn ang="0">
                  <a:pos x="54807" y="2693"/>
                </a:cxn>
                <a:cxn ang="0">
                  <a:pos x="0" y="0"/>
                </a:cxn>
              </a:cxnLst>
              <a:rect l="txL" t="txT" r="txR" b="txB"/>
              <a:pathLst>
                <a:path w="67" h="99">
                  <a:moveTo>
                    <a:pt x="0" y="0"/>
                  </a:moveTo>
                  <a:lnTo>
                    <a:pt x="34" y="99"/>
                  </a:lnTo>
                  <a:lnTo>
                    <a:pt x="67" y="0"/>
                  </a:lnTo>
                  <a:lnTo>
                    <a:pt x="34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CC">
                <a:alpha val="100000"/>
              </a:srgbClr>
            </a:solidFill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0472" name="Rectangle 120"/>
            <p:cNvSpPr>
              <a:spLocks noChangeArrowheads="1"/>
            </p:cNvSpPr>
            <p:nvPr/>
          </p:nvSpPr>
          <p:spPr bwMode="auto">
            <a:xfrm>
              <a:off x="1415" y="2728"/>
              <a:ext cx="3120" cy="180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50000">
                  <a:srgbClr val="FFFFFF"/>
                </a:gs>
                <a:gs pos="100000">
                  <a:schemeClr val="accent2"/>
                </a:gs>
              </a:gsLst>
              <a:lin ang="5400000" scaled="1"/>
            </a:gradFill>
            <a:ln w="28575">
              <a:solidFill>
                <a:srgbClr val="0000FF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33" name="Text Box 121"/>
            <p:cNvSpPr txBox="1"/>
            <p:nvPr/>
          </p:nvSpPr>
          <p:spPr>
            <a:xfrm>
              <a:off x="1415" y="2592"/>
              <a:ext cx="3216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3600" dirty="0">
                  <a:solidFill>
                    <a:srgbClr val="3333CC"/>
                  </a:solidFill>
                  <a:latin typeface="Arial" panose="020B0604020202020204" pitchFamily="34" charset="0"/>
                </a:rPr>
                <a:t>-  -  -  -  -  -  -  -  -  -  -  -</a:t>
              </a:r>
              <a:endParaRPr lang="en-US" altLang="zh-CN" sz="3600" dirty="0">
                <a:solidFill>
                  <a:srgbClr val="0000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0474" name="Text Box 122"/>
          <p:cNvSpPr txBox="1"/>
          <p:nvPr/>
        </p:nvSpPr>
        <p:spPr>
          <a:xfrm>
            <a:off x="5297488" y="282575"/>
            <a:ext cx="327025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</a:rPr>
              <a:t>2、电场线的性质：</a:t>
            </a:r>
            <a:endParaRPr lang="zh-CN" altLang="en-US" sz="2800" dirty="0">
              <a:solidFill>
                <a:srgbClr val="333333"/>
              </a:solidFill>
            </a:endParaRPr>
          </a:p>
        </p:txBody>
      </p:sp>
      <p:sp>
        <p:nvSpPr>
          <p:cNvPr id="100475" name="Text Box 123"/>
          <p:cNvSpPr txBox="1"/>
          <p:nvPr/>
        </p:nvSpPr>
        <p:spPr>
          <a:xfrm>
            <a:off x="5248275" y="895350"/>
            <a:ext cx="3806825" cy="1643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latin typeface="Arial" panose="020B0604020202020204" pitchFamily="34" charset="0"/>
                <a:sym typeface="Monotype Sorts" pitchFamily="2" charset="2"/>
              </a:rPr>
              <a:t>①静电场的</a:t>
            </a:r>
            <a:r>
              <a:rPr lang="zh-CN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电场线起始于正电荷，终止于负电荷，不会中断。</a:t>
            </a:r>
            <a:endParaRPr lang="zh-CN" altLang="en-US" sz="280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100476" name="Text Box 124"/>
          <p:cNvSpPr txBox="1"/>
          <p:nvPr/>
        </p:nvSpPr>
        <p:spPr>
          <a:xfrm>
            <a:off x="5734050" y="2490788"/>
            <a:ext cx="3168650" cy="1127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latin typeface="Arial" panose="020B0604020202020204" pitchFamily="34" charset="0"/>
                <a:sym typeface="Monotype Sorts" pitchFamily="2" charset="2"/>
              </a:rPr>
              <a:t>②静电场的</a:t>
            </a:r>
            <a:r>
              <a:rPr lang="zh-CN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电场线不会形成闭合曲线。</a:t>
            </a:r>
            <a:endParaRPr lang="zh-CN" altLang="en-US" sz="280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100477" name="Text Box 125"/>
          <p:cNvSpPr txBox="1"/>
          <p:nvPr/>
        </p:nvSpPr>
        <p:spPr>
          <a:xfrm>
            <a:off x="5775325" y="3581400"/>
            <a:ext cx="3132138" cy="175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latin typeface="Arial" panose="020B0604020202020204" pitchFamily="34" charset="0"/>
                <a:sym typeface="Monotype Sorts" pitchFamily="2" charset="2"/>
              </a:rPr>
              <a:t>③在没有电荷的空间，</a:t>
            </a:r>
            <a:r>
              <a:rPr lang="zh-CN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电场线不会相交。</a:t>
            </a:r>
            <a:endParaRPr lang="zh-CN" altLang="en-US" sz="280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125" name="Text Box 22"/>
          <p:cNvSpPr txBox="1">
            <a:spLocks noChangeArrowheads="1"/>
          </p:cNvSpPr>
          <p:nvPr/>
        </p:nvSpPr>
        <p:spPr bwMode="auto">
          <a:xfrm>
            <a:off x="354013" y="5613400"/>
            <a:ext cx="914400" cy="519113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  <a:effectLst>
            <a:outerShdw dist="107763" dir="13500000" algn="ctr" rotWithShape="0">
              <a:srgbClr val="808080"/>
            </a:outerShdw>
          </a:effectLst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注：</a:t>
            </a:r>
            <a:endParaRPr kumimoji="1" lang="zh-CN" altLang="en-US" kern="1200" cap="none" spc="0" normalizeH="0" baseline="0" noProof="0" dirty="0">
              <a:solidFill>
                <a:srgbClr val="333333"/>
              </a:solidFill>
              <a:latin typeface="Times New Roman" panose="02020603050405020304"/>
              <a:ea typeface="楷体_GB2312" pitchFamily="49" charset="-122"/>
              <a:cs typeface="+mn-cs"/>
            </a:endParaRPr>
          </a:p>
        </p:txBody>
      </p:sp>
      <p:grpSp>
        <p:nvGrpSpPr>
          <p:cNvPr id="8" name="Group 125"/>
          <p:cNvGrpSpPr/>
          <p:nvPr/>
        </p:nvGrpSpPr>
        <p:grpSpPr>
          <a:xfrm>
            <a:off x="1444625" y="5424488"/>
            <a:ext cx="7305675" cy="1093787"/>
            <a:chOff x="1371600" y="5410200"/>
            <a:chExt cx="6781800" cy="1092853"/>
          </a:xfrm>
        </p:grpSpPr>
        <p:sp>
          <p:nvSpPr>
            <p:cNvPr id="46091" name="Text Box 34"/>
            <p:cNvSpPr txBox="1"/>
            <p:nvPr/>
          </p:nvSpPr>
          <p:spPr>
            <a:xfrm>
              <a:off x="1371600" y="5410200"/>
              <a:ext cx="6781800" cy="1032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CN" altLang="en-US" sz="2800" dirty="0">
                  <a:solidFill>
                    <a:srgbClr val="333333"/>
                  </a:solidFill>
                  <a:ea typeface="楷体_GB2312" pitchFamily="49" charset="-122"/>
                </a:rPr>
                <a:t>引入电场线，只是为了形象理解电场</a:t>
              </a:r>
              <a:r>
                <a:rPr lang="en-US" altLang="zh-CN" sz="2800" dirty="0">
                  <a:solidFill>
                    <a:srgbClr val="333333"/>
                  </a:solidFill>
                  <a:ea typeface="楷体_GB2312" pitchFamily="49" charset="-122"/>
                </a:rPr>
                <a:t>，</a:t>
              </a:r>
              <a:r>
                <a:rPr lang="zh-CN" altLang="en-US" sz="2800" dirty="0">
                  <a:solidFill>
                    <a:srgbClr val="333333"/>
                  </a:solidFill>
                  <a:ea typeface="楷体_GB2312" pitchFamily="49" charset="-122"/>
                </a:rPr>
                <a:t>实际上 </a:t>
              </a:r>
              <a:r>
                <a:rPr lang="en-US" altLang="zh-CN" sz="2800" i="1" dirty="0">
                  <a:solidFill>
                    <a:srgbClr val="333333"/>
                  </a:solidFill>
                  <a:ea typeface="楷体_GB2312" pitchFamily="49" charset="-122"/>
                </a:rPr>
                <a:t>E </a:t>
              </a:r>
              <a:r>
                <a:rPr lang="zh-CN" altLang="en-US" sz="2800" dirty="0">
                  <a:solidFill>
                    <a:srgbClr val="333333"/>
                  </a:solidFill>
                  <a:ea typeface="楷体_GB2312" pitchFamily="49" charset="-122"/>
                </a:rPr>
                <a:t>是分布于空间各点的。</a:t>
              </a:r>
              <a:endParaRPr lang="zh-CN" altLang="en-US" sz="2800" dirty="0">
                <a:solidFill>
                  <a:srgbClr val="333333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46092" name="Object 13"/>
            <p:cNvGraphicFramePr>
              <a:graphicFrameLocks noChangeAspect="1"/>
            </p:cNvGraphicFramePr>
            <p:nvPr/>
          </p:nvGraphicFramePr>
          <p:xfrm>
            <a:off x="1805315" y="5871228"/>
            <a:ext cx="431800" cy="631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6" name="" r:id="rId1" imgW="114300" imgH="254000" progId="Equation.3">
                    <p:embed/>
                  </p:oleObj>
                </mc:Choice>
                <mc:Fallback>
                  <p:oleObj name="" r:id="rId1" imgW="114300" imgH="254000" progId="Equation.3">
                    <p:embed/>
                    <p:pic>
                      <p:nvPicPr>
                        <p:cNvPr id="0" name="图片 329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05315" y="5871228"/>
                          <a:ext cx="431800" cy="6318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0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0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00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74" grpId="0"/>
      <p:bldP spid="100475" grpId="0"/>
      <p:bldP spid="100476" grpId="0"/>
      <p:bldP spid="100477" grpId="0"/>
      <p:bldP spid="1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106" name="Slide Number Placeholder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26689" name="Text Box 65"/>
          <p:cNvSpPr txBox="1"/>
          <p:nvPr/>
        </p:nvSpPr>
        <p:spPr>
          <a:xfrm>
            <a:off x="0" y="1141413"/>
            <a:ext cx="21574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</a:rPr>
              <a:t>1、定义：</a:t>
            </a:r>
            <a:endParaRPr lang="zh-CN" altLang="en-US" sz="2800" dirty="0">
              <a:solidFill>
                <a:srgbClr val="333333"/>
              </a:solidFill>
            </a:endParaRPr>
          </a:p>
        </p:txBody>
      </p:sp>
      <p:sp>
        <p:nvSpPr>
          <p:cNvPr id="26690" name="Text Box 66"/>
          <p:cNvSpPr txBox="1">
            <a:spLocks noChangeArrowheads="1"/>
          </p:cNvSpPr>
          <p:nvPr/>
        </p:nvSpPr>
        <p:spPr bwMode="auto">
          <a:xfrm>
            <a:off x="179388" y="188913"/>
            <a:ext cx="2903538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黑体" panose="02010609060101010101" pitchFamily="2" charset="-122"/>
                <a:cs typeface="+mn-cs"/>
              </a:rPr>
              <a:t>二、电通量</a:t>
            </a:r>
            <a:endParaRPr kumimoji="0" lang="zh-CN" altLang="en-US" sz="3200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/>
              <a:ea typeface="黑体" panose="02010609060101010101" pitchFamily="2" charset="-122"/>
              <a:cs typeface="+mn-cs"/>
            </a:endParaRPr>
          </a:p>
        </p:txBody>
      </p:sp>
      <p:graphicFrame>
        <p:nvGraphicFramePr>
          <p:cNvPr id="26750" name="Object 2"/>
          <p:cNvGraphicFramePr>
            <a:graphicFrameLocks noChangeAspect="1"/>
          </p:cNvGraphicFramePr>
          <p:nvPr/>
        </p:nvGraphicFramePr>
        <p:xfrm>
          <a:off x="5432425" y="36513"/>
          <a:ext cx="1689100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" name="" r:id="rId1" imgW="635000" imgH="419100" progId="Equation.3">
                  <p:embed/>
                </p:oleObj>
              </mc:Choice>
              <mc:Fallback>
                <p:oleObj name="" r:id="rId1" imgW="635000" imgH="419100" progId="Equation.3">
                  <p:embed/>
                  <p:pic>
                    <p:nvPicPr>
                      <p:cNvPr id="0" name="图片 32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32425" y="36513"/>
                        <a:ext cx="1689100" cy="11128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175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51" name="Text Box 127"/>
          <p:cNvSpPr txBox="1"/>
          <p:nvPr/>
        </p:nvSpPr>
        <p:spPr>
          <a:xfrm>
            <a:off x="0" y="1628775"/>
            <a:ext cx="2068513" cy="609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333333"/>
                </a:solidFill>
              </a:rPr>
              <a:t>2</a:t>
            </a:r>
            <a:r>
              <a:rPr lang="zh-CN" altLang="en-US" sz="2800" dirty="0">
                <a:solidFill>
                  <a:srgbClr val="333333"/>
                </a:solidFill>
              </a:rPr>
              <a:t>、表述</a:t>
            </a:r>
            <a:endParaRPr lang="zh-CN" altLang="en-US" sz="2800" dirty="0">
              <a:solidFill>
                <a:srgbClr val="333333"/>
              </a:solidFill>
            </a:endParaRPr>
          </a:p>
        </p:txBody>
      </p:sp>
      <p:sp>
        <p:nvSpPr>
          <p:cNvPr id="26753" name="Text Box 129"/>
          <p:cNvSpPr txBox="1"/>
          <p:nvPr/>
        </p:nvSpPr>
        <p:spPr>
          <a:xfrm>
            <a:off x="217488" y="3394075"/>
            <a:ext cx="685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sym typeface="Monotype Sorts" pitchFamily="2" charset="2"/>
              </a:rPr>
              <a:t>①</a:t>
            </a:r>
            <a:endParaRPr lang="en-US" altLang="zh-CN" sz="2800" dirty="0">
              <a:solidFill>
                <a:srgbClr val="333333"/>
              </a:solidFill>
              <a:sym typeface="Monotype Sorts" pitchFamily="2" charset="2"/>
            </a:endParaRPr>
          </a:p>
        </p:txBody>
      </p:sp>
      <p:graphicFrame>
        <p:nvGraphicFramePr>
          <p:cNvPr id="26754" name="Object 3"/>
          <p:cNvGraphicFramePr/>
          <p:nvPr/>
        </p:nvGraphicFramePr>
        <p:xfrm>
          <a:off x="684213" y="3465513"/>
          <a:ext cx="384492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" name="" r:id="rId3" imgW="3848100" imgH="495300" progId="Equation.DSMT4">
                  <p:embed/>
                </p:oleObj>
              </mc:Choice>
              <mc:Fallback>
                <p:oleObj name="" r:id="rId3" imgW="3848100" imgH="495300" progId="Equation.DSMT4">
                  <p:embed/>
                  <p:pic>
                    <p:nvPicPr>
                      <p:cNvPr id="0" name="图片 330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213" y="3465513"/>
                        <a:ext cx="3844925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5"/>
          <p:cNvGrpSpPr/>
          <p:nvPr/>
        </p:nvGrpSpPr>
        <p:grpSpPr>
          <a:xfrm>
            <a:off x="179388" y="2349500"/>
            <a:ext cx="3048000" cy="519113"/>
            <a:chOff x="179388" y="2349500"/>
            <a:chExt cx="3048000" cy="519113"/>
          </a:xfrm>
        </p:grpSpPr>
        <p:sp>
          <p:nvSpPr>
            <p:cNvPr id="47200" name="Text Box 128"/>
            <p:cNvSpPr txBox="1"/>
            <p:nvPr/>
          </p:nvSpPr>
          <p:spPr>
            <a:xfrm>
              <a:off x="179388" y="2349500"/>
              <a:ext cx="3048000" cy="5191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dirty="0">
                  <a:solidFill>
                    <a:srgbClr val="0000FF"/>
                  </a:solidFill>
                </a:rPr>
                <a:t>1）</a:t>
              </a:r>
              <a:r>
                <a:rPr lang="en-US" altLang="zh-CN" sz="2800" i="1" dirty="0">
                  <a:solidFill>
                    <a:srgbClr val="0000FF"/>
                  </a:solidFill>
                </a:rPr>
                <a:t>E</a:t>
              </a:r>
              <a:r>
                <a:rPr lang="zh-CN" altLang="en-US" sz="2800" dirty="0">
                  <a:solidFill>
                    <a:srgbClr val="0000FF"/>
                  </a:solidFill>
                </a:rPr>
                <a:t>为均匀场</a:t>
              </a:r>
              <a:endParaRPr lang="en-US" altLang="zh-CN" sz="2800" i="1" dirty="0">
                <a:solidFill>
                  <a:srgbClr val="B3E1B3"/>
                </a:solidFill>
              </a:endParaRPr>
            </a:p>
          </p:txBody>
        </p:sp>
        <p:sp>
          <p:nvSpPr>
            <p:cNvPr id="47201" name="Line 131"/>
            <p:cNvSpPr/>
            <p:nvPr/>
          </p:nvSpPr>
          <p:spPr>
            <a:xfrm>
              <a:off x="860425" y="2435225"/>
              <a:ext cx="228600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sm" len="med"/>
            </a:ln>
          </p:spPr>
        </p:sp>
      </p:grpSp>
      <p:sp>
        <p:nvSpPr>
          <p:cNvPr id="26756" name="Text Box 132"/>
          <p:cNvSpPr txBox="1"/>
          <p:nvPr/>
        </p:nvSpPr>
        <p:spPr>
          <a:xfrm>
            <a:off x="611188" y="2924175"/>
            <a:ext cx="3352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设场中有一平面</a:t>
            </a: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</a:rPr>
              <a:t>S</a:t>
            </a:r>
            <a:endParaRPr lang="en-US" altLang="zh-CN" sz="2800" i="1" dirty="0">
              <a:solidFill>
                <a:srgbClr val="B3E1B3"/>
              </a:solidFill>
              <a:ea typeface="楷体_GB2312" pitchFamily="49" charset="-122"/>
            </a:endParaRPr>
          </a:p>
        </p:txBody>
      </p:sp>
      <p:sp>
        <p:nvSpPr>
          <p:cNvPr id="26781" name="Text Box 157"/>
          <p:cNvSpPr txBox="1"/>
          <p:nvPr/>
        </p:nvSpPr>
        <p:spPr>
          <a:xfrm>
            <a:off x="1258888" y="3968750"/>
            <a:ext cx="19446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i="1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</a:t>
            </a:r>
            <a:r>
              <a:rPr lang="en-US" altLang="zh-CN" sz="2800" i="1" baseline="-25000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= E· S</a:t>
            </a:r>
            <a:endParaRPr lang="en-US" altLang="zh-CN" sz="2800" i="1" dirty="0">
              <a:solidFill>
                <a:srgbClr val="333333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6782" name="Text Box 158"/>
          <p:cNvSpPr txBox="1"/>
          <p:nvPr/>
        </p:nvSpPr>
        <p:spPr>
          <a:xfrm>
            <a:off x="250825" y="5087938"/>
            <a:ext cx="2362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i="1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</a:t>
            </a:r>
            <a:r>
              <a:rPr lang="en-US" altLang="zh-CN" sz="2800" i="1" baseline="-25000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= E </a:t>
            </a:r>
            <a:r>
              <a:rPr lang="en-US" altLang="zh-CN" sz="2800" baseline="-25000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·S</a:t>
            </a:r>
            <a:r>
              <a:rPr lang="en-US" altLang="zh-CN" sz="2800" baseline="-25000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</a:t>
            </a:r>
            <a:endParaRPr lang="en-US" altLang="zh-CN" sz="2800" baseline="-25000" dirty="0">
              <a:solidFill>
                <a:srgbClr val="333333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6783" name="AutoShape 159"/>
          <p:cNvSpPr/>
          <p:nvPr/>
        </p:nvSpPr>
        <p:spPr>
          <a:xfrm>
            <a:off x="2411413" y="5519738"/>
            <a:ext cx="304800" cy="692150"/>
          </a:xfrm>
          <a:prstGeom prst="leftBrace">
            <a:avLst>
              <a:gd name="adj1" fmla="val 18923"/>
              <a:gd name="adj2" fmla="val 50000"/>
            </a:avLst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graphicFrame>
        <p:nvGraphicFramePr>
          <p:cNvPr id="26784" name="Object 4"/>
          <p:cNvGraphicFramePr>
            <a:graphicFrameLocks noChangeAspect="1"/>
          </p:cNvGraphicFramePr>
          <p:nvPr/>
        </p:nvGraphicFramePr>
        <p:xfrm>
          <a:off x="2916238" y="5375275"/>
          <a:ext cx="10144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" name="" r:id="rId5" imgW="1016000" imgH="368300" progId="Equation.3">
                  <p:embed/>
                </p:oleObj>
              </mc:Choice>
              <mc:Fallback>
                <p:oleObj name="" r:id="rId5" imgW="1016000" imgH="368300" progId="Equation.3">
                  <p:embed/>
                  <p:pic>
                    <p:nvPicPr>
                      <p:cNvPr id="0" name="图片 33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16238" y="5375275"/>
                        <a:ext cx="1014412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85" name="Object 5"/>
          <p:cNvGraphicFramePr>
            <a:graphicFrameLocks noChangeAspect="1"/>
          </p:cNvGraphicFramePr>
          <p:nvPr/>
        </p:nvGraphicFramePr>
        <p:xfrm>
          <a:off x="4364038" y="5299075"/>
          <a:ext cx="11430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3" name="" r:id="rId7" imgW="443865" imgH="215900" progId="Equation.3">
                  <p:embed/>
                </p:oleObj>
              </mc:Choice>
              <mc:Fallback>
                <p:oleObj name="" r:id="rId7" imgW="443865" imgH="215900" progId="Equation.3">
                  <p:embed/>
                  <p:pic>
                    <p:nvPicPr>
                      <p:cNvPr id="0" name="图片 330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4038" y="5299075"/>
                        <a:ext cx="1143000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86" name="Object 6"/>
          <p:cNvGraphicFramePr>
            <a:graphicFrameLocks noChangeAspect="1"/>
          </p:cNvGraphicFramePr>
          <p:nvPr/>
        </p:nvGraphicFramePr>
        <p:xfrm>
          <a:off x="2941638" y="5908675"/>
          <a:ext cx="10144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" name="" r:id="rId9" imgW="1016000" imgH="368300" progId="Equation.3">
                  <p:embed/>
                </p:oleObj>
              </mc:Choice>
              <mc:Fallback>
                <p:oleObj name="" r:id="rId9" imgW="1016000" imgH="368300" progId="Equation.3">
                  <p:embed/>
                  <p:pic>
                    <p:nvPicPr>
                      <p:cNvPr id="0" name="图片 330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41638" y="5908675"/>
                        <a:ext cx="1014412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87" name="Object 7"/>
          <p:cNvGraphicFramePr>
            <a:graphicFrameLocks noChangeAspect="1"/>
          </p:cNvGraphicFramePr>
          <p:nvPr/>
        </p:nvGraphicFramePr>
        <p:xfrm>
          <a:off x="4364038" y="5838825"/>
          <a:ext cx="11779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" name="" r:id="rId11" imgW="443865" imgH="215900" progId="Equation.3">
                  <p:embed/>
                </p:oleObj>
              </mc:Choice>
              <mc:Fallback>
                <p:oleObj name="" r:id="rId11" imgW="443865" imgH="215900" progId="Equation.3">
                  <p:embed/>
                  <p:pic>
                    <p:nvPicPr>
                      <p:cNvPr id="0" name="图片 329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64038" y="5838825"/>
                        <a:ext cx="1177925" cy="573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89" name="Text Box 165"/>
          <p:cNvSpPr txBox="1"/>
          <p:nvPr/>
        </p:nvSpPr>
        <p:spPr>
          <a:xfrm>
            <a:off x="684213" y="5735638"/>
            <a:ext cx="2209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= ES</a:t>
            </a:r>
            <a:r>
              <a:rPr lang="en-US" altLang="zh-CN" sz="2800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cos</a:t>
            </a: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</a:t>
            </a:r>
            <a:endParaRPr lang="en-US" altLang="zh-CN" sz="2800" i="1" dirty="0">
              <a:solidFill>
                <a:srgbClr val="333333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" name="Group 96"/>
          <p:cNvGrpSpPr/>
          <p:nvPr/>
        </p:nvGrpSpPr>
        <p:grpSpPr>
          <a:xfrm>
            <a:off x="179388" y="4606925"/>
            <a:ext cx="4800600" cy="725488"/>
            <a:chOff x="179388" y="4714875"/>
            <a:chExt cx="4800600" cy="725488"/>
          </a:xfrm>
        </p:grpSpPr>
        <p:sp>
          <p:nvSpPr>
            <p:cNvPr id="47197" name="Text Box 164"/>
            <p:cNvSpPr txBox="1"/>
            <p:nvPr/>
          </p:nvSpPr>
          <p:spPr>
            <a:xfrm>
              <a:off x="179388" y="4724400"/>
              <a:ext cx="4800600" cy="5191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dirty="0">
                  <a:solidFill>
                    <a:srgbClr val="333333"/>
                  </a:solidFill>
                </a:rPr>
                <a:t>②</a:t>
              </a:r>
              <a:r>
                <a:rPr lang="zh-CN" altLang="en-US" sz="2800" dirty="0">
                  <a:solidFill>
                    <a:srgbClr val="333333"/>
                  </a:solidFill>
                  <a:ea typeface="楷体_GB2312" pitchFamily="49" charset="-122"/>
                </a:rPr>
                <a:t>若</a:t>
              </a:r>
              <a:r>
                <a:rPr lang="en-US" altLang="zh-CN" sz="2800" i="1" dirty="0">
                  <a:solidFill>
                    <a:srgbClr val="333333"/>
                  </a:solidFill>
                  <a:ea typeface="楷体_GB2312" pitchFamily="49" charset="-122"/>
                </a:rPr>
                <a:t>n</a:t>
              </a:r>
              <a:r>
                <a:rPr lang="zh-CN" altLang="zh-CN" sz="2800" dirty="0">
                  <a:solidFill>
                    <a:srgbClr val="333333"/>
                  </a:solidFill>
                  <a:ea typeface="楷体_GB2312" pitchFamily="49" charset="-122"/>
                </a:rPr>
                <a:t>与</a:t>
              </a:r>
              <a:r>
                <a:rPr lang="en-US" altLang="zh-CN" sz="2800" i="1" dirty="0">
                  <a:solidFill>
                    <a:srgbClr val="333333"/>
                  </a:solidFill>
                  <a:ea typeface="楷体_GB2312" pitchFamily="49" charset="-122"/>
                </a:rPr>
                <a:t>E</a:t>
              </a:r>
              <a:r>
                <a:rPr lang="zh-CN" altLang="zh-CN" sz="2800" dirty="0">
                  <a:solidFill>
                    <a:srgbClr val="333333"/>
                  </a:solidFill>
                  <a:ea typeface="楷体_GB2312" pitchFamily="49" charset="-122"/>
                </a:rPr>
                <a:t>的方向成</a:t>
              </a:r>
              <a:r>
                <a:rPr lang="zh-CN" altLang="en-US" sz="2800" i="1" dirty="0">
                  <a:solidFill>
                    <a:srgbClr val="333333"/>
                  </a:solidFill>
                  <a:ea typeface="楷体_GB2312" pitchFamily="49" charset="-122"/>
                  <a:sym typeface="Symbol" panose="05050102010706020507" pitchFamily="18" charset="2"/>
                </a:rPr>
                <a:t> </a:t>
              </a:r>
              <a:r>
                <a:rPr lang="zh-CN" altLang="zh-CN" sz="2800" dirty="0">
                  <a:solidFill>
                    <a:srgbClr val="333333"/>
                  </a:solidFill>
                  <a:ea typeface="楷体_GB2312" pitchFamily="49" charset="-122"/>
                </a:rPr>
                <a:t>角</a:t>
              </a:r>
              <a:endParaRPr lang="zh-CN" altLang="en-US" sz="2800" dirty="0">
                <a:solidFill>
                  <a:srgbClr val="333333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47198" name="Object 8"/>
            <p:cNvGraphicFramePr>
              <a:graphicFrameLocks noChangeAspect="1"/>
            </p:cNvGraphicFramePr>
            <p:nvPr/>
          </p:nvGraphicFramePr>
          <p:xfrm>
            <a:off x="901700" y="4808538"/>
            <a:ext cx="431800" cy="631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7" name="" r:id="rId13" imgW="114300" imgH="254000" progId="Equation.3">
                    <p:embed/>
                  </p:oleObj>
                </mc:Choice>
                <mc:Fallback>
                  <p:oleObj name="" r:id="rId13" imgW="114300" imgH="254000" progId="Equation.3">
                    <p:embed/>
                    <p:pic>
                      <p:nvPicPr>
                        <p:cNvPr id="0" name="图片 329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01700" y="4808538"/>
                          <a:ext cx="431800" cy="6318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99" name="Object 9"/>
            <p:cNvGraphicFramePr>
              <a:graphicFrameLocks noChangeAspect="1"/>
            </p:cNvGraphicFramePr>
            <p:nvPr/>
          </p:nvGraphicFramePr>
          <p:xfrm>
            <a:off x="1498600" y="4714875"/>
            <a:ext cx="431800" cy="631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8" name="" r:id="rId15" imgW="114300" imgH="254000" progId="Equation.3">
                    <p:embed/>
                  </p:oleObj>
                </mc:Choice>
                <mc:Fallback>
                  <p:oleObj name="" r:id="rId15" imgW="114300" imgH="254000" progId="Equation.3">
                    <p:embed/>
                    <p:pic>
                      <p:nvPicPr>
                        <p:cNvPr id="0" name="图片 329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498600" y="4714875"/>
                          <a:ext cx="431800" cy="6318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96"/>
          <p:cNvGrpSpPr/>
          <p:nvPr/>
        </p:nvGrpSpPr>
        <p:grpSpPr>
          <a:xfrm>
            <a:off x="4630738" y="2846388"/>
            <a:ext cx="3165475" cy="2609850"/>
            <a:chOff x="3163" y="935"/>
            <a:chExt cx="2496" cy="1776"/>
          </a:xfrm>
        </p:grpSpPr>
        <p:sp useBgFill="1">
          <p:nvSpPr>
            <p:cNvPr id="47174" name="Rectangle 197"/>
            <p:cNvSpPr/>
            <p:nvPr/>
          </p:nvSpPr>
          <p:spPr>
            <a:xfrm>
              <a:off x="3163" y="935"/>
              <a:ext cx="2496" cy="1776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47175" name="AutoShape 198"/>
            <p:cNvSpPr/>
            <p:nvPr/>
          </p:nvSpPr>
          <p:spPr>
            <a:xfrm rot="9725049">
              <a:off x="3706" y="1427"/>
              <a:ext cx="973" cy="820"/>
            </a:xfrm>
            <a:prstGeom prst="parallelogram">
              <a:avLst>
                <a:gd name="adj" fmla="val 33032"/>
              </a:avLst>
            </a:prstGeom>
            <a:solidFill>
              <a:srgbClr val="C5E5E7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graphicFrame>
          <p:nvGraphicFramePr>
            <p:cNvPr id="47176" name="Object 16"/>
            <p:cNvGraphicFramePr>
              <a:graphicFrameLocks noChangeAspect="1"/>
            </p:cNvGraphicFramePr>
            <p:nvPr/>
          </p:nvGraphicFramePr>
          <p:xfrm>
            <a:off x="3822" y="1186"/>
            <a:ext cx="239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9" name="" r:id="rId16" imgW="152400" imgH="177800" progId="Equation.3">
                    <p:embed/>
                  </p:oleObj>
                </mc:Choice>
                <mc:Fallback>
                  <p:oleObj name="" r:id="rId16" imgW="152400" imgH="177800" progId="Equation.3">
                    <p:embed/>
                    <p:pic>
                      <p:nvPicPr>
                        <p:cNvPr id="0" name="图片 3298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822" y="1186"/>
                          <a:ext cx="239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77" name="Line 200"/>
            <p:cNvSpPr/>
            <p:nvPr/>
          </p:nvSpPr>
          <p:spPr>
            <a:xfrm>
              <a:off x="4360" y="1570"/>
              <a:ext cx="770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78" name="Line 201"/>
            <p:cNvSpPr/>
            <p:nvPr/>
          </p:nvSpPr>
          <p:spPr>
            <a:xfrm>
              <a:off x="4168" y="1618"/>
              <a:ext cx="767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79" name="Line 202"/>
            <p:cNvSpPr/>
            <p:nvPr/>
          </p:nvSpPr>
          <p:spPr>
            <a:xfrm>
              <a:off x="4072" y="1675"/>
              <a:ext cx="770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80" name="Line 203"/>
            <p:cNvSpPr/>
            <p:nvPr/>
          </p:nvSpPr>
          <p:spPr>
            <a:xfrm>
              <a:off x="3524" y="1570"/>
              <a:ext cx="335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47181" name="Line 204"/>
            <p:cNvSpPr/>
            <p:nvPr/>
          </p:nvSpPr>
          <p:spPr>
            <a:xfrm>
              <a:off x="3400" y="1618"/>
              <a:ext cx="459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47182" name="Line 205"/>
            <p:cNvSpPr/>
            <p:nvPr/>
          </p:nvSpPr>
          <p:spPr>
            <a:xfrm>
              <a:off x="3304" y="1675"/>
              <a:ext cx="555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47183" name="Line 206"/>
            <p:cNvSpPr/>
            <p:nvPr/>
          </p:nvSpPr>
          <p:spPr>
            <a:xfrm>
              <a:off x="4360" y="1801"/>
              <a:ext cx="770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84" name="Line 207"/>
            <p:cNvSpPr/>
            <p:nvPr/>
          </p:nvSpPr>
          <p:spPr>
            <a:xfrm>
              <a:off x="4168" y="1849"/>
              <a:ext cx="767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85" name="Line 208"/>
            <p:cNvSpPr/>
            <p:nvPr/>
          </p:nvSpPr>
          <p:spPr>
            <a:xfrm>
              <a:off x="4072" y="1906"/>
              <a:ext cx="770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86" name="Line 209"/>
            <p:cNvSpPr/>
            <p:nvPr/>
          </p:nvSpPr>
          <p:spPr>
            <a:xfrm>
              <a:off x="3524" y="1801"/>
              <a:ext cx="335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47187" name="Line 210"/>
            <p:cNvSpPr/>
            <p:nvPr/>
          </p:nvSpPr>
          <p:spPr>
            <a:xfrm>
              <a:off x="3400" y="1849"/>
              <a:ext cx="459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47188" name="Line 211"/>
            <p:cNvSpPr/>
            <p:nvPr/>
          </p:nvSpPr>
          <p:spPr>
            <a:xfrm>
              <a:off x="3304" y="1906"/>
              <a:ext cx="555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47189" name="Line 212"/>
            <p:cNvSpPr/>
            <p:nvPr/>
          </p:nvSpPr>
          <p:spPr>
            <a:xfrm>
              <a:off x="4360" y="2050"/>
              <a:ext cx="770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90" name="Line 213"/>
            <p:cNvSpPr/>
            <p:nvPr/>
          </p:nvSpPr>
          <p:spPr>
            <a:xfrm>
              <a:off x="4168" y="2098"/>
              <a:ext cx="767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91" name="Line 214"/>
            <p:cNvSpPr/>
            <p:nvPr/>
          </p:nvSpPr>
          <p:spPr>
            <a:xfrm>
              <a:off x="4072" y="2155"/>
              <a:ext cx="770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92" name="Line 215"/>
            <p:cNvSpPr/>
            <p:nvPr/>
          </p:nvSpPr>
          <p:spPr>
            <a:xfrm>
              <a:off x="3524" y="2050"/>
              <a:ext cx="335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47193" name="Line 216"/>
            <p:cNvSpPr/>
            <p:nvPr/>
          </p:nvSpPr>
          <p:spPr>
            <a:xfrm>
              <a:off x="3400" y="2098"/>
              <a:ext cx="459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47194" name="Line 217"/>
            <p:cNvSpPr/>
            <p:nvPr/>
          </p:nvSpPr>
          <p:spPr>
            <a:xfrm>
              <a:off x="3304" y="2155"/>
              <a:ext cx="555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</p:sp>
        <p:graphicFrame>
          <p:nvGraphicFramePr>
            <p:cNvPr id="47195" name="Object 17"/>
            <p:cNvGraphicFramePr>
              <a:graphicFrameLocks noChangeAspect="1"/>
            </p:cNvGraphicFramePr>
            <p:nvPr/>
          </p:nvGraphicFramePr>
          <p:xfrm>
            <a:off x="5118" y="1762"/>
            <a:ext cx="257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0" name="" r:id="rId18" imgW="165100" imgH="190500" progId="Equation.3">
                    <p:embed/>
                  </p:oleObj>
                </mc:Choice>
                <mc:Fallback>
                  <p:oleObj name="" r:id="rId18" imgW="165100" imgH="190500" progId="Equation.3">
                    <p:embed/>
                    <p:pic>
                      <p:nvPicPr>
                        <p:cNvPr id="0" name="图片 3309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118" y="1762"/>
                          <a:ext cx="257" cy="2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96" name="Object 18"/>
            <p:cNvGraphicFramePr>
              <a:graphicFrameLocks noChangeAspect="1"/>
            </p:cNvGraphicFramePr>
            <p:nvPr/>
          </p:nvGraphicFramePr>
          <p:xfrm>
            <a:off x="5100" y="1316"/>
            <a:ext cx="217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1" name="" r:id="rId20" imgW="139700" imgH="177800" progId="Equation.3">
                    <p:embed/>
                  </p:oleObj>
                </mc:Choice>
                <mc:Fallback>
                  <p:oleObj name="" r:id="rId20" imgW="139700" imgH="177800" progId="Equation.3">
                    <p:embed/>
                    <p:pic>
                      <p:nvPicPr>
                        <p:cNvPr id="0" name="图片 3310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100" y="1316"/>
                          <a:ext cx="217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20"/>
          <p:cNvGrpSpPr/>
          <p:nvPr/>
        </p:nvGrpSpPr>
        <p:grpSpPr>
          <a:xfrm>
            <a:off x="5532438" y="4710113"/>
            <a:ext cx="3432175" cy="1763712"/>
            <a:chOff x="3107" y="2441"/>
            <a:chExt cx="2162" cy="1111"/>
          </a:xfrm>
        </p:grpSpPr>
        <p:graphicFrame>
          <p:nvGraphicFramePr>
            <p:cNvPr id="47152" name="Object 11"/>
            <p:cNvGraphicFramePr>
              <a:graphicFrameLocks noChangeAspect="1"/>
            </p:cNvGraphicFramePr>
            <p:nvPr/>
          </p:nvGraphicFramePr>
          <p:xfrm>
            <a:off x="3969" y="2568"/>
            <a:ext cx="239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8" name="" r:id="rId22" imgW="152400" imgH="177800" progId="Equation.3">
                    <p:embed/>
                  </p:oleObj>
                </mc:Choice>
                <mc:Fallback>
                  <p:oleObj name="" r:id="rId22" imgW="152400" imgH="177800" progId="Equation.3">
                    <p:embed/>
                    <p:pic>
                      <p:nvPicPr>
                        <p:cNvPr id="0" name="图片 3307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969" y="2568"/>
                          <a:ext cx="239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53" name="Object 12"/>
            <p:cNvGraphicFramePr>
              <a:graphicFrameLocks noChangeAspect="1"/>
            </p:cNvGraphicFramePr>
            <p:nvPr/>
          </p:nvGraphicFramePr>
          <p:xfrm>
            <a:off x="5012" y="2886"/>
            <a:ext cx="257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9" name="" r:id="rId23" imgW="165100" imgH="190500" progId="Equation.3">
                    <p:embed/>
                  </p:oleObj>
                </mc:Choice>
                <mc:Fallback>
                  <p:oleObj name="" r:id="rId23" imgW="165100" imgH="190500" progId="Equation.3">
                    <p:embed/>
                    <p:pic>
                      <p:nvPicPr>
                        <p:cNvPr id="0" name="图片 3308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012" y="2886"/>
                          <a:ext cx="257" cy="2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54" name="Object 13"/>
            <p:cNvGraphicFramePr>
              <a:graphicFrameLocks noChangeAspect="1"/>
            </p:cNvGraphicFramePr>
            <p:nvPr/>
          </p:nvGraphicFramePr>
          <p:xfrm>
            <a:off x="4776" y="2441"/>
            <a:ext cx="21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7" name="" r:id="rId24" imgW="139700" imgH="177800" progId="Equation.3">
                    <p:embed/>
                  </p:oleObj>
                </mc:Choice>
                <mc:Fallback>
                  <p:oleObj name="" r:id="rId24" imgW="139700" imgH="177800" progId="Equation.3">
                    <p:embed/>
                    <p:pic>
                      <p:nvPicPr>
                        <p:cNvPr id="0" name="图片 3306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776" y="2441"/>
                          <a:ext cx="216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55" name="Line 224"/>
            <p:cNvSpPr/>
            <p:nvPr/>
          </p:nvSpPr>
          <p:spPr>
            <a:xfrm flipH="1">
              <a:off x="4578" y="3241"/>
              <a:ext cx="96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</p:sp>
        <p:graphicFrame>
          <p:nvGraphicFramePr>
            <p:cNvPr id="47156" name="Object 14"/>
            <p:cNvGraphicFramePr>
              <a:graphicFrameLocks noChangeAspect="1"/>
            </p:cNvGraphicFramePr>
            <p:nvPr/>
          </p:nvGraphicFramePr>
          <p:xfrm>
            <a:off x="3967" y="2810"/>
            <a:ext cx="22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6" name="" r:id="rId26" imgW="139700" imgH="177800" progId="Equation.3">
                    <p:embed/>
                  </p:oleObj>
                </mc:Choice>
                <mc:Fallback>
                  <p:oleObj name="" r:id="rId26" imgW="139700" imgH="177800" progId="Equation.3">
                    <p:embed/>
                    <p:pic>
                      <p:nvPicPr>
                        <p:cNvPr id="0" name="图片 3305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3967" y="2810"/>
                          <a:ext cx="227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57" name="AutoShape 226"/>
            <p:cNvSpPr/>
            <p:nvPr/>
          </p:nvSpPr>
          <p:spPr>
            <a:xfrm rot="2762319">
              <a:off x="3802" y="2820"/>
              <a:ext cx="882" cy="611"/>
            </a:xfrm>
            <a:prstGeom prst="parallelogram">
              <a:avLst>
                <a:gd name="adj" fmla="val 36515"/>
              </a:avLst>
            </a:prstGeom>
            <a:gradFill rotWithShape="0">
              <a:gsLst>
                <a:gs pos="0">
                  <a:schemeClr val="bg1"/>
                </a:gs>
                <a:gs pos="100000">
                  <a:srgbClr val="B1D8FF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47158" name="Line 227"/>
            <p:cNvSpPr/>
            <p:nvPr/>
          </p:nvSpPr>
          <p:spPr>
            <a:xfrm flipV="1">
              <a:off x="4499" y="3168"/>
              <a:ext cx="768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59" name="Line 228"/>
            <p:cNvSpPr/>
            <p:nvPr/>
          </p:nvSpPr>
          <p:spPr>
            <a:xfrm flipV="1">
              <a:off x="4355" y="3237"/>
              <a:ext cx="816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60" name="Line 229"/>
            <p:cNvSpPr/>
            <p:nvPr/>
          </p:nvSpPr>
          <p:spPr>
            <a:xfrm flipV="1">
              <a:off x="4142" y="3312"/>
              <a:ext cx="864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61" name="Line 230"/>
            <p:cNvSpPr/>
            <p:nvPr/>
          </p:nvSpPr>
          <p:spPr>
            <a:xfrm flipH="1">
              <a:off x="4407" y="2953"/>
              <a:ext cx="96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47162" name="Line 231"/>
            <p:cNvSpPr/>
            <p:nvPr/>
          </p:nvSpPr>
          <p:spPr>
            <a:xfrm flipV="1">
              <a:off x="4328" y="2880"/>
              <a:ext cx="768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63" name="Line 232"/>
            <p:cNvSpPr/>
            <p:nvPr/>
          </p:nvSpPr>
          <p:spPr>
            <a:xfrm flipV="1">
              <a:off x="3368" y="3234"/>
              <a:ext cx="576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47164" name="Line 233"/>
            <p:cNvSpPr/>
            <p:nvPr/>
          </p:nvSpPr>
          <p:spPr>
            <a:xfrm flipV="1">
              <a:off x="3107" y="3309"/>
              <a:ext cx="912" cy="3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47165" name="Line 234"/>
            <p:cNvSpPr/>
            <p:nvPr/>
          </p:nvSpPr>
          <p:spPr>
            <a:xfrm flipV="1">
              <a:off x="3512" y="3165"/>
              <a:ext cx="384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47166" name="Line 235"/>
            <p:cNvSpPr/>
            <p:nvPr/>
          </p:nvSpPr>
          <p:spPr>
            <a:xfrm flipV="1">
              <a:off x="3299" y="2949"/>
              <a:ext cx="576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47167" name="Line 236"/>
            <p:cNvSpPr/>
            <p:nvPr/>
          </p:nvSpPr>
          <p:spPr>
            <a:xfrm flipV="1">
              <a:off x="3116" y="3024"/>
              <a:ext cx="645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47168" name="Line 237"/>
            <p:cNvSpPr/>
            <p:nvPr/>
          </p:nvSpPr>
          <p:spPr>
            <a:xfrm flipV="1">
              <a:off x="3416" y="2880"/>
              <a:ext cx="624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47169" name="Arc 238"/>
            <p:cNvSpPr/>
            <p:nvPr/>
          </p:nvSpPr>
          <p:spPr>
            <a:xfrm>
              <a:off x="4547" y="2727"/>
              <a:ext cx="92" cy="3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0733" h="21600" fill="none">
                  <a:moveTo>
                    <a:pt x="-1" y="0"/>
                  </a:moveTo>
                  <a:cubicBezTo>
                    <a:pt x="9596" y="0"/>
                    <a:pt x="18041" y="6330"/>
                    <a:pt x="20733" y="15541"/>
                  </a:cubicBezTo>
                </a:path>
                <a:path w="20733" h="21600" stroke="0">
                  <a:moveTo>
                    <a:pt x="-1" y="0"/>
                  </a:moveTo>
                  <a:cubicBezTo>
                    <a:pt x="9596" y="0"/>
                    <a:pt x="18041" y="6330"/>
                    <a:pt x="20733" y="15541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47170" name="Object 15"/>
            <p:cNvGraphicFramePr>
              <a:graphicFrameLocks noChangeAspect="1"/>
            </p:cNvGraphicFramePr>
            <p:nvPr/>
          </p:nvGraphicFramePr>
          <p:xfrm>
            <a:off x="4403" y="2736"/>
            <a:ext cx="168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5" name="" r:id="rId28" imgW="127000" imgH="177165" progId="Equation.3">
                    <p:embed/>
                  </p:oleObj>
                </mc:Choice>
                <mc:Fallback>
                  <p:oleObj name="" r:id="rId28" imgW="127000" imgH="177165" progId="Equation.3">
                    <p:embed/>
                    <p:pic>
                      <p:nvPicPr>
                        <p:cNvPr id="0" name="图片 3304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4403" y="2736"/>
                          <a:ext cx="168" cy="2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71" name="Line 240"/>
            <p:cNvSpPr/>
            <p:nvPr/>
          </p:nvSpPr>
          <p:spPr>
            <a:xfrm flipV="1">
              <a:off x="4175" y="2592"/>
              <a:ext cx="612" cy="34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72" name="Line 241"/>
            <p:cNvSpPr/>
            <p:nvPr/>
          </p:nvSpPr>
          <p:spPr>
            <a:xfrm flipV="1">
              <a:off x="4184" y="2949"/>
              <a:ext cx="816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7173" name="Line 242"/>
            <p:cNvSpPr/>
            <p:nvPr/>
          </p:nvSpPr>
          <p:spPr>
            <a:xfrm flipV="1">
              <a:off x="3971" y="3024"/>
              <a:ext cx="864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6" name="Group 192"/>
          <p:cNvGrpSpPr/>
          <p:nvPr/>
        </p:nvGrpSpPr>
        <p:grpSpPr>
          <a:xfrm>
            <a:off x="6315075" y="5435600"/>
            <a:ext cx="1371600" cy="947738"/>
            <a:chOff x="2064" y="2898"/>
            <a:chExt cx="864" cy="597"/>
          </a:xfrm>
        </p:grpSpPr>
        <p:sp>
          <p:nvSpPr>
            <p:cNvPr id="47149" name="AutoShape 193"/>
            <p:cNvSpPr/>
            <p:nvPr/>
          </p:nvSpPr>
          <p:spPr>
            <a:xfrm rot="9313545">
              <a:off x="2064" y="2898"/>
              <a:ext cx="864" cy="432"/>
            </a:xfrm>
            <a:prstGeom prst="parallelogram">
              <a:avLst>
                <a:gd name="adj" fmla="val 47324"/>
              </a:avLst>
            </a:prstGeom>
            <a:solidFill>
              <a:schemeClr val="accent1">
                <a:alpha val="50195"/>
              </a:schemeClr>
            </a:solidFill>
            <a:ln w="95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47150" name="Line 194"/>
            <p:cNvSpPr/>
            <p:nvPr/>
          </p:nvSpPr>
          <p:spPr>
            <a:xfrm>
              <a:off x="2190" y="3495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7151" name="Arc 195"/>
            <p:cNvSpPr/>
            <p:nvPr/>
          </p:nvSpPr>
          <p:spPr>
            <a:xfrm flipV="1">
              <a:off x="2208" y="3122"/>
              <a:ext cx="96" cy="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26867" name="Object 10"/>
          <p:cNvGraphicFramePr>
            <a:graphicFrameLocks noChangeAspect="1"/>
          </p:cNvGraphicFramePr>
          <p:nvPr/>
        </p:nvGraphicFramePr>
        <p:xfrm>
          <a:off x="3248025" y="74613"/>
          <a:ext cx="1658938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3" name="" r:id="rId30" imgW="609600" imgH="381000" progId="Equation.3">
                  <p:embed/>
                </p:oleObj>
              </mc:Choice>
              <mc:Fallback>
                <p:oleObj name="" r:id="rId30" imgW="609600" imgH="381000" progId="Equation.3">
                  <p:embed/>
                  <p:pic>
                    <p:nvPicPr>
                      <p:cNvPr id="0" name="图片 3312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248025" y="74613"/>
                        <a:ext cx="1658938" cy="1035050"/>
                      </a:xfrm>
                      <a:prstGeom prst="rect">
                        <a:avLst/>
                      </a:prstGeom>
                      <a:solidFill>
                        <a:srgbClr val="FFCC00">
                          <a:alpha val="27843"/>
                        </a:srgbClr>
                      </a:solidFill>
                      <a:ln w="2857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68" name="AutoShape 244"/>
          <p:cNvSpPr/>
          <p:nvPr/>
        </p:nvSpPr>
        <p:spPr>
          <a:xfrm>
            <a:off x="4941888" y="449263"/>
            <a:ext cx="431800" cy="287337"/>
          </a:xfrm>
          <a:prstGeom prst="rightArrow">
            <a:avLst>
              <a:gd name="adj1" fmla="val 50000"/>
              <a:gd name="adj2" fmla="val 37569"/>
            </a:avLst>
          </a:prstGeom>
          <a:solidFill>
            <a:srgbClr val="CC99FF">
              <a:alpha val="50195"/>
            </a:srgbClr>
          </a:solidFill>
          <a:ln w="12700" cap="flat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sp>
        <p:nvSpPr>
          <p:cNvPr id="26691" name="Text Box 67"/>
          <p:cNvSpPr txBox="1"/>
          <p:nvPr/>
        </p:nvSpPr>
        <p:spPr>
          <a:xfrm>
            <a:off x="1565275" y="1103313"/>
            <a:ext cx="6337300" cy="609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</a:rPr>
              <a:t>通过任一给定面的电场线的条数</a:t>
            </a:r>
            <a:r>
              <a:rPr lang="zh-CN" altLang="en-US" sz="2800" i="1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</a:t>
            </a:r>
            <a:r>
              <a:rPr lang="en-US" altLang="zh-CN" sz="2800" i="1" baseline="-25000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zh-CN" altLang="en-US" sz="2800" dirty="0">
                <a:solidFill>
                  <a:srgbClr val="3333FF"/>
                </a:solidFill>
              </a:rPr>
              <a:t> </a:t>
            </a:r>
            <a:r>
              <a:rPr lang="zh-CN" altLang="en-US" sz="2800" dirty="0">
                <a:solidFill>
                  <a:srgbClr val="333333"/>
                </a:solidFill>
              </a:rPr>
              <a:t>。</a:t>
            </a:r>
            <a:endParaRPr lang="zh-CN" altLang="en-US" sz="2800" dirty="0">
              <a:solidFill>
                <a:srgbClr val="333333"/>
              </a:solidFill>
            </a:endParaRPr>
          </a:p>
        </p:txBody>
      </p:sp>
      <p:grpSp>
        <p:nvGrpSpPr>
          <p:cNvPr id="7" name="Group 125"/>
          <p:cNvGrpSpPr/>
          <p:nvPr/>
        </p:nvGrpSpPr>
        <p:grpSpPr>
          <a:xfrm>
            <a:off x="6124575" y="1762125"/>
            <a:ext cx="2019300" cy="1533525"/>
            <a:chOff x="3198" y="1525"/>
            <a:chExt cx="1715" cy="1215"/>
          </a:xfrm>
        </p:grpSpPr>
        <p:sp>
          <p:nvSpPr>
            <p:cNvPr id="47145" name="Freeform 96"/>
            <p:cNvSpPr/>
            <p:nvPr/>
          </p:nvSpPr>
          <p:spPr>
            <a:xfrm rot="1243955">
              <a:off x="3198" y="1525"/>
              <a:ext cx="1712" cy="1212"/>
            </a:xfrm>
            <a:custGeom>
              <a:avLst/>
              <a:gdLst/>
              <a:ahLst/>
              <a:cxnLst>
                <a:cxn ang="0">
                  <a:pos x="741" y="9"/>
                </a:cxn>
                <a:cxn ang="0">
                  <a:pos x="793" y="20"/>
                </a:cxn>
                <a:cxn ang="0">
                  <a:pos x="855" y="40"/>
                </a:cxn>
                <a:cxn ang="0">
                  <a:pos x="947" y="80"/>
                </a:cxn>
                <a:cxn ang="0">
                  <a:pos x="979" y="90"/>
                </a:cxn>
                <a:cxn ang="0">
                  <a:pos x="1010" y="110"/>
                </a:cxn>
                <a:cxn ang="0">
                  <a:pos x="1040" y="119"/>
                </a:cxn>
                <a:cxn ang="0">
                  <a:pos x="1092" y="150"/>
                </a:cxn>
                <a:cxn ang="0">
                  <a:pos x="1123" y="180"/>
                </a:cxn>
                <a:cxn ang="0">
                  <a:pos x="1164" y="200"/>
                </a:cxn>
                <a:cxn ang="0">
                  <a:pos x="1185" y="230"/>
                </a:cxn>
                <a:cxn ang="0">
                  <a:pos x="1247" y="260"/>
                </a:cxn>
                <a:cxn ang="0">
                  <a:pos x="1319" y="300"/>
                </a:cxn>
                <a:cxn ang="0">
                  <a:pos x="1401" y="390"/>
                </a:cxn>
                <a:cxn ang="0">
                  <a:pos x="1422" y="420"/>
                </a:cxn>
                <a:cxn ang="0">
                  <a:pos x="1484" y="460"/>
                </a:cxn>
                <a:cxn ang="0">
                  <a:pos x="1545" y="549"/>
                </a:cxn>
                <a:cxn ang="0">
                  <a:pos x="1576" y="579"/>
                </a:cxn>
                <a:cxn ang="0">
                  <a:pos x="1628" y="659"/>
                </a:cxn>
                <a:cxn ang="0">
                  <a:pos x="1648" y="709"/>
                </a:cxn>
                <a:cxn ang="0">
                  <a:pos x="1453" y="769"/>
                </a:cxn>
                <a:cxn ang="0">
                  <a:pos x="1330" y="810"/>
                </a:cxn>
                <a:cxn ang="0">
                  <a:pos x="1267" y="829"/>
                </a:cxn>
                <a:cxn ang="0">
                  <a:pos x="1195" y="879"/>
                </a:cxn>
                <a:cxn ang="0">
                  <a:pos x="1164" y="899"/>
                </a:cxn>
                <a:cxn ang="0">
                  <a:pos x="1040" y="980"/>
                </a:cxn>
                <a:cxn ang="0">
                  <a:pos x="947" y="1029"/>
                </a:cxn>
                <a:cxn ang="0">
                  <a:pos x="887" y="1149"/>
                </a:cxn>
                <a:cxn ang="0">
                  <a:pos x="814" y="1059"/>
                </a:cxn>
                <a:cxn ang="0">
                  <a:pos x="741" y="949"/>
                </a:cxn>
                <a:cxn ang="0">
                  <a:pos x="660" y="890"/>
                </a:cxn>
                <a:cxn ang="0">
                  <a:pos x="506" y="769"/>
                </a:cxn>
                <a:cxn ang="0">
                  <a:pos x="298" y="720"/>
                </a:cxn>
                <a:cxn ang="0">
                  <a:pos x="155" y="729"/>
                </a:cxn>
                <a:cxn ang="0">
                  <a:pos x="0" y="780"/>
                </a:cxn>
                <a:cxn ang="0">
                  <a:pos x="11" y="610"/>
                </a:cxn>
                <a:cxn ang="0">
                  <a:pos x="123" y="440"/>
                </a:cxn>
                <a:cxn ang="0">
                  <a:pos x="195" y="309"/>
                </a:cxn>
                <a:cxn ang="0">
                  <a:pos x="237" y="280"/>
                </a:cxn>
                <a:cxn ang="0">
                  <a:pos x="309" y="180"/>
                </a:cxn>
                <a:cxn ang="0">
                  <a:pos x="443" y="110"/>
                </a:cxn>
                <a:cxn ang="0">
                  <a:pos x="638" y="0"/>
                </a:cxn>
                <a:cxn ang="0">
                  <a:pos x="741" y="9"/>
                </a:cxn>
              </a:cxnLst>
              <a:pathLst>
                <a:path w="1778" h="1278">
                  <a:moveTo>
                    <a:pt x="800" y="11"/>
                  </a:moveTo>
                  <a:cubicBezTo>
                    <a:pt x="819" y="15"/>
                    <a:pt x="838" y="17"/>
                    <a:pt x="856" y="22"/>
                  </a:cubicBezTo>
                  <a:cubicBezTo>
                    <a:pt x="878" y="28"/>
                    <a:pt x="922" y="44"/>
                    <a:pt x="922" y="44"/>
                  </a:cubicBezTo>
                  <a:cubicBezTo>
                    <a:pt x="975" y="80"/>
                    <a:pt x="944" y="63"/>
                    <a:pt x="1022" y="89"/>
                  </a:cubicBezTo>
                  <a:cubicBezTo>
                    <a:pt x="1033" y="93"/>
                    <a:pt x="1056" y="100"/>
                    <a:pt x="1056" y="100"/>
                  </a:cubicBezTo>
                  <a:cubicBezTo>
                    <a:pt x="1067" y="107"/>
                    <a:pt x="1077" y="116"/>
                    <a:pt x="1089" y="122"/>
                  </a:cubicBezTo>
                  <a:cubicBezTo>
                    <a:pt x="1099" y="127"/>
                    <a:pt x="1112" y="127"/>
                    <a:pt x="1122" y="133"/>
                  </a:cubicBezTo>
                  <a:cubicBezTo>
                    <a:pt x="1205" y="182"/>
                    <a:pt x="1079" y="131"/>
                    <a:pt x="1178" y="167"/>
                  </a:cubicBezTo>
                  <a:cubicBezTo>
                    <a:pt x="1189" y="178"/>
                    <a:pt x="1198" y="191"/>
                    <a:pt x="1211" y="200"/>
                  </a:cubicBezTo>
                  <a:cubicBezTo>
                    <a:pt x="1225" y="210"/>
                    <a:pt x="1243" y="211"/>
                    <a:pt x="1256" y="222"/>
                  </a:cubicBezTo>
                  <a:cubicBezTo>
                    <a:pt x="1266" y="230"/>
                    <a:pt x="1269" y="246"/>
                    <a:pt x="1278" y="255"/>
                  </a:cubicBezTo>
                  <a:cubicBezTo>
                    <a:pt x="1301" y="278"/>
                    <a:pt x="1316" y="280"/>
                    <a:pt x="1345" y="289"/>
                  </a:cubicBezTo>
                  <a:cubicBezTo>
                    <a:pt x="1370" y="306"/>
                    <a:pt x="1402" y="312"/>
                    <a:pt x="1423" y="333"/>
                  </a:cubicBezTo>
                  <a:cubicBezTo>
                    <a:pt x="1564" y="474"/>
                    <a:pt x="1419" y="372"/>
                    <a:pt x="1511" y="433"/>
                  </a:cubicBezTo>
                  <a:cubicBezTo>
                    <a:pt x="1519" y="444"/>
                    <a:pt x="1524" y="458"/>
                    <a:pt x="1534" y="467"/>
                  </a:cubicBezTo>
                  <a:cubicBezTo>
                    <a:pt x="1554" y="484"/>
                    <a:pt x="1600" y="511"/>
                    <a:pt x="1600" y="511"/>
                  </a:cubicBezTo>
                  <a:cubicBezTo>
                    <a:pt x="1652" y="589"/>
                    <a:pt x="1630" y="556"/>
                    <a:pt x="1667" y="611"/>
                  </a:cubicBezTo>
                  <a:cubicBezTo>
                    <a:pt x="1676" y="624"/>
                    <a:pt x="1691" y="631"/>
                    <a:pt x="1700" y="644"/>
                  </a:cubicBezTo>
                  <a:cubicBezTo>
                    <a:pt x="1721" y="672"/>
                    <a:pt x="1756" y="733"/>
                    <a:pt x="1756" y="733"/>
                  </a:cubicBezTo>
                  <a:cubicBezTo>
                    <a:pt x="1770" y="775"/>
                    <a:pt x="1762" y="756"/>
                    <a:pt x="1778" y="789"/>
                  </a:cubicBezTo>
                  <a:cubicBezTo>
                    <a:pt x="1708" y="812"/>
                    <a:pt x="1639" y="837"/>
                    <a:pt x="1567" y="855"/>
                  </a:cubicBezTo>
                  <a:cubicBezTo>
                    <a:pt x="1530" y="893"/>
                    <a:pt x="1483" y="885"/>
                    <a:pt x="1434" y="900"/>
                  </a:cubicBezTo>
                  <a:cubicBezTo>
                    <a:pt x="1411" y="907"/>
                    <a:pt x="1367" y="922"/>
                    <a:pt x="1367" y="922"/>
                  </a:cubicBezTo>
                  <a:cubicBezTo>
                    <a:pt x="1341" y="941"/>
                    <a:pt x="1315" y="960"/>
                    <a:pt x="1289" y="978"/>
                  </a:cubicBezTo>
                  <a:cubicBezTo>
                    <a:pt x="1278" y="986"/>
                    <a:pt x="1256" y="1000"/>
                    <a:pt x="1256" y="1000"/>
                  </a:cubicBezTo>
                  <a:cubicBezTo>
                    <a:pt x="1220" y="1054"/>
                    <a:pt x="1184" y="1069"/>
                    <a:pt x="1122" y="1089"/>
                  </a:cubicBezTo>
                  <a:cubicBezTo>
                    <a:pt x="1089" y="1111"/>
                    <a:pt x="1056" y="1122"/>
                    <a:pt x="1022" y="1144"/>
                  </a:cubicBezTo>
                  <a:cubicBezTo>
                    <a:pt x="1000" y="1189"/>
                    <a:pt x="978" y="1233"/>
                    <a:pt x="956" y="1278"/>
                  </a:cubicBezTo>
                  <a:cubicBezTo>
                    <a:pt x="939" y="1207"/>
                    <a:pt x="921" y="1230"/>
                    <a:pt x="878" y="1178"/>
                  </a:cubicBezTo>
                  <a:cubicBezTo>
                    <a:pt x="846" y="1140"/>
                    <a:pt x="838" y="1089"/>
                    <a:pt x="800" y="1055"/>
                  </a:cubicBezTo>
                  <a:cubicBezTo>
                    <a:pt x="773" y="1030"/>
                    <a:pt x="737" y="1015"/>
                    <a:pt x="711" y="989"/>
                  </a:cubicBezTo>
                  <a:cubicBezTo>
                    <a:pt x="663" y="940"/>
                    <a:pt x="612" y="880"/>
                    <a:pt x="545" y="855"/>
                  </a:cubicBezTo>
                  <a:cubicBezTo>
                    <a:pt x="476" y="830"/>
                    <a:pt x="395" y="812"/>
                    <a:pt x="322" y="800"/>
                  </a:cubicBezTo>
                  <a:cubicBezTo>
                    <a:pt x="270" y="804"/>
                    <a:pt x="218" y="803"/>
                    <a:pt x="167" y="811"/>
                  </a:cubicBezTo>
                  <a:cubicBezTo>
                    <a:pt x="107" y="820"/>
                    <a:pt x="61" y="867"/>
                    <a:pt x="0" y="867"/>
                  </a:cubicBezTo>
                  <a:cubicBezTo>
                    <a:pt x="4" y="804"/>
                    <a:pt x="3" y="741"/>
                    <a:pt x="11" y="678"/>
                  </a:cubicBezTo>
                  <a:cubicBezTo>
                    <a:pt x="22" y="594"/>
                    <a:pt x="94" y="557"/>
                    <a:pt x="133" y="489"/>
                  </a:cubicBezTo>
                  <a:cubicBezTo>
                    <a:pt x="157" y="447"/>
                    <a:pt x="171" y="374"/>
                    <a:pt x="211" y="344"/>
                  </a:cubicBezTo>
                  <a:cubicBezTo>
                    <a:pt x="226" y="333"/>
                    <a:pt x="243" y="324"/>
                    <a:pt x="256" y="311"/>
                  </a:cubicBezTo>
                  <a:cubicBezTo>
                    <a:pt x="288" y="279"/>
                    <a:pt x="296" y="225"/>
                    <a:pt x="333" y="200"/>
                  </a:cubicBezTo>
                  <a:cubicBezTo>
                    <a:pt x="384" y="166"/>
                    <a:pt x="421" y="141"/>
                    <a:pt x="478" y="122"/>
                  </a:cubicBezTo>
                  <a:cubicBezTo>
                    <a:pt x="535" y="66"/>
                    <a:pt x="604" y="0"/>
                    <a:pt x="689" y="0"/>
                  </a:cubicBezTo>
                  <a:cubicBezTo>
                    <a:pt x="726" y="0"/>
                    <a:pt x="763" y="7"/>
                    <a:pt x="80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>
                    <a:alpha val="100000"/>
                  </a:schemeClr>
                </a:gs>
                <a:gs pos="100000">
                  <a:srgbClr val="99CCFF">
                    <a:alpha val="100000"/>
                  </a:srgbClr>
                </a:gs>
              </a:gsLst>
              <a:path path="rect">
                <a:fillToRect l="50000" t="50000" r="50000" b="50000"/>
              </a:path>
              <a:tileRect/>
            </a:gradFill>
            <a:ln w="19050" cap="flat" cmpd="sng">
              <a:solidFill>
                <a:srgbClr val="4E3A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47146" name="Group 124"/>
            <p:cNvGrpSpPr/>
            <p:nvPr/>
          </p:nvGrpSpPr>
          <p:grpSpPr>
            <a:xfrm>
              <a:off x="3200" y="1527"/>
              <a:ext cx="1713" cy="1213"/>
              <a:chOff x="3200" y="1527"/>
              <a:chExt cx="1713" cy="1213"/>
            </a:xfrm>
          </p:grpSpPr>
          <p:sp>
            <p:nvSpPr>
              <p:cNvPr id="47147" name="Freeform 107"/>
              <p:cNvSpPr/>
              <p:nvPr/>
            </p:nvSpPr>
            <p:spPr>
              <a:xfrm rot="1243955">
                <a:off x="3198" y="1530"/>
                <a:ext cx="1715" cy="1210"/>
              </a:xfrm>
              <a:custGeom>
                <a:avLst/>
                <a:gdLst/>
                <a:ahLst/>
                <a:cxnLst>
                  <a:cxn ang="0">
                    <a:pos x="745" y="9"/>
                  </a:cxn>
                  <a:cxn ang="0">
                    <a:pos x="797" y="20"/>
                  </a:cxn>
                  <a:cxn ang="0">
                    <a:pos x="858" y="40"/>
                  </a:cxn>
                  <a:cxn ang="0">
                    <a:pos x="951" y="80"/>
                  </a:cxn>
                  <a:cxn ang="0">
                    <a:pos x="983" y="90"/>
                  </a:cxn>
                  <a:cxn ang="0">
                    <a:pos x="1013" y="110"/>
                  </a:cxn>
                  <a:cxn ang="0">
                    <a:pos x="1044" y="119"/>
                  </a:cxn>
                  <a:cxn ang="0">
                    <a:pos x="1096" y="150"/>
                  </a:cxn>
                  <a:cxn ang="0">
                    <a:pos x="1127" y="179"/>
                  </a:cxn>
                  <a:cxn ang="0">
                    <a:pos x="1168" y="199"/>
                  </a:cxn>
                  <a:cxn ang="0">
                    <a:pos x="1189" y="228"/>
                  </a:cxn>
                  <a:cxn ang="0">
                    <a:pos x="1251" y="259"/>
                  </a:cxn>
                  <a:cxn ang="0">
                    <a:pos x="1324" y="298"/>
                  </a:cxn>
                  <a:cxn ang="0">
                    <a:pos x="1405" y="388"/>
                  </a:cxn>
                  <a:cxn ang="0">
                    <a:pos x="1428" y="418"/>
                  </a:cxn>
                  <a:cxn ang="0">
                    <a:pos x="1488" y="458"/>
                  </a:cxn>
                  <a:cxn ang="0">
                    <a:pos x="1551" y="547"/>
                  </a:cxn>
                  <a:cxn ang="0">
                    <a:pos x="1582" y="578"/>
                  </a:cxn>
                  <a:cxn ang="0">
                    <a:pos x="1634" y="657"/>
                  </a:cxn>
                  <a:cxn ang="0">
                    <a:pos x="1654" y="707"/>
                  </a:cxn>
                  <a:cxn ang="0">
                    <a:pos x="1457" y="767"/>
                  </a:cxn>
                  <a:cxn ang="0">
                    <a:pos x="1334" y="807"/>
                  </a:cxn>
                  <a:cxn ang="0">
                    <a:pos x="1272" y="827"/>
                  </a:cxn>
                  <a:cxn ang="0">
                    <a:pos x="1199" y="877"/>
                  </a:cxn>
                  <a:cxn ang="0">
                    <a:pos x="1168" y="897"/>
                  </a:cxn>
                  <a:cxn ang="0">
                    <a:pos x="1044" y="976"/>
                  </a:cxn>
                  <a:cxn ang="0">
                    <a:pos x="951" y="1025"/>
                  </a:cxn>
                  <a:cxn ang="0">
                    <a:pos x="889" y="1146"/>
                  </a:cxn>
                  <a:cxn ang="0">
                    <a:pos x="817" y="1056"/>
                  </a:cxn>
                  <a:cxn ang="0">
                    <a:pos x="745" y="946"/>
                  </a:cxn>
                  <a:cxn ang="0">
                    <a:pos x="662" y="886"/>
                  </a:cxn>
                  <a:cxn ang="0">
                    <a:pos x="507" y="767"/>
                  </a:cxn>
                  <a:cxn ang="0">
                    <a:pos x="300" y="717"/>
                  </a:cxn>
                  <a:cxn ang="0">
                    <a:pos x="155" y="727"/>
                  </a:cxn>
                  <a:cxn ang="0">
                    <a:pos x="0" y="777"/>
                  </a:cxn>
                  <a:cxn ang="0">
                    <a:pos x="11" y="608"/>
                  </a:cxn>
                  <a:cxn ang="0">
                    <a:pos x="123" y="438"/>
                  </a:cxn>
                  <a:cxn ang="0">
                    <a:pos x="197" y="309"/>
                  </a:cxn>
                  <a:cxn ang="0">
                    <a:pos x="238" y="278"/>
                  </a:cxn>
                  <a:cxn ang="0">
                    <a:pos x="310" y="179"/>
                  </a:cxn>
                  <a:cxn ang="0">
                    <a:pos x="445" y="110"/>
                  </a:cxn>
                  <a:cxn ang="0">
                    <a:pos x="641" y="0"/>
                  </a:cxn>
                  <a:cxn ang="0">
                    <a:pos x="745" y="9"/>
                  </a:cxn>
                </a:cxnLst>
                <a:pathLst>
                  <a:path w="1778" h="1278">
                    <a:moveTo>
                      <a:pt x="800" y="11"/>
                    </a:moveTo>
                    <a:cubicBezTo>
                      <a:pt x="819" y="15"/>
                      <a:pt x="838" y="17"/>
                      <a:pt x="856" y="22"/>
                    </a:cubicBezTo>
                    <a:cubicBezTo>
                      <a:pt x="878" y="28"/>
                      <a:pt x="922" y="44"/>
                      <a:pt x="922" y="44"/>
                    </a:cubicBezTo>
                    <a:cubicBezTo>
                      <a:pt x="975" y="80"/>
                      <a:pt x="944" y="63"/>
                      <a:pt x="1022" y="89"/>
                    </a:cubicBezTo>
                    <a:cubicBezTo>
                      <a:pt x="1033" y="93"/>
                      <a:pt x="1056" y="100"/>
                      <a:pt x="1056" y="100"/>
                    </a:cubicBezTo>
                    <a:cubicBezTo>
                      <a:pt x="1067" y="107"/>
                      <a:pt x="1077" y="116"/>
                      <a:pt x="1089" y="122"/>
                    </a:cubicBezTo>
                    <a:cubicBezTo>
                      <a:pt x="1099" y="127"/>
                      <a:pt x="1112" y="127"/>
                      <a:pt x="1122" y="133"/>
                    </a:cubicBezTo>
                    <a:cubicBezTo>
                      <a:pt x="1205" y="182"/>
                      <a:pt x="1079" y="131"/>
                      <a:pt x="1178" y="167"/>
                    </a:cubicBezTo>
                    <a:cubicBezTo>
                      <a:pt x="1189" y="178"/>
                      <a:pt x="1198" y="191"/>
                      <a:pt x="1211" y="200"/>
                    </a:cubicBezTo>
                    <a:cubicBezTo>
                      <a:pt x="1225" y="210"/>
                      <a:pt x="1243" y="211"/>
                      <a:pt x="1256" y="222"/>
                    </a:cubicBezTo>
                    <a:cubicBezTo>
                      <a:pt x="1266" y="230"/>
                      <a:pt x="1269" y="246"/>
                      <a:pt x="1278" y="255"/>
                    </a:cubicBezTo>
                    <a:cubicBezTo>
                      <a:pt x="1301" y="278"/>
                      <a:pt x="1316" y="280"/>
                      <a:pt x="1345" y="289"/>
                    </a:cubicBezTo>
                    <a:cubicBezTo>
                      <a:pt x="1370" y="306"/>
                      <a:pt x="1402" y="312"/>
                      <a:pt x="1423" y="333"/>
                    </a:cubicBezTo>
                    <a:cubicBezTo>
                      <a:pt x="1564" y="474"/>
                      <a:pt x="1419" y="372"/>
                      <a:pt x="1511" y="433"/>
                    </a:cubicBezTo>
                    <a:cubicBezTo>
                      <a:pt x="1519" y="444"/>
                      <a:pt x="1524" y="458"/>
                      <a:pt x="1534" y="467"/>
                    </a:cubicBezTo>
                    <a:cubicBezTo>
                      <a:pt x="1554" y="484"/>
                      <a:pt x="1600" y="511"/>
                      <a:pt x="1600" y="511"/>
                    </a:cubicBezTo>
                    <a:cubicBezTo>
                      <a:pt x="1652" y="589"/>
                      <a:pt x="1630" y="556"/>
                      <a:pt x="1667" y="611"/>
                    </a:cubicBezTo>
                    <a:cubicBezTo>
                      <a:pt x="1676" y="624"/>
                      <a:pt x="1691" y="631"/>
                      <a:pt x="1700" y="644"/>
                    </a:cubicBezTo>
                    <a:cubicBezTo>
                      <a:pt x="1721" y="672"/>
                      <a:pt x="1756" y="733"/>
                      <a:pt x="1756" y="733"/>
                    </a:cubicBezTo>
                    <a:cubicBezTo>
                      <a:pt x="1770" y="775"/>
                      <a:pt x="1762" y="756"/>
                      <a:pt x="1778" y="789"/>
                    </a:cubicBezTo>
                    <a:cubicBezTo>
                      <a:pt x="1708" y="812"/>
                      <a:pt x="1639" y="837"/>
                      <a:pt x="1567" y="855"/>
                    </a:cubicBezTo>
                    <a:cubicBezTo>
                      <a:pt x="1530" y="893"/>
                      <a:pt x="1483" y="885"/>
                      <a:pt x="1434" y="900"/>
                    </a:cubicBezTo>
                    <a:cubicBezTo>
                      <a:pt x="1411" y="907"/>
                      <a:pt x="1367" y="922"/>
                      <a:pt x="1367" y="922"/>
                    </a:cubicBezTo>
                    <a:cubicBezTo>
                      <a:pt x="1341" y="941"/>
                      <a:pt x="1315" y="960"/>
                      <a:pt x="1289" y="978"/>
                    </a:cubicBezTo>
                    <a:cubicBezTo>
                      <a:pt x="1278" y="986"/>
                      <a:pt x="1256" y="1000"/>
                      <a:pt x="1256" y="1000"/>
                    </a:cubicBezTo>
                    <a:cubicBezTo>
                      <a:pt x="1220" y="1054"/>
                      <a:pt x="1184" y="1069"/>
                      <a:pt x="1122" y="1089"/>
                    </a:cubicBezTo>
                    <a:cubicBezTo>
                      <a:pt x="1089" y="1111"/>
                      <a:pt x="1056" y="1122"/>
                      <a:pt x="1022" y="1144"/>
                    </a:cubicBezTo>
                    <a:cubicBezTo>
                      <a:pt x="1000" y="1189"/>
                      <a:pt x="978" y="1233"/>
                      <a:pt x="956" y="1278"/>
                    </a:cubicBezTo>
                    <a:cubicBezTo>
                      <a:pt x="939" y="1207"/>
                      <a:pt x="921" y="1230"/>
                      <a:pt x="878" y="1178"/>
                    </a:cubicBezTo>
                    <a:cubicBezTo>
                      <a:pt x="846" y="1140"/>
                      <a:pt x="838" y="1089"/>
                      <a:pt x="800" y="1055"/>
                    </a:cubicBezTo>
                    <a:cubicBezTo>
                      <a:pt x="773" y="1030"/>
                      <a:pt x="737" y="1015"/>
                      <a:pt x="711" y="989"/>
                    </a:cubicBezTo>
                    <a:cubicBezTo>
                      <a:pt x="663" y="940"/>
                      <a:pt x="612" y="880"/>
                      <a:pt x="545" y="855"/>
                    </a:cubicBezTo>
                    <a:cubicBezTo>
                      <a:pt x="476" y="830"/>
                      <a:pt x="395" y="812"/>
                      <a:pt x="322" y="800"/>
                    </a:cubicBezTo>
                    <a:cubicBezTo>
                      <a:pt x="270" y="804"/>
                      <a:pt x="218" y="803"/>
                      <a:pt x="167" y="811"/>
                    </a:cubicBezTo>
                    <a:cubicBezTo>
                      <a:pt x="107" y="820"/>
                      <a:pt x="61" y="867"/>
                      <a:pt x="0" y="867"/>
                    </a:cubicBezTo>
                    <a:cubicBezTo>
                      <a:pt x="4" y="804"/>
                      <a:pt x="3" y="741"/>
                      <a:pt x="11" y="678"/>
                    </a:cubicBezTo>
                    <a:cubicBezTo>
                      <a:pt x="22" y="594"/>
                      <a:pt x="94" y="557"/>
                      <a:pt x="133" y="489"/>
                    </a:cubicBezTo>
                    <a:cubicBezTo>
                      <a:pt x="157" y="447"/>
                      <a:pt x="171" y="374"/>
                      <a:pt x="211" y="344"/>
                    </a:cubicBezTo>
                    <a:cubicBezTo>
                      <a:pt x="226" y="333"/>
                      <a:pt x="243" y="324"/>
                      <a:pt x="256" y="311"/>
                    </a:cubicBezTo>
                    <a:cubicBezTo>
                      <a:pt x="288" y="279"/>
                      <a:pt x="296" y="225"/>
                      <a:pt x="333" y="200"/>
                    </a:cubicBezTo>
                    <a:cubicBezTo>
                      <a:pt x="384" y="166"/>
                      <a:pt x="421" y="141"/>
                      <a:pt x="478" y="122"/>
                    </a:cubicBezTo>
                    <a:cubicBezTo>
                      <a:pt x="535" y="66"/>
                      <a:pt x="604" y="0"/>
                      <a:pt x="689" y="0"/>
                    </a:cubicBezTo>
                    <a:cubicBezTo>
                      <a:pt x="726" y="0"/>
                      <a:pt x="763" y="7"/>
                      <a:pt x="800" y="1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aphicFrame>
            <p:nvGraphicFramePr>
              <p:cNvPr id="47148" name="Object 20"/>
              <p:cNvGraphicFramePr>
                <a:graphicFrameLocks noChangeAspect="1"/>
              </p:cNvGraphicFramePr>
              <p:nvPr/>
            </p:nvGraphicFramePr>
            <p:xfrm>
              <a:off x="3424" y="1661"/>
              <a:ext cx="219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14" name="" r:id="rId32" imgW="139700" imgH="177800" progId="Equation.3">
                      <p:embed/>
                    </p:oleObj>
                  </mc:Choice>
                  <mc:Fallback>
                    <p:oleObj name="" r:id="rId32" imgW="139700" imgH="177800" progId="Equation.3">
                      <p:embed/>
                      <p:pic>
                        <p:nvPicPr>
                          <p:cNvPr id="0" name="图片 3313"/>
                          <p:cNvPicPr/>
                          <p:nvPr/>
                        </p:nvPicPr>
                        <p:blipFill>
                          <a:blip r:embed="rId33"/>
                          <a:stretch>
                            <a:fillRect/>
                          </a:stretch>
                        </p:blipFill>
                        <p:spPr>
                          <a:xfrm>
                            <a:off x="3424" y="1661"/>
                            <a:ext cx="219" cy="25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9" name="Group 109"/>
          <p:cNvGrpSpPr/>
          <p:nvPr/>
        </p:nvGrpSpPr>
        <p:grpSpPr>
          <a:xfrm>
            <a:off x="6272213" y="1239838"/>
            <a:ext cx="2670175" cy="2181225"/>
            <a:chOff x="2967" y="2159"/>
            <a:chExt cx="2268" cy="1729"/>
          </a:xfrm>
        </p:grpSpPr>
        <p:grpSp>
          <p:nvGrpSpPr>
            <p:cNvPr id="47132" name="Group 110"/>
            <p:cNvGrpSpPr/>
            <p:nvPr/>
          </p:nvGrpSpPr>
          <p:grpSpPr>
            <a:xfrm>
              <a:off x="2967" y="2159"/>
              <a:ext cx="2268" cy="1729"/>
              <a:chOff x="2880" y="2026"/>
              <a:chExt cx="2355" cy="1873"/>
            </a:xfrm>
          </p:grpSpPr>
          <p:sp>
            <p:nvSpPr>
              <p:cNvPr id="47134" name="Arc 111"/>
              <p:cNvSpPr/>
              <p:nvPr/>
            </p:nvSpPr>
            <p:spPr>
              <a:xfrm rot="304380" flipH="1">
                <a:off x="4029" y="3162"/>
                <a:ext cx="1192" cy="23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0"/>
                  </a:cxn>
                  <a:cxn ang="0">
                    <a:pos x="0" y="0"/>
                  </a:cxn>
                </a:cxnLst>
                <a:pathLst>
                  <a:path w="18089" h="21600" fill="none">
                    <a:moveTo>
                      <a:pt x="-1" y="0"/>
                    </a:moveTo>
                    <a:cubicBezTo>
                      <a:pt x="7297" y="0"/>
                      <a:pt x="14100" y="3684"/>
                      <a:pt x="18088" y="9795"/>
                    </a:cubicBezTo>
                  </a:path>
                  <a:path w="18089" h="21600" stroke="0">
                    <a:moveTo>
                      <a:pt x="-1" y="0"/>
                    </a:moveTo>
                    <a:cubicBezTo>
                      <a:pt x="7297" y="0"/>
                      <a:pt x="14100" y="3684"/>
                      <a:pt x="18088" y="9795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triangle" w="sm" len="lg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47135" name="Group 112"/>
              <p:cNvGrpSpPr/>
              <p:nvPr/>
            </p:nvGrpSpPr>
            <p:grpSpPr>
              <a:xfrm>
                <a:off x="2880" y="2026"/>
                <a:ext cx="2355" cy="1873"/>
                <a:chOff x="2880" y="2026"/>
                <a:chExt cx="2355" cy="1873"/>
              </a:xfrm>
            </p:grpSpPr>
            <p:sp>
              <p:nvSpPr>
                <p:cNvPr id="47136" name="Freeform 113"/>
                <p:cNvSpPr/>
                <p:nvPr/>
              </p:nvSpPr>
              <p:spPr>
                <a:xfrm>
                  <a:off x="2880" y="2938"/>
                  <a:ext cx="336" cy="288"/>
                </a:xfrm>
                <a:custGeom>
                  <a:avLst/>
                  <a:gdLst/>
                  <a:ahLst/>
                  <a:cxnLst>
                    <a:cxn ang="0">
                      <a:pos x="336" y="0"/>
                    </a:cxn>
                    <a:cxn ang="0">
                      <a:pos x="0" y="288"/>
                    </a:cxn>
                  </a:cxnLst>
                  <a:pathLst>
                    <a:path w="336" h="288">
                      <a:moveTo>
                        <a:pt x="336" y="0"/>
                      </a:moveTo>
                      <a:cubicBezTo>
                        <a:pt x="196" y="116"/>
                        <a:pt x="56" y="232"/>
                        <a:pt x="0" y="288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round/>
                  <a:headEnd type="none" w="sm" len="lg"/>
                  <a:tailEnd type="none" w="sm" len="lg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7137" name="Line 114"/>
                <p:cNvSpPr/>
                <p:nvPr/>
              </p:nvSpPr>
              <p:spPr>
                <a:xfrm flipH="1">
                  <a:off x="2977" y="3035"/>
                  <a:ext cx="431" cy="338"/>
                </a:xfrm>
                <a:prstGeom prst="line">
                  <a:avLst/>
                </a:prstGeom>
                <a:ln w="12700" cap="flat" cmpd="sng">
                  <a:solidFill>
                    <a:srgbClr val="FF0000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47138" name="Line 115"/>
                <p:cNvSpPr/>
                <p:nvPr/>
              </p:nvSpPr>
              <p:spPr>
                <a:xfrm flipH="1">
                  <a:off x="3168" y="3178"/>
                  <a:ext cx="431" cy="288"/>
                </a:xfrm>
                <a:prstGeom prst="line">
                  <a:avLst/>
                </a:prstGeom>
                <a:ln w="12700" cap="flat" cmpd="sng">
                  <a:solidFill>
                    <a:srgbClr val="FF0000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47139" name="Line 116"/>
                <p:cNvSpPr/>
                <p:nvPr/>
              </p:nvSpPr>
              <p:spPr>
                <a:xfrm flipH="1">
                  <a:off x="3216" y="3370"/>
                  <a:ext cx="480" cy="236"/>
                </a:xfrm>
                <a:prstGeom prst="line">
                  <a:avLst/>
                </a:prstGeom>
                <a:ln w="12700" cap="flat" cmpd="sng">
                  <a:solidFill>
                    <a:srgbClr val="FF0000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47140" name="Line 117"/>
                <p:cNvSpPr/>
                <p:nvPr/>
              </p:nvSpPr>
              <p:spPr>
                <a:xfrm flipH="1">
                  <a:off x="3313" y="3504"/>
                  <a:ext cx="431" cy="195"/>
                </a:xfrm>
                <a:prstGeom prst="line">
                  <a:avLst/>
                </a:prstGeom>
                <a:ln w="12700" cap="flat" cmpd="sng">
                  <a:solidFill>
                    <a:srgbClr val="FF0000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47141" name="Arc 118"/>
                <p:cNvSpPr/>
                <p:nvPr/>
              </p:nvSpPr>
              <p:spPr>
                <a:xfrm>
                  <a:off x="4080" y="3467"/>
                  <a:ext cx="1155" cy="43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0" y="0"/>
                    </a:cxn>
                  </a:cxnLst>
                  <a:pathLst>
                    <a:path w="20792" h="21600" fill="none">
                      <a:moveTo>
                        <a:pt x="-1" y="0"/>
                      </a:moveTo>
                      <a:cubicBezTo>
                        <a:pt x="9674" y="0"/>
                        <a:pt x="18169" y="6433"/>
                        <a:pt x="20791" y="15746"/>
                      </a:cubicBezTo>
                    </a:path>
                    <a:path w="20792" h="21600" stroke="0">
                      <a:moveTo>
                        <a:pt x="-1" y="0"/>
                      </a:moveTo>
                      <a:cubicBezTo>
                        <a:pt x="9674" y="0"/>
                        <a:pt x="18169" y="6433"/>
                        <a:pt x="20791" y="15746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round/>
                  <a:headEnd type="none" w="sm" len="lg"/>
                  <a:tailEnd type="triangle" w="sm" len="lg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7142" name="Arc 119"/>
                <p:cNvSpPr/>
                <p:nvPr/>
              </p:nvSpPr>
              <p:spPr>
                <a:xfrm flipH="1">
                  <a:off x="4028" y="2843"/>
                  <a:ext cx="1207" cy="38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6" y="0"/>
                    </a:cxn>
                    <a:cxn ang="0">
                      <a:pos x="0" y="0"/>
                    </a:cxn>
                  </a:cxnLst>
                  <a:pathLst>
                    <a:path w="17843" h="21600" fill="none">
                      <a:moveTo>
                        <a:pt x="-1" y="0"/>
                      </a:moveTo>
                      <a:cubicBezTo>
                        <a:pt x="7139" y="0"/>
                        <a:pt x="13818" y="3528"/>
                        <a:pt x="17842" y="9426"/>
                      </a:cubicBezTo>
                    </a:path>
                    <a:path w="17843" h="21600" stroke="0">
                      <a:moveTo>
                        <a:pt x="-1" y="0"/>
                      </a:moveTo>
                      <a:cubicBezTo>
                        <a:pt x="7139" y="0"/>
                        <a:pt x="13818" y="3528"/>
                        <a:pt x="17842" y="9426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round/>
                  <a:headEnd type="triangle" w="sm" len="lg"/>
                  <a:tailEnd type="none" w="sm" len="lg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7143" name="Arc 120"/>
                <p:cNvSpPr/>
                <p:nvPr/>
              </p:nvSpPr>
              <p:spPr>
                <a:xfrm rot="-818578" flipH="1">
                  <a:off x="3744" y="2506"/>
                  <a:ext cx="1360" cy="1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6" y="0"/>
                    </a:cxn>
                    <a:cxn ang="0">
                      <a:pos x="0" y="0"/>
                    </a:cxn>
                  </a:cxnLst>
                  <a:pathLst>
                    <a:path w="21111" h="21600" fill="none">
                      <a:moveTo>
                        <a:pt x="-1" y="0"/>
                      </a:moveTo>
                      <a:cubicBezTo>
                        <a:pt x="10169" y="0"/>
                        <a:pt x="18960" y="7092"/>
                        <a:pt x="21111" y="17031"/>
                      </a:cubicBezTo>
                    </a:path>
                    <a:path w="21111" h="21600" stroke="0">
                      <a:moveTo>
                        <a:pt x="-1" y="0"/>
                      </a:moveTo>
                      <a:cubicBezTo>
                        <a:pt x="10169" y="0"/>
                        <a:pt x="18960" y="7092"/>
                        <a:pt x="21111" y="17031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round/>
                  <a:headEnd type="triangle" w="sm" len="lg"/>
                  <a:tailEnd type="none" w="sm" len="lg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7144" name="Line 121"/>
                <p:cNvSpPr/>
                <p:nvPr/>
              </p:nvSpPr>
              <p:spPr>
                <a:xfrm flipV="1">
                  <a:off x="3552" y="2026"/>
                  <a:ext cx="767" cy="672"/>
                </a:xfrm>
                <a:prstGeom prst="line">
                  <a:avLst/>
                </a:prstGeom>
                <a:ln w="12700" cap="flat" cmpd="sng">
                  <a:solidFill>
                    <a:srgbClr val="FF0000"/>
                  </a:solidFill>
                  <a:prstDash val="solid"/>
                  <a:headEnd type="none" w="sm" len="lg"/>
                  <a:tailEnd type="triangle" w="sm" len="lg"/>
                </a:ln>
              </p:spPr>
            </p:sp>
          </p:grpSp>
        </p:grpSp>
        <p:graphicFrame>
          <p:nvGraphicFramePr>
            <p:cNvPr id="47133" name="Object 19"/>
            <p:cNvGraphicFramePr>
              <a:graphicFrameLocks noChangeAspect="1"/>
            </p:cNvGraphicFramePr>
            <p:nvPr/>
          </p:nvGraphicFramePr>
          <p:xfrm>
            <a:off x="4826" y="2549"/>
            <a:ext cx="237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5" name="" r:id="rId34" imgW="152400" imgH="190500" progId="Equation.3">
                    <p:embed/>
                  </p:oleObj>
                </mc:Choice>
                <mc:Fallback>
                  <p:oleObj name="" r:id="rId34" imgW="152400" imgH="190500" progId="Equation.3">
                    <p:embed/>
                    <p:pic>
                      <p:nvPicPr>
                        <p:cNvPr id="0" name="图片 3314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4826" y="2549"/>
                          <a:ext cx="237" cy="2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2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6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6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26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4" dur="500"/>
                                        <p:tgtEl>
                                          <p:spTgt spid="2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75"/>
                                        <p:tgtEl>
                                          <p:spTgt spid="26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6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6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6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6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67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67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5" dur="500"/>
                                        <p:tgtEl>
                                          <p:spTgt spid="26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9" dur="500"/>
                                        <p:tgtEl>
                                          <p:spTgt spid="26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6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6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6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6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89" grpId="0"/>
      <p:bldP spid="26690" grpId="0"/>
      <p:bldP spid="26751" grpId="0"/>
      <p:bldP spid="26753" grpId="0"/>
      <p:bldP spid="26756" grpId="0"/>
      <p:bldP spid="26781" grpId="0"/>
      <p:bldP spid="26782" grpId="0"/>
      <p:bldP spid="26783" grpId="0" animBg="1"/>
      <p:bldP spid="26789" grpId="0"/>
      <p:bldP spid="26868" grpId="0" animBg="1"/>
      <p:bldP spid="2669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Slide Number Placeholder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 useBgFill="1">
        <p:nvSpPr>
          <p:cNvPr id="49155" name="Rectangle 5"/>
          <p:cNvSpPr/>
          <p:nvPr/>
        </p:nvSpPr>
        <p:spPr>
          <a:xfrm>
            <a:off x="4787900" y="1484313"/>
            <a:ext cx="3962400" cy="28194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grpSp>
        <p:nvGrpSpPr>
          <p:cNvPr id="2" name="Group 89"/>
          <p:cNvGrpSpPr/>
          <p:nvPr/>
        </p:nvGrpSpPr>
        <p:grpSpPr>
          <a:xfrm>
            <a:off x="4699000" y="1019175"/>
            <a:ext cx="3738563" cy="2867025"/>
            <a:chOff x="2960" y="642"/>
            <a:chExt cx="2355" cy="1806"/>
          </a:xfrm>
        </p:grpSpPr>
        <p:graphicFrame>
          <p:nvGraphicFramePr>
            <p:cNvPr id="49196" name="Object 11"/>
            <p:cNvGraphicFramePr>
              <a:graphicFrameLocks noChangeAspect="1"/>
            </p:cNvGraphicFramePr>
            <p:nvPr/>
          </p:nvGraphicFramePr>
          <p:xfrm>
            <a:off x="3379" y="890"/>
            <a:ext cx="239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2" name="" r:id="rId1" imgW="152400" imgH="177800" progId="Equation.3">
                    <p:embed/>
                  </p:oleObj>
                </mc:Choice>
                <mc:Fallback>
                  <p:oleObj name="" r:id="rId1" imgW="152400" imgH="177800" progId="Equation.3">
                    <p:embed/>
                    <p:pic>
                      <p:nvPicPr>
                        <p:cNvPr id="0" name="图片 331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79" y="890"/>
                          <a:ext cx="239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97" name="Freeform 55"/>
            <p:cNvSpPr/>
            <p:nvPr/>
          </p:nvSpPr>
          <p:spPr>
            <a:xfrm rot="1243955">
              <a:off x="3152" y="1026"/>
              <a:ext cx="1778" cy="1278"/>
            </a:xfrm>
            <a:custGeom>
              <a:avLst/>
              <a:gdLst/>
              <a:ahLst/>
              <a:cxnLst>
                <a:cxn ang="0">
                  <a:pos x="800" y="11"/>
                </a:cxn>
                <a:cxn ang="0">
                  <a:pos x="856" y="22"/>
                </a:cxn>
                <a:cxn ang="0">
                  <a:pos x="922" y="44"/>
                </a:cxn>
                <a:cxn ang="0">
                  <a:pos x="1022" y="89"/>
                </a:cxn>
                <a:cxn ang="0">
                  <a:pos x="1056" y="100"/>
                </a:cxn>
                <a:cxn ang="0">
                  <a:pos x="1089" y="122"/>
                </a:cxn>
                <a:cxn ang="0">
                  <a:pos x="1122" y="133"/>
                </a:cxn>
                <a:cxn ang="0">
                  <a:pos x="1178" y="167"/>
                </a:cxn>
                <a:cxn ang="0">
                  <a:pos x="1211" y="200"/>
                </a:cxn>
                <a:cxn ang="0">
                  <a:pos x="1256" y="222"/>
                </a:cxn>
                <a:cxn ang="0">
                  <a:pos x="1278" y="255"/>
                </a:cxn>
                <a:cxn ang="0">
                  <a:pos x="1345" y="289"/>
                </a:cxn>
                <a:cxn ang="0">
                  <a:pos x="1423" y="333"/>
                </a:cxn>
                <a:cxn ang="0">
                  <a:pos x="1511" y="433"/>
                </a:cxn>
                <a:cxn ang="0">
                  <a:pos x="1534" y="467"/>
                </a:cxn>
                <a:cxn ang="0">
                  <a:pos x="1600" y="511"/>
                </a:cxn>
                <a:cxn ang="0">
                  <a:pos x="1667" y="611"/>
                </a:cxn>
                <a:cxn ang="0">
                  <a:pos x="1700" y="644"/>
                </a:cxn>
                <a:cxn ang="0">
                  <a:pos x="1756" y="733"/>
                </a:cxn>
                <a:cxn ang="0">
                  <a:pos x="1778" y="789"/>
                </a:cxn>
                <a:cxn ang="0">
                  <a:pos x="1567" y="855"/>
                </a:cxn>
                <a:cxn ang="0">
                  <a:pos x="1434" y="900"/>
                </a:cxn>
                <a:cxn ang="0">
                  <a:pos x="1367" y="922"/>
                </a:cxn>
                <a:cxn ang="0">
                  <a:pos x="1289" y="978"/>
                </a:cxn>
                <a:cxn ang="0">
                  <a:pos x="1256" y="1000"/>
                </a:cxn>
                <a:cxn ang="0">
                  <a:pos x="1122" y="1089"/>
                </a:cxn>
                <a:cxn ang="0">
                  <a:pos x="1022" y="1144"/>
                </a:cxn>
                <a:cxn ang="0">
                  <a:pos x="956" y="1278"/>
                </a:cxn>
                <a:cxn ang="0">
                  <a:pos x="878" y="1178"/>
                </a:cxn>
                <a:cxn ang="0">
                  <a:pos x="800" y="1055"/>
                </a:cxn>
                <a:cxn ang="0">
                  <a:pos x="711" y="989"/>
                </a:cxn>
                <a:cxn ang="0">
                  <a:pos x="545" y="855"/>
                </a:cxn>
                <a:cxn ang="0">
                  <a:pos x="322" y="800"/>
                </a:cxn>
                <a:cxn ang="0">
                  <a:pos x="167" y="811"/>
                </a:cxn>
                <a:cxn ang="0">
                  <a:pos x="0" y="867"/>
                </a:cxn>
                <a:cxn ang="0">
                  <a:pos x="11" y="678"/>
                </a:cxn>
                <a:cxn ang="0">
                  <a:pos x="133" y="489"/>
                </a:cxn>
                <a:cxn ang="0">
                  <a:pos x="211" y="344"/>
                </a:cxn>
                <a:cxn ang="0">
                  <a:pos x="256" y="311"/>
                </a:cxn>
                <a:cxn ang="0">
                  <a:pos x="333" y="200"/>
                </a:cxn>
                <a:cxn ang="0">
                  <a:pos x="478" y="122"/>
                </a:cxn>
                <a:cxn ang="0">
                  <a:pos x="689" y="0"/>
                </a:cxn>
                <a:cxn ang="0">
                  <a:pos x="800" y="11"/>
                </a:cxn>
              </a:cxnLst>
              <a:pathLst>
                <a:path w="1778" h="1278">
                  <a:moveTo>
                    <a:pt x="800" y="11"/>
                  </a:moveTo>
                  <a:cubicBezTo>
                    <a:pt x="819" y="15"/>
                    <a:pt x="838" y="17"/>
                    <a:pt x="856" y="22"/>
                  </a:cubicBezTo>
                  <a:cubicBezTo>
                    <a:pt x="878" y="28"/>
                    <a:pt x="922" y="44"/>
                    <a:pt x="922" y="44"/>
                  </a:cubicBezTo>
                  <a:cubicBezTo>
                    <a:pt x="975" y="80"/>
                    <a:pt x="944" y="63"/>
                    <a:pt x="1022" y="89"/>
                  </a:cubicBezTo>
                  <a:cubicBezTo>
                    <a:pt x="1033" y="93"/>
                    <a:pt x="1056" y="100"/>
                    <a:pt x="1056" y="100"/>
                  </a:cubicBezTo>
                  <a:cubicBezTo>
                    <a:pt x="1067" y="107"/>
                    <a:pt x="1077" y="116"/>
                    <a:pt x="1089" y="122"/>
                  </a:cubicBezTo>
                  <a:cubicBezTo>
                    <a:pt x="1099" y="127"/>
                    <a:pt x="1112" y="127"/>
                    <a:pt x="1122" y="133"/>
                  </a:cubicBezTo>
                  <a:cubicBezTo>
                    <a:pt x="1205" y="182"/>
                    <a:pt x="1079" y="131"/>
                    <a:pt x="1178" y="167"/>
                  </a:cubicBezTo>
                  <a:cubicBezTo>
                    <a:pt x="1189" y="178"/>
                    <a:pt x="1198" y="191"/>
                    <a:pt x="1211" y="200"/>
                  </a:cubicBezTo>
                  <a:cubicBezTo>
                    <a:pt x="1225" y="210"/>
                    <a:pt x="1243" y="211"/>
                    <a:pt x="1256" y="222"/>
                  </a:cubicBezTo>
                  <a:cubicBezTo>
                    <a:pt x="1266" y="230"/>
                    <a:pt x="1269" y="246"/>
                    <a:pt x="1278" y="255"/>
                  </a:cubicBezTo>
                  <a:cubicBezTo>
                    <a:pt x="1301" y="278"/>
                    <a:pt x="1316" y="280"/>
                    <a:pt x="1345" y="289"/>
                  </a:cubicBezTo>
                  <a:cubicBezTo>
                    <a:pt x="1370" y="306"/>
                    <a:pt x="1402" y="312"/>
                    <a:pt x="1423" y="333"/>
                  </a:cubicBezTo>
                  <a:cubicBezTo>
                    <a:pt x="1564" y="474"/>
                    <a:pt x="1419" y="372"/>
                    <a:pt x="1511" y="433"/>
                  </a:cubicBezTo>
                  <a:cubicBezTo>
                    <a:pt x="1519" y="444"/>
                    <a:pt x="1524" y="458"/>
                    <a:pt x="1534" y="467"/>
                  </a:cubicBezTo>
                  <a:cubicBezTo>
                    <a:pt x="1554" y="484"/>
                    <a:pt x="1600" y="511"/>
                    <a:pt x="1600" y="511"/>
                  </a:cubicBezTo>
                  <a:cubicBezTo>
                    <a:pt x="1652" y="589"/>
                    <a:pt x="1630" y="556"/>
                    <a:pt x="1667" y="611"/>
                  </a:cubicBezTo>
                  <a:cubicBezTo>
                    <a:pt x="1676" y="624"/>
                    <a:pt x="1691" y="631"/>
                    <a:pt x="1700" y="644"/>
                  </a:cubicBezTo>
                  <a:cubicBezTo>
                    <a:pt x="1721" y="672"/>
                    <a:pt x="1756" y="733"/>
                    <a:pt x="1756" y="733"/>
                  </a:cubicBezTo>
                  <a:cubicBezTo>
                    <a:pt x="1770" y="775"/>
                    <a:pt x="1762" y="756"/>
                    <a:pt x="1778" y="789"/>
                  </a:cubicBezTo>
                  <a:cubicBezTo>
                    <a:pt x="1708" y="812"/>
                    <a:pt x="1639" y="837"/>
                    <a:pt x="1567" y="855"/>
                  </a:cubicBezTo>
                  <a:cubicBezTo>
                    <a:pt x="1530" y="893"/>
                    <a:pt x="1483" y="885"/>
                    <a:pt x="1434" y="900"/>
                  </a:cubicBezTo>
                  <a:cubicBezTo>
                    <a:pt x="1411" y="907"/>
                    <a:pt x="1367" y="922"/>
                    <a:pt x="1367" y="922"/>
                  </a:cubicBezTo>
                  <a:cubicBezTo>
                    <a:pt x="1341" y="941"/>
                    <a:pt x="1315" y="960"/>
                    <a:pt x="1289" y="978"/>
                  </a:cubicBezTo>
                  <a:cubicBezTo>
                    <a:pt x="1278" y="986"/>
                    <a:pt x="1256" y="1000"/>
                    <a:pt x="1256" y="1000"/>
                  </a:cubicBezTo>
                  <a:cubicBezTo>
                    <a:pt x="1220" y="1054"/>
                    <a:pt x="1184" y="1069"/>
                    <a:pt x="1122" y="1089"/>
                  </a:cubicBezTo>
                  <a:cubicBezTo>
                    <a:pt x="1089" y="1111"/>
                    <a:pt x="1056" y="1122"/>
                    <a:pt x="1022" y="1144"/>
                  </a:cubicBezTo>
                  <a:cubicBezTo>
                    <a:pt x="1000" y="1189"/>
                    <a:pt x="978" y="1233"/>
                    <a:pt x="956" y="1278"/>
                  </a:cubicBezTo>
                  <a:cubicBezTo>
                    <a:pt x="939" y="1207"/>
                    <a:pt x="921" y="1230"/>
                    <a:pt x="878" y="1178"/>
                  </a:cubicBezTo>
                  <a:cubicBezTo>
                    <a:pt x="846" y="1140"/>
                    <a:pt x="838" y="1089"/>
                    <a:pt x="800" y="1055"/>
                  </a:cubicBezTo>
                  <a:cubicBezTo>
                    <a:pt x="773" y="1030"/>
                    <a:pt x="737" y="1015"/>
                    <a:pt x="711" y="989"/>
                  </a:cubicBezTo>
                  <a:cubicBezTo>
                    <a:pt x="663" y="940"/>
                    <a:pt x="612" y="880"/>
                    <a:pt x="545" y="855"/>
                  </a:cubicBezTo>
                  <a:cubicBezTo>
                    <a:pt x="476" y="830"/>
                    <a:pt x="395" y="812"/>
                    <a:pt x="322" y="800"/>
                  </a:cubicBezTo>
                  <a:cubicBezTo>
                    <a:pt x="270" y="804"/>
                    <a:pt x="218" y="803"/>
                    <a:pt x="167" y="811"/>
                  </a:cubicBezTo>
                  <a:cubicBezTo>
                    <a:pt x="107" y="820"/>
                    <a:pt x="61" y="867"/>
                    <a:pt x="0" y="867"/>
                  </a:cubicBezTo>
                  <a:cubicBezTo>
                    <a:pt x="4" y="804"/>
                    <a:pt x="3" y="741"/>
                    <a:pt x="11" y="678"/>
                  </a:cubicBezTo>
                  <a:cubicBezTo>
                    <a:pt x="22" y="594"/>
                    <a:pt x="94" y="557"/>
                    <a:pt x="133" y="489"/>
                  </a:cubicBezTo>
                  <a:cubicBezTo>
                    <a:pt x="157" y="447"/>
                    <a:pt x="171" y="374"/>
                    <a:pt x="211" y="344"/>
                  </a:cubicBezTo>
                  <a:cubicBezTo>
                    <a:pt x="226" y="333"/>
                    <a:pt x="243" y="324"/>
                    <a:pt x="256" y="311"/>
                  </a:cubicBezTo>
                  <a:cubicBezTo>
                    <a:pt x="288" y="279"/>
                    <a:pt x="296" y="225"/>
                    <a:pt x="333" y="200"/>
                  </a:cubicBezTo>
                  <a:cubicBezTo>
                    <a:pt x="384" y="166"/>
                    <a:pt x="421" y="141"/>
                    <a:pt x="478" y="122"/>
                  </a:cubicBezTo>
                  <a:cubicBezTo>
                    <a:pt x="535" y="66"/>
                    <a:pt x="604" y="0"/>
                    <a:pt x="689" y="0"/>
                  </a:cubicBezTo>
                  <a:cubicBezTo>
                    <a:pt x="726" y="0"/>
                    <a:pt x="763" y="7"/>
                    <a:pt x="80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>
                    <a:alpha val="100000"/>
                  </a:schemeClr>
                </a:gs>
                <a:gs pos="100000">
                  <a:srgbClr val="99CCFF">
                    <a:alpha val="100000"/>
                  </a:srgbClr>
                </a:gs>
              </a:gsLst>
              <a:path path="rect">
                <a:fillToRect l="50000" t="50000" r="50000" b="50000"/>
              </a:path>
              <a:tileRect/>
            </a:gradFill>
            <a:ln w="19050" cap="flat" cmpd="sng">
              <a:solidFill>
                <a:srgbClr val="4E3A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98" name="Freeform 56"/>
            <p:cNvSpPr/>
            <p:nvPr/>
          </p:nvSpPr>
          <p:spPr>
            <a:xfrm>
              <a:off x="2960" y="1554"/>
              <a:ext cx="336" cy="288"/>
            </a:xfrm>
            <a:custGeom>
              <a:avLst/>
              <a:gdLst/>
              <a:ahLst/>
              <a:cxnLst>
                <a:cxn ang="0">
                  <a:pos x="336" y="0"/>
                </a:cxn>
                <a:cxn ang="0">
                  <a:pos x="0" y="288"/>
                </a:cxn>
              </a:cxnLst>
              <a:pathLst>
                <a:path w="336" h="288">
                  <a:moveTo>
                    <a:pt x="336" y="0"/>
                  </a:moveTo>
                  <a:cubicBezTo>
                    <a:pt x="196" y="116"/>
                    <a:pt x="56" y="232"/>
                    <a:pt x="0" y="288"/>
                  </a:cubicBezTo>
                </a:path>
              </a:pathLst>
            </a:custGeom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99" name="Line 57"/>
            <p:cNvSpPr/>
            <p:nvPr/>
          </p:nvSpPr>
          <p:spPr>
            <a:xfrm flipH="1">
              <a:off x="3056" y="1650"/>
              <a:ext cx="432" cy="336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49200" name="Line 58"/>
            <p:cNvSpPr/>
            <p:nvPr/>
          </p:nvSpPr>
          <p:spPr>
            <a:xfrm flipH="1">
              <a:off x="3248" y="1794"/>
              <a:ext cx="432" cy="288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49201" name="Line 59"/>
            <p:cNvSpPr/>
            <p:nvPr/>
          </p:nvSpPr>
          <p:spPr>
            <a:xfrm flipH="1">
              <a:off x="3296" y="1986"/>
              <a:ext cx="480" cy="240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49202" name="Line 60"/>
            <p:cNvSpPr/>
            <p:nvPr/>
          </p:nvSpPr>
          <p:spPr>
            <a:xfrm flipH="1">
              <a:off x="3392" y="2130"/>
              <a:ext cx="432" cy="192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49203" name="Arc 61"/>
            <p:cNvSpPr/>
            <p:nvPr/>
          </p:nvSpPr>
          <p:spPr>
            <a:xfrm>
              <a:off x="4160" y="2016"/>
              <a:ext cx="1155" cy="4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0" y="0"/>
                </a:cxn>
              </a:cxnLst>
              <a:pathLst>
                <a:path w="20792" h="21600" fill="none">
                  <a:moveTo>
                    <a:pt x="-1" y="0"/>
                  </a:moveTo>
                  <a:cubicBezTo>
                    <a:pt x="9674" y="0"/>
                    <a:pt x="18169" y="6433"/>
                    <a:pt x="20791" y="15746"/>
                  </a:cubicBezTo>
                </a:path>
                <a:path w="20792" h="21600" stroke="0">
                  <a:moveTo>
                    <a:pt x="-1" y="0"/>
                  </a:moveTo>
                  <a:cubicBezTo>
                    <a:pt x="9674" y="0"/>
                    <a:pt x="18169" y="6433"/>
                    <a:pt x="20791" y="15746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sm" len="lg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04" name="Arc 62"/>
            <p:cNvSpPr/>
            <p:nvPr/>
          </p:nvSpPr>
          <p:spPr>
            <a:xfrm rot="304380" flipH="1">
              <a:off x="4109" y="1788"/>
              <a:ext cx="1195" cy="24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0" y="0"/>
                </a:cxn>
              </a:cxnLst>
              <a:pathLst>
                <a:path w="18089" h="21600" fill="none">
                  <a:moveTo>
                    <a:pt x="-1" y="0"/>
                  </a:moveTo>
                  <a:cubicBezTo>
                    <a:pt x="7297" y="0"/>
                    <a:pt x="14100" y="3684"/>
                    <a:pt x="18088" y="9795"/>
                  </a:cubicBezTo>
                </a:path>
                <a:path w="18089" h="21600" stroke="0">
                  <a:moveTo>
                    <a:pt x="-1" y="0"/>
                  </a:moveTo>
                  <a:cubicBezTo>
                    <a:pt x="7297" y="0"/>
                    <a:pt x="14100" y="3684"/>
                    <a:pt x="18088" y="979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triangle" w="sm" len="lg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05" name="Arc 63"/>
            <p:cNvSpPr/>
            <p:nvPr/>
          </p:nvSpPr>
          <p:spPr>
            <a:xfrm flipH="1">
              <a:off x="4108" y="1458"/>
              <a:ext cx="1207" cy="3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0" y="0"/>
                </a:cxn>
              </a:cxnLst>
              <a:pathLst>
                <a:path w="17843" h="21600" fill="none">
                  <a:moveTo>
                    <a:pt x="-1" y="0"/>
                  </a:moveTo>
                  <a:cubicBezTo>
                    <a:pt x="7139" y="0"/>
                    <a:pt x="13818" y="3528"/>
                    <a:pt x="17842" y="9426"/>
                  </a:cubicBezTo>
                </a:path>
                <a:path w="17843" h="21600" stroke="0">
                  <a:moveTo>
                    <a:pt x="-1" y="0"/>
                  </a:moveTo>
                  <a:cubicBezTo>
                    <a:pt x="7139" y="0"/>
                    <a:pt x="13818" y="3528"/>
                    <a:pt x="17842" y="9426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triangle" w="sm" len="lg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06" name="Arc 64"/>
            <p:cNvSpPr/>
            <p:nvPr/>
          </p:nvSpPr>
          <p:spPr>
            <a:xfrm rot="-818578" flipH="1">
              <a:off x="3824" y="1122"/>
              <a:ext cx="1360" cy="1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0" y="0"/>
                </a:cxn>
              </a:cxnLst>
              <a:pathLst>
                <a:path w="21111" h="21600" fill="none">
                  <a:moveTo>
                    <a:pt x="-1" y="0"/>
                  </a:moveTo>
                  <a:cubicBezTo>
                    <a:pt x="10169" y="0"/>
                    <a:pt x="18960" y="7092"/>
                    <a:pt x="21111" y="17031"/>
                  </a:cubicBezTo>
                </a:path>
                <a:path w="21111" h="21600" stroke="0">
                  <a:moveTo>
                    <a:pt x="-1" y="0"/>
                  </a:moveTo>
                  <a:cubicBezTo>
                    <a:pt x="10169" y="0"/>
                    <a:pt x="18960" y="7092"/>
                    <a:pt x="21111" y="17031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triangle" w="sm" len="lg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07" name="Line 78"/>
            <p:cNvSpPr/>
            <p:nvPr/>
          </p:nvSpPr>
          <p:spPr>
            <a:xfrm flipV="1">
              <a:off x="3632" y="642"/>
              <a:ext cx="768" cy="672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</p:sp>
      </p:grpSp>
      <p:grpSp>
        <p:nvGrpSpPr>
          <p:cNvPr id="3" name="Group 65"/>
          <p:cNvGrpSpPr/>
          <p:nvPr/>
        </p:nvGrpSpPr>
        <p:grpSpPr>
          <a:xfrm>
            <a:off x="5003800" y="1628775"/>
            <a:ext cx="2822575" cy="2028825"/>
            <a:chOff x="3360" y="864"/>
            <a:chExt cx="1778" cy="1278"/>
          </a:xfrm>
        </p:grpSpPr>
        <p:sp>
          <p:nvSpPr>
            <p:cNvPr id="49185" name="Freeform 66"/>
            <p:cNvSpPr/>
            <p:nvPr/>
          </p:nvSpPr>
          <p:spPr>
            <a:xfrm rot="1243955">
              <a:off x="3360" y="864"/>
              <a:ext cx="1778" cy="1278"/>
            </a:xfrm>
            <a:custGeom>
              <a:avLst/>
              <a:gdLst/>
              <a:ahLst/>
              <a:cxnLst>
                <a:cxn ang="0">
                  <a:pos x="800" y="11"/>
                </a:cxn>
                <a:cxn ang="0">
                  <a:pos x="856" y="22"/>
                </a:cxn>
                <a:cxn ang="0">
                  <a:pos x="922" y="44"/>
                </a:cxn>
                <a:cxn ang="0">
                  <a:pos x="1022" y="89"/>
                </a:cxn>
                <a:cxn ang="0">
                  <a:pos x="1056" y="100"/>
                </a:cxn>
                <a:cxn ang="0">
                  <a:pos x="1089" y="122"/>
                </a:cxn>
                <a:cxn ang="0">
                  <a:pos x="1122" y="133"/>
                </a:cxn>
                <a:cxn ang="0">
                  <a:pos x="1178" y="167"/>
                </a:cxn>
                <a:cxn ang="0">
                  <a:pos x="1211" y="200"/>
                </a:cxn>
                <a:cxn ang="0">
                  <a:pos x="1256" y="222"/>
                </a:cxn>
                <a:cxn ang="0">
                  <a:pos x="1278" y="255"/>
                </a:cxn>
                <a:cxn ang="0">
                  <a:pos x="1345" y="289"/>
                </a:cxn>
                <a:cxn ang="0">
                  <a:pos x="1423" y="333"/>
                </a:cxn>
                <a:cxn ang="0">
                  <a:pos x="1511" y="433"/>
                </a:cxn>
                <a:cxn ang="0">
                  <a:pos x="1534" y="467"/>
                </a:cxn>
                <a:cxn ang="0">
                  <a:pos x="1600" y="511"/>
                </a:cxn>
                <a:cxn ang="0">
                  <a:pos x="1667" y="611"/>
                </a:cxn>
                <a:cxn ang="0">
                  <a:pos x="1700" y="644"/>
                </a:cxn>
                <a:cxn ang="0">
                  <a:pos x="1756" y="733"/>
                </a:cxn>
                <a:cxn ang="0">
                  <a:pos x="1778" y="789"/>
                </a:cxn>
                <a:cxn ang="0">
                  <a:pos x="1567" y="855"/>
                </a:cxn>
                <a:cxn ang="0">
                  <a:pos x="1434" y="900"/>
                </a:cxn>
                <a:cxn ang="0">
                  <a:pos x="1367" y="922"/>
                </a:cxn>
                <a:cxn ang="0">
                  <a:pos x="1289" y="978"/>
                </a:cxn>
                <a:cxn ang="0">
                  <a:pos x="1256" y="1000"/>
                </a:cxn>
                <a:cxn ang="0">
                  <a:pos x="1122" y="1089"/>
                </a:cxn>
                <a:cxn ang="0">
                  <a:pos x="1022" y="1144"/>
                </a:cxn>
                <a:cxn ang="0">
                  <a:pos x="956" y="1278"/>
                </a:cxn>
                <a:cxn ang="0">
                  <a:pos x="878" y="1178"/>
                </a:cxn>
                <a:cxn ang="0">
                  <a:pos x="800" y="1055"/>
                </a:cxn>
                <a:cxn ang="0">
                  <a:pos x="711" y="989"/>
                </a:cxn>
                <a:cxn ang="0">
                  <a:pos x="545" y="855"/>
                </a:cxn>
                <a:cxn ang="0">
                  <a:pos x="322" y="800"/>
                </a:cxn>
                <a:cxn ang="0">
                  <a:pos x="167" y="811"/>
                </a:cxn>
                <a:cxn ang="0">
                  <a:pos x="0" y="867"/>
                </a:cxn>
                <a:cxn ang="0">
                  <a:pos x="11" y="678"/>
                </a:cxn>
                <a:cxn ang="0">
                  <a:pos x="133" y="489"/>
                </a:cxn>
                <a:cxn ang="0">
                  <a:pos x="211" y="344"/>
                </a:cxn>
                <a:cxn ang="0">
                  <a:pos x="256" y="311"/>
                </a:cxn>
                <a:cxn ang="0">
                  <a:pos x="333" y="200"/>
                </a:cxn>
                <a:cxn ang="0">
                  <a:pos x="478" y="122"/>
                </a:cxn>
                <a:cxn ang="0">
                  <a:pos x="689" y="0"/>
                </a:cxn>
                <a:cxn ang="0">
                  <a:pos x="800" y="11"/>
                </a:cxn>
              </a:cxnLst>
              <a:pathLst>
                <a:path w="1778" h="1278">
                  <a:moveTo>
                    <a:pt x="800" y="11"/>
                  </a:moveTo>
                  <a:cubicBezTo>
                    <a:pt x="819" y="15"/>
                    <a:pt x="838" y="17"/>
                    <a:pt x="856" y="22"/>
                  </a:cubicBezTo>
                  <a:cubicBezTo>
                    <a:pt x="878" y="28"/>
                    <a:pt x="922" y="44"/>
                    <a:pt x="922" y="44"/>
                  </a:cubicBezTo>
                  <a:cubicBezTo>
                    <a:pt x="975" y="80"/>
                    <a:pt x="944" y="63"/>
                    <a:pt x="1022" y="89"/>
                  </a:cubicBezTo>
                  <a:cubicBezTo>
                    <a:pt x="1033" y="93"/>
                    <a:pt x="1056" y="100"/>
                    <a:pt x="1056" y="100"/>
                  </a:cubicBezTo>
                  <a:cubicBezTo>
                    <a:pt x="1067" y="107"/>
                    <a:pt x="1077" y="116"/>
                    <a:pt x="1089" y="122"/>
                  </a:cubicBezTo>
                  <a:cubicBezTo>
                    <a:pt x="1099" y="127"/>
                    <a:pt x="1112" y="127"/>
                    <a:pt x="1122" y="133"/>
                  </a:cubicBezTo>
                  <a:cubicBezTo>
                    <a:pt x="1205" y="182"/>
                    <a:pt x="1079" y="131"/>
                    <a:pt x="1178" y="167"/>
                  </a:cubicBezTo>
                  <a:cubicBezTo>
                    <a:pt x="1189" y="178"/>
                    <a:pt x="1198" y="191"/>
                    <a:pt x="1211" y="200"/>
                  </a:cubicBezTo>
                  <a:cubicBezTo>
                    <a:pt x="1225" y="210"/>
                    <a:pt x="1243" y="211"/>
                    <a:pt x="1256" y="222"/>
                  </a:cubicBezTo>
                  <a:cubicBezTo>
                    <a:pt x="1266" y="230"/>
                    <a:pt x="1269" y="246"/>
                    <a:pt x="1278" y="255"/>
                  </a:cubicBezTo>
                  <a:cubicBezTo>
                    <a:pt x="1301" y="278"/>
                    <a:pt x="1316" y="280"/>
                    <a:pt x="1345" y="289"/>
                  </a:cubicBezTo>
                  <a:cubicBezTo>
                    <a:pt x="1370" y="306"/>
                    <a:pt x="1402" y="312"/>
                    <a:pt x="1423" y="333"/>
                  </a:cubicBezTo>
                  <a:cubicBezTo>
                    <a:pt x="1564" y="474"/>
                    <a:pt x="1419" y="372"/>
                    <a:pt x="1511" y="433"/>
                  </a:cubicBezTo>
                  <a:cubicBezTo>
                    <a:pt x="1519" y="444"/>
                    <a:pt x="1524" y="458"/>
                    <a:pt x="1534" y="467"/>
                  </a:cubicBezTo>
                  <a:cubicBezTo>
                    <a:pt x="1554" y="484"/>
                    <a:pt x="1600" y="511"/>
                    <a:pt x="1600" y="511"/>
                  </a:cubicBezTo>
                  <a:cubicBezTo>
                    <a:pt x="1652" y="589"/>
                    <a:pt x="1630" y="556"/>
                    <a:pt x="1667" y="611"/>
                  </a:cubicBezTo>
                  <a:cubicBezTo>
                    <a:pt x="1676" y="624"/>
                    <a:pt x="1691" y="631"/>
                    <a:pt x="1700" y="644"/>
                  </a:cubicBezTo>
                  <a:cubicBezTo>
                    <a:pt x="1721" y="672"/>
                    <a:pt x="1756" y="733"/>
                    <a:pt x="1756" y="733"/>
                  </a:cubicBezTo>
                  <a:cubicBezTo>
                    <a:pt x="1770" y="775"/>
                    <a:pt x="1762" y="756"/>
                    <a:pt x="1778" y="789"/>
                  </a:cubicBezTo>
                  <a:cubicBezTo>
                    <a:pt x="1708" y="812"/>
                    <a:pt x="1639" y="837"/>
                    <a:pt x="1567" y="855"/>
                  </a:cubicBezTo>
                  <a:cubicBezTo>
                    <a:pt x="1530" y="893"/>
                    <a:pt x="1483" y="885"/>
                    <a:pt x="1434" y="900"/>
                  </a:cubicBezTo>
                  <a:cubicBezTo>
                    <a:pt x="1411" y="907"/>
                    <a:pt x="1367" y="922"/>
                    <a:pt x="1367" y="922"/>
                  </a:cubicBezTo>
                  <a:cubicBezTo>
                    <a:pt x="1341" y="941"/>
                    <a:pt x="1315" y="960"/>
                    <a:pt x="1289" y="978"/>
                  </a:cubicBezTo>
                  <a:cubicBezTo>
                    <a:pt x="1278" y="986"/>
                    <a:pt x="1256" y="1000"/>
                    <a:pt x="1256" y="1000"/>
                  </a:cubicBezTo>
                  <a:cubicBezTo>
                    <a:pt x="1220" y="1054"/>
                    <a:pt x="1184" y="1069"/>
                    <a:pt x="1122" y="1089"/>
                  </a:cubicBezTo>
                  <a:cubicBezTo>
                    <a:pt x="1089" y="1111"/>
                    <a:pt x="1056" y="1122"/>
                    <a:pt x="1022" y="1144"/>
                  </a:cubicBezTo>
                  <a:cubicBezTo>
                    <a:pt x="1000" y="1189"/>
                    <a:pt x="978" y="1233"/>
                    <a:pt x="956" y="1278"/>
                  </a:cubicBezTo>
                  <a:cubicBezTo>
                    <a:pt x="939" y="1207"/>
                    <a:pt x="921" y="1230"/>
                    <a:pt x="878" y="1178"/>
                  </a:cubicBezTo>
                  <a:cubicBezTo>
                    <a:pt x="846" y="1140"/>
                    <a:pt x="838" y="1089"/>
                    <a:pt x="800" y="1055"/>
                  </a:cubicBezTo>
                  <a:cubicBezTo>
                    <a:pt x="773" y="1030"/>
                    <a:pt x="737" y="1015"/>
                    <a:pt x="711" y="989"/>
                  </a:cubicBezTo>
                  <a:cubicBezTo>
                    <a:pt x="663" y="940"/>
                    <a:pt x="612" y="880"/>
                    <a:pt x="545" y="855"/>
                  </a:cubicBezTo>
                  <a:cubicBezTo>
                    <a:pt x="476" y="830"/>
                    <a:pt x="395" y="812"/>
                    <a:pt x="322" y="800"/>
                  </a:cubicBezTo>
                  <a:cubicBezTo>
                    <a:pt x="270" y="804"/>
                    <a:pt x="218" y="803"/>
                    <a:pt x="167" y="811"/>
                  </a:cubicBezTo>
                  <a:cubicBezTo>
                    <a:pt x="107" y="820"/>
                    <a:pt x="61" y="867"/>
                    <a:pt x="0" y="867"/>
                  </a:cubicBezTo>
                  <a:cubicBezTo>
                    <a:pt x="4" y="804"/>
                    <a:pt x="3" y="741"/>
                    <a:pt x="11" y="678"/>
                  </a:cubicBezTo>
                  <a:cubicBezTo>
                    <a:pt x="22" y="594"/>
                    <a:pt x="94" y="557"/>
                    <a:pt x="133" y="489"/>
                  </a:cubicBezTo>
                  <a:cubicBezTo>
                    <a:pt x="157" y="447"/>
                    <a:pt x="171" y="374"/>
                    <a:pt x="211" y="344"/>
                  </a:cubicBezTo>
                  <a:cubicBezTo>
                    <a:pt x="226" y="333"/>
                    <a:pt x="243" y="324"/>
                    <a:pt x="256" y="311"/>
                  </a:cubicBezTo>
                  <a:cubicBezTo>
                    <a:pt x="288" y="279"/>
                    <a:pt x="296" y="225"/>
                    <a:pt x="333" y="200"/>
                  </a:cubicBezTo>
                  <a:cubicBezTo>
                    <a:pt x="384" y="166"/>
                    <a:pt x="421" y="141"/>
                    <a:pt x="478" y="122"/>
                  </a:cubicBezTo>
                  <a:cubicBezTo>
                    <a:pt x="535" y="66"/>
                    <a:pt x="604" y="0"/>
                    <a:pt x="689" y="0"/>
                  </a:cubicBezTo>
                  <a:cubicBezTo>
                    <a:pt x="726" y="0"/>
                    <a:pt x="763" y="7"/>
                    <a:pt x="800" y="1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49186" name="Group 67"/>
            <p:cNvGrpSpPr/>
            <p:nvPr/>
          </p:nvGrpSpPr>
          <p:grpSpPr>
            <a:xfrm>
              <a:off x="3504" y="864"/>
              <a:ext cx="1488" cy="1152"/>
              <a:chOff x="2640" y="1728"/>
              <a:chExt cx="1488" cy="1152"/>
            </a:xfrm>
          </p:grpSpPr>
          <p:sp>
            <p:nvSpPr>
              <p:cNvPr id="49187" name="Freeform 68"/>
              <p:cNvSpPr/>
              <p:nvPr/>
            </p:nvSpPr>
            <p:spPr>
              <a:xfrm>
                <a:off x="3264" y="1728"/>
                <a:ext cx="720" cy="110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8" y="240"/>
                  </a:cxn>
                  <a:cxn ang="0">
                    <a:pos x="432" y="432"/>
                  </a:cxn>
                  <a:cxn ang="0">
                    <a:pos x="624" y="720"/>
                  </a:cxn>
                  <a:cxn ang="0">
                    <a:pos x="720" y="1104"/>
                  </a:cxn>
                </a:cxnLst>
                <a:pathLst>
                  <a:path w="720" h="1104">
                    <a:moveTo>
                      <a:pt x="0" y="0"/>
                    </a:moveTo>
                    <a:cubicBezTo>
                      <a:pt x="108" y="84"/>
                      <a:pt x="216" y="168"/>
                      <a:pt x="288" y="240"/>
                    </a:cubicBezTo>
                    <a:cubicBezTo>
                      <a:pt x="360" y="312"/>
                      <a:pt x="376" y="352"/>
                      <a:pt x="432" y="432"/>
                    </a:cubicBezTo>
                    <a:cubicBezTo>
                      <a:pt x="488" y="512"/>
                      <a:pt x="576" y="608"/>
                      <a:pt x="624" y="720"/>
                    </a:cubicBezTo>
                    <a:cubicBezTo>
                      <a:pt x="672" y="832"/>
                      <a:pt x="704" y="1040"/>
                      <a:pt x="720" y="1104"/>
                    </a:cubicBezTo>
                  </a:path>
                </a:pathLst>
              </a:custGeom>
              <a:noFill/>
              <a:ln w="12700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9188" name="Freeform 69"/>
              <p:cNvSpPr/>
              <p:nvPr/>
            </p:nvSpPr>
            <p:spPr>
              <a:xfrm>
                <a:off x="3024" y="1776"/>
                <a:ext cx="720" cy="10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8" y="200"/>
                  </a:cxn>
                  <a:cxn ang="0">
                    <a:pos x="432" y="360"/>
                  </a:cxn>
                  <a:cxn ang="0">
                    <a:pos x="624" y="600"/>
                  </a:cxn>
                  <a:cxn ang="0">
                    <a:pos x="720" y="920"/>
                  </a:cxn>
                </a:cxnLst>
                <a:pathLst>
                  <a:path w="720" h="1104">
                    <a:moveTo>
                      <a:pt x="0" y="0"/>
                    </a:moveTo>
                    <a:cubicBezTo>
                      <a:pt x="108" y="84"/>
                      <a:pt x="216" y="168"/>
                      <a:pt x="288" y="240"/>
                    </a:cubicBezTo>
                    <a:cubicBezTo>
                      <a:pt x="360" y="312"/>
                      <a:pt x="376" y="352"/>
                      <a:pt x="432" y="432"/>
                    </a:cubicBezTo>
                    <a:cubicBezTo>
                      <a:pt x="488" y="512"/>
                      <a:pt x="576" y="608"/>
                      <a:pt x="624" y="720"/>
                    </a:cubicBezTo>
                    <a:cubicBezTo>
                      <a:pt x="672" y="832"/>
                      <a:pt x="704" y="1040"/>
                      <a:pt x="720" y="1104"/>
                    </a:cubicBezTo>
                  </a:path>
                </a:pathLst>
              </a:custGeom>
              <a:noFill/>
              <a:ln w="12700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9189" name="Freeform 70"/>
              <p:cNvSpPr/>
              <p:nvPr/>
            </p:nvSpPr>
            <p:spPr>
              <a:xfrm>
                <a:off x="2832" y="1872"/>
                <a:ext cx="720" cy="96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8" y="182"/>
                  </a:cxn>
                  <a:cxn ang="0">
                    <a:pos x="432" y="327"/>
                  </a:cxn>
                  <a:cxn ang="0">
                    <a:pos x="624" y="544"/>
                  </a:cxn>
                  <a:cxn ang="0">
                    <a:pos x="720" y="835"/>
                  </a:cxn>
                </a:cxnLst>
                <a:pathLst>
                  <a:path w="720" h="1104">
                    <a:moveTo>
                      <a:pt x="0" y="0"/>
                    </a:moveTo>
                    <a:cubicBezTo>
                      <a:pt x="108" y="84"/>
                      <a:pt x="216" y="168"/>
                      <a:pt x="288" y="240"/>
                    </a:cubicBezTo>
                    <a:cubicBezTo>
                      <a:pt x="360" y="312"/>
                      <a:pt x="376" y="352"/>
                      <a:pt x="432" y="432"/>
                    </a:cubicBezTo>
                    <a:cubicBezTo>
                      <a:pt x="488" y="512"/>
                      <a:pt x="576" y="608"/>
                      <a:pt x="624" y="720"/>
                    </a:cubicBezTo>
                    <a:cubicBezTo>
                      <a:pt x="672" y="832"/>
                      <a:pt x="704" y="1040"/>
                      <a:pt x="720" y="1104"/>
                    </a:cubicBezTo>
                  </a:path>
                </a:pathLst>
              </a:custGeom>
              <a:noFill/>
              <a:ln w="12700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9190" name="Freeform 71"/>
              <p:cNvSpPr/>
              <p:nvPr/>
            </p:nvSpPr>
            <p:spPr>
              <a:xfrm>
                <a:off x="2640" y="2016"/>
                <a:ext cx="768" cy="86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27" y="147"/>
                  </a:cxn>
                  <a:cxn ang="0">
                    <a:pos x="492" y="265"/>
                  </a:cxn>
                  <a:cxn ang="0">
                    <a:pos x="710" y="441"/>
                  </a:cxn>
                  <a:cxn ang="0">
                    <a:pos x="819" y="676"/>
                  </a:cxn>
                </a:cxnLst>
                <a:pathLst>
                  <a:path w="720" h="1104">
                    <a:moveTo>
                      <a:pt x="0" y="0"/>
                    </a:moveTo>
                    <a:cubicBezTo>
                      <a:pt x="108" y="84"/>
                      <a:pt x="216" y="168"/>
                      <a:pt x="288" y="240"/>
                    </a:cubicBezTo>
                    <a:cubicBezTo>
                      <a:pt x="360" y="312"/>
                      <a:pt x="376" y="352"/>
                      <a:pt x="432" y="432"/>
                    </a:cubicBezTo>
                    <a:cubicBezTo>
                      <a:pt x="488" y="512"/>
                      <a:pt x="576" y="608"/>
                      <a:pt x="624" y="720"/>
                    </a:cubicBezTo>
                    <a:cubicBezTo>
                      <a:pt x="672" y="832"/>
                      <a:pt x="704" y="1040"/>
                      <a:pt x="720" y="1104"/>
                    </a:cubicBezTo>
                  </a:path>
                </a:pathLst>
              </a:custGeom>
              <a:noFill/>
              <a:ln w="12700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9191" name="Freeform 72"/>
              <p:cNvSpPr/>
              <p:nvPr/>
            </p:nvSpPr>
            <p:spPr>
              <a:xfrm>
                <a:off x="2640" y="1824"/>
                <a:ext cx="960" cy="432"/>
              </a:xfrm>
              <a:custGeom>
                <a:avLst/>
                <a:gdLst/>
                <a:ahLst/>
                <a:cxnLst>
                  <a:cxn ang="0">
                    <a:pos x="0" y="432"/>
                  </a:cxn>
                  <a:cxn ang="0">
                    <a:pos x="240" y="240"/>
                  </a:cxn>
                  <a:cxn ang="0">
                    <a:pos x="528" y="96"/>
                  </a:cxn>
                  <a:cxn ang="0">
                    <a:pos x="960" y="0"/>
                  </a:cxn>
                </a:cxnLst>
                <a:pathLst>
                  <a:path w="960" h="432">
                    <a:moveTo>
                      <a:pt x="0" y="432"/>
                    </a:moveTo>
                    <a:cubicBezTo>
                      <a:pt x="76" y="364"/>
                      <a:pt x="152" y="296"/>
                      <a:pt x="240" y="240"/>
                    </a:cubicBezTo>
                    <a:cubicBezTo>
                      <a:pt x="328" y="184"/>
                      <a:pt x="408" y="136"/>
                      <a:pt x="528" y="96"/>
                    </a:cubicBezTo>
                    <a:cubicBezTo>
                      <a:pt x="648" y="56"/>
                      <a:pt x="888" y="16"/>
                      <a:pt x="960" y="0"/>
                    </a:cubicBezTo>
                  </a:path>
                </a:pathLst>
              </a:custGeom>
              <a:noFill/>
              <a:ln w="12700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9192" name="Freeform 73"/>
              <p:cNvSpPr/>
              <p:nvPr/>
            </p:nvSpPr>
            <p:spPr>
              <a:xfrm>
                <a:off x="2832" y="1968"/>
                <a:ext cx="960" cy="384"/>
              </a:xfrm>
              <a:custGeom>
                <a:avLst/>
                <a:gdLst/>
                <a:ahLst/>
                <a:cxnLst>
                  <a:cxn ang="0">
                    <a:pos x="0" y="341"/>
                  </a:cxn>
                  <a:cxn ang="0">
                    <a:pos x="240" y="189"/>
                  </a:cxn>
                  <a:cxn ang="0">
                    <a:pos x="528" y="76"/>
                  </a:cxn>
                  <a:cxn ang="0">
                    <a:pos x="960" y="0"/>
                  </a:cxn>
                </a:cxnLst>
                <a:pathLst>
                  <a:path w="960" h="432">
                    <a:moveTo>
                      <a:pt x="0" y="432"/>
                    </a:moveTo>
                    <a:cubicBezTo>
                      <a:pt x="76" y="364"/>
                      <a:pt x="152" y="296"/>
                      <a:pt x="240" y="240"/>
                    </a:cubicBezTo>
                    <a:cubicBezTo>
                      <a:pt x="328" y="184"/>
                      <a:pt x="408" y="136"/>
                      <a:pt x="528" y="96"/>
                    </a:cubicBezTo>
                    <a:cubicBezTo>
                      <a:pt x="648" y="56"/>
                      <a:pt x="888" y="16"/>
                      <a:pt x="960" y="0"/>
                    </a:cubicBezTo>
                  </a:path>
                </a:pathLst>
              </a:custGeom>
              <a:noFill/>
              <a:ln w="12700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9193" name="Freeform 74"/>
              <p:cNvSpPr/>
              <p:nvPr/>
            </p:nvSpPr>
            <p:spPr>
              <a:xfrm>
                <a:off x="3024" y="2160"/>
                <a:ext cx="864" cy="336"/>
              </a:xfrm>
              <a:custGeom>
                <a:avLst/>
                <a:gdLst/>
                <a:ahLst/>
                <a:cxnLst>
                  <a:cxn ang="0">
                    <a:pos x="0" y="261"/>
                  </a:cxn>
                  <a:cxn ang="0">
                    <a:pos x="194" y="145"/>
                  </a:cxn>
                  <a:cxn ang="0">
                    <a:pos x="428" y="58"/>
                  </a:cxn>
                  <a:cxn ang="0">
                    <a:pos x="778" y="0"/>
                  </a:cxn>
                </a:cxnLst>
                <a:pathLst>
                  <a:path w="960" h="432">
                    <a:moveTo>
                      <a:pt x="0" y="432"/>
                    </a:moveTo>
                    <a:cubicBezTo>
                      <a:pt x="76" y="364"/>
                      <a:pt x="152" y="296"/>
                      <a:pt x="240" y="240"/>
                    </a:cubicBezTo>
                    <a:cubicBezTo>
                      <a:pt x="328" y="184"/>
                      <a:pt x="408" y="136"/>
                      <a:pt x="528" y="96"/>
                    </a:cubicBezTo>
                    <a:cubicBezTo>
                      <a:pt x="648" y="56"/>
                      <a:pt x="888" y="16"/>
                      <a:pt x="960" y="0"/>
                    </a:cubicBezTo>
                  </a:path>
                </a:pathLst>
              </a:custGeom>
              <a:noFill/>
              <a:ln w="12700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9194" name="Freeform 75"/>
              <p:cNvSpPr/>
              <p:nvPr/>
            </p:nvSpPr>
            <p:spPr>
              <a:xfrm>
                <a:off x="3120" y="2352"/>
                <a:ext cx="864" cy="336"/>
              </a:xfrm>
              <a:custGeom>
                <a:avLst/>
                <a:gdLst/>
                <a:ahLst/>
                <a:cxnLst>
                  <a:cxn ang="0">
                    <a:pos x="0" y="261"/>
                  </a:cxn>
                  <a:cxn ang="0">
                    <a:pos x="194" y="145"/>
                  </a:cxn>
                  <a:cxn ang="0">
                    <a:pos x="428" y="58"/>
                  </a:cxn>
                  <a:cxn ang="0">
                    <a:pos x="778" y="0"/>
                  </a:cxn>
                </a:cxnLst>
                <a:pathLst>
                  <a:path w="960" h="432">
                    <a:moveTo>
                      <a:pt x="0" y="432"/>
                    </a:moveTo>
                    <a:cubicBezTo>
                      <a:pt x="76" y="364"/>
                      <a:pt x="152" y="296"/>
                      <a:pt x="240" y="240"/>
                    </a:cubicBezTo>
                    <a:cubicBezTo>
                      <a:pt x="328" y="184"/>
                      <a:pt x="408" y="136"/>
                      <a:pt x="528" y="96"/>
                    </a:cubicBezTo>
                    <a:cubicBezTo>
                      <a:pt x="648" y="56"/>
                      <a:pt x="888" y="16"/>
                      <a:pt x="960" y="0"/>
                    </a:cubicBezTo>
                  </a:path>
                </a:pathLst>
              </a:custGeom>
              <a:noFill/>
              <a:ln w="12700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9195" name="Freeform 76"/>
              <p:cNvSpPr/>
              <p:nvPr/>
            </p:nvSpPr>
            <p:spPr>
              <a:xfrm>
                <a:off x="3168" y="2544"/>
                <a:ext cx="960" cy="336"/>
              </a:xfrm>
              <a:custGeom>
                <a:avLst/>
                <a:gdLst/>
                <a:ahLst/>
                <a:cxnLst>
                  <a:cxn ang="0">
                    <a:pos x="0" y="261"/>
                  </a:cxn>
                  <a:cxn ang="0">
                    <a:pos x="240" y="145"/>
                  </a:cxn>
                  <a:cxn ang="0">
                    <a:pos x="528" y="58"/>
                  </a:cxn>
                  <a:cxn ang="0">
                    <a:pos x="960" y="0"/>
                  </a:cxn>
                </a:cxnLst>
                <a:pathLst>
                  <a:path w="960" h="432">
                    <a:moveTo>
                      <a:pt x="0" y="432"/>
                    </a:moveTo>
                    <a:cubicBezTo>
                      <a:pt x="76" y="364"/>
                      <a:pt x="152" y="296"/>
                      <a:pt x="240" y="240"/>
                    </a:cubicBezTo>
                    <a:cubicBezTo>
                      <a:pt x="328" y="184"/>
                      <a:pt x="408" y="136"/>
                      <a:pt x="528" y="96"/>
                    </a:cubicBezTo>
                    <a:cubicBezTo>
                      <a:pt x="648" y="56"/>
                      <a:pt x="888" y="16"/>
                      <a:pt x="960" y="0"/>
                    </a:cubicBezTo>
                  </a:path>
                </a:pathLst>
              </a:custGeom>
              <a:noFill/>
              <a:ln w="12700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5" name="Group 92"/>
          <p:cNvGrpSpPr/>
          <p:nvPr/>
        </p:nvGrpSpPr>
        <p:grpSpPr>
          <a:xfrm>
            <a:off x="5838825" y="1168400"/>
            <a:ext cx="1481138" cy="1774825"/>
            <a:chOff x="1791" y="581"/>
            <a:chExt cx="933" cy="1118"/>
          </a:xfrm>
        </p:grpSpPr>
        <p:graphicFrame>
          <p:nvGraphicFramePr>
            <p:cNvPr id="49181" name="Object 9"/>
            <p:cNvGraphicFramePr>
              <a:graphicFrameLocks noChangeAspect="1"/>
            </p:cNvGraphicFramePr>
            <p:nvPr/>
          </p:nvGraphicFramePr>
          <p:xfrm>
            <a:off x="2507" y="581"/>
            <a:ext cx="217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1" name="" r:id="rId3" imgW="139700" imgH="177800" progId="Equation.3">
                    <p:embed/>
                  </p:oleObj>
                </mc:Choice>
                <mc:Fallback>
                  <p:oleObj name="" r:id="rId3" imgW="139700" imgH="177800" progId="Equation.3">
                    <p:embed/>
                    <p:pic>
                      <p:nvPicPr>
                        <p:cNvPr id="0" name="图片 332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507" y="581"/>
                          <a:ext cx="217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82" name="Freeform 81" descr="深色上对角线"/>
            <p:cNvSpPr/>
            <p:nvPr/>
          </p:nvSpPr>
          <p:spPr>
            <a:xfrm>
              <a:off x="2079" y="1388"/>
              <a:ext cx="326" cy="246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96" y="32"/>
                </a:cxn>
                <a:cxn ang="0">
                  <a:pos x="196" y="0"/>
                </a:cxn>
                <a:cxn ang="0">
                  <a:pos x="260" y="80"/>
                </a:cxn>
                <a:cxn ang="0">
                  <a:pos x="326" y="180"/>
                </a:cxn>
                <a:cxn ang="0">
                  <a:pos x="224" y="208"/>
                </a:cxn>
                <a:cxn ang="0">
                  <a:pos x="130" y="246"/>
                </a:cxn>
                <a:cxn ang="0">
                  <a:pos x="92" y="168"/>
                </a:cxn>
                <a:cxn ang="0">
                  <a:pos x="0" y="72"/>
                </a:cxn>
              </a:cxnLst>
              <a:pathLst>
                <a:path w="326" h="246">
                  <a:moveTo>
                    <a:pt x="0" y="72"/>
                  </a:moveTo>
                  <a:lnTo>
                    <a:pt x="96" y="32"/>
                  </a:lnTo>
                  <a:lnTo>
                    <a:pt x="196" y="0"/>
                  </a:lnTo>
                  <a:lnTo>
                    <a:pt x="260" y="80"/>
                  </a:lnTo>
                  <a:lnTo>
                    <a:pt x="326" y="180"/>
                  </a:lnTo>
                  <a:lnTo>
                    <a:pt x="224" y="208"/>
                  </a:lnTo>
                  <a:lnTo>
                    <a:pt x="130" y="246"/>
                  </a:lnTo>
                  <a:lnTo>
                    <a:pt x="92" y="168"/>
                  </a:lnTo>
                  <a:lnTo>
                    <a:pt x="0" y="72"/>
                  </a:lnTo>
                  <a:close/>
                </a:path>
              </a:pathLst>
            </a:custGeom>
            <a:blipFill rotWithShape="0">
              <a:blip r:embed="rId5"/>
            </a:blip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83" name="Line 82"/>
            <p:cNvSpPr/>
            <p:nvPr/>
          </p:nvSpPr>
          <p:spPr>
            <a:xfrm flipV="1">
              <a:off x="2175" y="788"/>
              <a:ext cx="384" cy="71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9184" name="Object 10"/>
            <p:cNvGraphicFramePr>
              <a:graphicFrameLocks noChangeAspect="1"/>
            </p:cNvGraphicFramePr>
            <p:nvPr/>
          </p:nvGraphicFramePr>
          <p:xfrm>
            <a:off x="1791" y="1442"/>
            <a:ext cx="33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6" name="" r:id="rId6" imgW="215900" imgH="177800" progId="Equation.3">
                    <p:embed/>
                  </p:oleObj>
                </mc:Choice>
                <mc:Fallback>
                  <p:oleObj name="" r:id="rId6" imgW="215900" imgH="177800" progId="Equation.3">
                    <p:embed/>
                    <p:pic>
                      <p:nvPicPr>
                        <p:cNvPr id="0" name="图片 3315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791" y="1442"/>
                          <a:ext cx="336" cy="2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91"/>
          <p:cNvGrpSpPr/>
          <p:nvPr/>
        </p:nvGrpSpPr>
        <p:grpSpPr>
          <a:xfrm>
            <a:off x="6443663" y="1728788"/>
            <a:ext cx="1776412" cy="914400"/>
            <a:chOff x="1338" y="2341"/>
            <a:chExt cx="1119" cy="576"/>
          </a:xfrm>
        </p:grpSpPr>
        <p:graphicFrame>
          <p:nvGraphicFramePr>
            <p:cNvPr id="49177" name="Object 7"/>
            <p:cNvGraphicFramePr>
              <a:graphicFrameLocks noChangeAspect="1"/>
            </p:cNvGraphicFramePr>
            <p:nvPr/>
          </p:nvGraphicFramePr>
          <p:xfrm>
            <a:off x="2200" y="2341"/>
            <a:ext cx="257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2" name="" r:id="rId8" imgW="165100" imgH="190500" progId="Equation.3">
                    <p:embed/>
                  </p:oleObj>
                </mc:Choice>
                <mc:Fallback>
                  <p:oleObj name="" r:id="rId8" imgW="165100" imgH="190500" progId="Equation.3">
                    <p:embed/>
                    <p:pic>
                      <p:nvPicPr>
                        <p:cNvPr id="0" name="图片 3321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200" y="2341"/>
                          <a:ext cx="257" cy="2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8" name="Object 8"/>
            <p:cNvGraphicFramePr>
              <a:graphicFrameLocks noChangeAspect="1"/>
            </p:cNvGraphicFramePr>
            <p:nvPr/>
          </p:nvGraphicFramePr>
          <p:xfrm>
            <a:off x="1565" y="2478"/>
            <a:ext cx="168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0" name="" r:id="rId10" imgW="127000" imgH="177165" progId="Equation.3">
                    <p:embed/>
                  </p:oleObj>
                </mc:Choice>
                <mc:Fallback>
                  <p:oleObj name="" r:id="rId10" imgW="127000" imgH="177165" progId="Equation.3">
                    <p:embed/>
                    <p:pic>
                      <p:nvPicPr>
                        <p:cNvPr id="0" name="图片 3319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565" y="2478"/>
                          <a:ext cx="168" cy="2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9" name="Arc 86"/>
            <p:cNvSpPr/>
            <p:nvPr/>
          </p:nvSpPr>
          <p:spPr>
            <a:xfrm>
              <a:off x="1473" y="2668"/>
              <a:ext cx="141" cy="1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582" h="21600" fill="none">
                  <a:moveTo>
                    <a:pt x="-1" y="0"/>
                  </a:moveTo>
                  <a:cubicBezTo>
                    <a:pt x="11586" y="0"/>
                    <a:pt x="21108" y="9141"/>
                    <a:pt x="21581" y="20718"/>
                  </a:cubicBezTo>
                </a:path>
                <a:path w="21582" h="21600" stroke="0">
                  <a:moveTo>
                    <a:pt x="-1" y="0"/>
                  </a:moveTo>
                  <a:cubicBezTo>
                    <a:pt x="11586" y="0"/>
                    <a:pt x="21108" y="9141"/>
                    <a:pt x="21581" y="2071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80" name="Line 88"/>
            <p:cNvSpPr/>
            <p:nvPr/>
          </p:nvSpPr>
          <p:spPr>
            <a:xfrm flipV="1">
              <a:off x="1338" y="2533"/>
              <a:ext cx="912" cy="38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stealth" w="med" len="lg"/>
            </a:ln>
          </p:spPr>
        </p:sp>
      </p:grpSp>
      <p:sp>
        <p:nvSpPr>
          <p:cNvPr id="102493" name="Text Box 93"/>
          <p:cNvSpPr txBox="1"/>
          <p:nvPr/>
        </p:nvSpPr>
        <p:spPr>
          <a:xfrm>
            <a:off x="304800" y="228600"/>
            <a:ext cx="59959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</a:rPr>
              <a:t>均匀场中通过平面</a:t>
            </a:r>
            <a:r>
              <a:rPr lang="en-US" altLang="zh-CN" sz="2800" i="1" dirty="0">
                <a:solidFill>
                  <a:srgbClr val="333333"/>
                </a:solidFill>
              </a:rPr>
              <a:t>S</a:t>
            </a:r>
            <a:r>
              <a:rPr lang="zh-CN" altLang="en-US" sz="2800" dirty="0">
                <a:solidFill>
                  <a:srgbClr val="333333"/>
                </a:solidFill>
              </a:rPr>
              <a:t>的电通量：</a:t>
            </a:r>
            <a:endParaRPr lang="en-US" altLang="zh-CN" sz="2800" dirty="0">
              <a:solidFill>
                <a:srgbClr val="333333"/>
              </a:solidFill>
            </a:endParaRPr>
          </a:p>
        </p:txBody>
      </p:sp>
      <p:sp>
        <p:nvSpPr>
          <p:cNvPr id="102494" name="Text Box 94"/>
          <p:cNvSpPr txBox="1"/>
          <p:nvPr/>
        </p:nvSpPr>
        <p:spPr>
          <a:xfrm>
            <a:off x="5148263" y="260350"/>
            <a:ext cx="2362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i="1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</a:t>
            </a:r>
            <a:r>
              <a:rPr lang="en-US" altLang="zh-CN" sz="2800" i="1" baseline="-25000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= ES</a:t>
            </a:r>
            <a:r>
              <a:rPr lang="en-US" altLang="zh-CN" sz="2800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cos</a:t>
            </a: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</a:t>
            </a:r>
            <a:endParaRPr lang="en-US" altLang="zh-CN" sz="2800" i="1" dirty="0">
              <a:solidFill>
                <a:srgbClr val="333333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7" name="Group 54"/>
          <p:cNvGrpSpPr/>
          <p:nvPr/>
        </p:nvGrpSpPr>
        <p:grpSpPr>
          <a:xfrm>
            <a:off x="250825" y="836613"/>
            <a:ext cx="3568700" cy="519112"/>
            <a:chOff x="250825" y="836613"/>
            <a:chExt cx="3568700" cy="519112"/>
          </a:xfrm>
        </p:grpSpPr>
        <p:sp>
          <p:nvSpPr>
            <p:cNvPr id="49175" name="Text Box 95"/>
            <p:cNvSpPr txBox="1"/>
            <p:nvPr/>
          </p:nvSpPr>
          <p:spPr>
            <a:xfrm>
              <a:off x="250825" y="836613"/>
              <a:ext cx="3568700" cy="5191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dirty="0">
                  <a:solidFill>
                    <a:srgbClr val="0000FF"/>
                  </a:solidFill>
                </a:rPr>
                <a:t>2）</a:t>
              </a:r>
              <a:r>
                <a:rPr lang="en-US" altLang="zh-CN" sz="2800" i="1" dirty="0">
                  <a:solidFill>
                    <a:srgbClr val="0000FF"/>
                  </a:solidFill>
                </a:rPr>
                <a:t>E</a:t>
              </a:r>
              <a:r>
                <a:rPr lang="zh-CN" altLang="zh-CN" sz="2800" dirty="0">
                  <a:solidFill>
                    <a:srgbClr val="0000FF"/>
                  </a:solidFill>
                </a:rPr>
                <a:t>为非均匀场</a:t>
              </a:r>
              <a:endParaRPr lang="zh-CN" altLang="en-US" sz="2800" dirty="0">
                <a:solidFill>
                  <a:srgbClr val="0000FF"/>
                </a:solidFill>
              </a:endParaRPr>
            </a:p>
          </p:txBody>
        </p:sp>
        <p:sp>
          <p:nvSpPr>
            <p:cNvPr id="49176" name="Line 96"/>
            <p:cNvSpPr/>
            <p:nvPr/>
          </p:nvSpPr>
          <p:spPr>
            <a:xfrm>
              <a:off x="944563" y="908050"/>
              <a:ext cx="228600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sm" len="med"/>
            </a:ln>
          </p:spPr>
        </p:sp>
      </p:grpSp>
      <p:sp>
        <p:nvSpPr>
          <p:cNvPr id="102498" name="Text Box 98"/>
          <p:cNvSpPr txBox="1"/>
          <p:nvPr/>
        </p:nvSpPr>
        <p:spPr>
          <a:xfrm>
            <a:off x="179388" y="1484313"/>
            <a:ext cx="6477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取面积元</a:t>
            </a:r>
            <a:r>
              <a:rPr lang="en-US" altLang="zh-CN" sz="2800" dirty="0">
                <a:solidFill>
                  <a:srgbClr val="333333"/>
                </a:solidFill>
                <a:ea typeface="楷体_GB2312" pitchFamily="49" charset="-122"/>
              </a:rPr>
              <a:t>d</a:t>
            </a: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</a:rPr>
              <a:t>S</a:t>
            </a:r>
            <a:r>
              <a:rPr lang="en-US" altLang="zh-CN" sz="2800" dirty="0">
                <a:solidFill>
                  <a:srgbClr val="333333"/>
                </a:solidFill>
                <a:ea typeface="楷体_GB2312" pitchFamily="49" charset="-122"/>
              </a:rPr>
              <a:t>，</a:t>
            </a: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其上的电通量：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graphicFrame>
        <p:nvGraphicFramePr>
          <p:cNvPr id="102499" name="Object 2"/>
          <p:cNvGraphicFramePr>
            <a:graphicFrameLocks noChangeAspect="1"/>
          </p:cNvGraphicFramePr>
          <p:nvPr/>
        </p:nvGraphicFramePr>
        <p:xfrm>
          <a:off x="468313" y="2060575"/>
          <a:ext cx="27178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7" name="" r:id="rId12" imgW="1116965" imgH="215900" progId="Equation.3">
                  <p:embed/>
                </p:oleObj>
              </mc:Choice>
              <mc:Fallback>
                <p:oleObj name="" r:id="rId12" imgW="1116965" imgH="215900" progId="Equation.3">
                  <p:embed/>
                  <p:pic>
                    <p:nvPicPr>
                      <p:cNvPr id="0" name="图片 331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68313" y="2060575"/>
                        <a:ext cx="2717800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0" name="Text Box 100"/>
          <p:cNvSpPr txBox="1"/>
          <p:nvPr/>
        </p:nvSpPr>
        <p:spPr>
          <a:xfrm>
            <a:off x="250825" y="2708275"/>
            <a:ext cx="33845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</a:rPr>
              <a:t>定义：</a:t>
            </a:r>
            <a:r>
              <a:rPr lang="zh-CN" altLang="en-US" sz="2800" dirty="0">
                <a:solidFill>
                  <a:srgbClr val="FF3300"/>
                </a:solidFill>
                <a:ea typeface="黑体" panose="02010609060101010101" pitchFamily="2" charset="-122"/>
              </a:rPr>
              <a:t>矢量面元</a:t>
            </a:r>
            <a:endParaRPr lang="zh-CN" altLang="en-US" sz="2800" dirty="0">
              <a:solidFill>
                <a:srgbClr val="FF3300"/>
              </a:solidFill>
              <a:ea typeface="黑体" panose="02010609060101010101" pitchFamily="2" charset="-122"/>
            </a:endParaRPr>
          </a:p>
        </p:txBody>
      </p:sp>
      <p:graphicFrame>
        <p:nvGraphicFramePr>
          <p:cNvPr id="102501" name="Object 3"/>
          <p:cNvGraphicFramePr>
            <a:graphicFrameLocks noChangeAspect="1"/>
          </p:cNvGraphicFramePr>
          <p:nvPr/>
        </p:nvGraphicFramePr>
        <p:xfrm>
          <a:off x="960438" y="3268663"/>
          <a:ext cx="1722437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" name="" r:id="rId14" imgW="723900" imgH="203200" progId="Equation.3">
                  <p:embed/>
                </p:oleObj>
              </mc:Choice>
              <mc:Fallback>
                <p:oleObj name="" r:id="rId14" imgW="723900" imgH="203200" progId="Equation.3">
                  <p:embed/>
                  <p:pic>
                    <p:nvPicPr>
                      <p:cNvPr id="0" name="图片 3317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60438" y="3268663"/>
                        <a:ext cx="1722437" cy="506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2" name="Text Box 102"/>
          <p:cNvSpPr txBox="1"/>
          <p:nvPr/>
        </p:nvSpPr>
        <p:spPr>
          <a:xfrm>
            <a:off x="323850" y="4424363"/>
            <a:ext cx="4059238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333333"/>
                </a:solidFill>
                <a:ea typeface="楷体_GB2312" pitchFamily="49" charset="-122"/>
              </a:rPr>
              <a:t>d</a:t>
            </a:r>
            <a:r>
              <a:rPr lang="en-US" altLang="zh-CN" i="1" dirty="0">
                <a:solidFill>
                  <a:srgbClr val="333333"/>
                </a:solidFill>
                <a:ea typeface="楷体_GB2312" pitchFamily="49" charset="-122"/>
              </a:rPr>
              <a:t>S</a:t>
            </a:r>
            <a:r>
              <a:rPr lang="zh-CN" altLang="en-US" sz="2800" dirty="0">
                <a:solidFill>
                  <a:srgbClr val="333333"/>
                </a:solidFill>
              </a:rPr>
              <a:t>上的</a:t>
            </a:r>
            <a:r>
              <a:rPr lang="zh-CN" altLang="en-US" sz="2800" dirty="0">
                <a:solidFill>
                  <a:srgbClr val="333333"/>
                </a:solidFill>
              </a:rPr>
              <a:t>电通量：</a:t>
            </a:r>
            <a:endParaRPr lang="zh-CN" altLang="en-US" sz="2800" dirty="0">
              <a:solidFill>
                <a:srgbClr val="333333"/>
              </a:solidFill>
            </a:endParaRPr>
          </a:p>
        </p:txBody>
      </p:sp>
      <p:graphicFrame>
        <p:nvGraphicFramePr>
          <p:cNvPr id="102503" name="Object 4"/>
          <p:cNvGraphicFramePr>
            <a:graphicFrameLocks noChangeAspect="1"/>
          </p:cNvGraphicFramePr>
          <p:nvPr/>
        </p:nvGraphicFramePr>
        <p:xfrm>
          <a:off x="2987675" y="4424363"/>
          <a:ext cx="21336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" name="" r:id="rId16" imgW="838200" imgH="228600" progId="Equation.3">
                  <p:embed/>
                </p:oleObj>
              </mc:Choice>
              <mc:Fallback>
                <p:oleObj name="" r:id="rId16" imgW="838200" imgH="228600" progId="Equation.3">
                  <p:embed/>
                  <p:pic>
                    <p:nvPicPr>
                      <p:cNvPr id="0" name="图片 331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987675" y="4424363"/>
                        <a:ext cx="2133600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4" name="Text Box 104"/>
          <p:cNvSpPr txBox="1"/>
          <p:nvPr/>
        </p:nvSpPr>
        <p:spPr>
          <a:xfrm>
            <a:off x="5408613" y="4433888"/>
            <a:ext cx="3276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3300"/>
                </a:solidFill>
                <a:ea typeface="黑体" panose="02010609060101010101" pitchFamily="2" charset="-122"/>
              </a:rPr>
              <a:t>标量</a:t>
            </a:r>
            <a:r>
              <a:rPr lang="zh-CN" altLang="en-US" sz="2800" dirty="0">
                <a:solidFill>
                  <a:srgbClr val="333333"/>
                </a:solidFill>
              </a:rPr>
              <a:t>，有正、负！</a:t>
            </a:r>
            <a:endParaRPr lang="zh-CN" altLang="en-US" sz="2800" dirty="0">
              <a:solidFill>
                <a:srgbClr val="333333"/>
              </a:solidFill>
            </a:endParaRPr>
          </a:p>
        </p:txBody>
      </p:sp>
      <p:sp>
        <p:nvSpPr>
          <p:cNvPr id="102505" name="Text Box 105"/>
          <p:cNvSpPr txBox="1"/>
          <p:nvPr/>
        </p:nvSpPr>
        <p:spPr>
          <a:xfrm>
            <a:off x="250825" y="3860800"/>
            <a:ext cx="7777163" cy="566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大小等于面元的面积，方向取其法线方向。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graphicFrame>
        <p:nvGraphicFramePr>
          <p:cNvPr id="102507" name="Object 5"/>
          <p:cNvGraphicFramePr>
            <a:graphicFrameLocks noChangeAspect="1"/>
          </p:cNvGraphicFramePr>
          <p:nvPr/>
        </p:nvGraphicFramePr>
        <p:xfrm>
          <a:off x="3541713" y="5073650"/>
          <a:ext cx="32639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8" imgW="1644015" imgH="386080" progId="Equation.3">
                  <p:embed/>
                </p:oleObj>
              </mc:Choice>
              <mc:Fallback>
                <p:oleObj name="" r:id="rId18" imgW="1644015" imgH="38608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  <a:clrChange>
                          <a:clrFrom>
                            <a:srgbClr val="FFFFFF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41713" y="5073650"/>
                        <a:ext cx="3263900" cy="719138"/>
                      </a:xfrm>
                      <a:prstGeom prst="rect">
                        <a:avLst/>
                      </a:prstGeom>
                      <a:noFill/>
                      <a:ln w="31750" cap="flat" cmpd="sng">
                        <a:solidFill>
                          <a:srgbClr val="FF66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8" name="Text Box 108"/>
          <p:cNvSpPr txBox="1"/>
          <p:nvPr/>
        </p:nvSpPr>
        <p:spPr>
          <a:xfrm>
            <a:off x="296863" y="5162550"/>
            <a:ext cx="32400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曲面</a:t>
            </a: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</a:rPr>
              <a:t>S</a:t>
            </a: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上的总通量：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102509" name="Text Box 109"/>
          <p:cNvSpPr txBox="1">
            <a:spLocks noChangeArrowheads="1"/>
          </p:cNvSpPr>
          <p:nvPr/>
        </p:nvSpPr>
        <p:spPr bwMode="auto">
          <a:xfrm>
            <a:off x="306388" y="5900738"/>
            <a:ext cx="35052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i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Symbol" panose="05050102010706020507" pitchFamily="18" charset="2"/>
              </a:rPr>
              <a:t></a:t>
            </a:r>
            <a:r>
              <a:rPr kumimoji="1" lang="en-US" altLang="zh-CN" i="1" kern="1200" cap="none" spc="0" normalizeH="0" baseline="-2500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zh-CN" altLang="en-US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的单位：</a:t>
            </a:r>
            <a:endParaRPr kumimoji="1" lang="zh-CN" altLang="en-US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2510" name="Object 6"/>
          <p:cNvGraphicFramePr/>
          <p:nvPr/>
        </p:nvGraphicFramePr>
        <p:xfrm>
          <a:off x="2411413" y="5959475"/>
          <a:ext cx="12557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20" imgW="1257300" imgH="431800" progId="Equation.3">
                  <p:embed/>
                </p:oleObj>
              </mc:Choice>
              <mc:Fallback>
                <p:oleObj name="" r:id="rId20" imgW="1257300" imgH="4318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411413" y="5959475"/>
                        <a:ext cx="1255712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0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10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0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102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10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0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102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2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2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0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10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6" dur="500"/>
                                        <p:tgtEl>
                                          <p:spTgt spid="10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1" dur="500"/>
                                        <p:tgtEl>
                                          <p:spTgt spid="102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10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3" grpId="0"/>
      <p:bldP spid="102494" grpId="0"/>
      <p:bldP spid="102498" grpId="0"/>
      <p:bldP spid="102500" grpId="0"/>
      <p:bldP spid="102502" grpId="0"/>
      <p:bldP spid="102504" grpId="0"/>
      <p:bldP spid="102505" grpId="0"/>
      <p:bldP spid="102508" grpId="0"/>
      <p:bldP spid="10250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Slide Number Placeholder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86018" name="Text Box 2"/>
          <p:cNvSpPr txBox="1"/>
          <p:nvPr/>
        </p:nvSpPr>
        <p:spPr>
          <a:xfrm>
            <a:off x="323850" y="188913"/>
            <a:ext cx="48402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当</a:t>
            </a: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</a:rPr>
              <a:t>S</a:t>
            </a: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为闭合曲面时：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graphicFrame>
        <p:nvGraphicFramePr>
          <p:cNvPr id="86029" name="Object 3"/>
          <p:cNvGraphicFramePr>
            <a:graphicFrameLocks noChangeAspect="1"/>
          </p:cNvGraphicFramePr>
          <p:nvPr/>
        </p:nvGraphicFramePr>
        <p:xfrm>
          <a:off x="7989888" y="2503488"/>
          <a:ext cx="9366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546100" imgH="228600" progId="Equation.DSMT4">
                  <p:embed/>
                </p:oleObj>
              </mc:Choice>
              <mc:Fallback>
                <p:oleObj name="" r:id="rId1" imgW="546100" imgH="2286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89888" y="2503488"/>
                        <a:ext cx="936625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30" name="Text Box 14"/>
          <p:cNvSpPr txBox="1"/>
          <p:nvPr/>
        </p:nvSpPr>
        <p:spPr>
          <a:xfrm>
            <a:off x="352425" y="1676400"/>
            <a:ext cx="45132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对闭合面的法线方向规定：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sp>
        <p:nvSpPr>
          <p:cNvPr id="86031" name="Text Box 15"/>
          <p:cNvSpPr txBox="1">
            <a:spLocks noChangeArrowheads="1"/>
          </p:cNvSpPr>
          <p:nvPr/>
        </p:nvSpPr>
        <p:spPr bwMode="auto">
          <a:xfrm>
            <a:off x="877888" y="2286000"/>
            <a:ext cx="54038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自内向外为法线的</a:t>
            </a:r>
            <a:r>
              <a:rPr kumimoji="1" lang="zh-CN" altLang="en-US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正</a:t>
            </a:r>
            <a:r>
              <a:rPr kumimoji="1" lang="zh-CN" altLang="en-US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方向。</a:t>
            </a:r>
            <a:endParaRPr kumimoji="1" lang="zh-CN" altLang="en-US" kern="1200" cap="none" spc="0" normalizeH="0" baseline="0" noProof="0" dirty="0">
              <a:solidFill>
                <a:srgbClr val="333333"/>
              </a:solidFill>
              <a:latin typeface="Times New Roman" panose="02020603050405020304"/>
              <a:ea typeface="楷体_GB2312" pitchFamily="49" charset="-122"/>
              <a:cs typeface="+mn-cs"/>
            </a:endParaRPr>
          </a:p>
        </p:txBody>
      </p:sp>
      <p:graphicFrame>
        <p:nvGraphicFramePr>
          <p:cNvPr id="86033" name="Object 4"/>
          <p:cNvGraphicFramePr>
            <a:graphicFrameLocks noChangeAspect="1"/>
          </p:cNvGraphicFramePr>
          <p:nvPr/>
        </p:nvGraphicFramePr>
        <p:xfrm>
          <a:off x="4292600" y="3163888"/>
          <a:ext cx="13652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546100" imgH="228600" progId="Equation.DSMT4">
                  <p:embed/>
                </p:oleObj>
              </mc:Choice>
              <mc:Fallback>
                <p:oleObj name="" r:id="rId3" imgW="546100" imgH="2286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92600" y="3163888"/>
                        <a:ext cx="136525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5" name="Object 5"/>
          <p:cNvGraphicFramePr>
            <a:graphicFrameLocks noChangeAspect="1"/>
          </p:cNvGraphicFramePr>
          <p:nvPr/>
        </p:nvGraphicFramePr>
        <p:xfrm>
          <a:off x="4289425" y="3910013"/>
          <a:ext cx="1404938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5" imgW="546100" imgH="228600" progId="Equation.DSMT4">
                  <p:embed/>
                </p:oleObj>
              </mc:Choice>
              <mc:Fallback>
                <p:oleObj name="" r:id="rId5" imgW="546100" imgH="2286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89425" y="3910013"/>
                        <a:ext cx="1404938" cy="588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48" name="Object 6"/>
          <p:cNvGraphicFramePr>
            <a:graphicFrameLocks noChangeAspect="1"/>
          </p:cNvGraphicFramePr>
          <p:nvPr/>
        </p:nvGraphicFramePr>
        <p:xfrm>
          <a:off x="6164263" y="4949825"/>
          <a:ext cx="93345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7" imgW="546100" imgH="228600" progId="Equation.DSMT4">
                  <p:embed/>
                </p:oleObj>
              </mc:Choice>
              <mc:Fallback>
                <p:oleObj name="" r:id="rId7" imgW="546100" imgH="2286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64263" y="4949825"/>
                        <a:ext cx="933450" cy="388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53" name="Freeform 37"/>
          <p:cNvSpPr/>
          <p:nvPr/>
        </p:nvSpPr>
        <p:spPr>
          <a:xfrm>
            <a:off x="6096000" y="2895600"/>
            <a:ext cx="2311400" cy="1576388"/>
          </a:xfrm>
          <a:custGeom>
            <a:avLst/>
            <a:gdLst>
              <a:gd name="txL" fmla="*/ 0 w 1048"/>
              <a:gd name="txT" fmla="*/ 0 h 632"/>
              <a:gd name="txR" fmla="*/ 1048 w 1048"/>
              <a:gd name="txB" fmla="*/ 632 h 632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48" h="632">
                <a:moveTo>
                  <a:pt x="525" y="632"/>
                </a:moveTo>
                <a:cubicBezTo>
                  <a:pt x="484" y="624"/>
                  <a:pt x="425" y="627"/>
                  <a:pt x="365" y="608"/>
                </a:cubicBezTo>
                <a:cubicBezTo>
                  <a:pt x="305" y="589"/>
                  <a:pt x="165" y="576"/>
                  <a:pt x="165" y="520"/>
                </a:cubicBezTo>
                <a:cubicBezTo>
                  <a:pt x="165" y="464"/>
                  <a:pt x="0" y="349"/>
                  <a:pt x="45" y="272"/>
                </a:cubicBezTo>
                <a:cubicBezTo>
                  <a:pt x="68" y="199"/>
                  <a:pt x="198" y="107"/>
                  <a:pt x="301" y="80"/>
                </a:cubicBezTo>
                <a:cubicBezTo>
                  <a:pt x="404" y="53"/>
                  <a:pt x="533" y="0"/>
                  <a:pt x="661" y="112"/>
                </a:cubicBezTo>
                <a:cubicBezTo>
                  <a:pt x="789" y="224"/>
                  <a:pt x="978" y="207"/>
                  <a:pt x="1013" y="264"/>
                </a:cubicBezTo>
                <a:cubicBezTo>
                  <a:pt x="1048" y="321"/>
                  <a:pt x="952" y="395"/>
                  <a:pt x="869" y="456"/>
                </a:cubicBezTo>
                <a:cubicBezTo>
                  <a:pt x="820" y="523"/>
                  <a:pt x="590" y="595"/>
                  <a:pt x="517" y="632"/>
                </a:cubicBezTo>
              </a:path>
            </a:pathLst>
          </a:custGeom>
          <a:gradFill rotWithShape="0">
            <a:gsLst>
              <a:gs pos="0">
                <a:srgbClr val="CCFFFF">
                  <a:alpha val="100000"/>
                </a:srgbClr>
              </a:gs>
              <a:gs pos="100000">
                <a:srgbClr val="5E7676">
                  <a:alpha val="100000"/>
                </a:srgbClr>
              </a:gs>
            </a:gsLst>
            <a:path path="rect">
              <a:fillToRect l="50000" t="50000" r="50000" b="50000"/>
            </a:path>
            <a:tileRect/>
          </a:gradFill>
          <a:ln w="44450" cap="flat" cmpd="sng">
            <a:solidFill>
              <a:srgbClr val="00CC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6054" name="Oval 38"/>
          <p:cNvSpPr/>
          <p:nvPr/>
        </p:nvSpPr>
        <p:spPr>
          <a:xfrm rot="1709802">
            <a:off x="7391400" y="3048000"/>
            <a:ext cx="296863" cy="19367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sp>
        <p:nvSpPr>
          <p:cNvPr id="86055" name="Oval 39"/>
          <p:cNvSpPr/>
          <p:nvPr/>
        </p:nvSpPr>
        <p:spPr>
          <a:xfrm rot="1615984">
            <a:off x="6477000" y="4191000"/>
            <a:ext cx="271463" cy="182563"/>
          </a:xfrm>
          <a:prstGeom prst="ellipse">
            <a:avLst/>
          </a:prstGeom>
          <a:solidFill>
            <a:srgbClr val="FFCC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grpSp>
        <p:nvGrpSpPr>
          <p:cNvPr id="2" name="Group 40"/>
          <p:cNvGrpSpPr/>
          <p:nvPr/>
        </p:nvGrpSpPr>
        <p:grpSpPr>
          <a:xfrm>
            <a:off x="6210300" y="2590800"/>
            <a:ext cx="466725" cy="746125"/>
            <a:chOff x="1032" y="1584"/>
            <a:chExt cx="294" cy="470"/>
          </a:xfrm>
        </p:grpSpPr>
        <p:sp>
          <p:nvSpPr>
            <p:cNvPr id="51252" name="Oval 41"/>
            <p:cNvSpPr/>
            <p:nvPr/>
          </p:nvSpPr>
          <p:spPr>
            <a:xfrm rot="3066974">
              <a:off x="1172" y="1915"/>
              <a:ext cx="110" cy="197"/>
            </a:xfrm>
            <a:prstGeom prst="ellipse">
              <a:avLst/>
            </a:prstGeom>
            <a:solidFill>
              <a:srgbClr val="FF99CC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51253" name="Line 42"/>
            <p:cNvSpPr/>
            <p:nvPr/>
          </p:nvSpPr>
          <p:spPr>
            <a:xfrm flipH="1" flipV="1">
              <a:off x="1032" y="1788"/>
              <a:ext cx="192" cy="192"/>
            </a:xfrm>
            <a:prstGeom prst="line">
              <a:avLst/>
            </a:prstGeom>
            <a:ln w="31750" cap="flat" cmpd="sng">
              <a:solidFill>
                <a:srgbClr val="0000FF"/>
              </a:solidFill>
              <a:prstDash val="solid"/>
              <a:headEnd type="none" w="med" len="med"/>
              <a:tailEnd type="triangle" w="med" len="lg"/>
            </a:ln>
          </p:spPr>
        </p:sp>
        <p:graphicFrame>
          <p:nvGraphicFramePr>
            <p:cNvPr id="51254" name="Object 17"/>
            <p:cNvGraphicFramePr>
              <a:graphicFrameLocks noChangeAspect="1"/>
            </p:cNvGraphicFramePr>
            <p:nvPr/>
          </p:nvGraphicFramePr>
          <p:xfrm>
            <a:off x="1046" y="1584"/>
            <a:ext cx="238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9" imgW="139700" imgH="177800" progId="Equation.3">
                    <p:embed/>
                  </p:oleObj>
                </mc:Choice>
                <mc:Fallback>
                  <p:oleObj name="" r:id="rId9" imgW="139700" imgH="1778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46" y="1584"/>
                          <a:ext cx="238" cy="2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44"/>
          <p:cNvGrpSpPr/>
          <p:nvPr/>
        </p:nvGrpSpPr>
        <p:grpSpPr>
          <a:xfrm>
            <a:off x="7526338" y="2362200"/>
            <a:ext cx="379412" cy="762000"/>
            <a:chOff x="1861" y="1440"/>
            <a:chExt cx="239" cy="480"/>
          </a:xfrm>
        </p:grpSpPr>
        <p:sp>
          <p:nvSpPr>
            <p:cNvPr id="51250" name="Line 45"/>
            <p:cNvSpPr/>
            <p:nvPr/>
          </p:nvSpPr>
          <p:spPr>
            <a:xfrm flipV="1">
              <a:off x="1872" y="1632"/>
              <a:ext cx="96" cy="288"/>
            </a:xfrm>
            <a:prstGeom prst="line">
              <a:avLst/>
            </a:prstGeom>
            <a:ln w="31750" cap="flat" cmpd="sng">
              <a:solidFill>
                <a:srgbClr val="0000FF"/>
              </a:solidFill>
              <a:prstDash val="solid"/>
              <a:headEnd type="none" w="med" len="med"/>
              <a:tailEnd type="triangle" w="med" len="lg"/>
            </a:ln>
          </p:spPr>
        </p:sp>
        <p:graphicFrame>
          <p:nvGraphicFramePr>
            <p:cNvPr id="51251" name="Object 16"/>
            <p:cNvGraphicFramePr>
              <a:graphicFrameLocks noChangeAspect="1"/>
            </p:cNvGraphicFramePr>
            <p:nvPr/>
          </p:nvGraphicFramePr>
          <p:xfrm>
            <a:off x="1861" y="1440"/>
            <a:ext cx="239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11" imgW="139700" imgH="177800" progId="Equation.3">
                    <p:embed/>
                  </p:oleObj>
                </mc:Choice>
                <mc:Fallback>
                  <p:oleObj name="" r:id="rId11" imgW="139700" imgH="1778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861" y="1440"/>
                          <a:ext cx="239" cy="2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47"/>
          <p:cNvGrpSpPr/>
          <p:nvPr/>
        </p:nvGrpSpPr>
        <p:grpSpPr>
          <a:xfrm>
            <a:off x="6002338" y="4267200"/>
            <a:ext cx="627062" cy="604838"/>
            <a:chOff x="901" y="2640"/>
            <a:chExt cx="395" cy="381"/>
          </a:xfrm>
        </p:grpSpPr>
        <p:sp>
          <p:nvSpPr>
            <p:cNvPr id="51248" name="Line 48"/>
            <p:cNvSpPr/>
            <p:nvPr/>
          </p:nvSpPr>
          <p:spPr>
            <a:xfrm flipH="1">
              <a:off x="1056" y="2640"/>
              <a:ext cx="240" cy="192"/>
            </a:xfrm>
            <a:prstGeom prst="line">
              <a:avLst/>
            </a:prstGeom>
            <a:ln w="31750" cap="flat" cmpd="sng">
              <a:solidFill>
                <a:srgbClr val="0000FF"/>
              </a:solidFill>
              <a:prstDash val="solid"/>
              <a:headEnd type="none" w="med" len="med"/>
              <a:tailEnd type="triangle" w="med" len="lg"/>
            </a:ln>
          </p:spPr>
        </p:sp>
        <p:graphicFrame>
          <p:nvGraphicFramePr>
            <p:cNvPr id="51249" name="Object 15"/>
            <p:cNvGraphicFramePr>
              <a:graphicFrameLocks noChangeAspect="1"/>
            </p:cNvGraphicFramePr>
            <p:nvPr/>
          </p:nvGraphicFramePr>
          <p:xfrm>
            <a:off x="901" y="2736"/>
            <a:ext cx="239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13" imgW="139700" imgH="177800" progId="Equation.3">
                    <p:embed/>
                  </p:oleObj>
                </mc:Choice>
                <mc:Fallback>
                  <p:oleObj name="" r:id="rId13" imgW="139700" imgH="1778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01" y="2736"/>
                          <a:ext cx="239" cy="2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50"/>
          <p:cNvGrpSpPr/>
          <p:nvPr/>
        </p:nvGrpSpPr>
        <p:grpSpPr>
          <a:xfrm>
            <a:off x="7391400" y="2514600"/>
            <a:ext cx="914400" cy="609600"/>
            <a:chOff x="1776" y="1536"/>
            <a:chExt cx="576" cy="384"/>
          </a:xfrm>
        </p:grpSpPr>
        <p:sp>
          <p:nvSpPr>
            <p:cNvPr id="51245" name="Line 51"/>
            <p:cNvSpPr/>
            <p:nvPr/>
          </p:nvSpPr>
          <p:spPr>
            <a:xfrm flipV="1">
              <a:off x="1872" y="1536"/>
              <a:ext cx="288" cy="376"/>
            </a:xfrm>
            <a:prstGeom prst="line">
              <a:avLst/>
            </a:prstGeom>
            <a:ln w="41275" cap="flat" cmpd="sng">
              <a:solidFill>
                <a:srgbClr val="FF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51246" name="Freeform 52"/>
            <p:cNvSpPr/>
            <p:nvPr/>
          </p:nvSpPr>
          <p:spPr>
            <a:xfrm>
              <a:off x="1920" y="1776"/>
              <a:ext cx="432" cy="144"/>
            </a:xfrm>
            <a:custGeom>
              <a:avLst/>
              <a:gdLst>
                <a:gd name="txL" fmla="*/ 0 w 288"/>
                <a:gd name="txT" fmla="*/ 0 h 112"/>
                <a:gd name="txR" fmla="*/ 288 w 288"/>
                <a:gd name="txB" fmla="*/ 112 h 112"/>
              </a:gdLst>
              <a:ahLst/>
              <a:cxnLst>
                <a:cxn ang="0">
                  <a:pos x="0" y="238"/>
                </a:cxn>
                <a:cxn ang="0">
                  <a:pos x="486" y="35"/>
                </a:cxn>
                <a:cxn ang="0">
                  <a:pos x="972" y="35"/>
                </a:cxn>
              </a:cxnLst>
              <a:rect l="txL" t="txT" r="txR" b="txB"/>
              <a:pathLst>
                <a:path w="288" h="112">
                  <a:moveTo>
                    <a:pt x="0" y="112"/>
                  </a:moveTo>
                  <a:cubicBezTo>
                    <a:pt x="48" y="72"/>
                    <a:pt x="96" y="32"/>
                    <a:pt x="144" y="16"/>
                  </a:cubicBezTo>
                  <a:cubicBezTo>
                    <a:pt x="192" y="0"/>
                    <a:pt x="256" y="8"/>
                    <a:pt x="288" y="16"/>
                  </a:cubicBezTo>
                </a:path>
              </a:pathLst>
            </a:custGeom>
            <a:noFill/>
            <a:ln w="412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47" name="Freeform 53"/>
            <p:cNvSpPr/>
            <p:nvPr/>
          </p:nvSpPr>
          <p:spPr>
            <a:xfrm>
              <a:off x="1776" y="1536"/>
              <a:ext cx="56" cy="384"/>
            </a:xfrm>
            <a:custGeom>
              <a:avLst/>
              <a:gdLst>
                <a:gd name="txL" fmla="*/ 0 w 56"/>
                <a:gd name="txT" fmla="*/ 0 h 288"/>
                <a:gd name="txR" fmla="*/ 56 w 56"/>
                <a:gd name="txB" fmla="*/ 288 h 288"/>
              </a:gdLst>
              <a:ahLst/>
              <a:cxnLst>
                <a:cxn ang="0">
                  <a:pos x="48" y="683"/>
                </a:cxn>
                <a:cxn ang="0">
                  <a:pos x="48" y="455"/>
                </a:cxn>
                <a:cxn ang="0">
                  <a:pos x="48" y="228"/>
                </a:cxn>
                <a:cxn ang="0">
                  <a:pos x="0" y="0"/>
                </a:cxn>
              </a:cxnLst>
              <a:rect l="txL" t="txT" r="txR" b="txB"/>
              <a:pathLst>
                <a:path w="56" h="288">
                  <a:moveTo>
                    <a:pt x="48" y="288"/>
                  </a:moveTo>
                  <a:cubicBezTo>
                    <a:pt x="48" y="256"/>
                    <a:pt x="48" y="224"/>
                    <a:pt x="48" y="192"/>
                  </a:cubicBezTo>
                  <a:cubicBezTo>
                    <a:pt x="48" y="160"/>
                    <a:pt x="56" y="128"/>
                    <a:pt x="48" y="96"/>
                  </a:cubicBezTo>
                  <a:cubicBezTo>
                    <a:pt x="40" y="64"/>
                    <a:pt x="16" y="24"/>
                    <a:pt x="0" y="0"/>
                  </a:cubicBezTo>
                </a:path>
              </a:pathLst>
            </a:custGeom>
            <a:noFill/>
            <a:ln w="412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6" name="Group 54"/>
          <p:cNvGrpSpPr/>
          <p:nvPr/>
        </p:nvGrpSpPr>
        <p:grpSpPr>
          <a:xfrm>
            <a:off x="6019800" y="4267200"/>
            <a:ext cx="685800" cy="685800"/>
            <a:chOff x="912" y="2640"/>
            <a:chExt cx="432" cy="432"/>
          </a:xfrm>
        </p:grpSpPr>
        <p:sp>
          <p:nvSpPr>
            <p:cNvPr id="51242" name="Freeform 55"/>
            <p:cNvSpPr/>
            <p:nvPr/>
          </p:nvSpPr>
          <p:spPr>
            <a:xfrm flipH="1" flipV="1">
              <a:off x="1056" y="2640"/>
              <a:ext cx="240" cy="336"/>
            </a:xfrm>
            <a:custGeom>
              <a:avLst/>
              <a:gdLst>
                <a:gd name="txL" fmla="*/ 0 w 744"/>
                <a:gd name="txT" fmla="*/ 0 h 864"/>
                <a:gd name="txR" fmla="*/ 744 w 744"/>
                <a:gd name="txB" fmla="*/ 864 h 864"/>
              </a:gdLst>
              <a:ahLst/>
              <a:cxnLst>
                <a:cxn ang="0">
                  <a:pos x="0" y="51"/>
                </a:cxn>
                <a:cxn ang="0">
                  <a:pos x="25" y="0"/>
                </a:cxn>
              </a:cxnLst>
              <a:rect l="txL" t="txT" r="txR" b="txB"/>
              <a:pathLst>
                <a:path w="744" h="864">
                  <a:moveTo>
                    <a:pt x="0" y="864"/>
                  </a:moveTo>
                  <a:lnTo>
                    <a:pt x="744" y="0"/>
                  </a:lnTo>
                </a:path>
              </a:pathLst>
            </a:custGeom>
            <a:noFill/>
            <a:ln w="412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arrow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43" name="Freeform 56"/>
            <p:cNvSpPr/>
            <p:nvPr/>
          </p:nvSpPr>
          <p:spPr>
            <a:xfrm>
              <a:off x="1248" y="2688"/>
              <a:ext cx="96" cy="384"/>
            </a:xfrm>
            <a:custGeom>
              <a:avLst/>
              <a:gdLst>
                <a:gd name="txL" fmla="*/ 0 w 104"/>
                <a:gd name="txT" fmla="*/ 0 h 288"/>
                <a:gd name="txR" fmla="*/ 104 w 104"/>
                <a:gd name="txB" fmla="*/ 288 h 288"/>
              </a:gdLst>
              <a:ahLst/>
              <a:cxnLst>
                <a:cxn ang="0">
                  <a:pos x="82" y="0"/>
                </a:cxn>
                <a:cxn ang="0">
                  <a:pos x="44" y="228"/>
                </a:cxn>
                <a:cxn ang="0">
                  <a:pos x="6" y="455"/>
                </a:cxn>
                <a:cxn ang="0">
                  <a:pos x="6" y="683"/>
                </a:cxn>
              </a:cxnLst>
              <a:rect l="txL" t="txT" r="txR" b="txB"/>
              <a:pathLst>
                <a:path w="104" h="288">
                  <a:moveTo>
                    <a:pt x="104" y="0"/>
                  </a:moveTo>
                  <a:cubicBezTo>
                    <a:pt x="88" y="32"/>
                    <a:pt x="72" y="64"/>
                    <a:pt x="56" y="96"/>
                  </a:cubicBezTo>
                  <a:cubicBezTo>
                    <a:pt x="40" y="128"/>
                    <a:pt x="16" y="160"/>
                    <a:pt x="8" y="192"/>
                  </a:cubicBezTo>
                  <a:cubicBezTo>
                    <a:pt x="0" y="224"/>
                    <a:pt x="4" y="256"/>
                    <a:pt x="8" y="288"/>
                  </a:cubicBezTo>
                </a:path>
              </a:pathLst>
            </a:custGeom>
            <a:noFill/>
            <a:ln w="412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arrow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44" name="Freeform 57"/>
            <p:cNvSpPr/>
            <p:nvPr/>
          </p:nvSpPr>
          <p:spPr>
            <a:xfrm>
              <a:off x="912" y="2640"/>
              <a:ext cx="336" cy="64"/>
            </a:xfrm>
            <a:custGeom>
              <a:avLst/>
              <a:gdLst>
                <a:gd name="txL" fmla="*/ 0 w 336"/>
                <a:gd name="txT" fmla="*/ 0 h 112"/>
                <a:gd name="txR" fmla="*/ 336 w 336"/>
                <a:gd name="txB" fmla="*/ 112 h 112"/>
              </a:gdLst>
              <a:ahLst/>
              <a:cxnLst>
                <a:cxn ang="0">
                  <a:pos x="336" y="0"/>
                </a:cxn>
                <a:cxn ang="0">
                  <a:pos x="192" y="18"/>
                </a:cxn>
                <a:cxn ang="0">
                  <a:pos x="96" y="18"/>
                </a:cxn>
                <a:cxn ang="0">
                  <a:pos x="0" y="18"/>
                </a:cxn>
              </a:cxnLst>
              <a:rect l="txL" t="txT" r="txR" b="txB"/>
              <a:pathLst>
                <a:path w="336" h="112">
                  <a:moveTo>
                    <a:pt x="336" y="0"/>
                  </a:moveTo>
                  <a:cubicBezTo>
                    <a:pt x="284" y="40"/>
                    <a:pt x="232" y="80"/>
                    <a:pt x="192" y="96"/>
                  </a:cubicBezTo>
                  <a:cubicBezTo>
                    <a:pt x="152" y="112"/>
                    <a:pt x="128" y="96"/>
                    <a:pt x="96" y="96"/>
                  </a:cubicBezTo>
                  <a:cubicBezTo>
                    <a:pt x="64" y="96"/>
                    <a:pt x="32" y="96"/>
                    <a:pt x="0" y="96"/>
                  </a:cubicBezTo>
                </a:path>
              </a:pathLst>
            </a:custGeom>
            <a:noFill/>
            <a:ln w="412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arrow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86074" name="Freeform 58"/>
          <p:cNvSpPr/>
          <p:nvPr/>
        </p:nvSpPr>
        <p:spPr>
          <a:xfrm>
            <a:off x="5943600" y="2362200"/>
            <a:ext cx="1219200" cy="1295400"/>
          </a:xfrm>
          <a:custGeom>
            <a:avLst/>
            <a:gdLst>
              <a:gd name="txL" fmla="*/ 0 w 768"/>
              <a:gd name="txT" fmla="*/ 0 h 816"/>
              <a:gd name="txR" fmla="*/ 768 w 768"/>
              <a:gd name="txB" fmla="*/ 816 h 816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768" h="816">
                <a:moveTo>
                  <a:pt x="0" y="816"/>
                </a:moveTo>
                <a:cubicBezTo>
                  <a:pt x="64" y="768"/>
                  <a:pt x="128" y="720"/>
                  <a:pt x="192" y="672"/>
                </a:cubicBezTo>
                <a:cubicBezTo>
                  <a:pt x="256" y="624"/>
                  <a:pt x="320" y="584"/>
                  <a:pt x="384" y="528"/>
                </a:cubicBezTo>
                <a:cubicBezTo>
                  <a:pt x="448" y="472"/>
                  <a:pt x="512" y="424"/>
                  <a:pt x="576" y="336"/>
                </a:cubicBezTo>
                <a:cubicBezTo>
                  <a:pt x="640" y="248"/>
                  <a:pt x="704" y="124"/>
                  <a:pt x="768" y="0"/>
                </a:cubicBezTo>
              </a:path>
            </a:pathLst>
          </a:custGeom>
          <a:noFill/>
          <a:ln w="4127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86078" name="Object 7"/>
          <p:cNvGraphicFramePr>
            <a:graphicFrameLocks noChangeAspect="1"/>
          </p:cNvGraphicFramePr>
          <p:nvPr/>
        </p:nvGraphicFramePr>
        <p:xfrm>
          <a:off x="5840413" y="2273300"/>
          <a:ext cx="11207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5" imgW="546100" imgH="228600" progId="Equation.DSMT4">
                  <p:embed/>
                </p:oleObj>
              </mc:Choice>
              <mc:Fallback>
                <p:oleObj name="" r:id="rId15" imgW="546100" imgH="2286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40413" y="2273300"/>
                        <a:ext cx="1120775" cy="471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75"/>
          <p:cNvGrpSpPr/>
          <p:nvPr/>
        </p:nvGrpSpPr>
        <p:grpSpPr>
          <a:xfrm>
            <a:off x="7315200" y="3810000"/>
            <a:ext cx="1398588" cy="990600"/>
            <a:chOff x="4608" y="2400"/>
            <a:chExt cx="881" cy="624"/>
          </a:xfrm>
        </p:grpSpPr>
        <p:grpSp>
          <p:nvGrpSpPr>
            <p:cNvPr id="51238" name="Group 74"/>
            <p:cNvGrpSpPr/>
            <p:nvPr/>
          </p:nvGrpSpPr>
          <p:grpSpPr>
            <a:xfrm>
              <a:off x="4608" y="2400"/>
              <a:ext cx="816" cy="624"/>
              <a:chOff x="4608" y="2400"/>
              <a:chExt cx="816" cy="624"/>
            </a:xfrm>
          </p:grpSpPr>
          <p:sp>
            <p:nvSpPr>
              <p:cNvPr id="51240" name="Oval 60"/>
              <p:cNvSpPr/>
              <p:nvPr/>
            </p:nvSpPr>
            <p:spPr>
              <a:xfrm rot="3066974">
                <a:off x="4938" y="2467"/>
                <a:ext cx="110" cy="197"/>
              </a:xfrm>
              <a:prstGeom prst="ellipse">
                <a:avLst/>
              </a:prstGeom>
              <a:solidFill>
                <a:srgbClr val="FF99CC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>
                  <a:solidFill>
                    <a:srgbClr val="333333"/>
                  </a:solidFill>
                </a:endParaRPr>
              </a:p>
            </p:txBody>
          </p:sp>
          <p:sp>
            <p:nvSpPr>
              <p:cNvPr id="51241" name="Freeform 61"/>
              <p:cNvSpPr/>
              <p:nvPr/>
            </p:nvSpPr>
            <p:spPr>
              <a:xfrm>
                <a:off x="4608" y="2400"/>
                <a:ext cx="816" cy="624"/>
              </a:xfrm>
              <a:custGeom>
                <a:avLst/>
                <a:gdLst>
                  <a:gd name="txL" fmla="*/ 0 w 816"/>
                  <a:gd name="txT" fmla="*/ 0 h 624"/>
                  <a:gd name="txR" fmla="*/ 816 w 816"/>
                  <a:gd name="txB" fmla="*/ 624 h 624"/>
                </a:gdLst>
                <a:ahLst/>
                <a:cxnLst>
                  <a:cxn ang="0">
                    <a:pos x="0" y="624"/>
                  </a:cxn>
                  <a:cxn ang="0">
                    <a:pos x="192" y="384"/>
                  </a:cxn>
                  <a:cxn ang="0">
                    <a:pos x="288" y="240"/>
                  </a:cxn>
                  <a:cxn ang="0">
                    <a:pos x="480" y="96"/>
                  </a:cxn>
                  <a:cxn ang="0">
                    <a:pos x="816" y="0"/>
                  </a:cxn>
                </a:cxnLst>
                <a:rect l="txL" t="txT" r="txR" b="txB"/>
                <a:pathLst>
                  <a:path w="816" h="624">
                    <a:moveTo>
                      <a:pt x="0" y="624"/>
                    </a:moveTo>
                    <a:cubicBezTo>
                      <a:pt x="72" y="536"/>
                      <a:pt x="144" y="448"/>
                      <a:pt x="192" y="384"/>
                    </a:cubicBezTo>
                    <a:cubicBezTo>
                      <a:pt x="240" y="320"/>
                      <a:pt x="240" y="288"/>
                      <a:pt x="288" y="240"/>
                    </a:cubicBezTo>
                    <a:cubicBezTo>
                      <a:pt x="336" y="192"/>
                      <a:pt x="392" y="136"/>
                      <a:pt x="480" y="96"/>
                    </a:cubicBezTo>
                    <a:cubicBezTo>
                      <a:pt x="568" y="56"/>
                      <a:pt x="692" y="28"/>
                      <a:pt x="816" y="0"/>
                    </a:cubicBezTo>
                  </a:path>
                </a:pathLst>
              </a:custGeom>
              <a:noFill/>
              <a:ln w="412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aphicFrame>
          <p:nvGraphicFramePr>
            <p:cNvPr id="51239" name="Object 14"/>
            <p:cNvGraphicFramePr>
              <a:graphicFrameLocks noChangeAspect="1"/>
            </p:cNvGraphicFramePr>
            <p:nvPr/>
          </p:nvGraphicFramePr>
          <p:xfrm>
            <a:off x="4782" y="2680"/>
            <a:ext cx="707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17" imgW="546100" imgH="228600" progId="Equation.DSMT4">
                    <p:embed/>
                  </p:oleObj>
                </mc:Choice>
                <mc:Fallback>
                  <p:oleObj name="" r:id="rId17" imgW="546100" imgH="228600" progId="Equation.DSMT4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782" y="2680"/>
                          <a:ext cx="707" cy="2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6082" name="Object 8"/>
          <p:cNvGraphicFramePr>
            <a:graphicFrameLocks noChangeAspect="1"/>
          </p:cNvGraphicFramePr>
          <p:nvPr/>
        </p:nvGraphicFramePr>
        <p:xfrm>
          <a:off x="3536950" y="4645025"/>
          <a:ext cx="130968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9" imgW="546100" imgH="228600" progId="Equation.DSMT4">
                  <p:embed/>
                </p:oleObj>
              </mc:Choice>
              <mc:Fallback>
                <p:oleObj name="" r:id="rId19" imgW="546100" imgH="2286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36950" y="4645025"/>
                        <a:ext cx="1309688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54"/>
          <p:cNvGrpSpPr/>
          <p:nvPr/>
        </p:nvGrpSpPr>
        <p:grpSpPr>
          <a:xfrm>
            <a:off x="304800" y="3152775"/>
            <a:ext cx="5403850" cy="631825"/>
            <a:chOff x="304800" y="2944813"/>
            <a:chExt cx="5403850" cy="631825"/>
          </a:xfrm>
        </p:grpSpPr>
        <p:sp>
          <p:nvSpPr>
            <p:cNvPr id="86032" name="Text Box 16"/>
            <p:cNvSpPr txBox="1">
              <a:spLocks noChangeArrowheads="1"/>
            </p:cNvSpPr>
            <p:nvPr/>
          </p:nvSpPr>
          <p:spPr bwMode="auto">
            <a:xfrm>
              <a:off x="304800" y="2971801"/>
              <a:ext cx="5403850" cy="5191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0" lang="zh-CN" altLang="en-US" kern="1200" cap="none" spc="0" normalizeH="0" baseline="0" noProof="0" dirty="0">
                  <a:solidFill>
                    <a:srgbClr val="333333"/>
                  </a:solidFill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①</a:t>
              </a:r>
              <a:r>
                <a:rPr kumimoji="1" lang="zh-CN" altLang="en-US" kern="1200" cap="none" spc="0" normalizeH="0" baseline="0" noProof="0" dirty="0">
                  <a:solidFill>
                    <a:srgbClr val="333333"/>
                  </a:solidFill>
                  <a:latin typeface="Times New Roman" panose="02020603050405020304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</a:t>
              </a:r>
              <a:r>
                <a:rPr kumimoji="1" lang="en-US" altLang="zh-CN" i="1" kern="1200" cap="none" spc="0" normalizeH="0" baseline="0" noProof="0" dirty="0">
                  <a:solidFill>
                    <a:srgbClr val="333333"/>
                  </a:solidFill>
                  <a:latin typeface="Times New Roman" panose="02020603050405020304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E</a:t>
              </a:r>
              <a:r>
                <a:rPr kumimoji="1" lang="zh-CN" altLang="zh-CN" kern="1200" cap="none" spc="0" normalizeH="0" baseline="0" noProof="0" dirty="0">
                  <a:solidFill>
                    <a:srgbClr val="333333"/>
                  </a:solidFill>
                  <a:latin typeface="Times New Roman" panose="02020603050405020304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线从曲面内向外</a:t>
              </a:r>
              <a:r>
                <a:rPr kumimoji="1" lang="zh-CN" altLang="zh-CN" kern="1200" cap="none" spc="0" normalizeH="0" baseline="0" noProof="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穿出</a:t>
              </a:r>
              <a:endParaRPr kumimoji="1" lang="zh-CN" altLang="en-US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Symbol" panose="05050102010706020507" pitchFamily="18" charset="2"/>
              </a:endParaRPr>
            </a:p>
          </p:txBody>
        </p:sp>
        <p:graphicFrame>
          <p:nvGraphicFramePr>
            <p:cNvPr id="51237" name="Object 9"/>
            <p:cNvGraphicFramePr>
              <a:graphicFrameLocks noChangeAspect="1"/>
            </p:cNvGraphicFramePr>
            <p:nvPr/>
          </p:nvGraphicFramePr>
          <p:xfrm>
            <a:off x="796925" y="2944813"/>
            <a:ext cx="431800" cy="631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21" imgW="114300" imgH="254000" progId="Equation.3">
                    <p:embed/>
                  </p:oleObj>
                </mc:Choice>
                <mc:Fallback>
                  <p:oleObj name="" r:id="rId21" imgW="114300" imgH="2540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96925" y="2944813"/>
                          <a:ext cx="431800" cy="6318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53"/>
          <p:cNvGrpSpPr/>
          <p:nvPr/>
        </p:nvGrpSpPr>
        <p:grpSpPr>
          <a:xfrm>
            <a:off x="304800" y="3876675"/>
            <a:ext cx="4870450" cy="631825"/>
            <a:chOff x="304800" y="3479800"/>
            <a:chExt cx="4870450" cy="631825"/>
          </a:xfrm>
        </p:grpSpPr>
        <p:sp>
          <p:nvSpPr>
            <p:cNvPr id="86034" name="Text Box 18"/>
            <p:cNvSpPr txBox="1">
              <a:spLocks noChangeArrowheads="1"/>
            </p:cNvSpPr>
            <p:nvPr/>
          </p:nvSpPr>
          <p:spPr bwMode="auto">
            <a:xfrm>
              <a:off x="304800" y="3505200"/>
              <a:ext cx="4870450" cy="51911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0" lang="zh-CN" altLang="en-US" kern="1200" cap="none" spc="0" normalizeH="0" baseline="0" noProof="0" dirty="0">
                  <a:solidFill>
                    <a:srgbClr val="333333"/>
                  </a:solidFill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② </a:t>
              </a:r>
              <a:r>
                <a:rPr kumimoji="1" lang="en-US" altLang="zh-CN" i="1" kern="1200" cap="none" spc="0" normalizeH="0" baseline="0" noProof="0" dirty="0">
                  <a:solidFill>
                    <a:srgbClr val="333333"/>
                  </a:solidFill>
                  <a:latin typeface="Times New Roman" panose="02020603050405020304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E</a:t>
              </a:r>
              <a:r>
                <a:rPr kumimoji="1" lang="zh-CN" altLang="zh-CN" kern="1200" cap="none" spc="0" normalizeH="0" baseline="0" noProof="0" dirty="0">
                  <a:solidFill>
                    <a:srgbClr val="333333"/>
                  </a:solidFill>
                  <a:latin typeface="Times New Roman" panose="02020603050405020304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线从曲面外向内</a:t>
              </a:r>
              <a:r>
                <a:rPr kumimoji="1" lang="zh-CN" altLang="zh-CN" kern="1200" cap="none" spc="0" normalizeH="0" baseline="0" noProof="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穿进</a:t>
              </a:r>
              <a:endParaRPr kumimoji="1" lang="zh-CN" altLang="en-US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Symbol" panose="05050102010706020507" pitchFamily="18" charset="2"/>
              </a:endParaRPr>
            </a:p>
          </p:txBody>
        </p:sp>
        <p:graphicFrame>
          <p:nvGraphicFramePr>
            <p:cNvPr id="51235" name="Object 10"/>
            <p:cNvGraphicFramePr>
              <a:graphicFrameLocks noChangeAspect="1"/>
            </p:cNvGraphicFramePr>
            <p:nvPr/>
          </p:nvGraphicFramePr>
          <p:xfrm>
            <a:off x="796925" y="3479800"/>
            <a:ext cx="431800" cy="631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23" imgW="114300" imgH="254000" progId="Equation.3">
                    <p:embed/>
                  </p:oleObj>
                </mc:Choice>
                <mc:Fallback>
                  <p:oleObj name="" r:id="rId23" imgW="114300" imgH="2540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96925" y="3479800"/>
                          <a:ext cx="431800" cy="6318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51"/>
          <p:cNvGrpSpPr/>
          <p:nvPr/>
        </p:nvGrpSpPr>
        <p:grpSpPr>
          <a:xfrm>
            <a:off x="304800" y="4646613"/>
            <a:ext cx="4870450" cy="631825"/>
            <a:chOff x="304800" y="4025900"/>
            <a:chExt cx="4870450" cy="631825"/>
          </a:xfrm>
        </p:grpSpPr>
        <p:sp>
          <p:nvSpPr>
            <p:cNvPr id="51232" name="Text Box 65"/>
            <p:cNvSpPr txBox="1"/>
            <p:nvPr/>
          </p:nvSpPr>
          <p:spPr>
            <a:xfrm>
              <a:off x="304800" y="4038600"/>
              <a:ext cx="4870450" cy="5191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dirty="0">
                  <a:solidFill>
                    <a:srgbClr val="333333"/>
                  </a:solidFill>
                  <a:sym typeface="Monotype Sorts" pitchFamily="2" charset="2"/>
                </a:rPr>
                <a:t>③</a:t>
              </a:r>
              <a:r>
                <a:rPr lang="zh-CN" altLang="en-US" sz="2800" dirty="0">
                  <a:solidFill>
                    <a:srgbClr val="333333"/>
                  </a:solidFill>
                </a:rPr>
                <a:t> </a:t>
              </a:r>
              <a:r>
                <a:rPr lang="en-US" altLang="zh-CN" sz="2800" i="1" dirty="0">
                  <a:solidFill>
                    <a:srgbClr val="333333"/>
                  </a:solidFill>
                  <a:ea typeface="楷体_GB2312" pitchFamily="49" charset="-122"/>
                  <a:sym typeface="Symbol" panose="05050102010706020507" pitchFamily="18" charset="2"/>
                </a:rPr>
                <a:t>E</a:t>
              </a:r>
              <a:r>
                <a:rPr lang="zh-CN" altLang="zh-CN" sz="2800" dirty="0">
                  <a:solidFill>
                    <a:srgbClr val="333333"/>
                  </a:solidFill>
                  <a:ea typeface="楷体_GB2312" pitchFamily="49" charset="-122"/>
                  <a:sym typeface="Symbol" panose="05050102010706020507" pitchFamily="18" charset="2"/>
                </a:rPr>
                <a:t>线</a:t>
              </a:r>
              <a:r>
                <a:rPr lang="zh-CN" altLang="en-US" sz="2800" dirty="0">
                  <a:solidFill>
                    <a:srgbClr val="333333"/>
                  </a:solidFill>
                  <a:ea typeface="楷体_GB2312" pitchFamily="49" charset="-122"/>
                </a:rPr>
                <a:t>与曲面相切</a:t>
              </a:r>
              <a:endParaRPr lang="zh-CN" altLang="en-US" sz="2800" dirty="0">
                <a:solidFill>
                  <a:srgbClr val="333333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51233" name="Object 11"/>
            <p:cNvGraphicFramePr>
              <a:graphicFrameLocks noChangeAspect="1"/>
            </p:cNvGraphicFramePr>
            <p:nvPr/>
          </p:nvGraphicFramePr>
          <p:xfrm>
            <a:off x="796925" y="4025900"/>
            <a:ext cx="431800" cy="631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24" imgW="114300" imgH="254000" progId="Equation.3">
                    <p:embed/>
                  </p:oleObj>
                </mc:Choice>
                <mc:Fallback>
                  <p:oleObj name="" r:id="rId24" imgW="114300" imgH="2540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96925" y="4025900"/>
                          <a:ext cx="431800" cy="6318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25" name="Object 12"/>
          <p:cNvGraphicFramePr>
            <a:graphicFrameLocks noChangeAspect="1"/>
          </p:cNvGraphicFramePr>
          <p:nvPr/>
        </p:nvGraphicFramePr>
        <p:xfrm>
          <a:off x="4900613" y="188913"/>
          <a:ext cx="23050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25" imgW="998220" imgH="386080" progId="Equation.3">
                  <p:embed/>
                </p:oleObj>
              </mc:Choice>
              <mc:Fallback>
                <p:oleObj name="" r:id="rId25" imgW="998220" imgH="38608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  <a:clrChange>
                          <a:clrFrom>
                            <a:srgbClr val="FFFFFF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00613" y="188913"/>
                        <a:ext cx="2305050" cy="825500"/>
                      </a:xfrm>
                      <a:prstGeom prst="rect">
                        <a:avLst/>
                      </a:prstGeom>
                      <a:solidFill>
                        <a:srgbClr val="FFCC00">
                          <a:alpha val="27843"/>
                        </a:srgbClr>
                      </a:solidFill>
                      <a:ln w="2857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51"/>
          <p:cNvGrpSpPr/>
          <p:nvPr/>
        </p:nvGrpSpPr>
        <p:grpSpPr>
          <a:xfrm>
            <a:off x="514350" y="5456238"/>
            <a:ext cx="7961313" cy="954087"/>
            <a:chOff x="514657" y="5663381"/>
            <a:chExt cx="7960749" cy="954107"/>
          </a:xfrm>
        </p:grpSpPr>
        <p:sp>
          <p:nvSpPr>
            <p:cNvPr id="51230" name="Text Box 14"/>
            <p:cNvSpPr txBox="1"/>
            <p:nvPr/>
          </p:nvSpPr>
          <p:spPr>
            <a:xfrm>
              <a:off x="514657" y="5663381"/>
              <a:ext cx="7960749" cy="9541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dirty="0">
                  <a:solidFill>
                    <a:srgbClr val="0000FF"/>
                  </a:solidFill>
                </a:rPr>
                <a:t>通过整个封闭曲面的电通量      等于净穿出封闭面的电场线的总条数。</a:t>
              </a:r>
              <a:endParaRPr lang="zh-CN" altLang="en-US" sz="2800" dirty="0">
                <a:solidFill>
                  <a:srgbClr val="0000FF"/>
                </a:solidFill>
              </a:endParaRPr>
            </a:p>
          </p:txBody>
        </p:sp>
        <p:graphicFrame>
          <p:nvGraphicFramePr>
            <p:cNvPr id="51231" name="Object 50"/>
            <p:cNvGraphicFramePr>
              <a:graphicFrameLocks noChangeAspect="1"/>
            </p:cNvGraphicFramePr>
            <p:nvPr/>
          </p:nvGraphicFramePr>
          <p:xfrm>
            <a:off x="4929598" y="5696463"/>
            <a:ext cx="547687" cy="550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27" imgW="228600" imgH="228600" progId="Equation.DSMT4">
                    <p:embed/>
                  </p:oleObj>
                </mc:Choice>
                <mc:Fallback>
                  <p:oleObj name="" r:id="rId27" imgW="228600" imgH="228600" progId="Equation.DSMT4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929598" y="5696463"/>
                          <a:ext cx="547687" cy="5508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53"/>
          <p:cNvGrpSpPr/>
          <p:nvPr/>
        </p:nvGrpSpPr>
        <p:grpSpPr>
          <a:xfrm>
            <a:off x="992188" y="765175"/>
            <a:ext cx="2335212" cy="779463"/>
            <a:chOff x="992188" y="765175"/>
            <a:chExt cx="2335212" cy="779463"/>
          </a:xfrm>
        </p:grpSpPr>
        <p:graphicFrame>
          <p:nvGraphicFramePr>
            <p:cNvPr id="51228" name="Object 2"/>
            <p:cNvGraphicFramePr>
              <a:graphicFrameLocks noChangeAspect="1"/>
            </p:cNvGraphicFramePr>
            <p:nvPr/>
          </p:nvGraphicFramePr>
          <p:xfrm>
            <a:off x="992188" y="765175"/>
            <a:ext cx="2335212" cy="779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29" imgW="876300" imgH="292100" progId="Equation.DSMT4">
                    <p:embed/>
                  </p:oleObj>
                </mc:Choice>
                <mc:Fallback>
                  <p:oleObj name="" r:id="rId29" imgW="876300" imgH="292100" progId="Equation.DSMT4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992188" y="765175"/>
                          <a:ext cx="2335212" cy="7794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29" name="Oval 52"/>
            <p:cNvSpPr/>
            <p:nvPr/>
          </p:nvSpPr>
          <p:spPr>
            <a:xfrm>
              <a:off x="1976284" y="1042219"/>
              <a:ext cx="235975" cy="255639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>
                <a:solidFill>
                  <a:srgbClr val="333333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6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6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8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" dur="500"/>
                                        <p:tgtEl>
                                          <p:spTgt spid="8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8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4" dur="500"/>
                                        <p:tgtEl>
                                          <p:spTgt spid="8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8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500"/>
                                        <p:tgtEl>
                                          <p:spTgt spid="8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1" dur="500"/>
                                        <p:tgtEl>
                                          <p:spTgt spid="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500"/>
                                        <p:tgtEl>
                                          <p:spTgt spid="8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0" dur="500"/>
                                        <p:tgtEl>
                                          <p:spTgt spid="8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/>
      <p:bldP spid="86030" grpId="0"/>
      <p:bldP spid="86031" grpId="0"/>
      <p:bldP spid="86054" grpId="0" animBg="1"/>
      <p:bldP spid="8605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Slide Number Placeholder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293688" y="119063"/>
            <a:ext cx="7924800" cy="1117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kern="1200" cap="none" spc="0" normalizeH="0" baseline="0" noProof="0" dirty="0">
                <a:solidFill>
                  <a:srgbClr val="1C1C1C"/>
                </a:solidFill>
                <a:latin typeface="Times New Roman" panose="02020603050405020304"/>
                <a:ea typeface="宋体" panose="02010600030101010101" pitchFamily="2" charset="-122"/>
                <a:cs typeface="+mn-cs"/>
              </a:rPr>
              <a:t>三棱柱体放置在如图所示的匀强电场中， 求通过此三棱柱体的电场强度通量。</a:t>
            </a:r>
            <a:endParaRPr kumimoji="0" lang="zh-CN" altLang="en-US" kern="1200" cap="none" spc="0" normalizeH="0" baseline="0" noProof="0" dirty="0">
              <a:solidFill>
                <a:srgbClr val="1C1C1C"/>
              </a:solidFill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8" name="Line 5"/>
          <p:cNvSpPr/>
          <p:nvPr/>
        </p:nvSpPr>
        <p:spPr>
          <a:xfrm flipV="1">
            <a:off x="2460625" y="3021013"/>
            <a:ext cx="2514600" cy="14287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triangle" w="sm" len="lg"/>
          </a:ln>
        </p:spPr>
      </p:sp>
      <p:sp>
        <p:nvSpPr>
          <p:cNvPr id="52229" name="Line 6"/>
          <p:cNvSpPr/>
          <p:nvPr/>
        </p:nvSpPr>
        <p:spPr>
          <a:xfrm flipV="1">
            <a:off x="2446338" y="1206500"/>
            <a:ext cx="0" cy="182880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triangle" w="sm" len="lg"/>
          </a:ln>
        </p:spPr>
      </p:sp>
      <p:sp>
        <p:nvSpPr>
          <p:cNvPr id="52230" name="Line 7"/>
          <p:cNvSpPr/>
          <p:nvPr/>
        </p:nvSpPr>
        <p:spPr>
          <a:xfrm flipH="1">
            <a:off x="1546225" y="3035300"/>
            <a:ext cx="900113" cy="76200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triangle" w="sm" len="lg"/>
          </a:ln>
        </p:spPr>
      </p:sp>
      <p:graphicFrame>
        <p:nvGraphicFramePr>
          <p:cNvPr id="52231" name="Object 2"/>
          <p:cNvGraphicFramePr>
            <a:graphicFrameLocks noChangeAspect="1"/>
          </p:cNvGraphicFramePr>
          <p:nvPr/>
        </p:nvGraphicFramePr>
        <p:xfrm>
          <a:off x="4725988" y="3035300"/>
          <a:ext cx="4556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139700" imgH="139700" progId="Equation.DSMT4">
                  <p:embed/>
                </p:oleObj>
              </mc:Choice>
              <mc:Fallback>
                <p:oleObj name="" r:id="rId1" imgW="139700" imgH="1397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25988" y="3035300"/>
                        <a:ext cx="455612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" name="Object 3"/>
          <p:cNvGraphicFramePr>
            <a:graphicFrameLocks noChangeAspect="1"/>
          </p:cNvGraphicFramePr>
          <p:nvPr/>
        </p:nvGraphicFramePr>
        <p:xfrm>
          <a:off x="2003425" y="1206500"/>
          <a:ext cx="3873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3" imgW="139700" imgH="165100" progId="Equation.DSMT4">
                  <p:embed/>
                </p:oleObj>
              </mc:Choice>
              <mc:Fallback>
                <p:oleObj name="" r:id="rId3" imgW="139700" imgH="1651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03425" y="1206500"/>
                        <a:ext cx="38735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Object 4"/>
          <p:cNvGraphicFramePr>
            <a:graphicFrameLocks noChangeAspect="1"/>
          </p:cNvGraphicFramePr>
          <p:nvPr/>
        </p:nvGraphicFramePr>
        <p:xfrm>
          <a:off x="1193800" y="3576638"/>
          <a:ext cx="342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5" imgW="114300" imgH="139700" progId="Equation.DSMT4">
                  <p:embed/>
                </p:oleObj>
              </mc:Choice>
              <mc:Fallback>
                <p:oleObj name="" r:id="rId5" imgW="114300" imgH="1397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3800" y="3576638"/>
                        <a:ext cx="3429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4" name="Line 11"/>
          <p:cNvSpPr/>
          <p:nvPr/>
        </p:nvSpPr>
        <p:spPr>
          <a:xfrm>
            <a:off x="1546225" y="2197100"/>
            <a:ext cx="5334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52235" name="Line 12"/>
          <p:cNvSpPr/>
          <p:nvPr/>
        </p:nvSpPr>
        <p:spPr>
          <a:xfrm>
            <a:off x="1546225" y="2730500"/>
            <a:ext cx="5334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52236" name="Line 13"/>
          <p:cNvSpPr/>
          <p:nvPr/>
        </p:nvSpPr>
        <p:spPr>
          <a:xfrm>
            <a:off x="1546225" y="3263900"/>
            <a:ext cx="5334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52237" name="Line 14"/>
          <p:cNvSpPr/>
          <p:nvPr/>
        </p:nvSpPr>
        <p:spPr>
          <a:xfrm>
            <a:off x="2155825" y="2197100"/>
            <a:ext cx="7620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52238" name="Line 15"/>
          <p:cNvSpPr/>
          <p:nvPr/>
        </p:nvSpPr>
        <p:spPr>
          <a:xfrm>
            <a:off x="2232025" y="3263900"/>
            <a:ext cx="15240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52239" name="Line 16"/>
          <p:cNvSpPr/>
          <p:nvPr/>
        </p:nvSpPr>
        <p:spPr>
          <a:xfrm>
            <a:off x="2232025" y="2730500"/>
            <a:ext cx="9906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dash"/>
            <a:headEnd type="none" w="med" len="med"/>
            <a:tailEnd type="none" w="sm" len="lg"/>
          </a:ln>
        </p:spPr>
      </p:sp>
      <p:graphicFrame>
        <p:nvGraphicFramePr>
          <p:cNvPr id="52240" name="Object 5"/>
          <p:cNvGraphicFramePr>
            <a:graphicFrameLocks noChangeAspect="1"/>
          </p:cNvGraphicFramePr>
          <p:nvPr/>
        </p:nvGraphicFramePr>
        <p:xfrm>
          <a:off x="4351338" y="1587500"/>
          <a:ext cx="508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" name="" r:id="rId7" imgW="193040" imgH="234950" progId="Equation.DSMT4">
                  <p:embed/>
                </p:oleObj>
              </mc:Choice>
              <mc:Fallback>
                <p:oleObj name="" r:id="rId7" imgW="193040" imgH="234950" progId="Equation.DSMT4">
                  <p:embed/>
                  <p:pic>
                    <p:nvPicPr>
                      <p:cNvPr id="0" name="图片 333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51338" y="1587500"/>
                        <a:ext cx="5080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1" name="Object 6"/>
          <p:cNvGraphicFramePr>
            <a:graphicFrameLocks noChangeAspect="1"/>
          </p:cNvGraphicFramePr>
          <p:nvPr/>
        </p:nvGraphicFramePr>
        <p:xfrm>
          <a:off x="2460625" y="2730500"/>
          <a:ext cx="3476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" name="" r:id="rId9" imgW="127000" imgH="139700" progId="Equation.DSMT4">
                  <p:embed/>
                </p:oleObj>
              </mc:Choice>
              <mc:Fallback>
                <p:oleObj name="" r:id="rId9" imgW="127000" imgH="139700" progId="Equation.DSMT4">
                  <p:embed/>
                  <p:pic>
                    <p:nvPicPr>
                      <p:cNvPr id="0" name="图片 332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60625" y="2730500"/>
                        <a:ext cx="347663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2" name="Line 19"/>
          <p:cNvSpPr/>
          <p:nvPr/>
        </p:nvSpPr>
        <p:spPr>
          <a:xfrm flipH="1">
            <a:off x="1941513" y="3492500"/>
            <a:ext cx="1981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3" name="AutoShape 20"/>
          <p:cNvSpPr/>
          <p:nvPr/>
        </p:nvSpPr>
        <p:spPr>
          <a:xfrm rot="1958638">
            <a:off x="1925638" y="2273300"/>
            <a:ext cx="2514600" cy="666750"/>
          </a:xfrm>
          <a:prstGeom prst="parallelogram">
            <a:avLst>
              <a:gd name="adj" fmla="val 21825"/>
            </a:avLst>
          </a:prstGeom>
          <a:solidFill>
            <a:srgbClr val="CC99FF">
              <a:alpha val="50195"/>
            </a:srgbClr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sp>
        <p:nvSpPr>
          <p:cNvPr id="52244" name="Line 21"/>
          <p:cNvSpPr/>
          <p:nvPr/>
        </p:nvSpPr>
        <p:spPr>
          <a:xfrm>
            <a:off x="3222625" y="2730500"/>
            <a:ext cx="14478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lg"/>
            <a:tailEnd type="stealth" w="med" len="lg"/>
          </a:ln>
        </p:spPr>
      </p:sp>
      <p:sp>
        <p:nvSpPr>
          <p:cNvPr id="52245" name="Line 22"/>
          <p:cNvSpPr/>
          <p:nvPr/>
        </p:nvSpPr>
        <p:spPr>
          <a:xfrm>
            <a:off x="3984625" y="3263900"/>
            <a:ext cx="6858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lg"/>
            <a:tailEnd type="stealth" w="med" len="lg"/>
          </a:ln>
        </p:spPr>
      </p:sp>
      <p:sp>
        <p:nvSpPr>
          <p:cNvPr id="52246" name="Line 23"/>
          <p:cNvSpPr/>
          <p:nvPr/>
        </p:nvSpPr>
        <p:spPr>
          <a:xfrm>
            <a:off x="2460625" y="2197100"/>
            <a:ext cx="22098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lg"/>
            <a:tailEnd type="stealth" w="med" len="lg"/>
          </a:ln>
        </p:spPr>
      </p:sp>
      <p:graphicFrame>
        <p:nvGraphicFramePr>
          <p:cNvPr id="52247" name="Object 7"/>
          <p:cNvGraphicFramePr>
            <a:graphicFrameLocks noChangeAspect="1"/>
          </p:cNvGraphicFramePr>
          <p:nvPr/>
        </p:nvGraphicFramePr>
        <p:xfrm>
          <a:off x="1774825" y="3492500"/>
          <a:ext cx="4095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" name="" r:id="rId11" imgW="203200" imgH="165100" progId="Equation.DSMT4">
                  <p:embed/>
                </p:oleObj>
              </mc:Choice>
              <mc:Fallback>
                <p:oleObj name="" r:id="rId11" imgW="203200" imgH="165100" progId="Equation.DSMT4">
                  <p:embed/>
                  <p:pic>
                    <p:nvPicPr>
                      <p:cNvPr id="0" name="图片 332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74825" y="3492500"/>
                        <a:ext cx="409575" cy="331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8" name="Object 8"/>
          <p:cNvGraphicFramePr>
            <a:graphicFrameLocks noChangeAspect="1"/>
          </p:cNvGraphicFramePr>
          <p:nvPr/>
        </p:nvGraphicFramePr>
        <p:xfrm>
          <a:off x="1685925" y="1828800"/>
          <a:ext cx="3857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" name="" r:id="rId13" imgW="190500" imgH="165100" progId="Equation.DSMT4">
                  <p:embed/>
                </p:oleObj>
              </mc:Choice>
              <mc:Fallback>
                <p:oleObj name="" r:id="rId13" imgW="190500" imgH="165100" progId="Equation.DSMT4">
                  <p:embed/>
                  <p:pic>
                    <p:nvPicPr>
                      <p:cNvPr id="0" name="图片 332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85925" y="1828800"/>
                        <a:ext cx="385763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9" name="Object 9"/>
          <p:cNvGraphicFramePr>
            <a:graphicFrameLocks noChangeAspect="1"/>
          </p:cNvGraphicFramePr>
          <p:nvPr/>
        </p:nvGraphicFramePr>
        <p:xfrm>
          <a:off x="2447925" y="1435100"/>
          <a:ext cx="3333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2" name="" r:id="rId15" imgW="165100" imgH="165100" progId="Equation.DSMT4">
                  <p:embed/>
                </p:oleObj>
              </mc:Choice>
              <mc:Fallback>
                <p:oleObj name="" r:id="rId15" imgW="165100" imgH="165100" progId="Equation.DSMT4">
                  <p:embed/>
                  <p:pic>
                    <p:nvPicPr>
                      <p:cNvPr id="0" name="图片 333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47925" y="1435100"/>
                        <a:ext cx="333375" cy="331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0" name="Object 10"/>
          <p:cNvGraphicFramePr>
            <a:graphicFrameLocks noChangeAspect="1"/>
          </p:cNvGraphicFramePr>
          <p:nvPr/>
        </p:nvGraphicFramePr>
        <p:xfrm>
          <a:off x="4429125" y="2730500"/>
          <a:ext cx="3333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6" name="" r:id="rId17" imgW="165100" imgH="165100" progId="Equation.DSMT4">
                  <p:embed/>
                </p:oleObj>
              </mc:Choice>
              <mc:Fallback>
                <p:oleObj name="" r:id="rId17" imgW="165100" imgH="165100" progId="Equation.DSMT4">
                  <p:embed/>
                  <p:pic>
                    <p:nvPicPr>
                      <p:cNvPr id="0" name="图片 332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29125" y="2730500"/>
                        <a:ext cx="333375" cy="331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1" name="Object 11"/>
          <p:cNvGraphicFramePr>
            <a:graphicFrameLocks noChangeAspect="1"/>
          </p:cNvGraphicFramePr>
          <p:nvPr/>
        </p:nvGraphicFramePr>
        <p:xfrm>
          <a:off x="3819525" y="3492500"/>
          <a:ext cx="33337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" name="" r:id="rId19" imgW="165100" imgH="203200" progId="Equation.DSMT4">
                  <p:embed/>
                </p:oleObj>
              </mc:Choice>
              <mc:Fallback>
                <p:oleObj name="" r:id="rId19" imgW="165100" imgH="203200" progId="Equation.DSMT4">
                  <p:embed/>
                  <p:pic>
                    <p:nvPicPr>
                      <p:cNvPr id="0" name="图片 332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19525" y="3492500"/>
                        <a:ext cx="333375" cy="407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52" name="Line 29"/>
          <p:cNvSpPr/>
          <p:nvPr/>
        </p:nvSpPr>
        <p:spPr>
          <a:xfrm flipV="1">
            <a:off x="1941513" y="2197100"/>
            <a:ext cx="0" cy="1295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53" name="Line 30"/>
          <p:cNvSpPr/>
          <p:nvPr/>
        </p:nvSpPr>
        <p:spPr>
          <a:xfrm flipH="1">
            <a:off x="1622425" y="3492500"/>
            <a:ext cx="290513" cy="228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52254" name="Line 31"/>
          <p:cNvSpPr/>
          <p:nvPr/>
        </p:nvSpPr>
        <p:spPr>
          <a:xfrm flipV="1">
            <a:off x="2446338" y="1358900"/>
            <a:ext cx="0" cy="3810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55" name="Line 32"/>
          <p:cNvSpPr/>
          <p:nvPr/>
        </p:nvSpPr>
        <p:spPr>
          <a:xfrm>
            <a:off x="4413250" y="3021013"/>
            <a:ext cx="381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04481" name="Object 12"/>
          <p:cNvGraphicFramePr>
            <a:graphicFrameLocks noChangeAspect="1"/>
          </p:cNvGraphicFramePr>
          <p:nvPr/>
        </p:nvGraphicFramePr>
        <p:xfrm>
          <a:off x="6062663" y="1955800"/>
          <a:ext cx="122396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1" name="" r:id="rId21" imgW="443865" imgH="215900" progId="Equation.3">
                  <p:embed/>
                </p:oleObj>
              </mc:Choice>
              <mc:Fallback>
                <p:oleObj name="" r:id="rId21" imgW="443865" imgH="215900" progId="Equation.3">
                  <p:embed/>
                  <p:pic>
                    <p:nvPicPr>
                      <p:cNvPr id="0" name="图片 333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062663" y="1955800"/>
                        <a:ext cx="1223962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 Box 37"/>
          <p:cNvSpPr txBox="1">
            <a:spLocks noChangeArrowheads="1"/>
          </p:cNvSpPr>
          <p:nvPr/>
        </p:nvSpPr>
        <p:spPr bwMode="auto">
          <a:xfrm>
            <a:off x="323850" y="4365625"/>
            <a:ext cx="3816350" cy="21605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kern="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kern="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kern="0" cap="none" spc="0" normalizeH="0" baseline="0" noProof="0" dirty="0">
                <a:solidFill>
                  <a:srgbClr val="1C1C1C"/>
                </a:solidFill>
                <a:latin typeface="Times New Roman" panose="02020603050405020304"/>
                <a:ea typeface="宋体" panose="02010600030101010101" pitchFamily="2" charset="-122"/>
                <a:cs typeface="+mn-cs"/>
              </a:rPr>
              <a:t>半径为</a:t>
            </a:r>
            <a:r>
              <a:rPr kumimoji="0" lang="en-US" altLang="zh-CN" i="1" kern="0" cap="none" spc="0" normalizeH="0" baseline="0" noProof="0" dirty="0">
                <a:solidFill>
                  <a:srgbClr val="1C1C1C"/>
                </a:solidFill>
                <a:latin typeface="Times New Roman" panose="02020603050405020304"/>
                <a:ea typeface="宋体" panose="02010600030101010101" pitchFamily="2" charset="-122"/>
                <a:cs typeface="+mn-cs"/>
              </a:rPr>
              <a:t>R</a:t>
            </a:r>
            <a:r>
              <a:rPr kumimoji="0" lang="zh-CN" altLang="en-US" kern="0" cap="none" spc="0" normalizeH="0" baseline="0" noProof="0" dirty="0">
                <a:solidFill>
                  <a:srgbClr val="1C1C1C"/>
                </a:solidFill>
                <a:latin typeface="Times New Roman" panose="02020603050405020304"/>
                <a:ea typeface="宋体" panose="02010600030101010101" pitchFamily="2" charset="-122"/>
                <a:cs typeface="+mn-cs"/>
              </a:rPr>
              <a:t>的半球面放置在如图所示的匀强电场中，求通过此半球面的电场强度通量。</a:t>
            </a:r>
            <a:endParaRPr kumimoji="0" lang="zh-CN" altLang="en-US" kern="0" cap="none" spc="0" normalizeH="0" baseline="0" noProof="0" dirty="0">
              <a:solidFill>
                <a:srgbClr val="1C1C1C"/>
              </a:solidFill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3" name="Object 43"/>
          <p:cNvGraphicFramePr>
            <a:graphicFrameLocks noChangeAspect="1"/>
          </p:cNvGraphicFramePr>
          <p:nvPr/>
        </p:nvGraphicFramePr>
        <p:xfrm>
          <a:off x="5219700" y="5949950"/>
          <a:ext cx="2133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5" name="" r:id="rId23" imgW="774065" imgH="215900" progId="Equation.3">
                  <p:embed/>
                </p:oleObj>
              </mc:Choice>
              <mc:Fallback>
                <p:oleObj name="" r:id="rId23" imgW="774065" imgH="215900" progId="Equation.3">
                  <p:embed/>
                  <p:pic>
                    <p:nvPicPr>
                      <p:cNvPr id="0" name="图片 332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219700" y="5949950"/>
                        <a:ext cx="2133600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9"/>
          <p:cNvGrpSpPr/>
          <p:nvPr/>
        </p:nvGrpSpPr>
        <p:grpSpPr>
          <a:xfrm>
            <a:off x="4932363" y="3933825"/>
            <a:ext cx="2665412" cy="1871663"/>
            <a:chOff x="3107" y="2478"/>
            <a:chExt cx="1679" cy="1179"/>
          </a:xfrm>
        </p:grpSpPr>
        <p:grpSp>
          <p:nvGrpSpPr>
            <p:cNvPr id="52261" name="Group 40"/>
            <p:cNvGrpSpPr/>
            <p:nvPr/>
          </p:nvGrpSpPr>
          <p:grpSpPr>
            <a:xfrm>
              <a:off x="3107" y="2478"/>
              <a:ext cx="1679" cy="1179"/>
              <a:chOff x="2789" y="2659"/>
              <a:chExt cx="1679" cy="1179"/>
            </a:xfrm>
          </p:grpSpPr>
          <p:sp>
            <p:nvSpPr>
              <p:cNvPr id="68" name="Arc 41"/>
              <p:cNvSpPr/>
              <p:nvPr/>
            </p:nvSpPr>
            <p:spPr bwMode="auto">
              <a:xfrm>
                <a:off x="3108" y="2661"/>
                <a:ext cx="590" cy="1177"/>
              </a:xfrm>
              <a:custGeom>
                <a:avLst/>
                <a:gdLst>
                  <a:gd name="G0" fmla="+- 21600 0 0"/>
                  <a:gd name="G1" fmla="+- 21599 0 0"/>
                  <a:gd name="G2" fmla="+- 21600 0 0"/>
                  <a:gd name="T0" fmla="*/ 20688 w 21600"/>
                  <a:gd name="T1" fmla="*/ 43180 h 43180"/>
                  <a:gd name="T2" fmla="*/ 21431 w 21600"/>
                  <a:gd name="T3" fmla="*/ 0 h 43180"/>
                  <a:gd name="T4" fmla="*/ 21600 w 21600"/>
                  <a:gd name="T5" fmla="*/ 21599 h 43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3180" fill="none" extrusionOk="0">
                    <a:moveTo>
                      <a:pt x="20688" y="43179"/>
                    </a:moveTo>
                    <a:cubicBezTo>
                      <a:pt x="9123" y="42691"/>
                      <a:pt x="0" y="33173"/>
                      <a:pt x="0" y="21599"/>
                    </a:cubicBezTo>
                    <a:cubicBezTo>
                      <a:pt x="-1" y="9735"/>
                      <a:pt x="9567" y="92"/>
                      <a:pt x="21430" y="-1"/>
                    </a:cubicBezTo>
                  </a:path>
                  <a:path w="21600" h="43180" stroke="0" extrusionOk="0">
                    <a:moveTo>
                      <a:pt x="20688" y="43179"/>
                    </a:moveTo>
                    <a:cubicBezTo>
                      <a:pt x="9123" y="42691"/>
                      <a:pt x="0" y="33173"/>
                      <a:pt x="0" y="21599"/>
                    </a:cubicBezTo>
                    <a:cubicBezTo>
                      <a:pt x="-1" y="9735"/>
                      <a:pt x="9567" y="92"/>
                      <a:pt x="21430" y="-1"/>
                    </a:cubicBezTo>
                    <a:lnTo>
                      <a:pt x="21600" y="21599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Oval 42"/>
              <p:cNvSpPr>
                <a:spLocks noChangeArrowheads="1"/>
              </p:cNvSpPr>
              <p:nvPr/>
            </p:nvSpPr>
            <p:spPr bwMode="auto">
              <a:xfrm>
                <a:off x="3560" y="2659"/>
                <a:ext cx="272" cy="1179"/>
              </a:xfrm>
              <a:prstGeom prst="ellipse">
                <a:avLst/>
              </a:prstGeom>
              <a:gradFill rotWithShape="1">
                <a:gsLst>
                  <a:gs pos="0">
                    <a:srgbClr val="00CCFF"/>
                  </a:gs>
                  <a:gs pos="100000">
                    <a:srgbClr val="00CCFF">
                      <a:gamma/>
                      <a:tint val="15294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Line 43"/>
              <p:cNvSpPr>
                <a:spLocks noChangeShapeType="1"/>
              </p:cNvSpPr>
              <p:nvPr/>
            </p:nvSpPr>
            <p:spPr bwMode="auto">
              <a:xfrm>
                <a:off x="3696" y="3249"/>
                <a:ext cx="53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lg"/>
                <a:tailEnd type="stealth" w="med" len="lg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Line 44"/>
              <p:cNvSpPr>
                <a:spLocks noChangeShapeType="1"/>
              </p:cNvSpPr>
              <p:nvPr/>
            </p:nvSpPr>
            <p:spPr bwMode="auto">
              <a:xfrm>
                <a:off x="3696" y="2886"/>
                <a:ext cx="53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lg"/>
                <a:tailEnd type="stealth" w="med" len="lg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Line 45"/>
              <p:cNvSpPr>
                <a:spLocks noChangeShapeType="1"/>
              </p:cNvSpPr>
              <p:nvPr/>
            </p:nvSpPr>
            <p:spPr bwMode="auto">
              <a:xfrm>
                <a:off x="3696" y="3612"/>
                <a:ext cx="53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lg"/>
                <a:tailEnd type="stealth" w="med" len="lg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Line 46"/>
              <p:cNvSpPr>
                <a:spLocks noChangeShapeType="1"/>
              </p:cNvSpPr>
              <p:nvPr/>
            </p:nvSpPr>
            <p:spPr bwMode="auto">
              <a:xfrm>
                <a:off x="2789" y="3249"/>
                <a:ext cx="318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tailEnd type="none" w="sm" len="lg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Line 47"/>
              <p:cNvSpPr>
                <a:spLocks noChangeShapeType="1"/>
              </p:cNvSpPr>
              <p:nvPr/>
            </p:nvSpPr>
            <p:spPr bwMode="auto">
              <a:xfrm>
                <a:off x="2789" y="2886"/>
                <a:ext cx="45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tailEnd type="none" w="sm" len="lg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Line 48"/>
              <p:cNvSpPr>
                <a:spLocks noChangeShapeType="1"/>
              </p:cNvSpPr>
              <p:nvPr/>
            </p:nvSpPr>
            <p:spPr bwMode="auto">
              <a:xfrm>
                <a:off x="2789" y="3612"/>
                <a:ext cx="45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tailEnd type="none" w="sm" len="lg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Line 49"/>
              <p:cNvSpPr>
                <a:spLocks noChangeShapeType="1"/>
              </p:cNvSpPr>
              <p:nvPr/>
            </p:nvSpPr>
            <p:spPr bwMode="auto">
              <a:xfrm>
                <a:off x="3107" y="3249"/>
                <a:ext cx="54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tailEnd type="none" w="sm" len="lg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Line 50"/>
              <p:cNvSpPr>
                <a:spLocks noChangeShapeType="1"/>
              </p:cNvSpPr>
              <p:nvPr/>
            </p:nvSpPr>
            <p:spPr bwMode="auto">
              <a:xfrm>
                <a:off x="3243" y="3612"/>
                <a:ext cx="45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tailEnd type="none" w="sm" len="lg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Line 51"/>
              <p:cNvSpPr>
                <a:spLocks noChangeShapeType="1"/>
              </p:cNvSpPr>
              <p:nvPr/>
            </p:nvSpPr>
            <p:spPr bwMode="auto">
              <a:xfrm>
                <a:off x="3243" y="2886"/>
                <a:ext cx="45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tailEnd type="none" w="sm" len="lg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52275" name="Object 44"/>
              <p:cNvGraphicFramePr>
                <a:graphicFrameLocks noChangeAspect="1"/>
              </p:cNvGraphicFramePr>
              <p:nvPr/>
            </p:nvGraphicFramePr>
            <p:xfrm>
              <a:off x="4180" y="3067"/>
              <a:ext cx="288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27" name="" r:id="rId25" imgW="193040" imgH="234950" progId="Equation.3">
                      <p:embed/>
                    </p:oleObj>
                  </mc:Choice>
                  <mc:Fallback>
                    <p:oleObj name="" r:id="rId25" imgW="193040" imgH="234950" progId="Equation.3">
                      <p:embed/>
                      <p:pic>
                        <p:nvPicPr>
                          <p:cNvPr id="0" name="图片 3326"/>
                          <p:cNvPicPr/>
                          <p:nvPr/>
                        </p:nvPicPr>
                        <p:blipFill>
                          <a:blip r:embed="rId26">
                            <a:clrChange>
                              <a:clrFrom>
                                <a:srgbClr val="000000"/>
                              </a:clrFrom>
                              <a:clrTo>
                                <a:srgbClr val="FF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180" y="3067"/>
                            <a:ext cx="288" cy="28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6" name="Line 53"/>
            <p:cNvSpPr>
              <a:spLocks noChangeShapeType="1"/>
            </p:cNvSpPr>
            <p:nvPr/>
          </p:nvSpPr>
          <p:spPr bwMode="auto">
            <a:xfrm flipH="1">
              <a:off x="3243" y="3067"/>
              <a:ext cx="181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2263" name="Object 45"/>
            <p:cNvGraphicFramePr>
              <a:graphicFrameLocks noChangeAspect="1"/>
            </p:cNvGraphicFramePr>
            <p:nvPr/>
          </p:nvGraphicFramePr>
          <p:xfrm>
            <a:off x="3161" y="2759"/>
            <a:ext cx="243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0" name="" r:id="rId27" imgW="167640" imgH="217805" progId="Equation.3">
                    <p:embed/>
                  </p:oleObj>
                </mc:Choice>
                <mc:Fallback>
                  <p:oleObj name="" r:id="rId27" imgW="167640" imgH="217805" progId="Equation.3">
                    <p:embed/>
                    <p:pic>
                      <p:nvPicPr>
                        <p:cNvPr id="0" name="图片 3329"/>
                        <p:cNvPicPr/>
                        <p:nvPr/>
                      </p:nvPicPr>
                      <p:blipFill>
                        <a:blip r:embed="rId28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61" y="2759"/>
                          <a:ext cx="243" cy="3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0" name="Object 46"/>
          <p:cNvGraphicFramePr>
            <a:graphicFrameLocks noChangeAspect="1"/>
          </p:cNvGraphicFramePr>
          <p:nvPr/>
        </p:nvGraphicFramePr>
        <p:xfrm>
          <a:off x="6804025" y="3068638"/>
          <a:ext cx="23050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4" name="" r:id="rId29" imgW="998220" imgH="386080" progId="Equation.3">
                  <p:embed/>
                </p:oleObj>
              </mc:Choice>
              <mc:Fallback>
                <p:oleObj name="" r:id="rId29" imgW="998220" imgH="386080" progId="Equation.3">
                  <p:embed/>
                  <p:pic>
                    <p:nvPicPr>
                      <p:cNvPr id="0" name="图片 3333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  <a:clrChange>
                          <a:clrFrom>
                            <a:srgbClr val="FFFFFF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04025" y="3068638"/>
                        <a:ext cx="2305050" cy="825500"/>
                      </a:xfrm>
                      <a:prstGeom prst="rect">
                        <a:avLst/>
                      </a:prstGeom>
                      <a:solidFill>
                        <a:srgbClr val="FFCC00">
                          <a:alpha val="27843"/>
                        </a:srgbClr>
                      </a:solidFill>
                      <a:ln w="2857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4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Slide Number Placeholder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05476" name="Text Box 4"/>
          <p:cNvSpPr txBox="1">
            <a:spLocks noChangeArrowheads="1"/>
          </p:cNvSpPr>
          <p:nvPr/>
        </p:nvSpPr>
        <p:spPr bwMode="auto">
          <a:xfrm>
            <a:off x="234950" y="171450"/>
            <a:ext cx="6207125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黑体" panose="02010609060101010101" pitchFamily="2" charset="-122"/>
                <a:cs typeface="+mn-cs"/>
              </a:rPr>
              <a:t>三、真空中静电场的高斯定理</a:t>
            </a:r>
            <a:endParaRPr kumimoji="0" lang="en-US" altLang="zh-CN" sz="3200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05477" name="Text Box 5"/>
          <p:cNvSpPr txBox="1">
            <a:spLocks noChangeArrowheads="1"/>
          </p:cNvSpPr>
          <p:nvPr/>
        </p:nvSpPr>
        <p:spPr bwMode="auto">
          <a:xfrm flipH="1">
            <a:off x="698500" y="1509713"/>
            <a:ext cx="677863" cy="1006475"/>
          </a:xfrm>
          <a:prstGeom prst="rect">
            <a:avLst/>
          </a:prstGeom>
          <a:solidFill>
            <a:srgbClr val="FFBDFF"/>
          </a:solidFill>
          <a:ln w="9525">
            <a:noFill/>
            <a:miter lim="800000"/>
          </a:ln>
          <a:effectLst>
            <a:prstShdw prst="shdw13" dist="53882" dir="13500000">
              <a:schemeClr val="bg2"/>
            </a:prstShdw>
          </a:effectLst>
        </p:spPr>
        <p:txBody>
          <a:bodyPr vert="eaVert"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32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表述</a:t>
            </a:r>
            <a:endParaRPr kumimoji="1" lang="zh-CN" altLang="en-US" sz="3200" kern="1200" cap="none" spc="0" normalizeH="0" baseline="0" noProof="0" dirty="0">
              <a:solidFill>
                <a:srgbClr val="FF3300"/>
              </a:solidFill>
              <a:latin typeface="Times New Roman" panose="02020603050405020304"/>
              <a:ea typeface="楷体_GB2312" pitchFamily="49" charset="-122"/>
              <a:cs typeface="+mn-cs"/>
            </a:endParaRPr>
          </a:p>
        </p:txBody>
      </p:sp>
      <p:sp>
        <p:nvSpPr>
          <p:cNvPr id="105478" name="Text Box 6"/>
          <p:cNvSpPr txBox="1"/>
          <p:nvPr/>
        </p:nvSpPr>
        <p:spPr>
          <a:xfrm>
            <a:off x="1452563" y="1492250"/>
            <a:ext cx="7907337" cy="1055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静电场中任何一闭合曲面</a:t>
            </a:r>
            <a:r>
              <a:rPr lang="zh-CN" altLang="en-US" sz="2800" i="1" dirty="0">
                <a:solidFill>
                  <a:srgbClr val="333333"/>
                </a:solidFill>
                <a:ea typeface="楷体_GB2312" pitchFamily="49" charset="-122"/>
              </a:rPr>
              <a:t> </a:t>
            </a: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</a:rPr>
              <a:t>S</a:t>
            </a: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的电通量</a:t>
            </a:r>
            <a:r>
              <a:rPr lang="zh-CN" altLang="en-US" sz="2800" i="1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</a:t>
            </a:r>
            <a:r>
              <a:rPr lang="en-US" altLang="zh-CN" sz="2800" i="1" baseline="-25000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dirty="0">
                <a:solidFill>
                  <a:srgbClr val="333333"/>
                </a:solidFill>
                <a:ea typeface="楷体_GB2312" pitchFamily="49" charset="-122"/>
              </a:rPr>
              <a:t> ，</a:t>
            </a: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等于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该曲面所包围的电荷的代数和的</a:t>
            </a:r>
            <a:r>
              <a:rPr lang="zh-CN" altLang="en-US" i="1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zh-CN" altLang="en-US" baseline="-25000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zh-CN" altLang="en-US" sz="2800" i="1" dirty="0">
                <a:solidFill>
                  <a:srgbClr val="333333"/>
                </a:solidFill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分之一倍。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105480" name="Text Box 8"/>
          <p:cNvSpPr txBox="1"/>
          <p:nvPr/>
        </p:nvSpPr>
        <p:spPr>
          <a:xfrm>
            <a:off x="381000" y="2743200"/>
            <a:ext cx="2590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0000FF"/>
                </a:solidFill>
                <a:ea typeface="楷体_GB2312" pitchFamily="49" charset="-122"/>
              </a:rPr>
              <a:t>数学表达式</a:t>
            </a:r>
            <a:endParaRPr lang="zh-CN" altLang="en-US" sz="2800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105481" name="Text Box 9"/>
          <p:cNvSpPr txBox="1"/>
          <p:nvPr/>
        </p:nvSpPr>
        <p:spPr>
          <a:xfrm>
            <a:off x="6096000" y="2514600"/>
            <a:ext cx="2819400" cy="946150"/>
          </a:xfrm>
          <a:prstGeom prst="rect">
            <a:avLst/>
          </a:prstGeom>
          <a:solidFill>
            <a:srgbClr val="DDDDDD"/>
          </a:solidFill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可用库仑定律和叠加原理证明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105482" name="Text Box 10"/>
          <p:cNvSpPr txBox="1"/>
          <p:nvPr/>
        </p:nvSpPr>
        <p:spPr>
          <a:xfrm>
            <a:off x="457200" y="914400"/>
            <a:ext cx="2563813" cy="51911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0000FF"/>
                </a:solidFill>
                <a:ea typeface="楷体_GB2312" pitchFamily="49" charset="-122"/>
              </a:rPr>
              <a:t>1、高斯定理</a:t>
            </a:r>
            <a:endParaRPr lang="zh-CN" altLang="en-US" sz="2800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105485" name="Text Box 13"/>
          <p:cNvSpPr txBox="1">
            <a:spLocks noChangeArrowheads="1"/>
          </p:cNvSpPr>
          <p:nvPr/>
        </p:nvSpPr>
        <p:spPr bwMode="auto">
          <a:xfrm>
            <a:off x="250825" y="3429000"/>
            <a:ext cx="12954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证明:</a:t>
            </a:r>
            <a:endParaRPr kumimoji="1" lang="zh-CN" altLang="en-US" kern="1200" cap="none" spc="0" normalizeH="0" baseline="0" noProof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/>
              <a:ea typeface="楷体_GB2312" pitchFamily="49" charset="-122"/>
              <a:cs typeface="+mn-cs"/>
            </a:endParaRPr>
          </a:p>
        </p:txBody>
      </p:sp>
      <p:sp>
        <p:nvSpPr>
          <p:cNvPr id="105488" name="Text Box 16"/>
          <p:cNvSpPr txBox="1"/>
          <p:nvPr/>
        </p:nvSpPr>
        <p:spPr>
          <a:xfrm>
            <a:off x="250825" y="4076700"/>
            <a:ext cx="7747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</a:rPr>
              <a:t>①</a:t>
            </a: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点电荷</a:t>
            </a: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</a:rPr>
              <a:t>q</a:t>
            </a: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位于球面中心：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grpSp>
        <p:nvGrpSpPr>
          <p:cNvPr id="2" name="Group 84"/>
          <p:cNvGrpSpPr/>
          <p:nvPr/>
        </p:nvGrpSpPr>
        <p:grpSpPr>
          <a:xfrm>
            <a:off x="5208588" y="3933825"/>
            <a:ext cx="2566987" cy="2538413"/>
            <a:chOff x="3281" y="2478"/>
            <a:chExt cx="1617" cy="1599"/>
          </a:xfrm>
        </p:grpSpPr>
        <p:sp>
          <p:nvSpPr>
            <p:cNvPr id="53273" name="Oval 65"/>
            <p:cNvSpPr/>
            <p:nvPr/>
          </p:nvSpPr>
          <p:spPr>
            <a:xfrm>
              <a:off x="3448" y="2669"/>
              <a:ext cx="1247" cy="1247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66CCFF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53274" name="Line 66"/>
            <p:cNvSpPr/>
            <p:nvPr/>
          </p:nvSpPr>
          <p:spPr>
            <a:xfrm>
              <a:off x="4074" y="2478"/>
              <a:ext cx="0" cy="158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stealth" w="med" len="lg"/>
              <a:tailEnd type="stealth" w="med" len="lg"/>
            </a:ln>
          </p:spPr>
        </p:sp>
        <p:sp>
          <p:nvSpPr>
            <p:cNvPr id="53275" name="Line 67"/>
            <p:cNvSpPr/>
            <p:nvPr/>
          </p:nvSpPr>
          <p:spPr>
            <a:xfrm flipH="1" flipV="1">
              <a:off x="3303" y="3294"/>
              <a:ext cx="1587" cy="1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stealth" w="med" len="lg"/>
              <a:tailEnd type="stealth" w="med" len="lg"/>
            </a:ln>
          </p:spPr>
        </p:sp>
        <p:sp>
          <p:nvSpPr>
            <p:cNvPr id="53276" name="Line 68"/>
            <p:cNvSpPr/>
            <p:nvPr/>
          </p:nvSpPr>
          <p:spPr>
            <a:xfrm rot="1800000">
              <a:off x="4090" y="2478"/>
              <a:ext cx="0" cy="158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stealth" w="med" len="lg"/>
              <a:tailEnd type="stealth" w="med" len="lg"/>
            </a:ln>
          </p:spPr>
        </p:sp>
        <p:sp>
          <p:nvSpPr>
            <p:cNvPr id="53277" name="Line 69"/>
            <p:cNvSpPr/>
            <p:nvPr/>
          </p:nvSpPr>
          <p:spPr>
            <a:xfrm rot="3600000">
              <a:off x="4104" y="2484"/>
              <a:ext cx="0" cy="158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stealth" w="med" len="lg"/>
              <a:tailEnd type="stealth" w="med" len="lg"/>
            </a:ln>
          </p:spPr>
        </p:sp>
        <p:sp>
          <p:nvSpPr>
            <p:cNvPr id="53278" name="Line 70"/>
            <p:cNvSpPr/>
            <p:nvPr/>
          </p:nvSpPr>
          <p:spPr>
            <a:xfrm rot="7200000">
              <a:off x="4073" y="2504"/>
              <a:ext cx="0" cy="158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stealth" w="med" len="lg"/>
              <a:tailEnd type="stealth" w="med" len="lg"/>
            </a:ln>
          </p:spPr>
        </p:sp>
        <p:sp>
          <p:nvSpPr>
            <p:cNvPr id="53279" name="Line 71"/>
            <p:cNvSpPr/>
            <p:nvPr/>
          </p:nvSpPr>
          <p:spPr>
            <a:xfrm rot="9000000">
              <a:off x="4066" y="2490"/>
              <a:ext cx="0" cy="158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stealth" w="med" len="lg"/>
              <a:tailEnd type="stealth" w="med" len="lg"/>
            </a:ln>
          </p:spPr>
        </p:sp>
        <p:sp>
          <p:nvSpPr>
            <p:cNvPr id="53280" name="Oval 72"/>
            <p:cNvSpPr/>
            <p:nvPr/>
          </p:nvSpPr>
          <p:spPr>
            <a:xfrm>
              <a:off x="3983" y="320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9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rgbClr val="333333"/>
                  </a:solidFill>
                </a:rPr>
                <a:t>+</a:t>
              </a:r>
              <a:endParaRPr lang="en-US" altLang="zh-CN" sz="2800" dirty="0">
                <a:solidFill>
                  <a:srgbClr val="333333"/>
                </a:solidFill>
              </a:endParaRPr>
            </a:p>
          </p:txBody>
        </p:sp>
      </p:grpSp>
      <p:graphicFrame>
        <p:nvGraphicFramePr>
          <p:cNvPr id="105545" name="Object 3"/>
          <p:cNvGraphicFramePr>
            <a:graphicFrameLocks noChangeAspect="1"/>
          </p:cNvGraphicFramePr>
          <p:nvPr/>
        </p:nvGraphicFramePr>
        <p:xfrm>
          <a:off x="6804025" y="4829175"/>
          <a:ext cx="32385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5" name="" r:id="rId1" imgW="142875" imgH="193040" progId="Equation.3">
                  <p:embed/>
                </p:oleObj>
              </mc:Choice>
              <mc:Fallback>
                <p:oleObj name="" r:id="rId1" imgW="142875" imgH="193040" progId="Equation.3">
                  <p:embed/>
                  <p:pic>
                    <p:nvPicPr>
                      <p:cNvPr id="0" name="图片 333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99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04025" y="4829175"/>
                        <a:ext cx="323850" cy="427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4"/>
          <p:cNvGrpSpPr/>
          <p:nvPr/>
        </p:nvGrpSpPr>
        <p:grpSpPr>
          <a:xfrm>
            <a:off x="7005638" y="3751263"/>
            <a:ext cx="884237" cy="1000125"/>
            <a:chOff x="3806" y="1434"/>
            <a:chExt cx="557" cy="630"/>
          </a:xfrm>
        </p:grpSpPr>
        <p:sp>
          <p:nvSpPr>
            <p:cNvPr id="53270" name="Oval 75"/>
            <p:cNvSpPr/>
            <p:nvPr/>
          </p:nvSpPr>
          <p:spPr>
            <a:xfrm rot="-2357960">
              <a:off x="3806" y="1824"/>
              <a:ext cx="1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2C7CC"/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graphicFrame>
          <p:nvGraphicFramePr>
            <p:cNvPr id="53271" name="Object 7"/>
            <p:cNvGraphicFramePr>
              <a:graphicFrameLocks noChangeAspect="1"/>
            </p:cNvGraphicFramePr>
            <p:nvPr/>
          </p:nvGraphicFramePr>
          <p:xfrm>
            <a:off x="4059" y="1434"/>
            <a:ext cx="30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6" name="" r:id="rId3" imgW="268605" imgH="243205" progId="Equation.DSMT4">
                    <p:embed/>
                  </p:oleObj>
                </mc:Choice>
                <mc:Fallback>
                  <p:oleObj name="" r:id="rId3" imgW="268605" imgH="243205" progId="Equation.DSMT4">
                    <p:embed/>
                    <p:pic>
                      <p:nvPicPr>
                        <p:cNvPr id="0" name="图片 3335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59" y="1434"/>
                          <a:ext cx="304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2" name="Line 77"/>
            <p:cNvSpPr/>
            <p:nvPr/>
          </p:nvSpPr>
          <p:spPr>
            <a:xfrm rot="-433957" flipV="1">
              <a:off x="3872" y="1711"/>
              <a:ext cx="227" cy="212"/>
            </a:xfrm>
            <a:prstGeom prst="line">
              <a:avLst/>
            </a:prstGeom>
            <a:ln w="41275" cap="flat" cmpd="sng">
              <a:solidFill>
                <a:srgbClr val="0000FF"/>
              </a:solidFill>
              <a:prstDash val="solid"/>
              <a:headEnd type="none" w="med" len="med"/>
              <a:tailEnd type="arrow" w="med" len="med"/>
            </a:ln>
          </p:spPr>
        </p:sp>
      </p:grpSp>
      <p:graphicFrame>
        <p:nvGraphicFramePr>
          <p:cNvPr id="105550" name="Object 4"/>
          <p:cNvGraphicFramePr>
            <a:graphicFrameLocks noChangeAspect="1"/>
          </p:cNvGraphicFramePr>
          <p:nvPr/>
        </p:nvGraphicFramePr>
        <p:xfrm>
          <a:off x="250825" y="4725988"/>
          <a:ext cx="2068513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7" name="" r:id="rId5" imgW="838200" imgH="241300" progId="Equation.3">
                  <p:embed/>
                </p:oleObj>
              </mc:Choice>
              <mc:Fallback>
                <p:oleObj name="" r:id="rId5" imgW="838200" imgH="241300" progId="Equation.3">
                  <p:embed/>
                  <p:pic>
                    <p:nvPicPr>
                      <p:cNvPr id="0" name="图片 333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0825" y="4725988"/>
                        <a:ext cx="2068513" cy="595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51" name="Object 5"/>
          <p:cNvGraphicFramePr>
            <a:graphicFrameLocks noChangeAspect="1"/>
          </p:cNvGraphicFramePr>
          <p:nvPr/>
        </p:nvGraphicFramePr>
        <p:xfrm>
          <a:off x="2339975" y="4797425"/>
          <a:ext cx="11303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0" name="" r:id="rId7" imgW="457200" imgH="177800" progId="Equation.3">
                  <p:embed/>
                </p:oleObj>
              </mc:Choice>
              <mc:Fallback>
                <p:oleObj name="" r:id="rId7" imgW="457200" imgH="177800" progId="Equation.3">
                  <p:embed/>
                  <p:pic>
                    <p:nvPicPr>
                      <p:cNvPr id="0" name="图片 333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9975" y="4797425"/>
                        <a:ext cx="1130300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553" name="Line 81"/>
          <p:cNvSpPr/>
          <p:nvPr/>
        </p:nvSpPr>
        <p:spPr>
          <a:xfrm flipV="1">
            <a:off x="6550025" y="4638675"/>
            <a:ext cx="503238" cy="504825"/>
          </a:xfrm>
          <a:prstGeom prst="line">
            <a:avLst/>
          </a:prstGeom>
          <a:ln w="31750" cap="flat" cmpd="sng">
            <a:solidFill>
              <a:srgbClr val="800000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105552" name="Object 6"/>
          <p:cNvGraphicFramePr>
            <a:graphicFrameLocks noChangeAspect="1"/>
          </p:cNvGraphicFramePr>
          <p:nvPr/>
        </p:nvGraphicFramePr>
        <p:xfrm>
          <a:off x="955675" y="5346700"/>
          <a:ext cx="2392363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1" name="" r:id="rId9" imgW="875665" imgH="406400" progId="Equation.3">
                  <p:embed/>
                </p:oleObj>
              </mc:Choice>
              <mc:Fallback>
                <p:oleObj name="" r:id="rId9" imgW="875665" imgH="406400" progId="Equation.3">
                  <p:embed/>
                  <p:pic>
                    <p:nvPicPr>
                      <p:cNvPr id="0" name="图片 334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55675" y="5346700"/>
                        <a:ext cx="2392363" cy="1106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1"/>
          <p:cNvGrpSpPr/>
          <p:nvPr/>
        </p:nvGrpSpPr>
        <p:grpSpPr>
          <a:xfrm>
            <a:off x="2316163" y="2486025"/>
            <a:ext cx="3673475" cy="1211263"/>
            <a:chOff x="2316163" y="2486025"/>
            <a:chExt cx="3673475" cy="1211263"/>
          </a:xfrm>
        </p:grpSpPr>
        <p:graphicFrame>
          <p:nvGraphicFramePr>
            <p:cNvPr id="53267" name="Object 2"/>
            <p:cNvGraphicFramePr>
              <a:graphicFrameLocks noChangeAspect="1"/>
            </p:cNvGraphicFramePr>
            <p:nvPr/>
          </p:nvGraphicFramePr>
          <p:xfrm>
            <a:off x="2316163" y="2486025"/>
            <a:ext cx="3673475" cy="1211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3" name="" r:id="rId11" imgW="1524000" imgH="444500" progId="Equation.DSMT4">
                    <p:embed/>
                  </p:oleObj>
                </mc:Choice>
                <mc:Fallback>
                  <p:oleObj name="" r:id="rId11" imgW="1524000" imgH="444500" progId="Equation.DSMT4">
                    <p:embed/>
                    <p:pic>
                      <p:nvPicPr>
                        <p:cNvPr id="0" name="图片 334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316163" y="2486025"/>
                          <a:ext cx="3673475" cy="1211263"/>
                        </a:xfrm>
                        <a:prstGeom prst="rect">
                          <a:avLst/>
                        </a:prstGeom>
                        <a:solidFill>
                          <a:srgbClr val="FFB9FF"/>
                        </a:solidFill>
                        <a:ln w="38100">
                          <a:noFill/>
                          <a:miter/>
                        </a:ln>
                        <a:effectLst>
                          <a:outerShdw dist="35921" dir="2699999" algn="ctr" rotWithShape="0">
                            <a:schemeClr val="bg2"/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8" name="Oval 29"/>
            <p:cNvSpPr/>
            <p:nvPr/>
          </p:nvSpPr>
          <p:spPr>
            <a:xfrm>
              <a:off x="3205317" y="2969341"/>
              <a:ext cx="235975" cy="255639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>
                <a:solidFill>
                  <a:srgbClr val="333333"/>
                </a:solidFill>
              </a:endParaRPr>
            </a:p>
          </p:txBody>
        </p:sp>
        <p:sp>
          <p:nvSpPr>
            <p:cNvPr id="53269" name="Rectangle 30"/>
            <p:cNvSpPr/>
            <p:nvPr/>
          </p:nvSpPr>
          <p:spPr>
            <a:xfrm>
              <a:off x="5356508" y="3293496"/>
              <a:ext cx="41710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Arial" panose="020B0604020202020204" pitchFamily="34" charset="0"/>
                  <a:ea typeface="楷体_GB2312" pitchFamily="49" charset="-122"/>
                </a:rPr>
                <a:t>内</a:t>
              </a:r>
              <a:endParaRPr lang="zh-CN" altLang="en-US" sz="18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05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50"/>
                            </p:stCondLst>
                            <p:childTnLst>
                              <p:par>
                                <p:cTn id="1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50"/>
                            </p:stCondLst>
                            <p:childTnLst>
                              <p:par>
                                <p:cTn id="21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105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05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3" dur="500"/>
                                        <p:tgtEl>
                                          <p:spTgt spid="10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8" dur="500"/>
                                        <p:tgtEl>
                                          <p:spTgt spid="10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3" dur="500"/>
                                        <p:tgtEl>
                                          <p:spTgt spid="10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6" grpId="0"/>
      <p:bldP spid="105477" grpId="0" animBg="1"/>
      <p:bldP spid="105478" grpId="0"/>
      <p:bldP spid="105480" grpId="0"/>
      <p:bldP spid="105481" grpId="0" animBg="1"/>
      <p:bldP spid="105482" grpId="0" animBg="1"/>
      <p:bldP spid="105485" grpId="0"/>
      <p:bldP spid="10548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Slide Number Placeholder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7691" name="Object 2"/>
          <p:cNvGraphicFramePr>
            <a:graphicFrameLocks noChangeAspect="1"/>
          </p:cNvGraphicFramePr>
          <p:nvPr/>
        </p:nvGraphicFramePr>
        <p:xfrm>
          <a:off x="3195638" y="1428750"/>
          <a:ext cx="4354512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4" name="" r:id="rId1" imgW="1688465" imgH="431800" progId="Equation.3">
                  <p:embed/>
                </p:oleObj>
              </mc:Choice>
              <mc:Fallback>
                <p:oleObj name="" r:id="rId1" imgW="1688465" imgH="431800" progId="Equation.3">
                  <p:embed/>
                  <p:pic>
                    <p:nvPicPr>
                      <p:cNvPr id="0" name="图片 33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95638" y="1428750"/>
                        <a:ext cx="4354512" cy="1117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92" name="Text Box 44"/>
          <p:cNvSpPr txBox="1">
            <a:spLocks noChangeArrowheads="1"/>
          </p:cNvSpPr>
          <p:nvPr/>
        </p:nvSpPr>
        <p:spPr bwMode="auto">
          <a:xfrm>
            <a:off x="381000" y="3962400"/>
            <a:ext cx="9156700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此结果与球面的半径无关、只与包含电荷的电量有关。</a:t>
            </a:r>
            <a:endParaRPr kumimoji="1" lang="zh-CN" altLang="en-US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/>
              <a:ea typeface="楷体_GB2312" pitchFamily="49" charset="-122"/>
              <a:cs typeface="+mn-cs"/>
            </a:endParaRPr>
          </a:p>
        </p:txBody>
      </p:sp>
      <p:grpSp>
        <p:nvGrpSpPr>
          <p:cNvPr id="54277" name="Group 80"/>
          <p:cNvGrpSpPr/>
          <p:nvPr/>
        </p:nvGrpSpPr>
        <p:grpSpPr>
          <a:xfrm>
            <a:off x="2590800" y="381000"/>
            <a:ext cx="5257800" cy="1095375"/>
            <a:chOff x="1632" y="240"/>
            <a:chExt cx="3312" cy="690"/>
          </a:xfrm>
        </p:grpSpPr>
        <p:graphicFrame>
          <p:nvGraphicFramePr>
            <p:cNvPr id="54294" name="Object 6"/>
            <p:cNvGraphicFramePr>
              <a:graphicFrameLocks noChangeAspect="1"/>
            </p:cNvGraphicFramePr>
            <p:nvPr/>
          </p:nvGraphicFramePr>
          <p:xfrm>
            <a:off x="1632" y="377"/>
            <a:ext cx="1303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6" name="" r:id="rId3" imgW="838200" imgH="241300" progId="Equation.3">
                    <p:embed/>
                  </p:oleObj>
                </mc:Choice>
                <mc:Fallback>
                  <p:oleObj name="" r:id="rId3" imgW="838200" imgH="241300" progId="Equation.3">
                    <p:embed/>
                    <p:pic>
                      <p:nvPicPr>
                        <p:cNvPr id="0" name="图片 334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32" y="377"/>
                          <a:ext cx="1303" cy="3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5" name="Object 7"/>
            <p:cNvGraphicFramePr>
              <a:graphicFrameLocks noChangeAspect="1"/>
            </p:cNvGraphicFramePr>
            <p:nvPr/>
          </p:nvGraphicFramePr>
          <p:xfrm>
            <a:off x="2928" y="432"/>
            <a:ext cx="712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2" name="" r:id="rId5" imgW="457200" imgH="177800" progId="Equation.3">
                    <p:embed/>
                  </p:oleObj>
                </mc:Choice>
                <mc:Fallback>
                  <p:oleObj name="" r:id="rId5" imgW="457200" imgH="177800" progId="Equation.3">
                    <p:embed/>
                    <p:pic>
                      <p:nvPicPr>
                        <p:cNvPr id="0" name="图片 334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928" y="432"/>
                          <a:ext cx="712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6" name="Object 8"/>
            <p:cNvGraphicFramePr>
              <a:graphicFrameLocks noChangeAspect="1"/>
            </p:cNvGraphicFramePr>
            <p:nvPr/>
          </p:nvGraphicFramePr>
          <p:xfrm>
            <a:off x="3600" y="240"/>
            <a:ext cx="1344" cy="6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5" name="" r:id="rId7" imgW="862965" imgH="444500" progId="Equation.3">
                    <p:embed/>
                  </p:oleObj>
                </mc:Choice>
                <mc:Fallback>
                  <p:oleObj name="" r:id="rId7" imgW="862965" imgH="444500" progId="Equation.3">
                    <p:embed/>
                    <p:pic>
                      <p:nvPicPr>
                        <p:cNvPr id="0" name="图片 334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600" y="240"/>
                          <a:ext cx="1344" cy="6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729" name="Object 3"/>
          <p:cNvGraphicFramePr>
            <a:graphicFrameLocks noChangeAspect="1"/>
          </p:cNvGraphicFramePr>
          <p:nvPr/>
        </p:nvGraphicFramePr>
        <p:xfrm>
          <a:off x="3708400" y="2652713"/>
          <a:ext cx="2286000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" name="" r:id="rId9" imgW="914400" imgH="431800" progId="Equation.3">
                  <p:embed/>
                </p:oleObj>
              </mc:Choice>
              <mc:Fallback>
                <p:oleObj name="" r:id="rId9" imgW="914400" imgH="431800" progId="Equation.3">
                  <p:embed/>
                  <p:pic>
                    <p:nvPicPr>
                      <p:cNvPr id="0" name="图片 334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08400" y="2652713"/>
                        <a:ext cx="2286000" cy="1081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30" name="Object 4"/>
          <p:cNvGraphicFramePr>
            <a:graphicFrameLocks noChangeAspect="1"/>
          </p:cNvGraphicFramePr>
          <p:nvPr/>
        </p:nvGraphicFramePr>
        <p:xfrm>
          <a:off x="5940425" y="2684463"/>
          <a:ext cx="8286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" name="" r:id="rId11" imgW="330200" imgH="406400" progId="Equation.3">
                  <p:embed/>
                </p:oleObj>
              </mc:Choice>
              <mc:Fallback>
                <p:oleObj name="" r:id="rId11" imgW="330200" imgH="406400" progId="Equation.3">
                  <p:embed/>
                  <p:pic>
                    <p:nvPicPr>
                      <p:cNvPr id="0" name="图片 333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40425" y="2684463"/>
                        <a:ext cx="828675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31" name="Text Box 83"/>
          <p:cNvSpPr txBox="1"/>
          <p:nvPr/>
        </p:nvSpPr>
        <p:spPr>
          <a:xfrm>
            <a:off x="354013" y="4648200"/>
            <a:ext cx="6781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即通过各球面的电场线总条数相等。</a:t>
            </a:r>
            <a:endParaRPr lang="zh-CN" altLang="en-US" sz="2800" dirty="0">
              <a:solidFill>
                <a:srgbClr val="0033CC"/>
              </a:solidFill>
              <a:ea typeface="楷体_GB2312" pitchFamily="49" charset="-122"/>
            </a:endParaRPr>
          </a:p>
        </p:txBody>
      </p:sp>
      <p:sp>
        <p:nvSpPr>
          <p:cNvPr id="27732" name="Text Box 84"/>
          <p:cNvSpPr txBox="1"/>
          <p:nvPr/>
        </p:nvSpPr>
        <p:spPr>
          <a:xfrm>
            <a:off x="304800" y="5334000"/>
            <a:ext cx="7867650" cy="566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FF3300"/>
                </a:solidFill>
                <a:ea typeface="楷体_GB2312" pitchFamily="49" charset="-122"/>
              </a:rPr>
              <a:t>说明</a:t>
            </a:r>
            <a:r>
              <a:rPr lang="zh-CN" altLang="en-US" sz="2800" dirty="0">
                <a:solidFill>
                  <a:srgbClr val="0000FF"/>
                </a:solidFill>
                <a:ea typeface="楷体_GB2312" pitchFamily="49" charset="-122"/>
              </a:rPr>
              <a:t>从 </a:t>
            </a:r>
            <a:r>
              <a:rPr lang="en-US" altLang="zh-CN" sz="2800" i="1" dirty="0">
                <a:solidFill>
                  <a:srgbClr val="0000FF"/>
                </a:solidFill>
                <a:ea typeface="楷体_GB2312" pitchFamily="49" charset="-122"/>
              </a:rPr>
              <a:t>q </a:t>
            </a:r>
            <a:r>
              <a:rPr lang="zh-CN" altLang="en-US" sz="2800" dirty="0">
                <a:solidFill>
                  <a:srgbClr val="0000FF"/>
                </a:solidFill>
                <a:ea typeface="楷体_GB2312" pitchFamily="49" charset="-122"/>
              </a:rPr>
              <a:t>发出的电场线连续地延伸到无穷远。</a:t>
            </a:r>
            <a:endParaRPr lang="zh-CN" altLang="en-US" sz="2800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54282" name="Oval 86"/>
          <p:cNvSpPr/>
          <p:nvPr/>
        </p:nvSpPr>
        <p:spPr>
          <a:xfrm>
            <a:off x="444500" y="1716088"/>
            <a:ext cx="1979613" cy="1979612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66CCFF"/>
              </a:gs>
            </a:gsLst>
            <a:path path="shape">
              <a:fillToRect l="50000" t="50000" r="50000" b="50000"/>
            </a:path>
            <a:tileRect/>
          </a:gra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sp>
        <p:nvSpPr>
          <p:cNvPr id="54283" name="Line 87"/>
          <p:cNvSpPr/>
          <p:nvPr/>
        </p:nvSpPr>
        <p:spPr>
          <a:xfrm>
            <a:off x="1438275" y="1412875"/>
            <a:ext cx="0" cy="2519363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stealth" w="med" len="lg"/>
            <a:tailEnd type="stealth" w="med" len="lg"/>
          </a:ln>
        </p:spPr>
      </p:sp>
      <p:sp>
        <p:nvSpPr>
          <p:cNvPr id="54284" name="Line 88"/>
          <p:cNvSpPr/>
          <p:nvPr/>
        </p:nvSpPr>
        <p:spPr>
          <a:xfrm flipH="1" flipV="1">
            <a:off x="214313" y="2708275"/>
            <a:ext cx="2519362" cy="1588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stealth" w="med" len="lg"/>
            <a:tailEnd type="stealth" w="med" len="lg"/>
          </a:ln>
        </p:spPr>
      </p:sp>
      <p:sp>
        <p:nvSpPr>
          <p:cNvPr id="54285" name="Line 89"/>
          <p:cNvSpPr/>
          <p:nvPr/>
        </p:nvSpPr>
        <p:spPr>
          <a:xfrm rot="1800000">
            <a:off x="1463675" y="1412875"/>
            <a:ext cx="0" cy="2519363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stealth" w="med" len="lg"/>
            <a:tailEnd type="stealth" w="med" len="lg"/>
          </a:ln>
        </p:spPr>
      </p:sp>
      <p:sp>
        <p:nvSpPr>
          <p:cNvPr id="54286" name="Line 90"/>
          <p:cNvSpPr/>
          <p:nvPr/>
        </p:nvSpPr>
        <p:spPr>
          <a:xfrm rot="3600000">
            <a:off x="1485900" y="1422400"/>
            <a:ext cx="0" cy="2519363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stealth" w="med" len="lg"/>
            <a:tailEnd type="stealth" w="med" len="lg"/>
          </a:ln>
        </p:spPr>
      </p:sp>
      <p:sp>
        <p:nvSpPr>
          <p:cNvPr id="54287" name="Line 91"/>
          <p:cNvSpPr/>
          <p:nvPr/>
        </p:nvSpPr>
        <p:spPr>
          <a:xfrm rot="7200000">
            <a:off x="1438275" y="1454150"/>
            <a:ext cx="0" cy="2519363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stealth" w="med" len="lg"/>
            <a:tailEnd type="stealth" w="med" len="lg"/>
          </a:ln>
        </p:spPr>
      </p:sp>
      <p:sp>
        <p:nvSpPr>
          <p:cNvPr id="54288" name="Line 92"/>
          <p:cNvSpPr/>
          <p:nvPr/>
        </p:nvSpPr>
        <p:spPr>
          <a:xfrm rot="9000000">
            <a:off x="1425575" y="1431925"/>
            <a:ext cx="0" cy="2519363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stealth" w="med" len="lg"/>
            <a:tailEnd type="stealth" w="med" len="lg"/>
          </a:ln>
        </p:spPr>
      </p:sp>
      <p:sp>
        <p:nvSpPr>
          <p:cNvPr id="54289" name="Oval 93"/>
          <p:cNvSpPr/>
          <p:nvPr/>
        </p:nvSpPr>
        <p:spPr>
          <a:xfrm>
            <a:off x="1293813" y="2565400"/>
            <a:ext cx="304800" cy="3048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333333"/>
                </a:solidFill>
              </a:rPr>
              <a:t>+</a:t>
            </a:r>
            <a:endParaRPr lang="en-US" altLang="zh-CN" sz="2800" dirty="0">
              <a:solidFill>
                <a:srgbClr val="333333"/>
              </a:solidFill>
            </a:endParaRPr>
          </a:p>
        </p:txBody>
      </p:sp>
      <p:grpSp>
        <p:nvGrpSpPr>
          <p:cNvPr id="54290" name="Group 95"/>
          <p:cNvGrpSpPr/>
          <p:nvPr/>
        </p:nvGrpSpPr>
        <p:grpSpPr>
          <a:xfrm>
            <a:off x="1971675" y="1268413"/>
            <a:ext cx="884238" cy="1000125"/>
            <a:chOff x="3806" y="1434"/>
            <a:chExt cx="557" cy="630"/>
          </a:xfrm>
        </p:grpSpPr>
        <p:sp>
          <p:nvSpPr>
            <p:cNvPr id="54291" name="Oval 96"/>
            <p:cNvSpPr/>
            <p:nvPr/>
          </p:nvSpPr>
          <p:spPr>
            <a:xfrm rot="-2357960">
              <a:off x="3806" y="1824"/>
              <a:ext cx="1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2C7CC"/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graphicFrame>
          <p:nvGraphicFramePr>
            <p:cNvPr id="54292" name="Object 5"/>
            <p:cNvGraphicFramePr>
              <a:graphicFrameLocks noChangeAspect="1"/>
            </p:cNvGraphicFramePr>
            <p:nvPr/>
          </p:nvGraphicFramePr>
          <p:xfrm>
            <a:off x="4059" y="1434"/>
            <a:ext cx="30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8" name="" r:id="rId13" imgW="268605" imgH="243205" progId="Equation.3">
                    <p:embed/>
                  </p:oleObj>
                </mc:Choice>
                <mc:Fallback>
                  <p:oleObj name="" r:id="rId13" imgW="268605" imgH="243205" progId="Equation.3">
                    <p:embed/>
                    <p:pic>
                      <p:nvPicPr>
                        <p:cNvPr id="0" name="图片 3337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59" y="1434"/>
                          <a:ext cx="304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93" name="Line 98"/>
            <p:cNvSpPr/>
            <p:nvPr/>
          </p:nvSpPr>
          <p:spPr>
            <a:xfrm rot="-433957" flipV="1">
              <a:off x="3872" y="1711"/>
              <a:ext cx="227" cy="212"/>
            </a:xfrm>
            <a:prstGeom prst="line">
              <a:avLst/>
            </a:prstGeom>
            <a:ln w="41275" cap="flat" cmpd="sng">
              <a:solidFill>
                <a:srgbClr val="0000FF"/>
              </a:solidFill>
              <a:prstDash val="solid"/>
              <a:headEnd type="none" w="med" len="med"/>
              <a:tailEnd type="arrow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2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27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2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7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7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92" grpId="0"/>
      <p:bldP spid="27731" grpId="0"/>
      <p:bldP spid="2773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8963" name="Text Box 3"/>
          <p:cNvSpPr txBox="1"/>
          <p:nvPr/>
        </p:nvSpPr>
        <p:spPr>
          <a:xfrm>
            <a:off x="192088" y="173038"/>
            <a:ext cx="84597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</a:rPr>
              <a:t>②设想任意闭合面</a:t>
            </a:r>
            <a:r>
              <a:rPr lang="en-US" altLang="zh-CN" sz="2800" i="1" dirty="0">
                <a:solidFill>
                  <a:srgbClr val="333333"/>
                </a:solidFill>
              </a:rPr>
              <a:t>S</a:t>
            </a:r>
            <a:r>
              <a:rPr lang="en-US" altLang="zh-CN" sz="2800" dirty="0">
                <a:solidFill>
                  <a:srgbClr val="333333"/>
                </a:solidFill>
                <a:sym typeface="Symbol" panose="05050102010706020507" pitchFamily="18" charset="2"/>
              </a:rPr>
              <a:t></a:t>
            </a:r>
            <a:r>
              <a:rPr lang="zh-CN" altLang="en-US" sz="2800" dirty="0">
                <a:solidFill>
                  <a:srgbClr val="333333"/>
                </a:solidFill>
              </a:rPr>
              <a:t>，且</a:t>
            </a:r>
            <a:r>
              <a:rPr lang="en-US" altLang="zh-CN" sz="2800" i="1" dirty="0">
                <a:solidFill>
                  <a:srgbClr val="333333"/>
                </a:solidFill>
              </a:rPr>
              <a:t>S</a:t>
            </a:r>
            <a:r>
              <a:rPr lang="en-US" altLang="zh-CN" sz="2800" dirty="0">
                <a:solidFill>
                  <a:srgbClr val="333333"/>
                </a:solidFill>
                <a:sym typeface="Symbol" panose="05050102010706020507" pitchFamily="18" charset="2"/>
              </a:rPr>
              <a:t></a:t>
            </a:r>
            <a:r>
              <a:rPr lang="zh-CN" altLang="en-US" sz="2800" dirty="0">
                <a:solidFill>
                  <a:srgbClr val="333333"/>
                </a:solidFill>
                <a:sym typeface="Symbol" panose="05050102010706020507" pitchFamily="18" charset="2"/>
              </a:rPr>
              <a:t>与</a:t>
            </a:r>
            <a:r>
              <a:rPr lang="en-US" altLang="zh-CN" sz="2800" i="1" dirty="0">
                <a:solidFill>
                  <a:srgbClr val="333333"/>
                </a:solidFill>
                <a:sym typeface="Symbol" panose="05050102010706020507" pitchFamily="18" charset="2"/>
              </a:rPr>
              <a:t>S</a:t>
            </a:r>
            <a:r>
              <a:rPr lang="zh-CN" altLang="en-US" sz="2800" dirty="0">
                <a:solidFill>
                  <a:srgbClr val="333333"/>
                </a:solidFill>
                <a:sym typeface="Symbol" panose="05050102010706020507" pitchFamily="18" charset="2"/>
              </a:rPr>
              <a:t>包围同一个点电荷</a:t>
            </a:r>
            <a:r>
              <a:rPr lang="en-US" altLang="zh-CN" sz="2800" i="1" dirty="0">
                <a:solidFill>
                  <a:srgbClr val="333333"/>
                </a:solidFill>
                <a:sym typeface="Symbol" panose="05050102010706020507" pitchFamily="18" charset="2"/>
              </a:rPr>
              <a:t>q</a:t>
            </a:r>
            <a:r>
              <a:rPr lang="zh-CN" altLang="en-US" sz="2800" dirty="0">
                <a:solidFill>
                  <a:srgbClr val="333333"/>
                </a:solidFill>
                <a:sym typeface="Symbol" panose="05050102010706020507" pitchFamily="18" charset="2"/>
              </a:rPr>
              <a:t>，</a:t>
            </a:r>
            <a:endParaRPr lang="zh-CN" altLang="en-US" sz="2800" dirty="0">
              <a:solidFill>
                <a:srgbClr val="333333"/>
              </a:solidFill>
              <a:sym typeface="Symbol" panose="05050102010706020507" pitchFamily="18" charset="2"/>
            </a:endParaRPr>
          </a:p>
        </p:txBody>
      </p:sp>
      <p:sp>
        <p:nvSpPr>
          <p:cNvPr id="168964" name="Text Box 4"/>
          <p:cNvSpPr txBox="1"/>
          <p:nvPr/>
        </p:nvSpPr>
        <p:spPr>
          <a:xfrm>
            <a:off x="204788" y="760413"/>
            <a:ext cx="53498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</a:rPr>
              <a:t>由电场线的连续性可知：</a:t>
            </a:r>
            <a:endParaRPr lang="zh-CN" altLang="en-US" sz="2800" dirty="0">
              <a:solidFill>
                <a:srgbClr val="333333"/>
              </a:solidFill>
            </a:endParaRPr>
          </a:p>
        </p:txBody>
      </p:sp>
      <p:graphicFrame>
        <p:nvGraphicFramePr>
          <p:cNvPr id="168967" name="Object 2"/>
          <p:cNvGraphicFramePr>
            <a:graphicFrameLocks noChangeAspect="1"/>
          </p:cNvGraphicFramePr>
          <p:nvPr/>
        </p:nvGraphicFramePr>
        <p:xfrm>
          <a:off x="2593975" y="2022475"/>
          <a:ext cx="140335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2" name="" r:id="rId1" imgW="1244600" imgH="825500" progId="Equation.DSMT4">
                  <p:embed/>
                </p:oleObj>
              </mc:Choice>
              <mc:Fallback>
                <p:oleObj name="" r:id="rId1" imgW="1244600" imgH="825500" progId="Equation.DSMT4">
                  <p:embed/>
                  <p:pic>
                    <p:nvPicPr>
                      <p:cNvPr id="0" name="图片 335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93975" y="2022475"/>
                        <a:ext cx="1403350" cy="854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68" name="AutoShape 8"/>
          <p:cNvSpPr/>
          <p:nvPr/>
        </p:nvSpPr>
        <p:spPr>
          <a:xfrm>
            <a:off x="222250" y="2563813"/>
            <a:ext cx="2087563" cy="762000"/>
          </a:xfrm>
          <a:prstGeom prst="cloudCallout">
            <a:avLst>
              <a:gd name="adj1" fmla="val 56157"/>
              <a:gd name="adj2" fmla="val 61042"/>
            </a:avLst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FFFF00"/>
                </a:solidFill>
                <a:ea typeface="楷体_GB2312" pitchFamily="49" charset="-122"/>
              </a:rPr>
              <a:t>看出</a:t>
            </a:r>
            <a:endParaRPr lang="zh-CN" altLang="en-US" sz="2800" dirty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168969" name="Text Box 9"/>
          <p:cNvSpPr txBox="1"/>
          <p:nvPr/>
        </p:nvSpPr>
        <p:spPr>
          <a:xfrm>
            <a:off x="2660650" y="2982913"/>
            <a:ext cx="37338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电通量与球面半径、</a:t>
            </a:r>
            <a:endParaRPr lang="zh-CN" altLang="en-US" sz="2800" dirty="0">
              <a:solidFill>
                <a:srgbClr val="FF0000"/>
              </a:solidFill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闭合曲面形状无关。</a:t>
            </a:r>
            <a:endParaRPr lang="zh-CN" altLang="en-US" sz="2800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21325" y="1322388"/>
            <a:ext cx="2847975" cy="2641600"/>
            <a:chOff x="3198" y="1494"/>
            <a:chExt cx="1794" cy="1664"/>
          </a:xfrm>
        </p:grpSpPr>
        <p:graphicFrame>
          <p:nvGraphicFramePr>
            <p:cNvPr id="55357" name="Object 10"/>
            <p:cNvGraphicFramePr>
              <a:graphicFrameLocks noChangeAspect="1"/>
            </p:cNvGraphicFramePr>
            <p:nvPr/>
          </p:nvGraphicFramePr>
          <p:xfrm>
            <a:off x="3198" y="1494"/>
            <a:ext cx="570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8" name="" r:id="rId3" imgW="799465" imgH="431800" progId="Equation.DSMT4">
                    <p:embed/>
                  </p:oleObj>
                </mc:Choice>
                <mc:Fallback>
                  <p:oleObj name="" r:id="rId3" imgW="799465" imgH="431800" progId="Equation.DSMT4">
                    <p:embed/>
                    <p:pic>
                      <p:nvPicPr>
                        <p:cNvPr id="0" name="图片 334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98" y="1494"/>
                          <a:ext cx="570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58" name="Object 11"/>
            <p:cNvGraphicFramePr>
              <a:graphicFrameLocks noChangeAspect="1"/>
            </p:cNvGraphicFramePr>
            <p:nvPr/>
          </p:nvGraphicFramePr>
          <p:xfrm>
            <a:off x="4102" y="2475"/>
            <a:ext cx="170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0" name="" r:id="rId5" imgW="215900" imgH="316865" progId="Equation.DSMT4">
                    <p:embed/>
                  </p:oleObj>
                </mc:Choice>
                <mc:Fallback>
                  <p:oleObj name="" r:id="rId5" imgW="215900" imgH="316865" progId="Equation.DSMT4">
                    <p:embed/>
                    <p:pic>
                      <p:nvPicPr>
                        <p:cNvPr id="0" name="图片 334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02" y="2475"/>
                          <a:ext cx="170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59" name="Object 12"/>
            <p:cNvGraphicFramePr>
              <a:graphicFrameLocks noChangeAspect="1"/>
            </p:cNvGraphicFramePr>
            <p:nvPr/>
          </p:nvGraphicFramePr>
          <p:xfrm>
            <a:off x="4600" y="1613"/>
            <a:ext cx="221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1" name="" r:id="rId7" imgW="317500" imgH="368300" progId="Equation.DSMT4">
                    <p:embed/>
                  </p:oleObj>
                </mc:Choice>
                <mc:Fallback>
                  <p:oleObj name="" r:id="rId7" imgW="317500" imgH="368300" progId="Equation.DSMT4">
                    <p:embed/>
                    <p:pic>
                      <p:nvPicPr>
                        <p:cNvPr id="0" name="图片 335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00" y="1613"/>
                          <a:ext cx="221" cy="2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5360" name="Group 20"/>
            <p:cNvGrpSpPr/>
            <p:nvPr/>
          </p:nvGrpSpPr>
          <p:grpSpPr>
            <a:xfrm>
              <a:off x="3504" y="1574"/>
              <a:ext cx="1488" cy="1584"/>
              <a:chOff x="1536" y="2784"/>
              <a:chExt cx="1536" cy="1536"/>
            </a:xfrm>
          </p:grpSpPr>
          <p:sp>
            <p:nvSpPr>
              <p:cNvPr id="55367" name="Line 21"/>
              <p:cNvSpPr/>
              <p:nvPr/>
            </p:nvSpPr>
            <p:spPr>
              <a:xfrm>
                <a:off x="2304" y="2832"/>
                <a:ext cx="0" cy="1440"/>
              </a:xfrm>
              <a:prstGeom prst="line">
                <a:avLst/>
              </a:prstGeom>
              <a:ln w="28575" cap="flat" cmpd="sng">
                <a:solidFill>
                  <a:srgbClr val="000099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55368" name="Line 22"/>
              <p:cNvSpPr/>
              <p:nvPr/>
            </p:nvSpPr>
            <p:spPr>
              <a:xfrm rot="-2562639">
                <a:off x="2304" y="2784"/>
                <a:ext cx="1" cy="1536"/>
              </a:xfrm>
              <a:prstGeom prst="line">
                <a:avLst/>
              </a:prstGeom>
              <a:ln w="28575" cap="flat" cmpd="sng">
                <a:solidFill>
                  <a:srgbClr val="000099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55369" name="Line 23"/>
              <p:cNvSpPr/>
              <p:nvPr/>
            </p:nvSpPr>
            <p:spPr>
              <a:xfrm rot="3082090">
                <a:off x="2309" y="2783"/>
                <a:ext cx="1" cy="1536"/>
              </a:xfrm>
              <a:prstGeom prst="line">
                <a:avLst/>
              </a:prstGeom>
              <a:ln w="28575" cap="flat" cmpd="sng">
                <a:solidFill>
                  <a:srgbClr val="000099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55370" name="Line 24"/>
              <p:cNvSpPr/>
              <p:nvPr/>
            </p:nvSpPr>
            <p:spPr>
              <a:xfrm>
                <a:off x="1536" y="3552"/>
                <a:ext cx="1536" cy="0"/>
              </a:xfrm>
              <a:prstGeom prst="line">
                <a:avLst/>
              </a:prstGeom>
              <a:ln w="28575" cap="flat" cmpd="sng">
                <a:solidFill>
                  <a:srgbClr val="000099"/>
                </a:solidFill>
                <a:prstDash val="solid"/>
                <a:headEnd type="triangle" w="med" len="med"/>
                <a:tailEnd type="triangle" w="med" len="med"/>
              </a:ln>
            </p:spPr>
          </p:sp>
        </p:grpSp>
        <p:sp>
          <p:nvSpPr>
            <p:cNvPr id="55361" name="Oval 25"/>
            <p:cNvSpPr/>
            <p:nvPr/>
          </p:nvSpPr>
          <p:spPr>
            <a:xfrm>
              <a:off x="3659" y="1796"/>
              <a:ext cx="1152" cy="110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399FF"/>
                </a:gs>
              </a:gsLst>
              <a:path path="shape">
                <a:fillToRect l="50000" t="50000" r="50000" b="50000"/>
              </a:path>
              <a:tileRect/>
            </a:gradFill>
            <a:ln w="412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800" dirty="0">
                <a:solidFill>
                  <a:srgbClr val="333333"/>
                </a:solidFill>
              </a:endParaRPr>
            </a:p>
          </p:txBody>
        </p:sp>
        <p:sp>
          <p:nvSpPr>
            <p:cNvPr id="55362" name="Line 26"/>
            <p:cNvSpPr/>
            <p:nvPr/>
          </p:nvSpPr>
          <p:spPr>
            <a:xfrm rot="-433957" flipV="1">
              <a:off x="4700" y="1850"/>
              <a:ext cx="247" cy="143"/>
            </a:xfrm>
            <a:prstGeom prst="line">
              <a:avLst/>
            </a:prstGeom>
            <a:ln w="41275" cap="flat" cmpd="sng">
              <a:solidFill>
                <a:srgbClr val="CC00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55363" name="Object 13"/>
            <p:cNvGraphicFramePr>
              <a:graphicFrameLocks noChangeAspect="1"/>
            </p:cNvGraphicFramePr>
            <p:nvPr/>
          </p:nvGraphicFramePr>
          <p:xfrm>
            <a:off x="4311" y="1992"/>
            <a:ext cx="164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4" name="" r:id="rId9" imgW="228600" imgH="304800" progId="Equation.DSMT4">
                    <p:embed/>
                  </p:oleObj>
                </mc:Choice>
                <mc:Fallback>
                  <p:oleObj name="" r:id="rId9" imgW="228600" imgH="304800" progId="Equation.DSMT4">
                    <p:embed/>
                    <p:pic>
                      <p:nvPicPr>
                        <p:cNvPr id="0" name="图片 335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311" y="1992"/>
                          <a:ext cx="164" cy="2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64" name="Line 28"/>
            <p:cNvSpPr/>
            <p:nvPr/>
          </p:nvSpPr>
          <p:spPr>
            <a:xfrm flipV="1">
              <a:off x="4285" y="1993"/>
              <a:ext cx="435" cy="3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sm" len="sm"/>
            </a:ln>
          </p:spPr>
        </p:sp>
        <p:sp>
          <p:nvSpPr>
            <p:cNvPr id="55365" name="Text Box 29"/>
            <p:cNvSpPr txBox="1"/>
            <p:nvPr/>
          </p:nvSpPr>
          <p:spPr>
            <a:xfrm>
              <a:off x="3648" y="2084"/>
              <a:ext cx="243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rgbClr val="333333"/>
                  </a:solidFill>
                </a:rPr>
                <a:t>S</a:t>
              </a:r>
              <a:endParaRPr lang="en-US" altLang="zh-CN" sz="2800" i="1" dirty="0">
                <a:solidFill>
                  <a:srgbClr val="333333"/>
                </a:solidFill>
              </a:endParaRPr>
            </a:p>
          </p:txBody>
        </p:sp>
        <p:sp>
          <p:nvSpPr>
            <p:cNvPr id="55366" name="Oval 30"/>
            <p:cNvSpPr/>
            <p:nvPr/>
          </p:nvSpPr>
          <p:spPr>
            <a:xfrm>
              <a:off x="4176" y="2294"/>
              <a:ext cx="144" cy="144"/>
            </a:xfrm>
            <a:prstGeom prst="ellipse">
              <a:avLst/>
            </a:prstGeom>
            <a:solidFill>
              <a:srgbClr val="FF0066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</p:grpSp>
      <p:grpSp>
        <p:nvGrpSpPr>
          <p:cNvPr id="4" name="Group 31"/>
          <p:cNvGrpSpPr/>
          <p:nvPr/>
        </p:nvGrpSpPr>
        <p:grpSpPr>
          <a:xfrm>
            <a:off x="5873750" y="1371600"/>
            <a:ext cx="2743200" cy="2438400"/>
            <a:chOff x="1728" y="1743"/>
            <a:chExt cx="1553" cy="1329"/>
          </a:xfrm>
        </p:grpSpPr>
        <p:sp>
          <p:nvSpPr>
            <p:cNvPr id="55349" name="Freeform 32"/>
            <p:cNvSpPr/>
            <p:nvPr/>
          </p:nvSpPr>
          <p:spPr>
            <a:xfrm>
              <a:off x="1728" y="1743"/>
              <a:ext cx="1553" cy="1329"/>
            </a:xfrm>
            <a:custGeom>
              <a:avLst/>
              <a:gdLst/>
              <a:ahLst/>
              <a:cxnLst>
                <a:cxn ang="0">
                  <a:pos x="55" y="280"/>
                </a:cxn>
                <a:cxn ang="0">
                  <a:pos x="146" y="245"/>
                </a:cxn>
                <a:cxn ang="0">
                  <a:pos x="182" y="210"/>
                </a:cxn>
                <a:cxn ang="0">
                  <a:pos x="255" y="175"/>
                </a:cxn>
                <a:cxn ang="0">
                  <a:pos x="291" y="157"/>
                </a:cxn>
                <a:cxn ang="0">
                  <a:pos x="582" y="69"/>
                </a:cxn>
                <a:cxn ang="0">
                  <a:pos x="1126" y="175"/>
                </a:cxn>
                <a:cxn ang="0">
                  <a:pos x="946" y="1054"/>
                </a:cxn>
                <a:cxn ang="0">
                  <a:pos x="691" y="1089"/>
                </a:cxn>
                <a:cxn ang="0">
                  <a:pos x="309" y="1071"/>
                </a:cxn>
                <a:cxn ang="0">
                  <a:pos x="127" y="896"/>
                </a:cxn>
                <a:cxn ang="0">
                  <a:pos x="0" y="438"/>
                </a:cxn>
                <a:cxn ang="0">
                  <a:pos x="91" y="297"/>
                </a:cxn>
                <a:cxn ang="0">
                  <a:pos x="146" y="245"/>
                </a:cxn>
              </a:cxnLst>
              <a:pathLst>
                <a:path w="1864" h="1622">
                  <a:moveTo>
                    <a:pt x="79" y="417"/>
                  </a:moveTo>
                  <a:cubicBezTo>
                    <a:pt x="108" y="407"/>
                    <a:pt x="181" y="387"/>
                    <a:pt x="210" y="365"/>
                  </a:cubicBezTo>
                  <a:cubicBezTo>
                    <a:pt x="230" y="350"/>
                    <a:pt x="241" y="326"/>
                    <a:pt x="262" y="312"/>
                  </a:cubicBezTo>
                  <a:cubicBezTo>
                    <a:pt x="294" y="290"/>
                    <a:pt x="332" y="277"/>
                    <a:pt x="367" y="260"/>
                  </a:cubicBezTo>
                  <a:cubicBezTo>
                    <a:pt x="384" y="251"/>
                    <a:pt x="419" y="234"/>
                    <a:pt x="419" y="234"/>
                  </a:cubicBezTo>
                  <a:cubicBezTo>
                    <a:pt x="510" y="53"/>
                    <a:pt x="589" y="122"/>
                    <a:pt x="838" y="103"/>
                  </a:cubicBezTo>
                  <a:cubicBezTo>
                    <a:pt x="1226" y="133"/>
                    <a:pt x="1450" y="0"/>
                    <a:pt x="1623" y="260"/>
                  </a:cubicBezTo>
                  <a:cubicBezTo>
                    <a:pt x="1621" y="356"/>
                    <a:pt x="1864" y="1474"/>
                    <a:pt x="1362" y="1569"/>
                  </a:cubicBezTo>
                  <a:cubicBezTo>
                    <a:pt x="1241" y="1592"/>
                    <a:pt x="1117" y="1604"/>
                    <a:pt x="995" y="1622"/>
                  </a:cubicBezTo>
                  <a:cubicBezTo>
                    <a:pt x="812" y="1613"/>
                    <a:pt x="628" y="1610"/>
                    <a:pt x="445" y="1595"/>
                  </a:cubicBezTo>
                  <a:cubicBezTo>
                    <a:pt x="307" y="1583"/>
                    <a:pt x="271" y="1420"/>
                    <a:pt x="183" y="1334"/>
                  </a:cubicBezTo>
                  <a:cubicBezTo>
                    <a:pt x="77" y="1120"/>
                    <a:pt x="29" y="889"/>
                    <a:pt x="0" y="653"/>
                  </a:cubicBezTo>
                  <a:cubicBezTo>
                    <a:pt x="28" y="512"/>
                    <a:pt x="12" y="505"/>
                    <a:pt x="131" y="443"/>
                  </a:cubicBezTo>
                  <a:cubicBezTo>
                    <a:pt x="163" y="348"/>
                    <a:pt x="130" y="365"/>
                    <a:pt x="210" y="365"/>
                  </a:cubicBezTo>
                </a:path>
              </a:pathLst>
            </a:custGeom>
            <a:gradFill rotWithShape="0">
              <a:gsLst>
                <a:gs pos="0">
                  <a:schemeClr val="bg1">
                    <a:alpha val="100000"/>
                  </a:schemeClr>
                </a:gs>
                <a:gs pos="100000">
                  <a:srgbClr val="C0C0C0">
                    <a:alpha val="100000"/>
                  </a:srgbClr>
                </a:gs>
              </a:gsLst>
              <a:path path="rect">
                <a:fillToRect l="50000" t="50000" r="50000" b="50000"/>
              </a:path>
              <a:tileRect/>
            </a:gradFill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5350" name="Oval 33"/>
            <p:cNvSpPr/>
            <p:nvPr/>
          </p:nvSpPr>
          <p:spPr>
            <a:xfrm>
              <a:off x="2001" y="1971"/>
              <a:ext cx="1040" cy="9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CCECFF"/>
                </a:gs>
              </a:gsLst>
              <a:path path="shape">
                <a:fillToRect l="50000" t="50000" r="50000" b="50000"/>
              </a:path>
              <a:tileRect/>
            </a:gradFill>
            <a:ln w="41275" cap="flat" cmpd="sng">
              <a:solidFill>
                <a:srgbClr val="990033"/>
              </a:solidFill>
              <a:prstDash val="sysDot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  <p:sp>
          <p:nvSpPr>
            <p:cNvPr id="55351" name="Oval 34"/>
            <p:cNvSpPr/>
            <p:nvPr/>
          </p:nvSpPr>
          <p:spPr>
            <a:xfrm>
              <a:off x="2479" y="2404"/>
              <a:ext cx="80" cy="78"/>
            </a:xfrm>
            <a:prstGeom prst="ellipse">
              <a:avLst/>
            </a:prstGeom>
            <a:solidFill>
              <a:srgbClr val="CC3300"/>
            </a:solidFill>
            <a:ln w="9525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  <p:sp>
          <p:nvSpPr>
            <p:cNvPr id="55352" name="Line 35"/>
            <p:cNvSpPr/>
            <p:nvPr/>
          </p:nvSpPr>
          <p:spPr>
            <a:xfrm flipV="1">
              <a:off x="2559" y="2168"/>
              <a:ext cx="359" cy="27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ysDot"/>
              <a:headEnd type="none" w="med" len="med"/>
              <a:tailEnd type="arrow" w="sm" len="sm"/>
            </a:ln>
          </p:spPr>
        </p:sp>
        <p:sp>
          <p:nvSpPr>
            <p:cNvPr id="55353" name="Line 36"/>
            <p:cNvSpPr/>
            <p:nvPr/>
          </p:nvSpPr>
          <p:spPr>
            <a:xfrm rot="-433957" flipV="1">
              <a:off x="2915" y="2012"/>
              <a:ext cx="206" cy="117"/>
            </a:xfrm>
            <a:prstGeom prst="line">
              <a:avLst/>
            </a:prstGeom>
            <a:ln w="41275" cap="flat" cmpd="sng">
              <a:solidFill>
                <a:srgbClr val="CC0000"/>
              </a:solidFill>
              <a:prstDash val="sysDot"/>
              <a:headEnd type="none" w="med" len="med"/>
              <a:tailEnd type="triangle" w="med" len="med"/>
            </a:ln>
          </p:spPr>
        </p:sp>
        <p:graphicFrame>
          <p:nvGraphicFramePr>
            <p:cNvPr id="55354" name="Object 7"/>
            <p:cNvGraphicFramePr>
              <a:graphicFrameLocks noChangeAspect="1"/>
            </p:cNvGraphicFramePr>
            <p:nvPr/>
          </p:nvGraphicFramePr>
          <p:xfrm>
            <a:off x="2593" y="2124"/>
            <a:ext cx="229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3" name="" r:id="rId11" imgW="285115" imgH="386080" progId="Equation.DSMT4">
                    <p:embed/>
                  </p:oleObj>
                </mc:Choice>
                <mc:Fallback>
                  <p:oleObj name="" r:id="rId11" imgW="285115" imgH="386080" progId="Equation.DSMT4">
                    <p:embed/>
                    <p:pic>
                      <p:nvPicPr>
                        <p:cNvPr id="0" name="图片 3352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5F5F5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93" y="2124"/>
                          <a:ext cx="229" cy="2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55" name="Object 8"/>
            <p:cNvGraphicFramePr>
              <a:graphicFrameLocks noChangeAspect="1"/>
            </p:cNvGraphicFramePr>
            <p:nvPr/>
          </p:nvGraphicFramePr>
          <p:xfrm>
            <a:off x="2448" y="2530"/>
            <a:ext cx="140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9" name="" r:id="rId13" imgW="268605" imgH="394335" progId="Equation.DSMT4">
                    <p:embed/>
                  </p:oleObj>
                </mc:Choice>
                <mc:Fallback>
                  <p:oleObj name="" r:id="rId13" imgW="268605" imgH="394335" progId="Equation.DSMT4">
                    <p:embed/>
                    <p:pic>
                      <p:nvPicPr>
                        <p:cNvPr id="0" name="图片 3348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5F5F5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48" y="2530"/>
                          <a:ext cx="140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56" name="Object 9"/>
            <p:cNvGraphicFramePr>
              <a:graphicFrameLocks noChangeAspect="1"/>
            </p:cNvGraphicFramePr>
            <p:nvPr/>
          </p:nvGraphicFramePr>
          <p:xfrm>
            <a:off x="2848" y="1861"/>
            <a:ext cx="183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5" name="" r:id="rId15" imgW="394335" imgH="436245" progId="Equation.3">
                    <p:embed/>
                  </p:oleObj>
                </mc:Choice>
                <mc:Fallback>
                  <p:oleObj name="" r:id="rId15" imgW="394335" imgH="436245" progId="Equation.3">
                    <p:embed/>
                    <p:pic>
                      <p:nvPicPr>
                        <p:cNvPr id="0" name="图片 3354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5F5F5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48" y="1861"/>
                          <a:ext cx="183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40"/>
          <p:cNvGrpSpPr/>
          <p:nvPr/>
        </p:nvGrpSpPr>
        <p:grpSpPr>
          <a:xfrm>
            <a:off x="5794375" y="1365250"/>
            <a:ext cx="2895600" cy="2743200"/>
            <a:chOff x="1536" y="2784"/>
            <a:chExt cx="1536" cy="1536"/>
          </a:xfrm>
        </p:grpSpPr>
        <p:sp>
          <p:nvSpPr>
            <p:cNvPr id="55345" name="Line 41"/>
            <p:cNvSpPr/>
            <p:nvPr/>
          </p:nvSpPr>
          <p:spPr>
            <a:xfrm>
              <a:off x="2304" y="2832"/>
              <a:ext cx="0" cy="144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dash"/>
              <a:headEnd type="triangle" w="med" len="med"/>
              <a:tailEnd type="triangle" w="med" len="med"/>
            </a:ln>
          </p:spPr>
        </p:sp>
        <p:sp>
          <p:nvSpPr>
            <p:cNvPr id="55346" name="Line 42"/>
            <p:cNvSpPr/>
            <p:nvPr/>
          </p:nvSpPr>
          <p:spPr>
            <a:xfrm rot="-2562639">
              <a:off x="2304" y="2784"/>
              <a:ext cx="1" cy="1536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dash"/>
              <a:headEnd type="triangle" w="med" len="med"/>
              <a:tailEnd type="triangle" w="med" len="med"/>
            </a:ln>
          </p:spPr>
        </p:sp>
        <p:sp>
          <p:nvSpPr>
            <p:cNvPr id="55347" name="Line 43"/>
            <p:cNvSpPr/>
            <p:nvPr/>
          </p:nvSpPr>
          <p:spPr>
            <a:xfrm rot="3082090">
              <a:off x="2304" y="2783"/>
              <a:ext cx="1" cy="1536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dash"/>
              <a:headEnd type="triangle" w="med" len="med"/>
              <a:tailEnd type="triangle" w="med" len="med"/>
            </a:ln>
          </p:spPr>
        </p:sp>
        <p:sp>
          <p:nvSpPr>
            <p:cNvPr id="55348" name="Line 44"/>
            <p:cNvSpPr/>
            <p:nvPr/>
          </p:nvSpPr>
          <p:spPr>
            <a:xfrm>
              <a:off x="1536" y="3552"/>
              <a:ext cx="1536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dash"/>
              <a:headEnd type="triangle" w="med" len="med"/>
              <a:tailEnd type="triangle" w="med" len="med"/>
            </a:ln>
          </p:spPr>
        </p:sp>
      </p:grpSp>
      <p:sp>
        <p:nvSpPr>
          <p:cNvPr id="169005" name="Text Box 45"/>
          <p:cNvSpPr txBox="1"/>
          <p:nvPr/>
        </p:nvSpPr>
        <p:spPr>
          <a:xfrm>
            <a:off x="5903913" y="2020888"/>
            <a:ext cx="6254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i="1" dirty="0">
                <a:solidFill>
                  <a:srgbClr val="333333"/>
                </a:solidFill>
              </a:rPr>
              <a:t>S</a:t>
            </a:r>
            <a:r>
              <a:rPr lang="en-US" altLang="zh-CN" sz="2800" dirty="0">
                <a:solidFill>
                  <a:srgbClr val="333333"/>
                </a:solidFill>
                <a:sym typeface="Symbol" panose="05050102010706020507" pitchFamily="18" charset="2"/>
              </a:rPr>
              <a:t></a:t>
            </a:r>
            <a:endParaRPr lang="en-US" altLang="zh-CN" sz="2800" dirty="0">
              <a:solidFill>
                <a:srgbClr val="333333"/>
              </a:solidFill>
            </a:endParaRPr>
          </a:p>
        </p:txBody>
      </p:sp>
      <p:sp>
        <p:nvSpPr>
          <p:cNvPr id="169006" name="Text Box 46"/>
          <p:cNvSpPr txBox="1"/>
          <p:nvPr/>
        </p:nvSpPr>
        <p:spPr>
          <a:xfrm>
            <a:off x="6457950" y="2092325"/>
            <a:ext cx="3857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i="1" dirty="0">
                <a:solidFill>
                  <a:srgbClr val="4D4D4D"/>
                </a:solidFill>
                <a:ea typeface="楷体_GB2312" pitchFamily="49" charset="-122"/>
              </a:rPr>
              <a:t>S</a:t>
            </a:r>
            <a:endParaRPr lang="en-US" altLang="zh-CN" sz="2800" i="1" dirty="0">
              <a:solidFill>
                <a:srgbClr val="4D4D4D"/>
              </a:solidFill>
              <a:ea typeface="楷体_GB2312" pitchFamily="49" charset="-122"/>
            </a:endParaRPr>
          </a:p>
        </p:txBody>
      </p:sp>
      <p:sp>
        <p:nvSpPr>
          <p:cNvPr id="169007" name="Freeform 47"/>
          <p:cNvSpPr/>
          <p:nvPr/>
        </p:nvSpPr>
        <p:spPr>
          <a:xfrm>
            <a:off x="6600825" y="1876425"/>
            <a:ext cx="1538288" cy="1646238"/>
          </a:xfrm>
          <a:custGeom>
            <a:avLst/>
            <a:gdLst/>
            <a:ahLst/>
            <a:cxnLst>
              <a:cxn ang="0">
                <a:pos x="264617286" y="346340844"/>
              </a:cxn>
              <a:cxn ang="0">
                <a:pos x="990422522" y="127452778"/>
              </a:cxn>
              <a:cxn ang="0">
                <a:pos x="1517134556" y="55414468"/>
              </a:cxn>
              <a:cxn ang="0">
                <a:pos x="1847275925" y="274300870"/>
              </a:cxn>
              <a:cxn ang="0">
                <a:pos x="2046367540" y="418379153"/>
              </a:cxn>
              <a:cxn ang="0">
                <a:pos x="2147483646" y="853382148"/>
              </a:cxn>
              <a:cxn ang="0">
                <a:pos x="2147483646" y="1144306858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11891624" y="2147483646"/>
              </a:cxn>
              <a:cxn ang="0">
                <a:pos x="1978324093" y="2147483646"/>
              </a:cxn>
              <a:cxn ang="0">
                <a:pos x="1386086388" y="2147483646"/>
              </a:cxn>
              <a:cxn ang="0">
                <a:pos x="660281152" y="2147483646"/>
              </a:cxn>
              <a:cxn ang="0">
                <a:pos x="594757068" y="2147483646"/>
              </a:cxn>
              <a:cxn ang="0">
                <a:pos x="395665454" y="2147483646"/>
              </a:cxn>
              <a:cxn ang="0">
                <a:pos x="264617286" y="2147483646"/>
              </a:cxn>
              <a:cxn ang="0">
                <a:pos x="65524084" y="1651349827"/>
              </a:cxn>
              <a:cxn ang="0">
                <a:pos x="0" y="1507271543"/>
              </a:cxn>
              <a:cxn ang="0">
                <a:pos x="65524084" y="709303864"/>
              </a:cxn>
              <a:cxn ang="0">
                <a:pos x="196572251" y="637265554"/>
              </a:cxn>
              <a:cxn ang="0">
                <a:pos x="264617286" y="418379153"/>
              </a:cxn>
              <a:cxn ang="0">
                <a:pos x="395665454" y="346340844"/>
              </a:cxn>
              <a:cxn ang="0">
                <a:pos x="264617286" y="346340844"/>
              </a:cxn>
            </a:cxnLst>
            <a:pathLst>
              <a:path w="969" h="989">
                <a:moveTo>
                  <a:pt x="105" y="125"/>
                </a:moveTo>
                <a:cubicBezTo>
                  <a:pt x="206" y="105"/>
                  <a:pt x="292" y="63"/>
                  <a:pt x="393" y="46"/>
                </a:cubicBezTo>
                <a:cubicBezTo>
                  <a:pt x="462" y="34"/>
                  <a:pt x="532" y="29"/>
                  <a:pt x="602" y="20"/>
                </a:cubicBezTo>
                <a:cubicBezTo>
                  <a:pt x="829" y="76"/>
                  <a:pt x="635" y="0"/>
                  <a:pt x="733" y="99"/>
                </a:cubicBezTo>
                <a:cubicBezTo>
                  <a:pt x="755" y="121"/>
                  <a:pt x="789" y="129"/>
                  <a:pt x="812" y="151"/>
                </a:cubicBezTo>
                <a:cubicBezTo>
                  <a:pt x="842" y="211"/>
                  <a:pt x="882" y="249"/>
                  <a:pt x="916" y="308"/>
                </a:cubicBezTo>
                <a:cubicBezTo>
                  <a:pt x="936" y="342"/>
                  <a:pt x="969" y="413"/>
                  <a:pt x="969" y="413"/>
                </a:cubicBezTo>
                <a:cubicBezTo>
                  <a:pt x="960" y="535"/>
                  <a:pt x="956" y="658"/>
                  <a:pt x="942" y="779"/>
                </a:cubicBezTo>
                <a:cubicBezTo>
                  <a:pt x="939" y="807"/>
                  <a:pt x="936" y="838"/>
                  <a:pt x="916" y="858"/>
                </a:cubicBezTo>
                <a:cubicBezTo>
                  <a:pt x="897" y="877"/>
                  <a:pt x="864" y="875"/>
                  <a:pt x="838" y="884"/>
                </a:cubicBezTo>
                <a:cubicBezTo>
                  <a:pt x="820" y="902"/>
                  <a:pt x="808" y="927"/>
                  <a:pt x="785" y="937"/>
                </a:cubicBezTo>
                <a:cubicBezTo>
                  <a:pt x="711" y="969"/>
                  <a:pt x="628" y="970"/>
                  <a:pt x="550" y="989"/>
                </a:cubicBezTo>
                <a:cubicBezTo>
                  <a:pt x="454" y="980"/>
                  <a:pt x="355" y="987"/>
                  <a:pt x="262" y="963"/>
                </a:cubicBezTo>
                <a:cubicBezTo>
                  <a:pt x="243" y="958"/>
                  <a:pt x="248" y="925"/>
                  <a:pt x="236" y="910"/>
                </a:cubicBezTo>
                <a:cubicBezTo>
                  <a:pt x="213" y="881"/>
                  <a:pt x="183" y="858"/>
                  <a:pt x="157" y="832"/>
                </a:cubicBezTo>
                <a:cubicBezTo>
                  <a:pt x="139" y="814"/>
                  <a:pt x="105" y="779"/>
                  <a:pt x="105" y="779"/>
                </a:cubicBezTo>
                <a:cubicBezTo>
                  <a:pt x="66" y="665"/>
                  <a:pt x="90" y="724"/>
                  <a:pt x="26" y="596"/>
                </a:cubicBezTo>
                <a:cubicBezTo>
                  <a:pt x="17" y="579"/>
                  <a:pt x="0" y="544"/>
                  <a:pt x="0" y="544"/>
                </a:cubicBezTo>
                <a:cubicBezTo>
                  <a:pt x="9" y="448"/>
                  <a:pt x="3" y="350"/>
                  <a:pt x="26" y="256"/>
                </a:cubicBezTo>
                <a:cubicBezTo>
                  <a:pt x="31" y="237"/>
                  <a:pt x="66" y="245"/>
                  <a:pt x="78" y="230"/>
                </a:cubicBezTo>
                <a:cubicBezTo>
                  <a:pt x="95" y="208"/>
                  <a:pt x="88" y="173"/>
                  <a:pt x="105" y="151"/>
                </a:cubicBezTo>
                <a:cubicBezTo>
                  <a:pt x="117" y="136"/>
                  <a:pt x="157" y="144"/>
                  <a:pt x="157" y="125"/>
                </a:cubicBezTo>
                <a:cubicBezTo>
                  <a:pt x="157" y="108"/>
                  <a:pt x="122" y="125"/>
                  <a:pt x="105" y="125"/>
                </a:cubicBezTo>
                <a:close/>
              </a:path>
            </a:pathLst>
          </a:custGeom>
          <a:noFill/>
          <a:ln w="38100" cap="flat" cmpd="sng">
            <a:solidFill>
              <a:srgbClr val="FF0066">
                <a:alpha val="100000"/>
              </a:srgbClr>
            </a:solidFill>
            <a:prstDash val="sysDot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69009" name="Text Box 49"/>
          <p:cNvSpPr txBox="1"/>
          <p:nvPr/>
        </p:nvSpPr>
        <p:spPr>
          <a:xfrm>
            <a:off x="3465513" y="2503488"/>
            <a:ext cx="417512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800" dirty="0">
                <a:solidFill>
                  <a:srgbClr val="333333"/>
                </a:solidFill>
              </a:rPr>
              <a:t>内</a:t>
            </a:r>
            <a:endParaRPr lang="zh-CN" altLang="en-US" sz="1800" dirty="0">
              <a:solidFill>
                <a:srgbClr val="333333"/>
              </a:solidFill>
            </a:endParaRPr>
          </a:p>
        </p:txBody>
      </p:sp>
      <p:graphicFrame>
        <p:nvGraphicFramePr>
          <p:cNvPr id="169017" name="Object 3"/>
          <p:cNvGraphicFramePr>
            <a:graphicFrameLocks noChangeAspect="1"/>
          </p:cNvGraphicFramePr>
          <p:nvPr>
            <p:ph/>
          </p:nvPr>
        </p:nvGraphicFramePr>
        <p:xfrm>
          <a:off x="2846388" y="1414463"/>
          <a:ext cx="126047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" name="" r:id="rId17" imgW="1167765" imgH="571500" progId="Equation.DSMT4">
                  <p:embed/>
                </p:oleObj>
              </mc:Choice>
              <mc:Fallback>
                <p:oleObj name="" r:id="rId17" imgW="1167765" imgH="571500" progId="Equation.DSMT4">
                  <p:embed/>
                  <p:pic>
                    <p:nvPicPr>
                      <p:cNvPr id="0" name="图片 3358"/>
                      <p:cNvPicPr/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>
                      <a:xfrm>
                        <a:off x="2846388" y="1414463"/>
                        <a:ext cx="1260475" cy="6159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019" name="Object 4"/>
          <p:cNvGraphicFramePr>
            <a:graphicFrameLocks noChangeAspect="1"/>
          </p:cNvGraphicFramePr>
          <p:nvPr/>
        </p:nvGraphicFramePr>
        <p:xfrm>
          <a:off x="1117600" y="1411288"/>
          <a:ext cx="169227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8" name="" r:id="rId19" imgW="1587500" imgH="571500" progId="Equation.DSMT4">
                  <p:embed/>
                </p:oleObj>
              </mc:Choice>
              <mc:Fallback>
                <p:oleObj name="" r:id="rId19" imgW="1587500" imgH="571500" progId="Equation.DSMT4">
                  <p:embed/>
                  <p:pic>
                    <p:nvPicPr>
                      <p:cNvPr id="0" name="图片 335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17600" y="1411288"/>
                        <a:ext cx="1692275" cy="636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020" name="Oval 60"/>
          <p:cNvSpPr/>
          <p:nvPr/>
        </p:nvSpPr>
        <p:spPr>
          <a:xfrm>
            <a:off x="1154113" y="1616075"/>
            <a:ext cx="144462" cy="144463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333333"/>
              </a:solidFill>
            </a:endParaRPr>
          </a:p>
        </p:txBody>
      </p:sp>
      <p:sp>
        <p:nvSpPr>
          <p:cNvPr id="169021" name="Oval 61"/>
          <p:cNvSpPr/>
          <p:nvPr/>
        </p:nvSpPr>
        <p:spPr>
          <a:xfrm>
            <a:off x="2882900" y="1651000"/>
            <a:ext cx="144463" cy="144463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333333"/>
              </a:solidFill>
            </a:endParaRPr>
          </a:p>
        </p:txBody>
      </p:sp>
      <p:sp>
        <p:nvSpPr>
          <p:cNvPr id="55314" name="Slide Number Placeholder 3"/>
          <p:cNvSpPr txBox="1">
            <a:spLocks noGrp="1"/>
          </p:cNvSpPr>
          <p:nvPr>
            <p:ph type="sldNum" sz="quarter" idx="4"/>
          </p:nvPr>
        </p:nvSpPr>
        <p:spPr>
          <a:xfrm>
            <a:off x="7239000" y="6400800"/>
            <a:ext cx="1905000" cy="457200"/>
          </a:xfrm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55" name="Text Box 3"/>
          <p:cNvSpPr txBox="1"/>
          <p:nvPr/>
        </p:nvSpPr>
        <p:spPr>
          <a:xfrm>
            <a:off x="230188" y="3883025"/>
            <a:ext cx="77025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</a:rPr>
              <a:t>③若球面</a:t>
            </a:r>
            <a:r>
              <a:rPr lang="en-US" altLang="zh-CN" sz="2800" i="1" dirty="0">
                <a:solidFill>
                  <a:srgbClr val="333333"/>
                </a:solidFill>
              </a:rPr>
              <a:t>S</a:t>
            </a:r>
            <a:r>
              <a:rPr lang="en-US" altLang="zh-CN" sz="2800" dirty="0">
                <a:solidFill>
                  <a:srgbClr val="333333"/>
                </a:solidFill>
              </a:rPr>
              <a:t> </a:t>
            </a:r>
            <a:r>
              <a:rPr lang="zh-CN" altLang="en-US" sz="2800" dirty="0">
                <a:solidFill>
                  <a:srgbClr val="333333"/>
                </a:solidFill>
              </a:rPr>
              <a:t>或任意曲面</a:t>
            </a:r>
            <a:r>
              <a:rPr lang="en-US" altLang="zh-CN" sz="2800" i="1" dirty="0">
                <a:solidFill>
                  <a:srgbClr val="333333"/>
                </a:solidFill>
              </a:rPr>
              <a:t>S</a:t>
            </a:r>
            <a:r>
              <a:rPr lang="en-US" altLang="zh-CN" sz="2800" dirty="0">
                <a:solidFill>
                  <a:srgbClr val="333333"/>
                </a:solidFill>
                <a:sym typeface="Symbol" panose="05050102010706020507" pitchFamily="18" charset="2"/>
              </a:rPr>
              <a:t></a:t>
            </a:r>
            <a:r>
              <a:rPr lang="zh-CN" altLang="en-US" sz="2800" dirty="0">
                <a:solidFill>
                  <a:srgbClr val="333333"/>
                </a:solidFill>
                <a:sym typeface="Symbol" panose="05050102010706020507" pitchFamily="18" charset="2"/>
              </a:rPr>
              <a:t>不包围电荷</a:t>
            </a:r>
            <a:r>
              <a:rPr lang="en-US" altLang="zh-CN" sz="2800" i="1" dirty="0">
                <a:solidFill>
                  <a:srgbClr val="333333"/>
                </a:solidFill>
                <a:sym typeface="Symbol" panose="05050102010706020507" pitchFamily="18" charset="2"/>
              </a:rPr>
              <a:t>q</a:t>
            </a:r>
            <a:endParaRPr lang="en-US" altLang="zh-CN" sz="2800" i="1" dirty="0">
              <a:solidFill>
                <a:srgbClr val="333333"/>
              </a:solidFill>
            </a:endParaRPr>
          </a:p>
        </p:txBody>
      </p:sp>
      <p:grpSp>
        <p:nvGrpSpPr>
          <p:cNvPr id="6" name="Group 4"/>
          <p:cNvGrpSpPr/>
          <p:nvPr/>
        </p:nvGrpSpPr>
        <p:grpSpPr>
          <a:xfrm>
            <a:off x="6273800" y="5548313"/>
            <a:ext cx="215900" cy="423862"/>
            <a:chOff x="3888" y="3600"/>
            <a:chExt cx="187" cy="336"/>
          </a:xfrm>
        </p:grpSpPr>
        <p:graphicFrame>
          <p:nvGraphicFramePr>
            <p:cNvPr id="55343" name="Object 14"/>
            <p:cNvGraphicFramePr>
              <a:graphicFrameLocks noChangeAspect="1"/>
            </p:cNvGraphicFramePr>
            <p:nvPr/>
          </p:nvGraphicFramePr>
          <p:xfrm>
            <a:off x="3913" y="3696"/>
            <a:ext cx="16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0" name="" r:id="rId21" imgW="215900" imgH="316865" progId="Equation.DSMT4">
                    <p:embed/>
                  </p:oleObj>
                </mc:Choice>
                <mc:Fallback>
                  <p:oleObj name="" r:id="rId21" imgW="215900" imgH="316865" progId="Equation.DSMT4">
                    <p:embed/>
                    <p:pic>
                      <p:nvPicPr>
                        <p:cNvPr id="0" name="图片 3359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913" y="3696"/>
                          <a:ext cx="162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44" name="Oval 6"/>
            <p:cNvSpPr/>
            <p:nvPr/>
          </p:nvSpPr>
          <p:spPr>
            <a:xfrm>
              <a:off x="3888" y="3600"/>
              <a:ext cx="96" cy="96"/>
            </a:xfrm>
            <a:prstGeom prst="ellipse">
              <a:avLst/>
            </a:prstGeom>
            <a:solidFill>
              <a:srgbClr val="CC33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54800" y="4176713"/>
            <a:ext cx="2057400" cy="1905000"/>
            <a:chOff x="960" y="1584"/>
            <a:chExt cx="1889" cy="1632"/>
          </a:xfrm>
        </p:grpSpPr>
        <p:sp>
          <p:nvSpPr>
            <p:cNvPr id="55341" name="Freeform 8"/>
            <p:cNvSpPr/>
            <p:nvPr/>
          </p:nvSpPr>
          <p:spPr>
            <a:xfrm>
              <a:off x="960" y="1584"/>
              <a:ext cx="1889" cy="1632"/>
            </a:xfrm>
            <a:custGeom>
              <a:avLst/>
              <a:gdLst/>
              <a:ahLst/>
              <a:cxnLst>
                <a:cxn ang="0">
                  <a:pos x="81" y="423"/>
                </a:cxn>
                <a:cxn ang="0">
                  <a:pos x="216" y="369"/>
                </a:cxn>
                <a:cxn ang="0">
                  <a:pos x="270" y="316"/>
                </a:cxn>
                <a:cxn ang="0">
                  <a:pos x="377" y="264"/>
                </a:cxn>
                <a:cxn ang="0">
                  <a:pos x="431" y="236"/>
                </a:cxn>
                <a:cxn ang="0">
                  <a:pos x="860" y="105"/>
                </a:cxn>
                <a:cxn ang="0">
                  <a:pos x="1667" y="264"/>
                </a:cxn>
                <a:cxn ang="0">
                  <a:pos x="1399" y="1589"/>
                </a:cxn>
                <a:cxn ang="0">
                  <a:pos x="1022" y="1642"/>
                </a:cxn>
                <a:cxn ang="0">
                  <a:pos x="457" y="1615"/>
                </a:cxn>
                <a:cxn ang="0">
                  <a:pos x="187" y="1350"/>
                </a:cxn>
                <a:cxn ang="0">
                  <a:pos x="0" y="661"/>
                </a:cxn>
                <a:cxn ang="0">
                  <a:pos x="135" y="449"/>
                </a:cxn>
                <a:cxn ang="0">
                  <a:pos x="216" y="369"/>
                </a:cxn>
              </a:cxnLst>
              <a:pathLst>
                <a:path w="1864" h="1622">
                  <a:moveTo>
                    <a:pt x="79" y="417"/>
                  </a:moveTo>
                  <a:cubicBezTo>
                    <a:pt x="108" y="407"/>
                    <a:pt x="181" y="387"/>
                    <a:pt x="210" y="365"/>
                  </a:cubicBezTo>
                  <a:cubicBezTo>
                    <a:pt x="230" y="350"/>
                    <a:pt x="241" y="326"/>
                    <a:pt x="262" y="312"/>
                  </a:cubicBezTo>
                  <a:cubicBezTo>
                    <a:pt x="294" y="290"/>
                    <a:pt x="332" y="277"/>
                    <a:pt x="367" y="260"/>
                  </a:cubicBezTo>
                  <a:cubicBezTo>
                    <a:pt x="384" y="251"/>
                    <a:pt x="419" y="234"/>
                    <a:pt x="419" y="234"/>
                  </a:cubicBezTo>
                  <a:cubicBezTo>
                    <a:pt x="510" y="53"/>
                    <a:pt x="589" y="122"/>
                    <a:pt x="838" y="103"/>
                  </a:cubicBezTo>
                  <a:cubicBezTo>
                    <a:pt x="1226" y="133"/>
                    <a:pt x="1450" y="0"/>
                    <a:pt x="1623" y="260"/>
                  </a:cubicBezTo>
                  <a:cubicBezTo>
                    <a:pt x="1621" y="356"/>
                    <a:pt x="1864" y="1474"/>
                    <a:pt x="1362" y="1569"/>
                  </a:cubicBezTo>
                  <a:cubicBezTo>
                    <a:pt x="1241" y="1592"/>
                    <a:pt x="1117" y="1604"/>
                    <a:pt x="995" y="1622"/>
                  </a:cubicBezTo>
                  <a:cubicBezTo>
                    <a:pt x="812" y="1613"/>
                    <a:pt x="628" y="1610"/>
                    <a:pt x="445" y="1595"/>
                  </a:cubicBezTo>
                  <a:cubicBezTo>
                    <a:pt x="307" y="1583"/>
                    <a:pt x="271" y="1420"/>
                    <a:pt x="183" y="1334"/>
                  </a:cubicBezTo>
                  <a:cubicBezTo>
                    <a:pt x="77" y="1120"/>
                    <a:pt x="29" y="889"/>
                    <a:pt x="0" y="653"/>
                  </a:cubicBezTo>
                  <a:cubicBezTo>
                    <a:pt x="28" y="512"/>
                    <a:pt x="12" y="505"/>
                    <a:pt x="131" y="443"/>
                  </a:cubicBezTo>
                  <a:cubicBezTo>
                    <a:pt x="163" y="348"/>
                    <a:pt x="130" y="365"/>
                    <a:pt x="210" y="365"/>
                  </a:cubicBezTo>
                </a:path>
              </a:pathLst>
            </a:custGeom>
            <a:gradFill rotWithShape="0">
              <a:gsLst>
                <a:gs pos="0">
                  <a:schemeClr val="bg1">
                    <a:alpha val="100000"/>
                  </a:schemeClr>
                </a:gs>
                <a:gs pos="100000">
                  <a:srgbClr val="C0C0C0">
                    <a:alpha val="100000"/>
                  </a:srgbClr>
                </a:gs>
              </a:gsLst>
              <a:path path="rect">
                <a:fillToRect l="50000" t="50000" r="50000" b="50000"/>
              </a:path>
              <a:tileRect/>
            </a:gradFill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5342" name="Oval 9"/>
            <p:cNvSpPr/>
            <p:nvPr/>
          </p:nvSpPr>
          <p:spPr>
            <a:xfrm>
              <a:off x="1292" y="1864"/>
              <a:ext cx="1265" cy="12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CCECFF"/>
                </a:gs>
              </a:gsLst>
              <a:path path="shape">
                <a:fillToRect l="50000" t="50000" r="50000" b="50000"/>
              </a:path>
              <a:tileRect/>
            </a:gradFill>
            <a:ln w="41275" cap="flat" cmpd="sng">
              <a:solidFill>
                <a:schemeClr val="tx2"/>
              </a:solidFill>
              <a:prstDash val="sysDot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</p:grpSp>
      <p:sp>
        <p:nvSpPr>
          <p:cNvPr id="62" name="Text Box 10"/>
          <p:cNvSpPr txBox="1"/>
          <p:nvPr/>
        </p:nvSpPr>
        <p:spPr>
          <a:xfrm>
            <a:off x="6731000" y="4557713"/>
            <a:ext cx="6858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i="1" dirty="0">
                <a:solidFill>
                  <a:srgbClr val="333333"/>
                </a:solidFill>
              </a:rPr>
              <a:t>S</a:t>
            </a:r>
            <a:r>
              <a:rPr lang="en-US" altLang="zh-CN" sz="2800" dirty="0">
                <a:solidFill>
                  <a:srgbClr val="333333"/>
                </a:solidFill>
                <a:sym typeface="Symbol" panose="05050102010706020507" pitchFamily="18" charset="2"/>
              </a:rPr>
              <a:t></a:t>
            </a:r>
            <a:endParaRPr lang="en-US" altLang="zh-CN" sz="2800" dirty="0">
              <a:solidFill>
                <a:srgbClr val="333333"/>
              </a:solidFill>
            </a:endParaRPr>
          </a:p>
        </p:txBody>
      </p:sp>
      <p:sp>
        <p:nvSpPr>
          <p:cNvPr id="63" name="Text Box 11"/>
          <p:cNvSpPr txBox="1"/>
          <p:nvPr/>
        </p:nvSpPr>
        <p:spPr>
          <a:xfrm>
            <a:off x="7112000" y="4648200"/>
            <a:ext cx="3857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i="1" dirty="0">
                <a:solidFill>
                  <a:srgbClr val="333333"/>
                </a:solidFill>
              </a:rPr>
              <a:t>S</a:t>
            </a:r>
            <a:endParaRPr lang="en-US" altLang="zh-CN" sz="2800" i="1" dirty="0">
              <a:solidFill>
                <a:srgbClr val="333333"/>
              </a:solidFill>
            </a:endParaRPr>
          </a:p>
        </p:txBody>
      </p:sp>
      <p:grpSp>
        <p:nvGrpSpPr>
          <p:cNvPr id="8" name="Group 12"/>
          <p:cNvGrpSpPr/>
          <p:nvPr/>
        </p:nvGrpSpPr>
        <p:grpSpPr>
          <a:xfrm>
            <a:off x="6350000" y="4252913"/>
            <a:ext cx="2438400" cy="1371600"/>
            <a:chOff x="4032" y="1008"/>
            <a:chExt cx="1536" cy="864"/>
          </a:xfrm>
        </p:grpSpPr>
        <p:sp>
          <p:nvSpPr>
            <p:cNvPr id="55332" name="Line 13"/>
            <p:cNvSpPr/>
            <p:nvPr/>
          </p:nvSpPr>
          <p:spPr>
            <a:xfrm flipV="1">
              <a:off x="4032" y="1056"/>
              <a:ext cx="1440" cy="816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dash"/>
              <a:headEnd type="none" w="med" len="med"/>
              <a:tailEnd type="none" w="med" len="lg"/>
            </a:ln>
          </p:spPr>
        </p:sp>
        <p:sp>
          <p:nvSpPr>
            <p:cNvPr id="55333" name="Line 14"/>
            <p:cNvSpPr/>
            <p:nvPr/>
          </p:nvSpPr>
          <p:spPr>
            <a:xfrm flipV="1">
              <a:off x="4032" y="1344"/>
              <a:ext cx="1536" cy="528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dash"/>
              <a:headEnd type="none" w="med" len="med"/>
              <a:tailEnd type="triangle" w="med" len="lg"/>
            </a:ln>
          </p:spPr>
        </p:sp>
        <p:sp>
          <p:nvSpPr>
            <p:cNvPr id="55334" name="Line 15"/>
            <p:cNvSpPr/>
            <p:nvPr/>
          </p:nvSpPr>
          <p:spPr>
            <a:xfrm flipV="1">
              <a:off x="4032" y="1152"/>
              <a:ext cx="1536" cy="72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dash"/>
              <a:headEnd type="none" w="med" len="med"/>
              <a:tailEnd type="triangle" w="med" len="lg"/>
            </a:ln>
          </p:spPr>
        </p:sp>
        <p:sp>
          <p:nvSpPr>
            <p:cNvPr id="55335" name="Line 16"/>
            <p:cNvSpPr/>
            <p:nvPr/>
          </p:nvSpPr>
          <p:spPr>
            <a:xfrm flipV="1">
              <a:off x="4032" y="1728"/>
              <a:ext cx="288" cy="144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55336" name="Line 17"/>
            <p:cNvSpPr/>
            <p:nvPr/>
          </p:nvSpPr>
          <p:spPr>
            <a:xfrm flipV="1">
              <a:off x="5376" y="1008"/>
              <a:ext cx="192" cy="96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55337" name="Line 18"/>
            <p:cNvSpPr/>
            <p:nvPr/>
          </p:nvSpPr>
          <p:spPr>
            <a:xfrm flipV="1">
              <a:off x="5376" y="1152"/>
              <a:ext cx="192" cy="96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55338" name="Line 19"/>
            <p:cNvSpPr/>
            <p:nvPr/>
          </p:nvSpPr>
          <p:spPr>
            <a:xfrm flipV="1">
              <a:off x="5424" y="1344"/>
              <a:ext cx="144" cy="48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55339" name="Line 20"/>
            <p:cNvSpPr/>
            <p:nvPr/>
          </p:nvSpPr>
          <p:spPr>
            <a:xfrm flipV="1">
              <a:off x="4032" y="1776"/>
              <a:ext cx="288" cy="96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55340" name="Line 21"/>
            <p:cNvSpPr/>
            <p:nvPr/>
          </p:nvSpPr>
          <p:spPr>
            <a:xfrm flipV="1">
              <a:off x="4032" y="1728"/>
              <a:ext cx="240" cy="144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</p:grpSp>
      <p:sp>
        <p:nvSpPr>
          <p:cNvPr id="74" name="Text Box 22"/>
          <p:cNvSpPr txBox="1"/>
          <p:nvPr/>
        </p:nvSpPr>
        <p:spPr>
          <a:xfrm>
            <a:off x="4614863" y="5588000"/>
            <a:ext cx="655637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333333"/>
                </a:solidFill>
              </a:rPr>
              <a:t>= 0</a:t>
            </a:r>
            <a:endParaRPr lang="en-US" altLang="zh-CN" sz="2800" dirty="0">
              <a:solidFill>
                <a:srgbClr val="333333"/>
              </a:solidFill>
            </a:endParaRPr>
          </a:p>
        </p:txBody>
      </p:sp>
      <p:sp>
        <p:nvSpPr>
          <p:cNvPr id="75" name="Text Box 23"/>
          <p:cNvSpPr txBox="1"/>
          <p:nvPr/>
        </p:nvSpPr>
        <p:spPr>
          <a:xfrm>
            <a:off x="365125" y="6188075"/>
            <a:ext cx="798195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</a:rPr>
              <a:t>即</a:t>
            </a:r>
            <a:r>
              <a:rPr lang="en-US" altLang="zh-CN" sz="2800" dirty="0">
                <a:solidFill>
                  <a:srgbClr val="333333"/>
                </a:solidFill>
              </a:rPr>
              <a:t>:</a:t>
            </a: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曲面外的电荷对曲面的电通量无贡献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76" name="Text Box 24"/>
          <p:cNvSpPr txBox="1"/>
          <p:nvPr/>
        </p:nvSpPr>
        <p:spPr>
          <a:xfrm>
            <a:off x="1503363" y="4465638"/>
            <a:ext cx="1676400" cy="954087"/>
          </a:xfrm>
          <a:prstGeom prst="rect">
            <a:avLst/>
          </a:prstGeom>
          <a:solidFill>
            <a:srgbClr val="FFFF00"/>
          </a:solidFill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穿入的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电场线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77" name="Text Box 25"/>
          <p:cNvSpPr txBox="1"/>
          <p:nvPr/>
        </p:nvSpPr>
        <p:spPr>
          <a:xfrm>
            <a:off x="3941763" y="4475163"/>
            <a:ext cx="1447800" cy="954087"/>
          </a:xfrm>
          <a:prstGeom prst="rect">
            <a:avLst/>
          </a:prstGeom>
          <a:solidFill>
            <a:srgbClr val="66FFFF"/>
          </a:solidFill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穿出的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电场线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grpSp>
        <p:nvGrpSpPr>
          <p:cNvPr id="9" name="Group 26"/>
          <p:cNvGrpSpPr/>
          <p:nvPr/>
        </p:nvGrpSpPr>
        <p:grpSpPr>
          <a:xfrm>
            <a:off x="3255963" y="4856163"/>
            <a:ext cx="609600" cy="152400"/>
            <a:chOff x="1776" y="3120"/>
            <a:chExt cx="384" cy="96"/>
          </a:xfrm>
        </p:grpSpPr>
        <p:sp>
          <p:nvSpPr>
            <p:cNvPr id="55330" name="Line 27"/>
            <p:cNvSpPr/>
            <p:nvPr/>
          </p:nvSpPr>
          <p:spPr>
            <a:xfrm>
              <a:off x="1776" y="3120"/>
              <a:ext cx="384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1" name="Line 28"/>
            <p:cNvSpPr/>
            <p:nvPr/>
          </p:nvSpPr>
          <p:spPr>
            <a:xfrm>
              <a:off x="1776" y="3216"/>
              <a:ext cx="384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81" name="Object 15"/>
          <p:cNvGraphicFramePr>
            <a:graphicFrameLocks noChangeAspect="1"/>
          </p:cNvGraphicFramePr>
          <p:nvPr/>
        </p:nvGraphicFramePr>
        <p:xfrm>
          <a:off x="3360738" y="5570538"/>
          <a:ext cx="12541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6" name="" r:id="rId23" imgW="1167765" imgH="571500" progId="Equation.DSMT4">
                  <p:embed/>
                </p:oleObj>
              </mc:Choice>
              <mc:Fallback>
                <p:oleObj name="" r:id="rId23" imgW="1167765" imgH="571500" progId="Equation.DSMT4">
                  <p:embed/>
                  <p:pic>
                    <p:nvPicPr>
                      <p:cNvPr id="0" name="图片 335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60738" y="5570538"/>
                        <a:ext cx="1254125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16"/>
          <p:cNvGraphicFramePr>
            <a:graphicFrameLocks noChangeAspect="1"/>
          </p:cNvGraphicFramePr>
          <p:nvPr/>
        </p:nvGraphicFramePr>
        <p:xfrm>
          <a:off x="876300" y="5554663"/>
          <a:ext cx="247015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7" name="" r:id="rId25" imgW="2425700" imgH="571500" progId="Equation.DSMT4">
                  <p:embed/>
                </p:oleObj>
              </mc:Choice>
              <mc:Fallback>
                <p:oleObj name="" r:id="rId25" imgW="2425700" imgH="571500" progId="Equation.DSMT4">
                  <p:embed/>
                  <p:pic>
                    <p:nvPicPr>
                      <p:cNvPr id="0" name="图片 3356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76300" y="5554663"/>
                        <a:ext cx="2470150" cy="604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Oval 58"/>
          <p:cNvSpPr/>
          <p:nvPr/>
        </p:nvSpPr>
        <p:spPr>
          <a:xfrm>
            <a:off x="1739900" y="5754688"/>
            <a:ext cx="144463" cy="144462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333333"/>
              </a:solidFill>
            </a:endParaRPr>
          </a:p>
        </p:txBody>
      </p:sp>
      <p:sp>
        <p:nvSpPr>
          <p:cNvPr id="84" name="Oval 59"/>
          <p:cNvSpPr/>
          <p:nvPr/>
        </p:nvSpPr>
        <p:spPr>
          <a:xfrm>
            <a:off x="3395663" y="5767388"/>
            <a:ext cx="144462" cy="144462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6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" fill="hold"/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" fill="hold"/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25"/>
                            </p:stCondLst>
                            <p:childTnLst>
                              <p:par>
                                <p:cTn id="3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9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9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9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9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325"/>
                            </p:stCondLst>
                            <p:childTnLst>
                              <p:par>
                                <p:cTn id="4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9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9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90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90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5" dur="500"/>
                                        <p:tgtEl>
                                          <p:spTgt spid="16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169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16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69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/>
      <p:bldP spid="168964" grpId="0"/>
      <p:bldP spid="168968" grpId="0" animBg="1"/>
      <p:bldP spid="168969" grpId="0"/>
      <p:bldP spid="169005" grpId="0"/>
      <p:bldP spid="169006" grpId="0"/>
      <p:bldP spid="169009" grpId="0"/>
      <p:bldP spid="169020" grpId="0" animBg="1"/>
      <p:bldP spid="169021" grpId="0" animBg="1"/>
      <p:bldP spid="55" grpId="0"/>
      <p:bldP spid="62" grpId="0"/>
      <p:bldP spid="63" grpId="0"/>
      <p:bldP spid="74" grpId="0"/>
      <p:bldP spid="75" grpId="0"/>
      <p:bldP spid="76" grpId="0" animBg="1"/>
      <p:bldP spid="77" grpId="0" animBg="1"/>
      <p:bldP spid="83" grpId="0" animBg="1"/>
      <p:bldP spid="8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1010" name="Text Box 2"/>
          <p:cNvSpPr txBox="1"/>
          <p:nvPr/>
        </p:nvSpPr>
        <p:spPr>
          <a:xfrm>
            <a:off x="233363" y="255588"/>
            <a:ext cx="80391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</a:rPr>
              <a:t>④若在同一空间有</a:t>
            </a:r>
            <a:r>
              <a:rPr lang="en-US" altLang="zh-CN" sz="2800" i="1" dirty="0">
                <a:solidFill>
                  <a:srgbClr val="333333"/>
                </a:solidFill>
                <a:sym typeface="Symbol" panose="05050102010706020507" pitchFamily="18" charset="2"/>
              </a:rPr>
              <a:t>q</a:t>
            </a:r>
            <a:r>
              <a:rPr lang="en-US" altLang="zh-CN" sz="2800" baseline="-25000" dirty="0">
                <a:solidFill>
                  <a:srgbClr val="333333"/>
                </a:solidFill>
                <a:sym typeface="Symbol" panose="05050102010706020507" pitchFamily="18" charset="2"/>
              </a:rPr>
              <a:t>1 </a:t>
            </a:r>
            <a:r>
              <a:rPr lang="zh-CN" altLang="en-US" sz="2800" dirty="0">
                <a:solidFill>
                  <a:srgbClr val="333333"/>
                </a:solidFill>
                <a:sym typeface="Symbol" panose="05050102010706020507" pitchFamily="18" charset="2"/>
              </a:rPr>
              <a:t>、</a:t>
            </a:r>
            <a:r>
              <a:rPr lang="en-US" altLang="zh-CN" sz="2800" i="1" dirty="0">
                <a:solidFill>
                  <a:srgbClr val="333333"/>
                </a:solidFill>
                <a:sym typeface="Symbol" panose="05050102010706020507" pitchFamily="18" charset="2"/>
              </a:rPr>
              <a:t>q</a:t>
            </a:r>
            <a:r>
              <a:rPr lang="en-US" altLang="zh-CN" sz="2800" baseline="-25000" dirty="0">
                <a:solidFill>
                  <a:srgbClr val="333333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333333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……</a:t>
            </a:r>
            <a:r>
              <a:rPr lang="en-US" altLang="zh-CN" sz="2800" baseline="-25000" dirty="0">
                <a:solidFill>
                  <a:srgbClr val="333333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solidFill>
                  <a:srgbClr val="333333"/>
                </a:solidFill>
                <a:sym typeface="Symbol" panose="05050102010706020507" pitchFamily="18" charset="2"/>
              </a:rPr>
              <a:t>q</a:t>
            </a:r>
            <a:r>
              <a:rPr lang="en-US" altLang="zh-CN" sz="2800" baseline="-25000" dirty="0">
                <a:solidFill>
                  <a:srgbClr val="333333"/>
                </a:solidFill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solidFill>
                  <a:srgbClr val="333333"/>
                </a:solidFill>
                <a:sym typeface="Symbol" panose="05050102010706020507" pitchFamily="18" charset="2"/>
              </a:rPr>
              <a:t>电荷系</a:t>
            </a:r>
            <a:endParaRPr lang="zh-CN" altLang="en-US" sz="2800" dirty="0">
              <a:solidFill>
                <a:srgbClr val="333333"/>
              </a:solidFill>
              <a:sym typeface="Symbol" panose="05050102010706020507" pitchFamily="18" charset="2"/>
            </a:endParaRPr>
          </a:p>
        </p:txBody>
      </p:sp>
      <p:sp>
        <p:nvSpPr>
          <p:cNvPr id="171011" name="Freeform 3"/>
          <p:cNvSpPr/>
          <p:nvPr/>
        </p:nvSpPr>
        <p:spPr>
          <a:xfrm>
            <a:off x="5380038" y="657225"/>
            <a:ext cx="2286000" cy="23622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1539914964" y="2147483646"/>
              </a:cxn>
              <a:cxn ang="0">
                <a:pos x="696699136" y="2147483646"/>
              </a:cxn>
              <a:cxn ang="0">
                <a:pos x="188377121" y="2147483646"/>
              </a:cxn>
              <a:cxn ang="0">
                <a:pos x="1270803309" y="824374646"/>
              </a:cxn>
              <a:cxn ang="0">
                <a:pos x="2147483646" y="1160232519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1322" h="855">
                <a:moveTo>
                  <a:pt x="740" y="855"/>
                </a:moveTo>
                <a:cubicBezTo>
                  <a:pt x="683" y="844"/>
                  <a:pt x="599" y="848"/>
                  <a:pt x="515" y="823"/>
                </a:cubicBezTo>
                <a:cubicBezTo>
                  <a:pt x="430" y="797"/>
                  <a:pt x="233" y="779"/>
                  <a:pt x="233" y="703"/>
                </a:cubicBezTo>
                <a:cubicBezTo>
                  <a:pt x="233" y="628"/>
                  <a:pt x="0" y="472"/>
                  <a:pt x="63" y="368"/>
                </a:cubicBezTo>
                <a:cubicBezTo>
                  <a:pt x="96" y="269"/>
                  <a:pt x="279" y="145"/>
                  <a:pt x="425" y="108"/>
                </a:cubicBezTo>
                <a:cubicBezTo>
                  <a:pt x="570" y="72"/>
                  <a:pt x="752" y="0"/>
                  <a:pt x="932" y="152"/>
                </a:cubicBezTo>
                <a:cubicBezTo>
                  <a:pt x="1113" y="303"/>
                  <a:pt x="1224" y="238"/>
                  <a:pt x="1273" y="315"/>
                </a:cubicBezTo>
                <a:cubicBezTo>
                  <a:pt x="1322" y="392"/>
                  <a:pt x="1317" y="527"/>
                  <a:pt x="1226" y="617"/>
                </a:cubicBezTo>
                <a:cubicBezTo>
                  <a:pt x="1156" y="708"/>
                  <a:pt x="832" y="805"/>
                  <a:pt x="729" y="855"/>
                </a:cubicBezTo>
              </a:path>
            </a:pathLst>
          </a:custGeom>
          <a:gradFill rotWithShape="0">
            <a:gsLst>
              <a:gs pos="0">
                <a:schemeClr val="bg1">
                  <a:alpha val="100000"/>
                </a:schemeClr>
              </a:gs>
              <a:gs pos="100000">
                <a:schemeClr val="folHlink">
                  <a:alpha val="100000"/>
                </a:schemeClr>
              </a:gs>
            </a:gsLst>
            <a:path path="rect">
              <a:fillToRect l="50000" t="50000" r="50000" b="50000"/>
            </a:path>
            <a:tileRect/>
          </a:gradFill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" name="Group 4"/>
          <p:cNvGrpSpPr/>
          <p:nvPr/>
        </p:nvGrpSpPr>
        <p:grpSpPr>
          <a:xfrm>
            <a:off x="6142038" y="1260475"/>
            <a:ext cx="2230437" cy="1438275"/>
            <a:chOff x="4080" y="812"/>
            <a:chExt cx="1405" cy="906"/>
          </a:xfrm>
        </p:grpSpPr>
        <p:sp>
          <p:nvSpPr>
            <p:cNvPr id="56349" name="Oval 5"/>
            <p:cNvSpPr/>
            <p:nvPr/>
          </p:nvSpPr>
          <p:spPr>
            <a:xfrm>
              <a:off x="4576" y="1170"/>
              <a:ext cx="55" cy="7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  <p:sp>
          <p:nvSpPr>
            <p:cNvPr id="56350" name="Oval 6"/>
            <p:cNvSpPr/>
            <p:nvPr/>
          </p:nvSpPr>
          <p:spPr>
            <a:xfrm>
              <a:off x="4800" y="1104"/>
              <a:ext cx="86" cy="86"/>
            </a:xfrm>
            <a:prstGeom prst="ellipse">
              <a:avLst/>
            </a:prstGeom>
            <a:solidFill>
              <a:srgbClr val="33CCCC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  <p:sp>
          <p:nvSpPr>
            <p:cNvPr id="56351" name="Oval 7"/>
            <p:cNvSpPr/>
            <p:nvPr/>
          </p:nvSpPr>
          <p:spPr>
            <a:xfrm>
              <a:off x="4864" y="1362"/>
              <a:ext cx="86" cy="86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  <p:sp>
          <p:nvSpPr>
            <p:cNvPr id="56352" name="Oval 8"/>
            <p:cNvSpPr/>
            <p:nvPr/>
          </p:nvSpPr>
          <p:spPr>
            <a:xfrm>
              <a:off x="4624" y="930"/>
              <a:ext cx="86" cy="86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  <p:sp>
          <p:nvSpPr>
            <p:cNvPr id="56353" name="Oval 9"/>
            <p:cNvSpPr/>
            <p:nvPr/>
          </p:nvSpPr>
          <p:spPr>
            <a:xfrm>
              <a:off x="5040" y="1248"/>
              <a:ext cx="86" cy="86"/>
            </a:xfrm>
            <a:prstGeom prst="ellipse">
              <a:avLst/>
            </a:prstGeom>
            <a:solidFill>
              <a:srgbClr val="00CC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  <p:sp>
          <p:nvSpPr>
            <p:cNvPr id="56354" name="Oval 10"/>
            <p:cNvSpPr/>
            <p:nvPr/>
          </p:nvSpPr>
          <p:spPr>
            <a:xfrm>
              <a:off x="4464" y="1344"/>
              <a:ext cx="86" cy="86"/>
            </a:xfrm>
            <a:prstGeom prst="ellipse">
              <a:avLst/>
            </a:prstGeom>
            <a:solidFill>
              <a:srgbClr val="CC3399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  <p:graphicFrame>
          <p:nvGraphicFramePr>
            <p:cNvPr id="56355" name="Object 12"/>
            <p:cNvGraphicFramePr>
              <a:graphicFrameLocks noChangeAspect="1"/>
            </p:cNvGraphicFramePr>
            <p:nvPr/>
          </p:nvGraphicFramePr>
          <p:xfrm>
            <a:off x="4232" y="812"/>
            <a:ext cx="232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4" name="" r:id="rId1" imgW="330200" imgH="431800" progId="Equation.DSMT4">
                    <p:embed/>
                  </p:oleObj>
                </mc:Choice>
                <mc:Fallback>
                  <p:oleObj name="" r:id="rId1" imgW="330200" imgH="431800" progId="Equation.DSMT4">
                    <p:embed/>
                    <p:pic>
                      <p:nvPicPr>
                        <p:cNvPr id="0" name="图片 336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232" y="812"/>
                          <a:ext cx="232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56" name="Object 13"/>
            <p:cNvGraphicFramePr>
              <a:graphicFrameLocks noChangeAspect="1"/>
            </p:cNvGraphicFramePr>
            <p:nvPr/>
          </p:nvGraphicFramePr>
          <p:xfrm>
            <a:off x="4228" y="1244"/>
            <a:ext cx="222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2" name="" r:id="rId3" imgW="317500" imgH="431165" progId="Equation.DSMT4">
                    <p:embed/>
                  </p:oleObj>
                </mc:Choice>
                <mc:Fallback>
                  <p:oleObj name="" r:id="rId3" imgW="317500" imgH="431165" progId="Equation.DSMT4">
                    <p:embed/>
                    <p:pic>
                      <p:nvPicPr>
                        <p:cNvPr id="0" name="图片 336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228" y="1244"/>
                          <a:ext cx="222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57" name="Object 14"/>
            <p:cNvGraphicFramePr>
              <a:graphicFrameLocks noChangeAspect="1"/>
            </p:cNvGraphicFramePr>
            <p:nvPr/>
          </p:nvGraphicFramePr>
          <p:xfrm>
            <a:off x="5236" y="1148"/>
            <a:ext cx="249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1" name="" r:id="rId5" imgW="355600" imgH="431800" progId="Equation.DSMT4">
                    <p:embed/>
                  </p:oleObj>
                </mc:Choice>
                <mc:Fallback>
                  <p:oleObj name="" r:id="rId5" imgW="355600" imgH="431800" progId="Equation.DSMT4">
                    <p:embed/>
                    <p:pic>
                      <p:nvPicPr>
                        <p:cNvPr id="0" name="图片 336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236" y="1148"/>
                          <a:ext cx="249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58" name="Oval 14"/>
            <p:cNvSpPr/>
            <p:nvPr/>
          </p:nvSpPr>
          <p:spPr>
            <a:xfrm>
              <a:off x="4672" y="1458"/>
              <a:ext cx="47" cy="47"/>
            </a:xfrm>
            <a:prstGeom prst="ellipse">
              <a:avLst/>
            </a:prstGeom>
            <a:solidFill>
              <a:srgbClr val="FF0066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  <p:sp>
          <p:nvSpPr>
            <p:cNvPr id="56359" name="Oval 15"/>
            <p:cNvSpPr/>
            <p:nvPr/>
          </p:nvSpPr>
          <p:spPr>
            <a:xfrm>
              <a:off x="5040" y="1541"/>
              <a:ext cx="55" cy="7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  <p:sp>
          <p:nvSpPr>
            <p:cNvPr id="56360" name="Oval 16"/>
            <p:cNvSpPr/>
            <p:nvPr/>
          </p:nvSpPr>
          <p:spPr>
            <a:xfrm>
              <a:off x="4272" y="1157"/>
              <a:ext cx="86" cy="86"/>
            </a:xfrm>
            <a:prstGeom prst="ellipse">
              <a:avLst/>
            </a:prstGeom>
            <a:solidFill>
              <a:srgbClr val="33CCCC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  <p:sp>
          <p:nvSpPr>
            <p:cNvPr id="56361" name="Oval 17"/>
            <p:cNvSpPr/>
            <p:nvPr/>
          </p:nvSpPr>
          <p:spPr>
            <a:xfrm>
              <a:off x="4080" y="917"/>
              <a:ext cx="86" cy="86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  <p:sp>
          <p:nvSpPr>
            <p:cNvPr id="56362" name="Oval 18"/>
            <p:cNvSpPr/>
            <p:nvPr/>
          </p:nvSpPr>
          <p:spPr>
            <a:xfrm>
              <a:off x="4464" y="1632"/>
              <a:ext cx="86" cy="86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  <p:sp>
          <p:nvSpPr>
            <p:cNvPr id="56363" name="Oval 19"/>
            <p:cNvSpPr/>
            <p:nvPr/>
          </p:nvSpPr>
          <p:spPr>
            <a:xfrm>
              <a:off x="5136" y="1397"/>
              <a:ext cx="86" cy="86"/>
            </a:xfrm>
            <a:prstGeom prst="ellipse">
              <a:avLst/>
            </a:prstGeom>
            <a:solidFill>
              <a:srgbClr val="CC3399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  <p:sp>
          <p:nvSpPr>
            <p:cNvPr id="56364" name="Oval 20"/>
            <p:cNvSpPr/>
            <p:nvPr/>
          </p:nvSpPr>
          <p:spPr>
            <a:xfrm>
              <a:off x="5088" y="1061"/>
              <a:ext cx="47" cy="47"/>
            </a:xfrm>
            <a:prstGeom prst="ellipse">
              <a:avLst/>
            </a:prstGeom>
            <a:solidFill>
              <a:srgbClr val="FF0066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333333"/>
                </a:solidFill>
              </a:endParaRPr>
            </a:p>
          </p:txBody>
        </p:sp>
      </p:grpSp>
      <p:sp>
        <p:nvSpPr>
          <p:cNvPr id="171029" name="Text Box 21"/>
          <p:cNvSpPr txBox="1"/>
          <p:nvPr/>
        </p:nvSpPr>
        <p:spPr>
          <a:xfrm>
            <a:off x="746125" y="858838"/>
            <a:ext cx="42830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</a:rPr>
              <a:t>任意点的电场强度为</a:t>
            </a:r>
            <a:endParaRPr lang="zh-CN" altLang="en-US" sz="2800" dirty="0">
              <a:solidFill>
                <a:srgbClr val="333333"/>
              </a:solidFill>
            </a:endParaRPr>
          </a:p>
        </p:txBody>
      </p:sp>
      <p:graphicFrame>
        <p:nvGraphicFramePr>
          <p:cNvPr id="171030" name="Object 2"/>
          <p:cNvGraphicFramePr>
            <a:graphicFrameLocks noChangeAspect="1"/>
          </p:cNvGraphicFramePr>
          <p:nvPr/>
        </p:nvGraphicFramePr>
        <p:xfrm>
          <a:off x="1212850" y="1350963"/>
          <a:ext cx="34051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3" name="" r:id="rId7" imgW="3175000" imgH="495300" progId="Equation.DSMT4">
                  <p:embed/>
                </p:oleObj>
              </mc:Choice>
              <mc:Fallback>
                <p:oleObj name="" r:id="rId7" imgW="3175000" imgH="495300" progId="Equation.DSMT4">
                  <p:embed/>
                  <p:pic>
                    <p:nvPicPr>
                      <p:cNvPr id="0" name="图片 336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12850" y="1350963"/>
                        <a:ext cx="3405188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31" name="Text Box 23"/>
          <p:cNvSpPr txBox="1"/>
          <p:nvPr/>
        </p:nvSpPr>
        <p:spPr>
          <a:xfrm>
            <a:off x="744538" y="1984375"/>
            <a:ext cx="423386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</a:rPr>
              <a:t>取任意闭合面</a:t>
            </a:r>
            <a:r>
              <a:rPr lang="en-US" altLang="zh-CN" sz="2800" i="1" dirty="0">
                <a:solidFill>
                  <a:srgbClr val="333333"/>
                </a:solidFill>
              </a:rPr>
              <a:t>S</a:t>
            </a:r>
            <a:r>
              <a:rPr lang="zh-CN" altLang="en-US" sz="2800" dirty="0">
                <a:solidFill>
                  <a:srgbClr val="333333"/>
                </a:solidFill>
                <a:sym typeface="Symbol" panose="05050102010706020507" pitchFamily="18" charset="2"/>
              </a:rPr>
              <a:t>，</a:t>
            </a:r>
            <a:endParaRPr lang="zh-CN" altLang="en-US" sz="2800" dirty="0">
              <a:solidFill>
                <a:srgbClr val="333333"/>
              </a:solidFill>
              <a:sym typeface="Symbol" panose="05050102010706020507" pitchFamily="18" charset="2"/>
            </a:endParaRPr>
          </a:p>
        </p:txBody>
      </p:sp>
      <p:sp>
        <p:nvSpPr>
          <p:cNvPr id="171032" name="Text Box 24"/>
          <p:cNvSpPr txBox="1"/>
          <p:nvPr/>
        </p:nvSpPr>
        <p:spPr>
          <a:xfrm>
            <a:off x="5532438" y="1419225"/>
            <a:ext cx="500062" cy="7699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400" i="1" dirty="0">
                <a:solidFill>
                  <a:srgbClr val="333333"/>
                </a:solidFill>
              </a:rPr>
              <a:t>S</a:t>
            </a:r>
            <a:endParaRPr lang="en-US" altLang="zh-CN" sz="4400" i="1" dirty="0">
              <a:solidFill>
                <a:srgbClr val="333333"/>
              </a:solidFill>
            </a:endParaRPr>
          </a:p>
        </p:txBody>
      </p:sp>
      <p:sp>
        <p:nvSpPr>
          <p:cNvPr id="171033" name="Text Box 25"/>
          <p:cNvSpPr txBox="1"/>
          <p:nvPr/>
        </p:nvSpPr>
        <p:spPr>
          <a:xfrm>
            <a:off x="3290888" y="1947863"/>
            <a:ext cx="31242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sym typeface="Symbol" panose="05050102010706020507" pitchFamily="18" charset="2"/>
              </a:rPr>
              <a:t>其电通量为</a:t>
            </a:r>
            <a:endParaRPr lang="zh-CN" altLang="en-US" sz="2800" dirty="0">
              <a:solidFill>
                <a:srgbClr val="333333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171036" name="Object 3"/>
          <p:cNvGraphicFramePr>
            <a:graphicFrameLocks noChangeAspect="1"/>
          </p:cNvGraphicFramePr>
          <p:nvPr/>
        </p:nvGraphicFramePr>
        <p:xfrm>
          <a:off x="1671638" y="4256088"/>
          <a:ext cx="2268537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5" name="" r:id="rId9" imgW="2578100" imgH="431800" progId="Equation.DSMT4">
                  <p:embed/>
                </p:oleObj>
              </mc:Choice>
              <mc:Fallback>
                <p:oleObj name="" r:id="rId9" imgW="2578100" imgH="431800" progId="Equation.DSMT4">
                  <p:embed/>
                  <p:pic>
                    <p:nvPicPr>
                      <p:cNvPr id="0" name="图片 336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71638" y="4256088"/>
                        <a:ext cx="2268537" cy="433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37" name="Text Box 29"/>
          <p:cNvSpPr txBox="1"/>
          <p:nvPr/>
        </p:nvSpPr>
        <p:spPr>
          <a:xfrm>
            <a:off x="415925" y="5354638"/>
            <a:ext cx="4678363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由单个点电荷的结论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171038" name="AutoShape 30"/>
          <p:cNvSpPr/>
          <p:nvPr/>
        </p:nvSpPr>
        <p:spPr>
          <a:xfrm>
            <a:off x="3873500" y="5267325"/>
            <a:ext cx="153988" cy="819150"/>
          </a:xfrm>
          <a:prstGeom prst="leftBrace">
            <a:avLst>
              <a:gd name="adj1" fmla="val 33198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333333"/>
              </a:solidFill>
            </a:endParaRPr>
          </a:p>
        </p:txBody>
      </p:sp>
      <p:sp>
        <p:nvSpPr>
          <p:cNvPr id="171039" name="Text Box 31"/>
          <p:cNvSpPr txBox="1"/>
          <p:nvPr/>
        </p:nvSpPr>
        <p:spPr>
          <a:xfrm>
            <a:off x="4027488" y="5072063"/>
            <a:ext cx="246856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i="1" dirty="0">
                <a:solidFill>
                  <a:srgbClr val="333333"/>
                </a:solidFill>
              </a:rPr>
              <a:t>q</a:t>
            </a:r>
            <a:r>
              <a:rPr lang="en-US" altLang="zh-CN" sz="2800" i="1" baseline="-25000" dirty="0">
                <a:solidFill>
                  <a:srgbClr val="333333"/>
                </a:solidFill>
              </a:rPr>
              <a:t>i</a:t>
            </a:r>
            <a:r>
              <a:rPr lang="zh-CN" altLang="en-US" sz="2800" dirty="0">
                <a:solidFill>
                  <a:srgbClr val="333333"/>
                </a:solidFill>
              </a:rPr>
              <a:t>在</a:t>
            </a:r>
            <a:r>
              <a:rPr lang="en-US" altLang="zh-CN" sz="2800" i="1" dirty="0">
                <a:solidFill>
                  <a:srgbClr val="333333"/>
                </a:solidFill>
              </a:rPr>
              <a:t>S</a:t>
            </a:r>
            <a:r>
              <a:rPr lang="zh-CN" altLang="en-US" sz="2800" dirty="0">
                <a:solidFill>
                  <a:srgbClr val="333333"/>
                </a:solidFill>
              </a:rPr>
              <a:t>内</a:t>
            </a:r>
            <a:endParaRPr lang="zh-CN" altLang="en-US" sz="2800" dirty="0">
              <a:solidFill>
                <a:srgbClr val="333333"/>
              </a:solidFill>
            </a:endParaRPr>
          </a:p>
        </p:txBody>
      </p:sp>
      <p:graphicFrame>
        <p:nvGraphicFramePr>
          <p:cNvPr id="171040" name="Object 4"/>
          <p:cNvGraphicFramePr>
            <a:graphicFrameLocks noChangeAspect="1"/>
          </p:cNvGraphicFramePr>
          <p:nvPr/>
        </p:nvGraphicFramePr>
        <p:xfrm>
          <a:off x="6169025" y="4957763"/>
          <a:ext cx="1131888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3" name="" r:id="rId11" imgW="1117600" imgH="787400" progId="Equation.DSMT4">
                  <p:embed/>
                </p:oleObj>
              </mc:Choice>
              <mc:Fallback>
                <p:oleObj name="" r:id="rId11" imgW="1117600" imgH="787400" progId="Equation.DSMT4">
                  <p:embed/>
                  <p:pic>
                    <p:nvPicPr>
                      <p:cNvPr id="0" name="图片 337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69025" y="4957763"/>
                        <a:ext cx="1131888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41" name="Text Box 33"/>
          <p:cNvSpPr txBox="1"/>
          <p:nvPr/>
        </p:nvSpPr>
        <p:spPr>
          <a:xfrm>
            <a:off x="4027488" y="5591175"/>
            <a:ext cx="25415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i="1" dirty="0">
                <a:solidFill>
                  <a:srgbClr val="333333"/>
                </a:solidFill>
              </a:rPr>
              <a:t>q</a:t>
            </a:r>
            <a:r>
              <a:rPr lang="en-US" altLang="zh-CN" sz="2800" i="1" baseline="-25000" dirty="0">
                <a:solidFill>
                  <a:srgbClr val="333333"/>
                </a:solidFill>
              </a:rPr>
              <a:t>j</a:t>
            </a:r>
            <a:r>
              <a:rPr lang="zh-CN" altLang="en-US" sz="2800" dirty="0">
                <a:solidFill>
                  <a:srgbClr val="333333"/>
                </a:solidFill>
              </a:rPr>
              <a:t>不在</a:t>
            </a:r>
            <a:r>
              <a:rPr lang="en-US" altLang="zh-CN" sz="2800" i="1" dirty="0">
                <a:solidFill>
                  <a:srgbClr val="333333"/>
                </a:solidFill>
              </a:rPr>
              <a:t>S</a:t>
            </a:r>
            <a:r>
              <a:rPr lang="zh-CN" altLang="en-US" sz="2800" dirty="0">
                <a:solidFill>
                  <a:srgbClr val="333333"/>
                </a:solidFill>
              </a:rPr>
              <a:t>内</a:t>
            </a:r>
            <a:endParaRPr lang="zh-CN" altLang="en-US" sz="2800" dirty="0">
              <a:solidFill>
                <a:srgbClr val="333333"/>
              </a:solidFill>
            </a:endParaRPr>
          </a:p>
        </p:txBody>
      </p:sp>
      <p:graphicFrame>
        <p:nvGraphicFramePr>
          <p:cNvPr id="171042" name="Object 5"/>
          <p:cNvGraphicFramePr>
            <a:graphicFrameLocks noChangeAspect="1"/>
          </p:cNvGraphicFramePr>
          <p:nvPr/>
        </p:nvGraphicFramePr>
        <p:xfrm>
          <a:off x="6205538" y="5716588"/>
          <a:ext cx="990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1" name="" r:id="rId13" imgW="989965" imgH="482600" progId="Equation.DSMT4">
                  <p:embed/>
                </p:oleObj>
              </mc:Choice>
              <mc:Fallback>
                <p:oleObj name="" r:id="rId13" imgW="989965" imgH="482600" progId="Equation.DSMT4">
                  <p:embed/>
                  <p:pic>
                    <p:nvPicPr>
                      <p:cNvPr id="0" name="图片 337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05538" y="5716588"/>
                        <a:ext cx="9906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43" name="Object 6"/>
          <p:cNvGraphicFramePr>
            <a:graphicFrameLocks noChangeAspect="1"/>
          </p:cNvGraphicFramePr>
          <p:nvPr/>
        </p:nvGraphicFramePr>
        <p:xfrm>
          <a:off x="3975100" y="4216400"/>
          <a:ext cx="1350963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8" name="" r:id="rId15" imgW="1358900" imgH="825500" progId="Equation.DSMT4">
                  <p:embed/>
                </p:oleObj>
              </mc:Choice>
              <mc:Fallback>
                <p:oleObj name="" r:id="rId15" imgW="1358900" imgH="825500" progId="Equation.DSMT4">
                  <p:embed/>
                  <p:pic>
                    <p:nvPicPr>
                      <p:cNvPr id="0" name="图片 336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75100" y="4216400"/>
                        <a:ext cx="1350963" cy="820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44" name="Text Box 36"/>
          <p:cNvSpPr txBox="1"/>
          <p:nvPr/>
        </p:nvSpPr>
        <p:spPr>
          <a:xfrm>
            <a:off x="439738" y="6157913"/>
            <a:ext cx="23431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定理得证！</a:t>
            </a:r>
            <a:endParaRPr lang="zh-CN" altLang="en-US" sz="2800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171054" name="Text Box 46"/>
          <p:cNvSpPr txBox="1"/>
          <p:nvPr/>
        </p:nvSpPr>
        <p:spPr>
          <a:xfrm>
            <a:off x="4803775" y="4664075"/>
            <a:ext cx="417513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800" dirty="0">
                <a:solidFill>
                  <a:srgbClr val="000000"/>
                </a:solidFill>
              </a:rPr>
              <a:t>内</a:t>
            </a:r>
            <a:endParaRPr lang="zh-CN" altLang="en-US" sz="1800" dirty="0">
              <a:solidFill>
                <a:srgbClr val="000000"/>
              </a:solidFill>
            </a:endParaRPr>
          </a:p>
        </p:txBody>
      </p:sp>
      <p:graphicFrame>
        <p:nvGraphicFramePr>
          <p:cNvPr id="171061" name="Object 7"/>
          <p:cNvGraphicFramePr>
            <a:graphicFrameLocks noChangeAspect="1"/>
          </p:cNvGraphicFramePr>
          <p:nvPr/>
        </p:nvGraphicFramePr>
        <p:xfrm>
          <a:off x="1671638" y="3098800"/>
          <a:ext cx="38449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0" name="" r:id="rId17" imgW="3759200" imgH="571500" progId="Equation.DSMT4">
                  <p:embed/>
                </p:oleObj>
              </mc:Choice>
              <mc:Fallback>
                <p:oleObj name="" r:id="rId17" imgW="3759200" imgH="571500" progId="Equation.DSMT4">
                  <p:embed/>
                  <p:pic>
                    <p:nvPicPr>
                      <p:cNvPr id="0" name="图片 336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71638" y="3098800"/>
                        <a:ext cx="3844925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62" name="Object 8"/>
          <p:cNvGraphicFramePr>
            <a:graphicFrameLocks noChangeAspect="1"/>
          </p:cNvGraphicFramePr>
          <p:nvPr/>
        </p:nvGraphicFramePr>
        <p:xfrm>
          <a:off x="1671638" y="3656013"/>
          <a:ext cx="527050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9" name="" r:id="rId19" imgW="5245100" imgH="571500" progId="Equation.DSMT4">
                  <p:embed/>
                </p:oleObj>
              </mc:Choice>
              <mc:Fallback>
                <p:oleObj name="" r:id="rId19" imgW="5245100" imgH="571500" progId="Equation.DSMT4">
                  <p:embed/>
                  <p:pic>
                    <p:nvPicPr>
                      <p:cNvPr id="0" name="图片 336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71638" y="3656013"/>
                        <a:ext cx="5270500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69" name="Object 9"/>
          <p:cNvGraphicFramePr>
            <a:graphicFrameLocks noChangeAspect="1"/>
          </p:cNvGraphicFramePr>
          <p:nvPr/>
        </p:nvGraphicFramePr>
        <p:xfrm>
          <a:off x="1149350" y="2524125"/>
          <a:ext cx="1871663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6" name="" r:id="rId21" imgW="2006600" imgH="571500" progId="Equation.DSMT4">
                  <p:embed/>
                </p:oleObj>
              </mc:Choice>
              <mc:Fallback>
                <p:oleObj name="" r:id="rId21" imgW="2006600" imgH="571500" progId="Equation.DSMT4">
                  <p:embed/>
                  <p:pic>
                    <p:nvPicPr>
                      <p:cNvPr id="0" name="图片 336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49350" y="2524125"/>
                        <a:ext cx="1871663" cy="585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70" name="Oval 62"/>
          <p:cNvSpPr/>
          <p:nvPr/>
        </p:nvSpPr>
        <p:spPr>
          <a:xfrm>
            <a:off x="1946275" y="2711450"/>
            <a:ext cx="144463" cy="144463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333333"/>
              </a:solidFill>
            </a:endParaRPr>
          </a:p>
        </p:txBody>
      </p:sp>
      <p:sp>
        <p:nvSpPr>
          <p:cNvPr id="171071" name="Oval 63"/>
          <p:cNvSpPr/>
          <p:nvPr/>
        </p:nvSpPr>
        <p:spPr>
          <a:xfrm>
            <a:off x="1958975" y="3287713"/>
            <a:ext cx="144463" cy="144462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333333"/>
              </a:solidFill>
            </a:endParaRPr>
          </a:p>
        </p:txBody>
      </p:sp>
      <p:sp>
        <p:nvSpPr>
          <p:cNvPr id="171072" name="Oval 64"/>
          <p:cNvSpPr/>
          <p:nvPr/>
        </p:nvSpPr>
        <p:spPr>
          <a:xfrm>
            <a:off x="1958975" y="3862388"/>
            <a:ext cx="144463" cy="144462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333333"/>
              </a:solidFill>
            </a:endParaRPr>
          </a:p>
        </p:txBody>
      </p:sp>
      <p:sp>
        <p:nvSpPr>
          <p:cNvPr id="171073" name="Oval 65"/>
          <p:cNvSpPr/>
          <p:nvPr/>
        </p:nvSpPr>
        <p:spPr>
          <a:xfrm>
            <a:off x="3506788" y="3862388"/>
            <a:ext cx="144462" cy="144462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333333"/>
              </a:solidFill>
            </a:endParaRPr>
          </a:p>
        </p:txBody>
      </p:sp>
      <p:sp>
        <p:nvSpPr>
          <p:cNvPr id="171074" name="Oval 66"/>
          <p:cNvSpPr/>
          <p:nvPr/>
        </p:nvSpPr>
        <p:spPr>
          <a:xfrm>
            <a:off x="5667375" y="3862388"/>
            <a:ext cx="144463" cy="144462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333333"/>
              </a:solidFill>
            </a:endParaRPr>
          </a:p>
        </p:txBody>
      </p:sp>
      <p:sp>
        <p:nvSpPr>
          <p:cNvPr id="56348" name="Slide Number Placeholder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7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171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171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75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7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17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7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17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1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1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1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1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1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1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1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1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1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71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1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1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6" dur="75"/>
                                        <p:tgtEl>
                                          <p:spTgt spid="17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75"/>
                            </p:stCondLst>
                            <p:childTnLst>
                              <p:par>
                                <p:cTn id="88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0" dur="500"/>
                                        <p:tgtEl>
                                          <p:spTgt spid="17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71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71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71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71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7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7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71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71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0" dur="500"/>
                                        <p:tgtEl>
                                          <p:spTgt spid="17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710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10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71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71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71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71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6" dur="500"/>
                                        <p:tgtEl>
                                          <p:spTgt spid="17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75" fill="hold"/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75" fill="hold"/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0" grpId="0"/>
      <p:bldP spid="171029" grpId="0"/>
      <p:bldP spid="171031" grpId="0"/>
      <p:bldP spid="171032" grpId="0"/>
      <p:bldP spid="171033" grpId="0"/>
      <p:bldP spid="171037" grpId="0"/>
      <p:bldP spid="171038" grpId="0" animBg="1"/>
      <p:bldP spid="171039" grpId="0"/>
      <p:bldP spid="171041" grpId="0"/>
      <p:bldP spid="171044" grpId="0"/>
      <p:bldP spid="171054" grpId="0"/>
      <p:bldP spid="171070" grpId="0" animBg="1"/>
      <p:bldP spid="171071" grpId="0" animBg="1"/>
      <p:bldP spid="171072" grpId="0" animBg="1"/>
      <p:bldP spid="171073" grpId="0" animBg="1"/>
      <p:bldP spid="17107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Slide Number Placeholder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20512" name="Text Box 32"/>
          <p:cNvSpPr txBox="1"/>
          <p:nvPr/>
        </p:nvSpPr>
        <p:spPr>
          <a:xfrm>
            <a:off x="44450" y="3719513"/>
            <a:ext cx="94440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</a:rPr>
              <a:t>此定理是用电通量表示的</a:t>
            </a:r>
            <a:r>
              <a:rPr lang="zh-CN" altLang="en-US" sz="2800" dirty="0">
                <a:solidFill>
                  <a:srgbClr val="0000FF"/>
                </a:solidFill>
              </a:rPr>
              <a:t>电场</a:t>
            </a:r>
            <a:r>
              <a:rPr lang="zh-CN" altLang="en-US" sz="2800" dirty="0">
                <a:solidFill>
                  <a:srgbClr val="333333"/>
                </a:solidFill>
              </a:rPr>
              <a:t>与</a:t>
            </a:r>
            <a:r>
              <a:rPr lang="zh-CN" altLang="en-US" sz="2800" dirty="0">
                <a:solidFill>
                  <a:srgbClr val="0000FF"/>
                </a:solidFill>
              </a:rPr>
              <a:t>场源电荷</a:t>
            </a:r>
            <a:r>
              <a:rPr lang="zh-CN" altLang="en-US" sz="2800" dirty="0">
                <a:solidFill>
                  <a:srgbClr val="333333"/>
                </a:solidFill>
              </a:rPr>
              <a:t>关系的规律。</a:t>
            </a:r>
            <a:endParaRPr lang="zh-CN" altLang="en-US" sz="2800" dirty="0">
              <a:solidFill>
                <a:srgbClr val="333333"/>
              </a:solidFill>
            </a:endParaRPr>
          </a:p>
        </p:txBody>
      </p:sp>
      <p:sp>
        <p:nvSpPr>
          <p:cNvPr id="20513" name="Text Box 33"/>
          <p:cNvSpPr txBox="1"/>
          <p:nvPr/>
        </p:nvSpPr>
        <p:spPr>
          <a:xfrm>
            <a:off x="384175" y="1641475"/>
            <a:ext cx="47863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若</a:t>
            </a: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</a:rPr>
              <a:t>S</a:t>
            </a: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内的电荷是连续分布：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graphicFrame>
        <p:nvGraphicFramePr>
          <p:cNvPr id="20514" name="Object 4"/>
          <p:cNvGraphicFramePr>
            <a:graphicFrameLocks noChangeAspect="1"/>
          </p:cNvGraphicFramePr>
          <p:nvPr/>
        </p:nvGraphicFramePr>
        <p:xfrm>
          <a:off x="2462213" y="2357438"/>
          <a:ext cx="4040187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7" name="" r:id="rId1" imgW="1701800" imgH="406400" progId="Equation.3">
                  <p:embed/>
                </p:oleObj>
              </mc:Choice>
              <mc:Fallback>
                <p:oleObj name="" r:id="rId1" imgW="1701800" imgH="406400" progId="Equation.3">
                  <p:embed/>
                  <p:pic>
                    <p:nvPicPr>
                      <p:cNvPr id="0" name="图片 336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62213" y="2357438"/>
                        <a:ext cx="4040187" cy="1060450"/>
                      </a:xfrm>
                      <a:prstGeom prst="rect">
                        <a:avLst/>
                      </a:prstGeom>
                      <a:solidFill>
                        <a:srgbClr val="FFB9FF"/>
                      </a:solidFill>
                      <a:ln w="38100">
                        <a:noFill/>
                        <a:miter/>
                      </a:ln>
                      <a:effectLst>
                        <a:outerShdw dist="35921" dir="2699999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0" name="Object 5"/>
          <p:cNvGraphicFramePr>
            <a:graphicFrameLocks noChangeAspect="1"/>
          </p:cNvGraphicFramePr>
          <p:nvPr/>
        </p:nvGraphicFramePr>
        <p:xfrm>
          <a:off x="3333750" y="268288"/>
          <a:ext cx="4306888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" name="" r:id="rId3" imgW="1548765" imgH="406400" progId="Equation.3">
                  <p:embed/>
                </p:oleObj>
              </mc:Choice>
              <mc:Fallback>
                <p:oleObj name="" r:id="rId3" imgW="1548765" imgH="406400" progId="Equation.3">
                  <p:embed/>
                  <p:pic>
                    <p:nvPicPr>
                      <p:cNvPr id="0" name="图片 337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33750" y="268288"/>
                        <a:ext cx="4306888" cy="11303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175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4" name="Text Box 44"/>
          <p:cNvSpPr txBox="1"/>
          <p:nvPr/>
        </p:nvSpPr>
        <p:spPr>
          <a:xfrm>
            <a:off x="801688" y="5448300"/>
            <a:ext cx="80772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sym typeface="Monotype Sorts" pitchFamily="2" charset="2"/>
              </a:rPr>
              <a:t>②</a:t>
            </a:r>
            <a:r>
              <a:rPr lang="en-US" altLang="zh-CN" sz="2800" dirty="0">
                <a:solidFill>
                  <a:srgbClr val="333333"/>
                </a:solidFill>
                <a:ea typeface="楷体_GB2312" pitchFamily="49" charset="-122"/>
              </a:rPr>
              <a:t> </a:t>
            </a:r>
            <a:r>
              <a:rPr lang="en-US" altLang="zh-CN" sz="2800" i="1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</a:t>
            </a:r>
            <a:r>
              <a:rPr lang="en-US" altLang="zh-CN" sz="2800" i="1" baseline="-25000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E </a:t>
            </a:r>
            <a:r>
              <a:rPr lang="zh-CN" altLang="zh-CN" sz="2800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只决定于</a:t>
            </a: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S </a:t>
            </a:r>
            <a:r>
              <a:rPr lang="zh-CN" altLang="zh-CN" sz="2800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面包围的电荷，</a:t>
            </a: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S </a:t>
            </a:r>
            <a:r>
              <a:rPr lang="zh-CN" altLang="zh-CN" sz="2800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面外的电荷</a:t>
            </a:r>
            <a:endParaRPr lang="zh-CN" altLang="zh-CN" sz="2800" dirty="0">
              <a:solidFill>
                <a:srgbClr val="333333"/>
              </a:solidFill>
              <a:ea typeface="楷体_GB2312" pitchFamily="49" charset="-122"/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     对</a:t>
            </a:r>
            <a:r>
              <a:rPr lang="zh-CN" altLang="en-US" sz="2800" i="1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</a:t>
            </a:r>
            <a:r>
              <a:rPr lang="en-US" altLang="zh-CN" sz="2800" i="1" baseline="-25000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E </a:t>
            </a:r>
            <a:r>
              <a:rPr lang="zh-CN" altLang="zh-CN" sz="2800" dirty="0">
                <a:solidFill>
                  <a:srgbClr val="333333"/>
                </a:solidFill>
                <a:ea typeface="楷体_GB2312" pitchFamily="49" charset="-122"/>
                <a:sym typeface="Symbol" panose="05050102010706020507" pitchFamily="18" charset="2"/>
              </a:rPr>
              <a:t>无贡献。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0" y="4508500"/>
            <a:ext cx="9144000" cy="946150"/>
            <a:chOff x="0" y="4724400"/>
            <a:chExt cx="9144000" cy="946150"/>
          </a:xfrm>
        </p:grpSpPr>
        <p:sp>
          <p:nvSpPr>
            <p:cNvPr id="20523" name="Text Box 43"/>
            <p:cNvSpPr txBox="1">
              <a:spLocks noChangeArrowheads="1"/>
            </p:cNvSpPr>
            <p:nvPr/>
          </p:nvSpPr>
          <p:spPr bwMode="auto">
            <a:xfrm>
              <a:off x="0" y="4724400"/>
              <a:ext cx="9144000" cy="9461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/>
                  <a:ea typeface="楷体_GB2312" pitchFamily="49" charset="-122"/>
                  <a:cs typeface="+mn-cs"/>
                </a:rPr>
                <a:t>注： </a:t>
              </a:r>
              <a:r>
                <a:rPr kumimoji="0" lang="zh-CN" altLang="en-US" kern="1200" cap="none" spc="0" normalizeH="0" baseline="0" noProof="0" dirty="0">
                  <a:solidFill>
                    <a:srgbClr val="333333"/>
                  </a:solidFill>
                  <a:latin typeface="Times New Roman" panose="02020603050405020304"/>
                  <a:ea typeface="宋体" panose="02010600030101010101" pitchFamily="2" charset="-122"/>
                  <a:cs typeface="+mn-cs"/>
                  <a:sym typeface="Monotype Sorts" pitchFamily="2" charset="2"/>
                </a:rPr>
                <a:t>①</a:t>
              </a:r>
              <a:r>
                <a:rPr kumimoji="1" lang="zh-CN" altLang="en-US" kern="1200" cap="none" spc="0" normalizeH="0" baseline="0" noProof="0" dirty="0">
                  <a:solidFill>
                    <a:srgbClr val="333333"/>
                  </a:solidFill>
                  <a:latin typeface="Times New Roman" panose="02020603050405020304"/>
                  <a:ea typeface="楷体_GB2312" pitchFamily="49" charset="-122"/>
                  <a:cs typeface="+mn-cs"/>
                </a:rPr>
                <a:t>定理中</a:t>
              </a:r>
              <a:r>
                <a:rPr kumimoji="1" lang="en-US" altLang="zh-CN" i="1" kern="1200" cap="none" spc="0" normalizeH="0" baseline="0" noProof="0" dirty="0">
                  <a:solidFill>
                    <a:srgbClr val="0000FF"/>
                  </a:solidFill>
                  <a:latin typeface="Times New Roman" panose="02020603050405020304"/>
                  <a:ea typeface="楷体_GB2312" pitchFamily="49" charset="-122"/>
                  <a:cs typeface="+mn-cs"/>
                </a:rPr>
                <a:t>E </a:t>
              </a:r>
              <a:r>
                <a:rPr kumimoji="1" lang="zh-CN" altLang="en-US" kern="1200" cap="none" spc="0" normalizeH="0" baseline="0" noProof="0" dirty="0">
                  <a:solidFill>
                    <a:srgbClr val="333333"/>
                  </a:solidFill>
                  <a:latin typeface="Times New Roman" panose="02020603050405020304"/>
                  <a:ea typeface="楷体_GB2312" pitchFamily="49" charset="-122"/>
                  <a:cs typeface="+mn-cs"/>
                </a:rPr>
                <a:t>是闭合曲面</a:t>
              </a:r>
              <a:r>
                <a:rPr kumimoji="1" lang="en-US" altLang="zh-CN" i="1" kern="1200" cap="none" spc="0" normalizeH="0" baseline="0" noProof="0" dirty="0">
                  <a:solidFill>
                    <a:srgbClr val="333333"/>
                  </a:solidFill>
                  <a:latin typeface="Times New Roman" panose="02020603050405020304"/>
                  <a:ea typeface="楷体_GB2312" pitchFamily="49" charset="-122"/>
                  <a:cs typeface="+mn-cs"/>
                </a:rPr>
                <a:t>S</a:t>
              </a:r>
              <a:r>
                <a:rPr kumimoji="1" lang="en-US" altLang="zh-CN" kern="1200" cap="none" spc="0" normalizeH="0" baseline="0" noProof="0" dirty="0">
                  <a:solidFill>
                    <a:srgbClr val="333333"/>
                  </a:solidFill>
                  <a:latin typeface="Times New Roman" panose="02020603050405020304"/>
                  <a:ea typeface="楷体_GB2312" pitchFamily="49" charset="-122"/>
                  <a:cs typeface="+mn-cs"/>
                </a:rPr>
                <a:t>（</a:t>
              </a:r>
              <a:r>
                <a:rPr kumimoji="1" lang="zh-CN" altLang="en-US" kern="1200" cap="none" spc="0" normalizeH="0" baseline="0" noProof="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/>
                  <a:ea typeface="楷体_GB2312" pitchFamily="49" charset="-122"/>
                  <a:cs typeface="+mn-cs"/>
                </a:rPr>
                <a:t>高斯面</a:t>
              </a:r>
              <a:r>
                <a:rPr kumimoji="1" lang="zh-CN" altLang="en-US" kern="1200" cap="none" spc="0" normalizeH="0" baseline="0" noProof="0" dirty="0">
                  <a:solidFill>
                    <a:srgbClr val="333333"/>
                  </a:solidFill>
                  <a:latin typeface="Times New Roman" panose="02020603050405020304"/>
                  <a:ea typeface="楷体_GB2312" pitchFamily="49" charset="-122"/>
                  <a:cs typeface="+mn-cs"/>
                </a:rPr>
                <a:t>）上的场强，</a:t>
              </a:r>
              <a:endParaRPr kumimoji="1" lang="zh-CN" altLang="en-US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endParaRPr>
            </a:p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 dirty="0">
                  <a:solidFill>
                    <a:srgbClr val="333333"/>
                  </a:solidFill>
                  <a:latin typeface="Times New Roman" panose="02020603050405020304"/>
                  <a:ea typeface="楷体_GB2312" pitchFamily="49" charset="-122"/>
                  <a:cs typeface="+mn-cs"/>
                </a:rPr>
                <a:t>             </a:t>
              </a:r>
              <a:r>
                <a:rPr kumimoji="1" lang="zh-CN" altLang="en-US" kern="1200" cap="none" spc="0" normalizeH="0" baseline="0" noProof="0" dirty="0">
                  <a:solidFill>
                    <a:srgbClr val="FF0000"/>
                  </a:solidFill>
                  <a:latin typeface="Times New Roman" panose="02020603050405020304"/>
                  <a:ea typeface="楷体_GB2312" pitchFamily="49" charset="-122"/>
                  <a:cs typeface="+mn-cs"/>
                </a:rPr>
                <a:t>它是由全部电荷（</a:t>
              </a:r>
              <a:r>
                <a:rPr kumimoji="1" lang="en-US" altLang="zh-CN" i="1" kern="1200" cap="none" spc="0" normalizeH="0" baseline="0" noProof="0" dirty="0">
                  <a:solidFill>
                    <a:srgbClr val="FF0000"/>
                  </a:solidFill>
                  <a:latin typeface="Times New Roman" panose="02020603050405020304"/>
                  <a:ea typeface="楷体_GB2312" pitchFamily="49" charset="-122"/>
                  <a:cs typeface="+mn-cs"/>
                </a:rPr>
                <a:t>S</a:t>
              </a:r>
              <a:r>
                <a:rPr kumimoji="1" lang="zh-CN" altLang="en-US" kern="1200" cap="none" spc="0" normalizeH="0" baseline="0" noProof="0" dirty="0">
                  <a:solidFill>
                    <a:srgbClr val="FF0000"/>
                  </a:solidFill>
                  <a:latin typeface="Times New Roman" panose="02020603050405020304"/>
                  <a:ea typeface="楷体_GB2312" pitchFamily="49" charset="-122"/>
                  <a:cs typeface="+mn-cs"/>
                </a:rPr>
                <a:t>内外）共同产生的合场强。</a:t>
              </a:r>
              <a:endParaRPr kumimoji="1" lang="zh-CN" altLang="en-US" kern="1200" cap="none" spc="0" normalizeH="0" baseline="0" noProof="0" dirty="0">
                <a:solidFill>
                  <a:srgbClr val="FF0000"/>
                </a:solidFill>
                <a:latin typeface="Times New Roman" panose="02020603050405020304"/>
                <a:ea typeface="楷体_GB2312" pitchFamily="49" charset="-122"/>
                <a:cs typeface="+mn-cs"/>
              </a:endParaRPr>
            </a:p>
          </p:txBody>
        </p:sp>
        <p:sp>
          <p:nvSpPr>
            <p:cNvPr id="57355" name="Line 46"/>
            <p:cNvSpPr/>
            <p:nvPr/>
          </p:nvSpPr>
          <p:spPr>
            <a:xfrm>
              <a:off x="2392363" y="4835525"/>
              <a:ext cx="228600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sm" len="med"/>
            </a:ln>
          </p:spPr>
        </p:sp>
      </p:grpSp>
      <p:sp>
        <p:nvSpPr>
          <p:cNvPr id="14" name="Text Box 10"/>
          <p:cNvSpPr txBox="1"/>
          <p:nvPr/>
        </p:nvSpPr>
        <p:spPr>
          <a:xfrm>
            <a:off x="447675" y="530225"/>
            <a:ext cx="2563813" cy="51911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0000FF"/>
                </a:solidFill>
                <a:ea typeface="楷体_GB2312" pitchFamily="49" charset="-122"/>
              </a:rPr>
              <a:t>高斯定理</a:t>
            </a:r>
            <a:endParaRPr lang="zh-CN" altLang="en-US" sz="2800" dirty="0">
              <a:solidFill>
                <a:srgbClr val="0000FF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2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2" grpId="0"/>
      <p:bldP spid="20513" grpId="0"/>
      <p:bldP spid="20524" grpId="0"/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Slide Number Placeholder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58371" name="Text Box 4"/>
          <p:cNvSpPr txBox="1"/>
          <p:nvPr/>
        </p:nvSpPr>
        <p:spPr>
          <a:xfrm>
            <a:off x="171450" y="260350"/>
            <a:ext cx="8648700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FF33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3.</a:t>
            </a:r>
            <a:r>
              <a:rPr lang="zh-CN" altLang="en-US" sz="2800" dirty="0">
                <a:solidFill>
                  <a:srgbClr val="333333"/>
                </a:solidFill>
              </a:rPr>
              <a:t>有一对等量异号的电荷</a:t>
            </a:r>
            <a:r>
              <a:rPr lang="en-US" altLang="zh-CN" sz="2800" dirty="0">
                <a:solidFill>
                  <a:srgbClr val="333333"/>
                </a:solidFill>
              </a:rPr>
              <a:t>,  </a:t>
            </a:r>
            <a:r>
              <a:rPr lang="zh-CN" altLang="en-US" sz="2800" dirty="0">
                <a:solidFill>
                  <a:srgbClr val="333333"/>
                </a:solidFill>
              </a:rPr>
              <a:t>如图。求通过</a:t>
            </a:r>
            <a:r>
              <a:rPr lang="en-US" altLang="zh-CN" sz="2800" i="1" dirty="0">
                <a:solidFill>
                  <a:srgbClr val="333333"/>
                </a:solidFill>
              </a:rPr>
              <a:t>S</a:t>
            </a:r>
            <a:r>
              <a:rPr lang="en-US" altLang="zh-CN" sz="2800" baseline="-25000" dirty="0">
                <a:solidFill>
                  <a:srgbClr val="333333"/>
                </a:solidFill>
              </a:rPr>
              <a:t>1</a:t>
            </a:r>
            <a:r>
              <a:rPr lang="zh-CN" altLang="en-US" sz="2800" dirty="0">
                <a:solidFill>
                  <a:srgbClr val="333333"/>
                </a:solidFill>
              </a:rPr>
              <a:t>、 </a:t>
            </a:r>
            <a:r>
              <a:rPr lang="en-US" altLang="zh-CN" sz="2800" i="1" dirty="0">
                <a:solidFill>
                  <a:srgbClr val="333333"/>
                </a:solidFill>
              </a:rPr>
              <a:t>S</a:t>
            </a:r>
            <a:r>
              <a:rPr lang="en-US" altLang="zh-CN" sz="2800" dirty="0">
                <a:solidFill>
                  <a:srgbClr val="333333"/>
                </a:solidFill>
              </a:rPr>
              <a:t> </a:t>
            </a:r>
            <a:r>
              <a:rPr lang="en-US" altLang="zh-CN" sz="2800" baseline="-25000" dirty="0">
                <a:solidFill>
                  <a:srgbClr val="333333"/>
                </a:solidFill>
              </a:rPr>
              <a:t>2</a:t>
            </a:r>
            <a:r>
              <a:rPr lang="zh-CN" altLang="en-US" sz="2800" dirty="0">
                <a:solidFill>
                  <a:srgbClr val="333333"/>
                </a:solidFill>
              </a:rPr>
              <a:t>、</a:t>
            </a:r>
            <a:r>
              <a:rPr lang="en-US" altLang="zh-CN" sz="2800" i="1" dirty="0">
                <a:solidFill>
                  <a:srgbClr val="333333"/>
                </a:solidFill>
              </a:rPr>
              <a:t>S</a:t>
            </a:r>
            <a:r>
              <a:rPr lang="en-US" altLang="zh-CN" sz="2800" baseline="-25000" dirty="0">
                <a:solidFill>
                  <a:srgbClr val="333333"/>
                </a:solidFill>
              </a:rPr>
              <a:t>3</a:t>
            </a:r>
            <a:r>
              <a:rPr lang="zh-CN" altLang="en-US" sz="2800" dirty="0">
                <a:solidFill>
                  <a:srgbClr val="333333"/>
                </a:solidFill>
              </a:rPr>
              <a:t>、 </a:t>
            </a:r>
            <a:r>
              <a:rPr lang="en-US" altLang="zh-CN" sz="2800" i="1" dirty="0">
                <a:solidFill>
                  <a:srgbClr val="333333"/>
                </a:solidFill>
              </a:rPr>
              <a:t>S</a:t>
            </a:r>
            <a:r>
              <a:rPr lang="en-US" altLang="zh-CN" sz="2800" baseline="-25000" dirty="0">
                <a:solidFill>
                  <a:srgbClr val="333333"/>
                </a:solidFill>
              </a:rPr>
              <a:t>4 </a:t>
            </a:r>
            <a:r>
              <a:rPr lang="zh-CN" altLang="en-US" sz="2800" dirty="0">
                <a:solidFill>
                  <a:srgbClr val="333333"/>
                </a:solidFill>
              </a:rPr>
              <a:t>各面的电通量。</a:t>
            </a:r>
            <a:endParaRPr lang="zh-CN" altLang="en-US" sz="2800" dirty="0">
              <a:solidFill>
                <a:srgbClr val="333333"/>
              </a:solidFill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5873750" y="1816100"/>
            <a:ext cx="2916238" cy="2286000"/>
            <a:chOff x="3401" y="343"/>
            <a:chExt cx="2606" cy="1865"/>
          </a:xfrm>
        </p:grpSpPr>
        <p:sp>
          <p:nvSpPr>
            <p:cNvPr id="58385" name="Oval 6"/>
            <p:cNvSpPr/>
            <p:nvPr/>
          </p:nvSpPr>
          <p:spPr>
            <a:xfrm>
              <a:off x="3401" y="343"/>
              <a:ext cx="2606" cy="1865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b="0" dirty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8386" name="Oval 7"/>
            <p:cNvSpPr/>
            <p:nvPr/>
          </p:nvSpPr>
          <p:spPr>
            <a:xfrm>
              <a:off x="3658" y="856"/>
              <a:ext cx="865" cy="686"/>
            </a:xfrm>
            <a:prstGeom prst="ellipse">
              <a:avLst/>
            </a:prstGeom>
            <a:solidFill>
              <a:srgbClr val="CCECFF"/>
            </a:solidFill>
            <a:ln w="28575" cap="flat" cmpd="sng">
              <a:solidFill>
                <a:srgbClr val="0000FF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b="0" dirty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8387" name="Oval 8"/>
            <p:cNvSpPr/>
            <p:nvPr/>
          </p:nvSpPr>
          <p:spPr>
            <a:xfrm>
              <a:off x="3970" y="1158"/>
              <a:ext cx="104" cy="96"/>
            </a:xfrm>
            <a:prstGeom prst="ellipse">
              <a:avLst/>
            </a:prstGeom>
            <a:solidFill>
              <a:srgbClr val="CC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b="0" dirty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58388" name="Object 13"/>
            <p:cNvGraphicFramePr>
              <a:graphicFrameLocks noChangeAspect="1"/>
            </p:cNvGraphicFramePr>
            <p:nvPr/>
          </p:nvGraphicFramePr>
          <p:xfrm>
            <a:off x="3814" y="1254"/>
            <a:ext cx="35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" name="" r:id="rId1" imgW="520700" imgH="342900" progId="Equation.3">
                    <p:embed/>
                  </p:oleObj>
                </mc:Choice>
                <mc:Fallback>
                  <p:oleObj name="" r:id="rId1" imgW="520700" imgH="342900" progId="Equation.3">
                    <p:embed/>
                    <p:pic>
                      <p:nvPicPr>
                        <p:cNvPr id="0" name="图片 338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14" y="1254"/>
                          <a:ext cx="356" cy="2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89" name="Object 14"/>
            <p:cNvGraphicFramePr>
              <a:graphicFrameLocks noChangeAspect="1"/>
            </p:cNvGraphicFramePr>
            <p:nvPr/>
          </p:nvGraphicFramePr>
          <p:xfrm>
            <a:off x="4098" y="905"/>
            <a:ext cx="26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7" name="" r:id="rId3" imgW="393700" imgH="457200" progId="Equation.3">
                    <p:embed/>
                  </p:oleObj>
                </mc:Choice>
                <mc:Fallback>
                  <p:oleObj name="" r:id="rId3" imgW="393700" imgH="457200" progId="Equation.3">
                    <p:embed/>
                    <p:pic>
                      <p:nvPicPr>
                        <p:cNvPr id="0" name="图片 337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98" y="905"/>
                          <a:ext cx="269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90" name="Oval 11"/>
            <p:cNvSpPr/>
            <p:nvPr/>
          </p:nvSpPr>
          <p:spPr>
            <a:xfrm>
              <a:off x="5018" y="596"/>
              <a:ext cx="728" cy="795"/>
            </a:xfrm>
            <a:prstGeom prst="ellipse">
              <a:avLst/>
            </a:prstGeom>
            <a:solidFill>
              <a:srgbClr val="CCECFF"/>
            </a:solidFill>
            <a:ln w="28575" cap="flat" cmpd="sng">
              <a:solidFill>
                <a:srgbClr val="0000FF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b="0" dirty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8391" name="Oval 12"/>
            <p:cNvSpPr/>
            <p:nvPr/>
          </p:nvSpPr>
          <p:spPr>
            <a:xfrm>
              <a:off x="5330" y="1007"/>
              <a:ext cx="104" cy="96"/>
            </a:xfrm>
            <a:prstGeom prst="ellipse">
              <a:avLst/>
            </a:prstGeom>
            <a:solidFill>
              <a:srgbClr val="CC0000"/>
            </a:solidFill>
            <a:ln w="9525" cap="flat" cmpd="sng">
              <a:solidFill>
                <a:srgbClr val="99003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b="0" dirty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58392" name="Object 15"/>
            <p:cNvGraphicFramePr>
              <a:graphicFrameLocks noChangeAspect="1"/>
            </p:cNvGraphicFramePr>
            <p:nvPr/>
          </p:nvGraphicFramePr>
          <p:xfrm>
            <a:off x="5174" y="1107"/>
            <a:ext cx="355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" name="" r:id="rId5" imgW="520700" imgH="330200" progId="Equation.3">
                    <p:embed/>
                  </p:oleObj>
                </mc:Choice>
                <mc:Fallback>
                  <p:oleObj name="" r:id="rId5" imgW="520700" imgH="330200" progId="Equation.3">
                    <p:embed/>
                    <p:pic>
                      <p:nvPicPr>
                        <p:cNvPr id="0" name="图片 338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74" y="1107"/>
                          <a:ext cx="355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93" name="Object 16"/>
            <p:cNvGraphicFramePr>
              <a:graphicFrameLocks noChangeAspect="1"/>
            </p:cNvGraphicFramePr>
            <p:nvPr/>
          </p:nvGraphicFramePr>
          <p:xfrm>
            <a:off x="5298" y="685"/>
            <a:ext cx="28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6" name="" r:id="rId7" imgW="419100" imgH="457200" progId="Equation.3">
                    <p:embed/>
                  </p:oleObj>
                </mc:Choice>
                <mc:Fallback>
                  <p:oleObj name="" r:id="rId7" imgW="419100" imgH="457200" progId="Equation.3">
                    <p:embed/>
                    <p:pic>
                      <p:nvPicPr>
                        <p:cNvPr id="0" name="图片 338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98" y="685"/>
                          <a:ext cx="28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94" name="Oval 15"/>
            <p:cNvSpPr/>
            <p:nvPr/>
          </p:nvSpPr>
          <p:spPr>
            <a:xfrm>
              <a:off x="4423" y="1439"/>
              <a:ext cx="548" cy="445"/>
            </a:xfrm>
            <a:prstGeom prst="ellipse">
              <a:avLst/>
            </a:prstGeom>
            <a:solidFill>
              <a:srgbClr val="CCECFF"/>
            </a:solidFill>
            <a:ln w="28575" cap="flat" cmpd="sng">
              <a:solidFill>
                <a:srgbClr val="0000FF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b="0" dirty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58395" name="Object 17"/>
            <p:cNvGraphicFramePr>
              <a:graphicFrameLocks noChangeAspect="1"/>
            </p:cNvGraphicFramePr>
            <p:nvPr/>
          </p:nvGraphicFramePr>
          <p:xfrm>
            <a:off x="4615" y="1487"/>
            <a:ext cx="28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4" name="" r:id="rId9" imgW="419100" imgH="457200" progId="Equation.3">
                    <p:embed/>
                  </p:oleObj>
                </mc:Choice>
                <mc:Fallback>
                  <p:oleObj name="" r:id="rId9" imgW="419100" imgH="457200" progId="Equation.3">
                    <p:embed/>
                    <p:pic>
                      <p:nvPicPr>
                        <p:cNvPr id="0" name="图片 338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615" y="1487"/>
                          <a:ext cx="28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96" name="Object 18"/>
            <p:cNvGraphicFramePr>
              <a:graphicFrameLocks noChangeAspect="1"/>
            </p:cNvGraphicFramePr>
            <p:nvPr/>
          </p:nvGraphicFramePr>
          <p:xfrm>
            <a:off x="5425" y="1631"/>
            <a:ext cx="27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1" name="" r:id="rId11" imgW="406400" imgH="457200" progId="Equation.3">
                    <p:embed/>
                  </p:oleObj>
                </mc:Choice>
                <mc:Fallback>
                  <p:oleObj name="" r:id="rId11" imgW="406400" imgH="457200" progId="Equation.3">
                    <p:embed/>
                    <p:pic>
                      <p:nvPicPr>
                        <p:cNvPr id="0" name="图片 338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425" y="1631"/>
                          <a:ext cx="277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0066" name="Object 2"/>
          <p:cNvGraphicFramePr>
            <a:graphicFrameLocks noChangeAspect="1"/>
          </p:cNvGraphicFramePr>
          <p:nvPr/>
        </p:nvGraphicFramePr>
        <p:xfrm>
          <a:off x="3586163" y="1377950"/>
          <a:ext cx="1900237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4" name="" r:id="rId13" imgW="1241425" imgH="570230" progId="Equation.DSMT4">
                  <p:embed/>
                </p:oleObj>
              </mc:Choice>
              <mc:Fallback>
                <p:oleObj name="" r:id="rId13" imgW="1241425" imgH="570230" progId="Equation.DSMT4">
                  <p:embed/>
                  <p:pic>
                    <p:nvPicPr>
                      <p:cNvPr id="0" name="图片 3373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86163" y="1377950"/>
                        <a:ext cx="1900237" cy="1101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67" name="Object 3"/>
          <p:cNvGraphicFramePr>
            <a:graphicFrameLocks noChangeAspect="1"/>
          </p:cNvGraphicFramePr>
          <p:nvPr/>
        </p:nvGraphicFramePr>
        <p:xfrm>
          <a:off x="3576638" y="2614613"/>
          <a:ext cx="2030412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5" name="" r:id="rId15" imgW="1291590" imgH="570230" progId="Equation.DSMT4">
                  <p:embed/>
                </p:oleObj>
              </mc:Choice>
              <mc:Fallback>
                <p:oleObj name="" r:id="rId15" imgW="1291590" imgH="570230" progId="Equation.DSMT4">
                  <p:embed/>
                  <p:pic>
                    <p:nvPicPr>
                      <p:cNvPr id="0" name="图片 3374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76638" y="2614613"/>
                        <a:ext cx="2030412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68" name="Object 4"/>
          <p:cNvGraphicFramePr>
            <a:graphicFrameLocks noChangeAspect="1"/>
          </p:cNvGraphicFramePr>
          <p:nvPr/>
        </p:nvGraphicFramePr>
        <p:xfrm>
          <a:off x="3651250" y="3905250"/>
          <a:ext cx="1862138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" name="" r:id="rId17" imgW="1141095" imgH="419735" progId="Equation.DSMT4">
                  <p:embed/>
                </p:oleObj>
              </mc:Choice>
              <mc:Fallback>
                <p:oleObj name="" r:id="rId17" imgW="1141095" imgH="419735" progId="Equation.DSMT4">
                  <p:embed/>
                  <p:pic>
                    <p:nvPicPr>
                      <p:cNvPr id="0" name="图片 3384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51250" y="3905250"/>
                        <a:ext cx="1862138" cy="842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69" name="Object 5"/>
          <p:cNvGraphicFramePr>
            <a:graphicFrameLocks noChangeAspect="1"/>
          </p:cNvGraphicFramePr>
          <p:nvPr/>
        </p:nvGraphicFramePr>
        <p:xfrm>
          <a:off x="3643313" y="5030788"/>
          <a:ext cx="185737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" name="" r:id="rId19" imgW="1123950" imgH="419735" progId="Equation.DSMT4">
                  <p:embed/>
                </p:oleObj>
              </mc:Choice>
              <mc:Fallback>
                <p:oleObj name="" r:id="rId19" imgW="1123950" imgH="419735" progId="Equation.DSMT4">
                  <p:embed/>
                  <p:pic>
                    <p:nvPicPr>
                      <p:cNvPr id="0" name="图片 3378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43313" y="5030788"/>
                        <a:ext cx="1857375" cy="844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0" name="Object 6"/>
          <p:cNvGraphicFramePr>
            <a:graphicFrameLocks noChangeAspect="1"/>
          </p:cNvGraphicFramePr>
          <p:nvPr/>
        </p:nvGraphicFramePr>
        <p:xfrm>
          <a:off x="6129338" y="4487863"/>
          <a:ext cx="2595562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" name="" r:id="rId21" imgW="1016000" imgH="393700" progId="Equation.3">
                  <p:embed/>
                </p:oleObj>
              </mc:Choice>
              <mc:Fallback>
                <p:oleObj name="" r:id="rId21" imgW="1016000" imgH="393700" progId="Equation.3">
                  <p:embed/>
                  <p:pic>
                    <p:nvPicPr>
                      <p:cNvPr id="0" name="图片 3379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129338" y="4487863"/>
                        <a:ext cx="2595562" cy="1004887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8" name="Object 7"/>
          <p:cNvGraphicFramePr>
            <a:graphicFrameLocks noChangeAspect="1"/>
          </p:cNvGraphicFramePr>
          <p:nvPr/>
        </p:nvGraphicFramePr>
        <p:xfrm>
          <a:off x="306388" y="2633663"/>
          <a:ext cx="2916237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" name="" r:id="rId23" imgW="1155065" imgH="406400" progId="Equation.3">
                  <p:embed/>
                </p:oleObj>
              </mc:Choice>
              <mc:Fallback>
                <p:oleObj name="" r:id="rId23" imgW="1155065" imgH="406400" progId="Equation.3">
                  <p:embed/>
                  <p:pic>
                    <p:nvPicPr>
                      <p:cNvPr id="0" name="图片 3386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06388" y="2633663"/>
                        <a:ext cx="2916237" cy="1109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9" name="Object 8"/>
          <p:cNvGraphicFramePr>
            <a:graphicFrameLocks noChangeAspect="1"/>
          </p:cNvGraphicFramePr>
          <p:nvPr/>
        </p:nvGraphicFramePr>
        <p:xfrm>
          <a:off x="315913" y="1395413"/>
          <a:ext cx="2787650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6" name="" r:id="rId25" imgW="1104265" imgH="406400" progId="Equation.3">
                  <p:embed/>
                </p:oleObj>
              </mc:Choice>
              <mc:Fallback>
                <p:oleObj name="" r:id="rId25" imgW="1104265" imgH="406400" progId="Equation.3">
                  <p:embed/>
                  <p:pic>
                    <p:nvPicPr>
                      <p:cNvPr id="0" name="图片 3375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15913" y="1395413"/>
                        <a:ext cx="2787650" cy="1109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0" name="Object 9"/>
          <p:cNvGraphicFramePr>
            <a:graphicFrameLocks noChangeAspect="1"/>
          </p:cNvGraphicFramePr>
          <p:nvPr/>
        </p:nvGraphicFramePr>
        <p:xfrm>
          <a:off x="323850" y="3917950"/>
          <a:ext cx="317182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8" name="" r:id="rId27" imgW="1243965" imgH="406400" progId="Equation.3">
                  <p:embed/>
                </p:oleObj>
              </mc:Choice>
              <mc:Fallback>
                <p:oleObj name="" r:id="rId27" imgW="1243965" imgH="406400" progId="Equation.3">
                  <p:embed/>
                  <p:pic>
                    <p:nvPicPr>
                      <p:cNvPr id="0" name="图片 3377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23850" y="3917950"/>
                        <a:ext cx="3171825" cy="112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1" name="Rectangle 26"/>
          <p:cNvSpPr/>
          <p:nvPr/>
        </p:nvSpPr>
        <p:spPr>
          <a:xfrm>
            <a:off x="303213" y="5886450"/>
            <a:ext cx="54895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正确的是（             ）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graphicFrame>
        <p:nvGraphicFramePr>
          <p:cNvPr id="130075" name="Object 10"/>
          <p:cNvGraphicFramePr>
            <a:graphicFrameLocks noChangeAspect="1"/>
          </p:cNvGraphicFramePr>
          <p:nvPr/>
        </p:nvGraphicFramePr>
        <p:xfrm>
          <a:off x="2520950" y="5895975"/>
          <a:ext cx="3841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8" name="" r:id="rId29" imgW="152400" imgH="165100" progId="Equation.DSMT4">
                  <p:embed/>
                </p:oleObj>
              </mc:Choice>
              <mc:Fallback>
                <p:oleObj name="" r:id="rId29" imgW="152400" imgH="165100" progId="Equation.DSMT4">
                  <p:embed/>
                  <p:pic>
                    <p:nvPicPr>
                      <p:cNvPr id="0" name="图片 3387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520950" y="5895975"/>
                        <a:ext cx="384175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3" name="Object 11"/>
          <p:cNvGraphicFramePr>
            <a:graphicFrameLocks noChangeAspect="1"/>
          </p:cNvGraphicFramePr>
          <p:nvPr/>
        </p:nvGraphicFramePr>
        <p:xfrm>
          <a:off x="292100" y="5248275"/>
          <a:ext cx="3011488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" name="" r:id="rId31" imgW="926465" imgH="203200" progId="Equation.3">
                  <p:embed/>
                </p:oleObj>
              </mc:Choice>
              <mc:Fallback>
                <p:oleObj name="" r:id="rId31" imgW="926465" imgH="203200" progId="Equation.3">
                  <p:embed/>
                  <p:pic>
                    <p:nvPicPr>
                      <p:cNvPr id="0" name="图片 3388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92100" y="5248275"/>
                        <a:ext cx="3011488" cy="566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7" name="Object 12"/>
          <p:cNvGraphicFramePr>
            <a:graphicFrameLocks noChangeAspect="1"/>
          </p:cNvGraphicFramePr>
          <p:nvPr/>
        </p:nvGraphicFramePr>
        <p:xfrm>
          <a:off x="6265863" y="5075238"/>
          <a:ext cx="233362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" name="" r:id="rId33" imgW="152400" imgH="177800" progId="Equation.3">
                  <p:embed/>
                </p:oleObj>
              </mc:Choice>
              <mc:Fallback>
                <p:oleObj name="" r:id="rId33" imgW="152400" imgH="177800" progId="Equation.3">
                  <p:embed/>
                  <p:pic>
                    <p:nvPicPr>
                      <p:cNvPr id="0" name="图片 3389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265863" y="5075238"/>
                        <a:ext cx="233362" cy="273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3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3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Slide Number Placeholder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33817" name="Text Box 25"/>
          <p:cNvSpPr txBox="1"/>
          <p:nvPr/>
        </p:nvSpPr>
        <p:spPr>
          <a:xfrm>
            <a:off x="0" y="2408238"/>
            <a:ext cx="3479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FF"/>
                </a:solidFill>
                <a:ea typeface="楷体_GB2312" pitchFamily="49" charset="-122"/>
              </a:rPr>
              <a:t>高斯定理的应用</a:t>
            </a:r>
            <a:r>
              <a:rPr lang="zh-CN" altLang="en-US" sz="2800" dirty="0">
                <a:solidFill>
                  <a:srgbClr val="0000FF"/>
                </a:solidFill>
                <a:ea typeface="楷体_GB2312" pitchFamily="49" charset="-122"/>
              </a:rPr>
              <a:t>：</a:t>
            </a:r>
            <a:endParaRPr lang="zh-CN" altLang="en-US" sz="2800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33818" name="Text Box 26"/>
          <p:cNvSpPr txBox="1">
            <a:spLocks noChangeArrowheads="1"/>
          </p:cNvSpPr>
          <p:nvPr/>
        </p:nvSpPr>
        <p:spPr bwMode="auto">
          <a:xfrm>
            <a:off x="384175" y="2887663"/>
            <a:ext cx="7685088" cy="1031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宋体" panose="02010600030101010101" pitchFamily="2" charset="-122"/>
                <a:cs typeface="+mn-cs"/>
                <a:sym typeface="Monotype Sorts" pitchFamily="2" charset="2"/>
              </a:rPr>
              <a:t>①</a:t>
            </a:r>
            <a:r>
              <a:rPr kumimoji="0" lang="zh-CN" altLang="en-US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宋体" panose="02010600030101010101" pitchFamily="2" charset="-122"/>
                <a:cs typeface="+mn-cs"/>
              </a:rPr>
              <a:t>当电荷分布具有某种对称性时，可用高斯定理</a:t>
            </a:r>
            <a:endParaRPr kumimoji="0" lang="zh-CN" altLang="en-US" kern="1200" cap="none" spc="0" normalizeH="0" baseline="0" noProof="0" dirty="0">
              <a:solidFill>
                <a:srgbClr val="333333"/>
              </a:solidFill>
              <a:latin typeface="Times New Roman" panose="02020603050405020304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黑体" panose="02010609060101010101" pitchFamily="2" charset="-122"/>
                <a:cs typeface="+mn-cs"/>
              </a:rPr>
              <a:t>简便地</a:t>
            </a:r>
            <a:r>
              <a:rPr kumimoji="0" lang="zh-CN" altLang="en-US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宋体" panose="02010600030101010101" pitchFamily="2" charset="-122"/>
                <a:cs typeface="+mn-cs"/>
              </a:rPr>
              <a:t>求出该电荷系统的电场的分布。</a:t>
            </a:r>
            <a:endParaRPr kumimoji="0" lang="zh-CN" altLang="en-US" kern="1200" cap="none" spc="0" normalizeH="0" baseline="0" noProof="0" dirty="0">
              <a:solidFill>
                <a:srgbClr val="333333"/>
              </a:solidFill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819" name="Text Box 27"/>
          <p:cNvSpPr txBox="1"/>
          <p:nvPr/>
        </p:nvSpPr>
        <p:spPr>
          <a:xfrm>
            <a:off x="384175" y="3854450"/>
            <a:ext cx="8042275" cy="1031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sym typeface="Monotype Sorts" pitchFamily="2" charset="2"/>
              </a:rPr>
              <a:t>②</a:t>
            </a:r>
            <a:r>
              <a:rPr lang="zh-CN" altLang="en-US" sz="2800" dirty="0">
                <a:solidFill>
                  <a:srgbClr val="333333"/>
                </a:solidFill>
              </a:rPr>
              <a:t>当已知场强分布时，可用高斯定理求出任一区域</a:t>
            </a:r>
            <a:endParaRPr lang="zh-CN" altLang="en-US" sz="2800" dirty="0">
              <a:solidFill>
                <a:srgbClr val="333333"/>
              </a:solidFill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</a:rPr>
              <a:t>   的电荷。</a:t>
            </a:r>
            <a:endParaRPr lang="zh-CN" altLang="en-US" sz="2800" dirty="0">
              <a:solidFill>
                <a:srgbClr val="333333"/>
              </a:solidFill>
            </a:endParaRPr>
          </a:p>
        </p:txBody>
      </p:sp>
      <p:sp>
        <p:nvSpPr>
          <p:cNvPr id="33821" name="Text Box 29"/>
          <p:cNvSpPr txBox="1"/>
          <p:nvPr/>
        </p:nvSpPr>
        <p:spPr>
          <a:xfrm>
            <a:off x="384175" y="4756150"/>
            <a:ext cx="8753475" cy="566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latin typeface="楷体_GB2312" pitchFamily="49" charset="-122"/>
                <a:ea typeface="楷体_GB2312" pitchFamily="49" charset="-122"/>
              </a:rPr>
              <a:t>对于静止电荷的电场，库仑定律和高斯定理等价。</a:t>
            </a:r>
            <a:endParaRPr lang="zh-CN" altLang="en-US" sz="2800" dirty="0">
              <a:solidFill>
                <a:srgbClr val="333333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3822" name="Text Box 30"/>
          <p:cNvSpPr txBox="1"/>
          <p:nvPr/>
        </p:nvSpPr>
        <p:spPr>
          <a:xfrm>
            <a:off x="384175" y="5219700"/>
            <a:ext cx="7826375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FF3300"/>
                </a:solidFill>
                <a:ea typeface="楷体_GB2312" pitchFamily="49" charset="-122"/>
              </a:rPr>
              <a:t>对于运动电荷的电场，库仑定律不再正确，而高斯定理仍然有效.</a:t>
            </a:r>
            <a:endParaRPr lang="zh-CN" altLang="en-US" sz="2800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33825" name="Text Box 33"/>
          <p:cNvSpPr txBox="1"/>
          <p:nvPr/>
        </p:nvSpPr>
        <p:spPr>
          <a:xfrm>
            <a:off x="98425" y="88900"/>
            <a:ext cx="3613150" cy="528638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rgbClr val="808080"/>
            </a:outer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0000FF"/>
                </a:solidFill>
                <a:ea typeface="楷体_GB2312" pitchFamily="49" charset="-122"/>
              </a:rPr>
              <a:t>2、高斯定理的意义：</a:t>
            </a:r>
            <a:endParaRPr lang="zh-CN" altLang="en-US" sz="2800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33826" name="Text Box 34"/>
          <p:cNvSpPr txBox="1"/>
          <p:nvPr/>
        </p:nvSpPr>
        <p:spPr>
          <a:xfrm>
            <a:off x="0" y="668338"/>
            <a:ext cx="73802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给出了静电场的重要性质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33827" name="Text Box 35"/>
          <p:cNvSpPr txBox="1">
            <a:spLocks noChangeArrowheads="1"/>
          </p:cNvSpPr>
          <p:nvPr/>
        </p:nvSpPr>
        <p:spPr bwMode="auto">
          <a:xfrm>
            <a:off x="454025" y="1143000"/>
            <a:ext cx="40386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——静电场是</a:t>
            </a:r>
            <a:r>
              <a:rPr kumimoji="1" lang="zh-CN" altLang="en-US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黑体" panose="02010609060101010101" pitchFamily="2" charset="-122"/>
                <a:cs typeface="+mn-cs"/>
              </a:rPr>
              <a:t>有源场</a:t>
            </a:r>
            <a:endParaRPr kumimoji="1" lang="zh-CN" altLang="en-US" kern="1200" cap="none" spc="0" normalizeH="0" baseline="0" noProof="0" dirty="0">
              <a:solidFill>
                <a:srgbClr val="FF3300"/>
              </a:solidFill>
              <a:latin typeface="Times New Roman" panose="02020603050405020304"/>
              <a:ea typeface="黑体" panose="02010609060101010101" pitchFamily="2" charset="-122"/>
              <a:cs typeface="+mn-cs"/>
            </a:endParaRPr>
          </a:p>
        </p:txBody>
      </p:sp>
      <p:sp>
        <p:nvSpPr>
          <p:cNvPr id="33828" name="Text Box 36"/>
          <p:cNvSpPr txBox="1"/>
          <p:nvPr/>
        </p:nvSpPr>
        <p:spPr>
          <a:xfrm>
            <a:off x="711200" y="1758950"/>
            <a:ext cx="42592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正负电荷就是场源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33829" name="AutoShape 37"/>
          <p:cNvSpPr/>
          <p:nvPr/>
        </p:nvSpPr>
        <p:spPr>
          <a:xfrm>
            <a:off x="3835400" y="1371600"/>
            <a:ext cx="325438" cy="1508125"/>
          </a:xfrm>
          <a:prstGeom prst="leftBrace">
            <a:avLst>
              <a:gd name="adj1" fmla="val 24393"/>
              <a:gd name="adj2" fmla="val 50000"/>
            </a:avLst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graphicFrame>
        <p:nvGraphicFramePr>
          <p:cNvPr id="33830" name="Object 2"/>
          <p:cNvGraphicFramePr>
            <a:graphicFrameLocks noChangeAspect="1"/>
          </p:cNvGraphicFramePr>
          <p:nvPr/>
        </p:nvGraphicFramePr>
        <p:xfrm>
          <a:off x="4230688" y="1298575"/>
          <a:ext cx="12207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" name="" r:id="rId1" imgW="1218565" imgH="495300" progId="Equation.3">
                  <p:embed/>
                </p:oleObj>
              </mc:Choice>
              <mc:Fallback>
                <p:oleObj name="" r:id="rId1" imgW="1218565" imgH="495300" progId="Equation.3">
                  <p:embed/>
                  <p:pic>
                    <p:nvPicPr>
                      <p:cNvPr id="0" name="图片 33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30688" y="1298575"/>
                        <a:ext cx="1220787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1" name="Object 3"/>
          <p:cNvGraphicFramePr>
            <a:graphicFrameLocks noChangeAspect="1"/>
          </p:cNvGraphicFramePr>
          <p:nvPr/>
        </p:nvGraphicFramePr>
        <p:xfrm>
          <a:off x="5684838" y="1301750"/>
          <a:ext cx="9906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" name="" r:id="rId3" imgW="443865" imgH="215900" progId="Equation.3">
                  <p:embed/>
                </p:oleObj>
              </mc:Choice>
              <mc:Fallback>
                <p:oleObj name="" r:id="rId3" imgW="443865" imgH="215900" progId="Equation.3">
                  <p:embed/>
                  <p:pic>
                    <p:nvPicPr>
                      <p:cNvPr id="0" name="图片 33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84838" y="1301750"/>
                        <a:ext cx="990600" cy="481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32" name="Text Box 40"/>
          <p:cNvSpPr txBox="1"/>
          <p:nvPr/>
        </p:nvSpPr>
        <p:spPr>
          <a:xfrm>
            <a:off x="6677025" y="1252538"/>
            <a:ext cx="24669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电场线穿出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graphicFrame>
        <p:nvGraphicFramePr>
          <p:cNvPr id="33833" name="Object 4"/>
          <p:cNvGraphicFramePr>
            <a:graphicFrameLocks noChangeAspect="1"/>
          </p:cNvGraphicFramePr>
          <p:nvPr/>
        </p:nvGraphicFramePr>
        <p:xfrm>
          <a:off x="4230688" y="1819275"/>
          <a:ext cx="12207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" name="" r:id="rId5" imgW="1218565" imgH="495300" progId="Equation.3">
                  <p:embed/>
                </p:oleObj>
              </mc:Choice>
              <mc:Fallback>
                <p:oleObj name="" r:id="rId5" imgW="1218565" imgH="495300" progId="Equation.3">
                  <p:embed/>
                  <p:pic>
                    <p:nvPicPr>
                      <p:cNvPr id="0" name="图片 339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30688" y="1819275"/>
                        <a:ext cx="1220787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4" name="Object 5"/>
          <p:cNvGraphicFramePr>
            <a:graphicFrameLocks noChangeAspect="1"/>
          </p:cNvGraphicFramePr>
          <p:nvPr/>
        </p:nvGraphicFramePr>
        <p:xfrm>
          <a:off x="5684838" y="1822450"/>
          <a:ext cx="10668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" name="" r:id="rId7" imgW="443865" imgH="215900" progId="Equation.3">
                  <p:embed/>
                </p:oleObj>
              </mc:Choice>
              <mc:Fallback>
                <p:oleObj name="" r:id="rId7" imgW="443865" imgH="215900" progId="Equation.3">
                  <p:embed/>
                  <p:pic>
                    <p:nvPicPr>
                      <p:cNvPr id="0" name="图片 339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84838" y="1822450"/>
                        <a:ext cx="1066800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35" name="Text Box 43"/>
          <p:cNvSpPr txBox="1"/>
          <p:nvPr/>
        </p:nvSpPr>
        <p:spPr>
          <a:xfrm>
            <a:off x="6705600" y="1778000"/>
            <a:ext cx="23336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电场线穿入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33836" name="Text Box 44"/>
          <p:cNvSpPr txBox="1"/>
          <p:nvPr/>
        </p:nvSpPr>
        <p:spPr>
          <a:xfrm>
            <a:off x="384175" y="6191250"/>
            <a:ext cx="77692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0000FF"/>
                </a:solidFill>
                <a:ea typeface="楷体_GB2312" pitchFamily="49" charset="-122"/>
              </a:rPr>
              <a:t>高斯定理是关于电场的普遍的基本规律。</a:t>
            </a:r>
            <a:endParaRPr lang="zh-CN" altLang="en-US" sz="2800" dirty="0">
              <a:solidFill>
                <a:srgbClr val="0000FF"/>
              </a:solidFill>
              <a:ea typeface="楷体_GB2312" pitchFamily="49" charset="-122"/>
            </a:endParaRPr>
          </a:p>
        </p:txBody>
      </p:sp>
      <p:graphicFrame>
        <p:nvGraphicFramePr>
          <p:cNvPr id="33837" name="Object 6"/>
          <p:cNvGraphicFramePr>
            <a:graphicFrameLocks noChangeAspect="1"/>
          </p:cNvGraphicFramePr>
          <p:nvPr/>
        </p:nvGraphicFramePr>
        <p:xfrm>
          <a:off x="4217988" y="2330450"/>
          <a:ext cx="13716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" name="" r:id="rId9" imgW="584200" imgH="254000" progId="Equation.3">
                  <p:embed/>
                </p:oleObj>
              </mc:Choice>
              <mc:Fallback>
                <p:oleObj name="" r:id="rId9" imgW="584200" imgH="254000" progId="Equation.3">
                  <p:embed/>
                  <p:pic>
                    <p:nvPicPr>
                      <p:cNvPr id="0" name="图片 339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17988" y="2330450"/>
                        <a:ext cx="1371600" cy="595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8" name="Object 7"/>
          <p:cNvGraphicFramePr>
            <a:graphicFrameLocks noChangeAspect="1"/>
          </p:cNvGraphicFramePr>
          <p:nvPr/>
        </p:nvGraphicFramePr>
        <p:xfrm>
          <a:off x="5761038" y="2349500"/>
          <a:ext cx="1066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" name="" r:id="rId11" imgW="443865" imgH="215900" progId="Equation.3">
                  <p:embed/>
                </p:oleObj>
              </mc:Choice>
              <mc:Fallback>
                <p:oleObj name="" r:id="rId11" imgW="443865" imgH="215900" progId="Equation.3">
                  <p:embed/>
                  <p:pic>
                    <p:nvPicPr>
                      <p:cNvPr id="0" name="图片 339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61038" y="2349500"/>
                        <a:ext cx="10668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39" name="AutoShape 47"/>
          <p:cNvSpPr/>
          <p:nvPr/>
        </p:nvSpPr>
        <p:spPr>
          <a:xfrm>
            <a:off x="6827838" y="2349500"/>
            <a:ext cx="304800" cy="533400"/>
          </a:xfrm>
          <a:prstGeom prst="leftBrace">
            <a:avLst>
              <a:gd name="adj1" fmla="val 14583"/>
              <a:gd name="adj2" fmla="val 50000"/>
            </a:avLst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sp>
        <p:nvSpPr>
          <p:cNvPr id="33840" name="Text Box 48"/>
          <p:cNvSpPr txBox="1"/>
          <p:nvPr/>
        </p:nvSpPr>
        <p:spPr>
          <a:xfrm>
            <a:off x="7189788" y="2216150"/>
            <a:ext cx="1295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1800" dirty="0">
                <a:solidFill>
                  <a:srgbClr val="333333"/>
                </a:solidFill>
              </a:rPr>
              <a:t>有电荷</a:t>
            </a:r>
            <a:endParaRPr lang="zh-CN" altLang="en-US" sz="1800" dirty="0">
              <a:solidFill>
                <a:srgbClr val="333333"/>
              </a:solidFill>
            </a:endParaRPr>
          </a:p>
        </p:txBody>
      </p:sp>
      <p:sp>
        <p:nvSpPr>
          <p:cNvPr id="33841" name="Text Box 49"/>
          <p:cNvSpPr txBox="1"/>
          <p:nvPr/>
        </p:nvSpPr>
        <p:spPr>
          <a:xfrm>
            <a:off x="7208838" y="2578100"/>
            <a:ext cx="1295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1800" dirty="0">
                <a:solidFill>
                  <a:srgbClr val="333333"/>
                </a:solidFill>
              </a:rPr>
              <a:t>无电荷</a:t>
            </a:r>
            <a:endParaRPr lang="zh-CN" altLang="en-US" sz="1800" dirty="0">
              <a:solidFill>
                <a:srgbClr val="333333"/>
              </a:solidFill>
            </a:endParaRPr>
          </a:p>
        </p:txBody>
      </p:sp>
      <p:graphicFrame>
        <p:nvGraphicFramePr>
          <p:cNvPr id="59417" name="Object 25"/>
          <p:cNvGraphicFramePr>
            <a:graphicFrameLocks noChangeAspect="1"/>
          </p:cNvGraphicFramePr>
          <p:nvPr/>
        </p:nvGraphicFramePr>
        <p:xfrm>
          <a:off x="4464050" y="82550"/>
          <a:ext cx="2498725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" name="" r:id="rId13" imgW="1384300" imgH="444500" progId="Equation.DSMT4">
                  <p:embed/>
                </p:oleObj>
              </mc:Choice>
              <mc:Fallback>
                <p:oleObj name="" r:id="rId13" imgW="1384300" imgH="444500" progId="Equation.DSMT4">
                  <p:embed/>
                  <p:pic>
                    <p:nvPicPr>
                      <p:cNvPr id="0" name="图片 339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64050" y="82550"/>
                        <a:ext cx="2498725" cy="881063"/>
                      </a:xfrm>
                      <a:prstGeom prst="rect">
                        <a:avLst/>
                      </a:prstGeom>
                      <a:solidFill>
                        <a:srgbClr val="FFB9FF"/>
                      </a:solidFill>
                      <a:ln w="38100">
                        <a:noFill/>
                        <a:miter/>
                      </a:ln>
                      <a:effectLst>
                        <a:outerShdw dist="35921" dir="2699999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3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3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38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8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3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3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3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33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3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3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38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38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3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3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4" dur="500"/>
                                        <p:tgtEl>
                                          <p:spTgt spid="3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9" dur="500"/>
                                        <p:tgtEl>
                                          <p:spTgt spid="3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3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09" dur="500"/>
                                        <p:tgtEl>
                                          <p:spTgt spid="3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4" dur="500"/>
                                        <p:tgtEl>
                                          <p:spTgt spid="3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75" fill="hold"/>
                                        <p:tgtEl>
                                          <p:spTgt spid="33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" fill="hold"/>
                                        <p:tgtEl>
                                          <p:spTgt spid="33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" fill="hold"/>
                                        <p:tgtEl>
                                          <p:spTgt spid="338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75" fill="hold"/>
                                        <p:tgtEl>
                                          <p:spTgt spid="338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17" grpId="0"/>
      <p:bldP spid="33818" grpId="0"/>
      <p:bldP spid="33819" grpId="0"/>
      <p:bldP spid="33821" grpId="0"/>
      <p:bldP spid="33822" grpId="0"/>
      <p:bldP spid="33825" grpId="0" animBg="1"/>
      <p:bldP spid="33826" grpId="0"/>
      <p:bldP spid="33827" grpId="0"/>
      <p:bldP spid="33828" grpId="0"/>
      <p:bldP spid="33829" grpId="0" animBg="1"/>
      <p:bldP spid="33832" grpId="0"/>
      <p:bldP spid="33835" grpId="0"/>
      <p:bldP spid="33836" grpId="0"/>
      <p:bldP spid="33839" grpId="0" animBg="1"/>
      <p:bldP spid="33840" grpId="0"/>
      <p:bldP spid="3384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Slide Number Placeholder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89090" name="Text Box 1026"/>
          <p:cNvSpPr txBox="1">
            <a:spLocks noChangeArrowheads="1"/>
          </p:cNvSpPr>
          <p:nvPr/>
        </p:nvSpPr>
        <p:spPr bwMode="auto">
          <a:xfrm>
            <a:off x="0" y="419100"/>
            <a:ext cx="83820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rgbClr val="0000FF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3</a:t>
            </a:r>
            <a:r>
              <a:rPr kumimoji="1" lang="zh-CN" altLang="en-US" kern="1200" cap="none" spc="0" normalizeH="0" baseline="0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、</a:t>
            </a:r>
            <a:r>
              <a:rPr kumimoji="1" lang="zh-CN" altLang="en-US" kern="1200" cap="none" spc="0" normalizeH="0" baseline="0" noProof="0" dirty="0">
                <a:solidFill>
                  <a:srgbClr val="0000FF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利用高斯定理求静电场的分布</a:t>
            </a:r>
            <a:endParaRPr kumimoji="1" lang="zh-CN" altLang="en-US" kern="1200" cap="none" spc="0" normalizeH="0" baseline="0" noProof="0" dirty="0">
              <a:solidFill>
                <a:srgbClr val="0000FF"/>
              </a:solidFill>
              <a:latin typeface="Times New Roman" panose="02020603050405020304"/>
              <a:ea typeface="楷体_GB2312" pitchFamily="49" charset="-122"/>
              <a:cs typeface="+mn-cs"/>
            </a:endParaRPr>
          </a:p>
        </p:txBody>
      </p:sp>
      <p:sp>
        <p:nvSpPr>
          <p:cNvPr id="60420" name="Text Box 1027"/>
          <p:cNvSpPr txBox="1"/>
          <p:nvPr/>
        </p:nvSpPr>
        <p:spPr>
          <a:xfrm>
            <a:off x="3300413" y="1998663"/>
            <a:ext cx="1841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60421" name="Text Box 1029"/>
          <p:cNvSpPr txBox="1"/>
          <p:nvPr/>
        </p:nvSpPr>
        <p:spPr>
          <a:xfrm>
            <a:off x="493713" y="2606675"/>
            <a:ext cx="1841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89094" name="Text Box 1030"/>
          <p:cNvSpPr txBox="1"/>
          <p:nvPr/>
        </p:nvSpPr>
        <p:spPr>
          <a:xfrm>
            <a:off x="1087438" y="6000750"/>
            <a:ext cx="22431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球对称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89095" name="Text Box 1031"/>
          <p:cNvSpPr txBox="1"/>
          <p:nvPr/>
        </p:nvSpPr>
        <p:spPr>
          <a:xfrm>
            <a:off x="4284663" y="6189663"/>
            <a:ext cx="19685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轴对称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89096" name="Text Box 1032"/>
          <p:cNvSpPr txBox="1"/>
          <p:nvPr/>
        </p:nvSpPr>
        <p:spPr>
          <a:xfrm>
            <a:off x="6804025" y="5973763"/>
            <a:ext cx="18526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面对称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grpSp>
        <p:nvGrpSpPr>
          <p:cNvPr id="2" name="Group 1060"/>
          <p:cNvGrpSpPr/>
          <p:nvPr/>
        </p:nvGrpSpPr>
        <p:grpSpPr>
          <a:xfrm>
            <a:off x="423863" y="3289300"/>
            <a:ext cx="2427287" cy="2411413"/>
            <a:chOff x="315" y="1966"/>
            <a:chExt cx="1529" cy="1519"/>
          </a:xfrm>
        </p:grpSpPr>
        <p:sp>
          <p:nvSpPr>
            <p:cNvPr id="60471" name="Line 1067"/>
            <p:cNvSpPr/>
            <p:nvPr/>
          </p:nvSpPr>
          <p:spPr>
            <a:xfrm flipH="1">
              <a:off x="315" y="2765"/>
              <a:ext cx="290" cy="0"/>
            </a:xfrm>
            <a:prstGeom prst="line">
              <a:avLst/>
            </a:prstGeom>
            <a:ln w="41275" cap="flat" cmpd="sng">
              <a:solidFill>
                <a:srgbClr val="3333FF"/>
              </a:solidFill>
              <a:prstDash val="solid"/>
              <a:headEnd type="none" w="med" len="lg"/>
              <a:tailEnd type="arrow" w="med" len="lg"/>
            </a:ln>
          </p:spPr>
        </p:sp>
        <p:sp>
          <p:nvSpPr>
            <p:cNvPr id="60472" name="Line 1064"/>
            <p:cNvSpPr/>
            <p:nvPr/>
          </p:nvSpPr>
          <p:spPr>
            <a:xfrm flipV="1">
              <a:off x="1066" y="1966"/>
              <a:ext cx="0" cy="283"/>
            </a:xfrm>
            <a:prstGeom prst="line">
              <a:avLst/>
            </a:prstGeom>
            <a:ln w="41275" cap="flat" cmpd="sng">
              <a:solidFill>
                <a:srgbClr val="3333FF"/>
              </a:solidFill>
              <a:prstDash val="solid"/>
              <a:headEnd type="none" w="med" len="med"/>
              <a:tailEnd type="arrow" w="med" len="lg"/>
            </a:ln>
          </p:spPr>
        </p:sp>
        <p:sp>
          <p:nvSpPr>
            <p:cNvPr id="60473" name="Line 1065"/>
            <p:cNvSpPr/>
            <p:nvPr/>
          </p:nvSpPr>
          <p:spPr>
            <a:xfrm>
              <a:off x="1082" y="3202"/>
              <a:ext cx="0" cy="283"/>
            </a:xfrm>
            <a:prstGeom prst="line">
              <a:avLst/>
            </a:prstGeom>
            <a:ln w="41275" cap="flat" cmpd="sng">
              <a:solidFill>
                <a:srgbClr val="3333FF"/>
              </a:solidFill>
              <a:prstDash val="solid"/>
              <a:headEnd type="none" w="med" len="med"/>
              <a:tailEnd type="arrow" w="med" len="lg"/>
            </a:ln>
          </p:spPr>
        </p:sp>
        <p:sp>
          <p:nvSpPr>
            <p:cNvPr id="60474" name="Line 1063"/>
            <p:cNvSpPr/>
            <p:nvPr/>
          </p:nvSpPr>
          <p:spPr>
            <a:xfrm>
              <a:off x="1554" y="2749"/>
              <a:ext cx="290" cy="0"/>
            </a:xfrm>
            <a:prstGeom prst="line">
              <a:avLst/>
            </a:prstGeom>
            <a:ln w="41275" cap="flat" cmpd="sng">
              <a:solidFill>
                <a:srgbClr val="3333FF"/>
              </a:solidFill>
              <a:prstDash val="solid"/>
              <a:headEnd type="none" w="med" len="lg"/>
              <a:tailEnd type="arrow" w="med" len="lg"/>
            </a:ln>
          </p:spPr>
        </p:sp>
        <p:graphicFrame>
          <p:nvGraphicFramePr>
            <p:cNvPr id="60475" name="Object 10"/>
            <p:cNvGraphicFramePr>
              <a:graphicFrameLocks noChangeAspect="1"/>
            </p:cNvGraphicFramePr>
            <p:nvPr/>
          </p:nvGraphicFramePr>
          <p:xfrm>
            <a:off x="1592" y="2431"/>
            <a:ext cx="193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2" name="" r:id="rId1" imgW="304800" imgH="330200" progId="Equation.3">
                    <p:embed/>
                  </p:oleObj>
                </mc:Choice>
                <mc:Fallback>
                  <p:oleObj name="" r:id="rId1" imgW="304800" imgH="330200" progId="Equation.3">
                    <p:embed/>
                    <p:pic>
                      <p:nvPicPr>
                        <p:cNvPr id="0" name="图片 340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92" y="2431"/>
                          <a:ext cx="193" cy="2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76" name="Oval 1062"/>
            <p:cNvSpPr/>
            <p:nvPr/>
          </p:nvSpPr>
          <p:spPr>
            <a:xfrm>
              <a:off x="614" y="2257"/>
              <a:ext cx="958" cy="96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A8A8A8"/>
                </a:gs>
              </a:gsLst>
              <a:path path="shape">
                <a:fillToRect l="50000" t="50000" r="50000" b="50000"/>
              </a:path>
              <a:tileRect/>
            </a:gradFill>
            <a:ln w="111125" cap="flat" cmpd="sng">
              <a:solidFill>
                <a:srgbClr val="B2B2B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graphicFrame>
          <p:nvGraphicFramePr>
            <p:cNvPr id="60477" name="Object 11"/>
            <p:cNvGraphicFramePr>
              <a:graphicFrameLocks noChangeAspect="1"/>
            </p:cNvGraphicFramePr>
            <p:nvPr/>
          </p:nvGraphicFramePr>
          <p:xfrm>
            <a:off x="1200" y="2832"/>
            <a:ext cx="136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1" name="" r:id="rId3" imgW="215900" imgH="292100" progId="Equation.3">
                    <p:embed/>
                  </p:oleObj>
                </mc:Choice>
                <mc:Fallback>
                  <p:oleObj name="" r:id="rId3" imgW="215900" imgH="292100" progId="Equation.3">
                    <p:embed/>
                    <p:pic>
                      <p:nvPicPr>
                        <p:cNvPr id="0" name="图片 340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00" y="2832"/>
                          <a:ext cx="136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78" name="Oval 1068"/>
            <p:cNvSpPr/>
            <p:nvPr/>
          </p:nvSpPr>
          <p:spPr>
            <a:xfrm>
              <a:off x="321" y="1968"/>
              <a:ext cx="1514" cy="1514"/>
            </a:xfrm>
            <a:prstGeom prst="ellipse">
              <a:avLst/>
            </a:prstGeom>
            <a:noFill/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</p:grpSp>
      <p:sp>
        <p:nvSpPr>
          <p:cNvPr id="89133" name="Rectangle 1069"/>
          <p:cNvSpPr/>
          <p:nvPr/>
        </p:nvSpPr>
        <p:spPr>
          <a:xfrm>
            <a:off x="304800" y="2378075"/>
            <a:ext cx="487680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常见的电荷分布的对称性有：</a:t>
            </a:r>
            <a:endParaRPr lang="zh-CN" altLang="en-US" sz="2800" dirty="0">
              <a:solidFill>
                <a:srgbClr val="004C2B"/>
              </a:solidFill>
              <a:ea typeface="楷体_GB2312" pitchFamily="49" charset="-122"/>
            </a:endParaRPr>
          </a:p>
        </p:txBody>
      </p:sp>
      <p:grpSp>
        <p:nvGrpSpPr>
          <p:cNvPr id="3" name="Group 1115"/>
          <p:cNvGrpSpPr/>
          <p:nvPr/>
        </p:nvGrpSpPr>
        <p:grpSpPr>
          <a:xfrm>
            <a:off x="5349875" y="98425"/>
            <a:ext cx="3752850" cy="955675"/>
            <a:chOff x="708" y="1128"/>
            <a:chExt cx="2364" cy="602"/>
          </a:xfrm>
        </p:grpSpPr>
        <p:graphicFrame>
          <p:nvGraphicFramePr>
            <p:cNvPr id="60469" name="Object 9"/>
            <p:cNvGraphicFramePr>
              <a:graphicFrameLocks noChangeAspect="1"/>
            </p:cNvGraphicFramePr>
            <p:nvPr/>
          </p:nvGraphicFramePr>
          <p:xfrm>
            <a:off x="1152" y="1152"/>
            <a:ext cx="1920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3" name="" r:id="rId5" imgW="1511300" imgH="444500" progId="Equation.3">
                    <p:embed/>
                  </p:oleObj>
                </mc:Choice>
                <mc:Fallback>
                  <p:oleObj name="" r:id="rId5" imgW="1511300" imgH="444500" progId="Equation.3">
                    <p:embed/>
                    <p:pic>
                      <p:nvPicPr>
                        <p:cNvPr id="0" name="图片 340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52" y="1152"/>
                          <a:ext cx="1920" cy="552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1750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60470" name="Picture 1117" descr="RY_14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8" y="1128"/>
              <a:ext cx="417" cy="602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</p:pic>
      </p:grpSp>
      <p:grpSp>
        <p:nvGrpSpPr>
          <p:cNvPr id="4" name="Group 61"/>
          <p:cNvGrpSpPr/>
          <p:nvPr/>
        </p:nvGrpSpPr>
        <p:grpSpPr>
          <a:xfrm>
            <a:off x="381000" y="1006475"/>
            <a:ext cx="8305800" cy="1373188"/>
            <a:chOff x="381000" y="1006475"/>
            <a:chExt cx="8305800" cy="1373188"/>
          </a:xfrm>
        </p:grpSpPr>
        <p:sp>
          <p:nvSpPr>
            <p:cNvPr id="89092" name="Text Box 1028"/>
            <p:cNvSpPr txBox="1">
              <a:spLocks noChangeArrowheads="1"/>
            </p:cNvSpPr>
            <p:nvPr/>
          </p:nvSpPr>
          <p:spPr bwMode="auto">
            <a:xfrm>
              <a:off x="381000" y="1006475"/>
              <a:ext cx="8305800" cy="13731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/>
                  <a:ea typeface="楷体_GB2312" pitchFamily="49" charset="-122"/>
                  <a:cs typeface="+mn-cs"/>
                </a:rPr>
                <a:t>当场源电荷分布具有某种对称性时</a:t>
              </a:r>
              <a:r>
                <a:rPr kumimoji="1" lang="zh-CN" altLang="en-US" kern="1200" cap="none" spc="0" normalizeH="0" baseline="0" noProof="0" dirty="0">
                  <a:solidFill>
                    <a:srgbClr val="333333"/>
                  </a:solidFill>
                  <a:latin typeface="Times New Roman" panose="02020603050405020304"/>
                  <a:ea typeface="楷体_GB2312" pitchFamily="49" charset="-122"/>
                  <a:cs typeface="+mn-cs"/>
                </a:rPr>
                <a:t>，应用高斯定理，选取适当的</a:t>
              </a:r>
              <a:r>
                <a:rPr kumimoji="1" lang="zh-CN" altLang="en-US" kern="1200" cap="none" spc="0" normalizeH="0" baseline="0" noProof="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/>
                  <a:ea typeface="楷体_GB2312" pitchFamily="49" charset="-122"/>
                  <a:cs typeface="+mn-cs"/>
                </a:rPr>
                <a:t>高斯面</a:t>
              </a:r>
              <a:r>
                <a:rPr kumimoji="1" lang="zh-CN" altLang="en-US" kern="1200" cap="none" spc="0" normalizeH="0" baseline="0" noProof="0" dirty="0">
                  <a:solidFill>
                    <a:srgbClr val="333333"/>
                  </a:solidFill>
                  <a:latin typeface="Times New Roman" panose="02020603050405020304"/>
                  <a:ea typeface="楷体_GB2312" pitchFamily="49" charset="-122"/>
                  <a:cs typeface="+mn-cs"/>
                </a:rPr>
                <a:t>，使面积分中的    能以标量形式提出来，即可求出场强。</a:t>
              </a:r>
              <a:endParaRPr kumimoji="1" lang="zh-CN" altLang="en-US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endParaRPr>
            </a:p>
          </p:txBody>
        </p:sp>
        <p:graphicFrame>
          <p:nvGraphicFramePr>
            <p:cNvPr id="60468" name="Object 2"/>
            <p:cNvGraphicFramePr>
              <a:graphicFrameLocks noChangeAspect="1"/>
            </p:cNvGraphicFramePr>
            <p:nvPr/>
          </p:nvGraphicFramePr>
          <p:xfrm>
            <a:off x="5773178" y="1400175"/>
            <a:ext cx="623887" cy="504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8" name="" r:id="rId8" imgW="165100" imgH="203200" progId="Equation.DSMT4">
                    <p:embed/>
                  </p:oleObj>
                </mc:Choice>
                <mc:Fallback>
                  <p:oleObj name="" r:id="rId8" imgW="165100" imgH="203200" progId="Equation.DSMT4">
                    <p:embed/>
                    <p:pic>
                      <p:nvPicPr>
                        <p:cNvPr id="0" name="图片 3397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773178" y="1400175"/>
                          <a:ext cx="623887" cy="5048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123"/>
          <p:cNvGrpSpPr/>
          <p:nvPr/>
        </p:nvGrpSpPr>
        <p:grpSpPr>
          <a:xfrm>
            <a:off x="6769100" y="3382963"/>
            <a:ext cx="1144588" cy="2516187"/>
            <a:chOff x="4046" y="546"/>
            <a:chExt cx="721" cy="1585"/>
          </a:xfrm>
        </p:grpSpPr>
        <p:sp>
          <p:nvSpPr>
            <p:cNvPr id="60465" name="AutoShape 1124"/>
            <p:cNvSpPr/>
            <p:nvPr/>
          </p:nvSpPr>
          <p:spPr>
            <a:xfrm rot="-5466357">
              <a:off x="3614" y="978"/>
              <a:ext cx="1585" cy="721"/>
            </a:xfrm>
            <a:prstGeom prst="parallelogram">
              <a:avLst>
                <a:gd name="adj" fmla="val 46877"/>
              </a:avLst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60466" name="Rectangle 1125"/>
            <p:cNvSpPr/>
            <p:nvPr/>
          </p:nvSpPr>
          <p:spPr>
            <a:xfrm>
              <a:off x="4430" y="1602"/>
              <a:ext cx="27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i="1" dirty="0">
                  <a:solidFill>
                    <a:srgbClr val="333333"/>
                  </a:solidFill>
                  <a:sym typeface="Symbol" panose="05050102010706020507" pitchFamily="18" charset="2"/>
                </a:rPr>
                <a:t></a:t>
              </a:r>
              <a:endParaRPr lang="zh-CN" altLang="en-US" i="1" dirty="0">
                <a:solidFill>
                  <a:srgbClr val="333333"/>
                </a:solidFill>
                <a:sym typeface="Symbol" panose="05050102010706020507" pitchFamily="18" charset="2"/>
              </a:endParaRPr>
            </a:p>
          </p:txBody>
        </p:sp>
      </p:grpSp>
      <p:grpSp>
        <p:nvGrpSpPr>
          <p:cNvPr id="6" name="Group 1126"/>
          <p:cNvGrpSpPr/>
          <p:nvPr/>
        </p:nvGrpSpPr>
        <p:grpSpPr>
          <a:xfrm>
            <a:off x="4037013" y="2617788"/>
            <a:ext cx="314325" cy="4149725"/>
            <a:chOff x="1609" y="526"/>
            <a:chExt cx="198" cy="2614"/>
          </a:xfrm>
        </p:grpSpPr>
        <p:sp>
          <p:nvSpPr>
            <p:cNvPr id="89191" name="AutoShape 1127"/>
            <p:cNvSpPr>
              <a:spLocks noChangeArrowheads="1"/>
            </p:cNvSpPr>
            <p:nvPr/>
          </p:nvSpPr>
          <p:spPr bwMode="auto">
            <a:xfrm>
              <a:off x="1609" y="967"/>
              <a:ext cx="180" cy="1715"/>
            </a:xfrm>
            <a:prstGeom prst="can">
              <a:avLst>
                <a:gd name="adj" fmla="val 54211"/>
              </a:avLst>
            </a:prstGeom>
            <a:gradFill rotWithShape="0">
              <a:gsLst>
                <a:gs pos="0">
                  <a:schemeClr val="accent1">
                    <a:gamma/>
                    <a:shade val="6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6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58" name="Text Box 1128"/>
            <p:cNvSpPr txBox="1"/>
            <p:nvPr/>
          </p:nvSpPr>
          <p:spPr>
            <a:xfrm>
              <a:off x="1609" y="1061"/>
              <a:ext cx="198" cy="1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dirty="0">
                  <a:solidFill>
                    <a:srgbClr val="FF0000"/>
                  </a:solidFill>
                </a:rPr>
                <a:t>+</a:t>
              </a:r>
              <a:endParaRPr lang="en-US" altLang="zh-CN" sz="1800" dirty="0">
                <a:solidFill>
                  <a:srgbClr val="FF0000"/>
                </a:solidFill>
              </a:endParaRPr>
            </a:p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dirty="0">
                  <a:solidFill>
                    <a:srgbClr val="FF0000"/>
                  </a:solidFill>
                </a:rPr>
                <a:t>+</a:t>
              </a:r>
              <a:endParaRPr lang="en-US" altLang="zh-CN" sz="1800" dirty="0">
                <a:solidFill>
                  <a:srgbClr val="FF0000"/>
                </a:solidFill>
              </a:endParaRPr>
            </a:p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dirty="0">
                  <a:solidFill>
                    <a:srgbClr val="FF0000"/>
                  </a:solidFill>
                </a:rPr>
                <a:t>+</a:t>
              </a:r>
              <a:endParaRPr lang="en-US" altLang="zh-CN" sz="1800" dirty="0">
                <a:solidFill>
                  <a:srgbClr val="FF0000"/>
                </a:solidFill>
              </a:endParaRPr>
            </a:p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dirty="0">
                  <a:solidFill>
                    <a:srgbClr val="FF0000"/>
                  </a:solidFill>
                </a:rPr>
                <a:t>+</a:t>
              </a:r>
              <a:endParaRPr lang="en-US" altLang="zh-CN" sz="1800" dirty="0">
                <a:solidFill>
                  <a:srgbClr val="FF0000"/>
                </a:solidFill>
              </a:endParaRPr>
            </a:p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dirty="0">
                  <a:solidFill>
                    <a:srgbClr val="FF0000"/>
                  </a:solidFill>
                </a:rPr>
                <a:t>+</a:t>
              </a:r>
              <a:endParaRPr lang="en-US" altLang="zh-CN" sz="1800" dirty="0">
                <a:solidFill>
                  <a:srgbClr val="FF0000"/>
                </a:solidFill>
              </a:endParaRPr>
            </a:p>
            <a:p>
              <a:pPr marL="0" lvl="0" indent="0" eaLnBrk="1" hangingPunct="1">
                <a:spcBef>
                  <a:spcPct val="50000"/>
                </a:spcBef>
                <a:buNone/>
              </a:pPr>
              <a:endParaRPr lang="zh-CN" alt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60459" name="Line 1129"/>
            <p:cNvSpPr/>
            <p:nvPr/>
          </p:nvSpPr>
          <p:spPr>
            <a:xfrm>
              <a:off x="1786" y="2624"/>
              <a:ext cx="0" cy="43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60460" name="Line 1130"/>
            <p:cNvSpPr/>
            <p:nvPr/>
          </p:nvSpPr>
          <p:spPr>
            <a:xfrm flipV="1">
              <a:off x="1699" y="526"/>
              <a:ext cx="0" cy="48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Dot"/>
              <a:headEnd type="none" w="med" len="med"/>
              <a:tailEnd type="none" w="sm" len="lg"/>
            </a:ln>
          </p:spPr>
        </p:sp>
        <p:sp>
          <p:nvSpPr>
            <p:cNvPr id="60461" name="Line 1131"/>
            <p:cNvSpPr/>
            <p:nvPr/>
          </p:nvSpPr>
          <p:spPr>
            <a:xfrm>
              <a:off x="1609" y="2614"/>
              <a:ext cx="0" cy="43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60462" name="Line 1132"/>
            <p:cNvSpPr/>
            <p:nvPr/>
          </p:nvSpPr>
          <p:spPr>
            <a:xfrm>
              <a:off x="1787" y="618"/>
              <a:ext cx="0" cy="43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60463" name="Line 1133"/>
            <p:cNvSpPr/>
            <p:nvPr/>
          </p:nvSpPr>
          <p:spPr>
            <a:xfrm>
              <a:off x="1610" y="618"/>
              <a:ext cx="0" cy="43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60464" name="Line 1134"/>
            <p:cNvSpPr/>
            <p:nvPr/>
          </p:nvSpPr>
          <p:spPr>
            <a:xfrm flipV="1">
              <a:off x="1701" y="2659"/>
              <a:ext cx="0" cy="48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Dot"/>
              <a:headEnd type="none" w="med" len="med"/>
              <a:tailEnd type="none" w="sm" len="lg"/>
            </a:ln>
          </p:spPr>
        </p:sp>
      </p:grpSp>
      <p:grpSp>
        <p:nvGrpSpPr>
          <p:cNvPr id="7" name="Group 1135"/>
          <p:cNvGrpSpPr/>
          <p:nvPr/>
        </p:nvGrpSpPr>
        <p:grpSpPr>
          <a:xfrm>
            <a:off x="3132138" y="3309938"/>
            <a:ext cx="2505075" cy="2441575"/>
            <a:chOff x="1039" y="962"/>
            <a:chExt cx="1578" cy="1538"/>
          </a:xfrm>
        </p:grpSpPr>
        <p:graphicFrame>
          <p:nvGraphicFramePr>
            <p:cNvPr id="60443" name="Object 6"/>
            <p:cNvGraphicFramePr>
              <a:graphicFrameLocks noChangeAspect="1"/>
            </p:cNvGraphicFramePr>
            <p:nvPr/>
          </p:nvGraphicFramePr>
          <p:xfrm>
            <a:off x="2317" y="1116"/>
            <a:ext cx="300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9" name="" r:id="rId10" imgW="193040" imgH="234950" progId="Equation.DSMT4">
                    <p:embed/>
                  </p:oleObj>
                </mc:Choice>
                <mc:Fallback>
                  <p:oleObj name="" r:id="rId10" imgW="193040" imgH="234950" progId="Equation.DSMT4">
                    <p:embed/>
                    <p:pic>
                      <p:nvPicPr>
                        <p:cNvPr id="0" name="图片 3398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17" y="1116"/>
                          <a:ext cx="300" cy="3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44" name="AutoShape 1137"/>
            <p:cNvSpPr/>
            <p:nvPr/>
          </p:nvSpPr>
          <p:spPr>
            <a:xfrm>
              <a:off x="1323" y="1229"/>
              <a:ext cx="721" cy="1271"/>
            </a:xfrm>
            <a:prstGeom prst="can">
              <a:avLst>
                <a:gd name="adj" fmla="val 44069"/>
              </a:avLst>
            </a:prstGeom>
            <a:solidFill>
              <a:srgbClr val="EFC1EE">
                <a:alpha val="50195"/>
              </a:srgb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60445" name="Line 1138"/>
            <p:cNvSpPr/>
            <p:nvPr/>
          </p:nvSpPr>
          <p:spPr>
            <a:xfrm flipH="1">
              <a:off x="1320" y="1689"/>
              <a:ext cx="343" cy="286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60446" name="Object 7"/>
            <p:cNvGraphicFramePr>
              <a:graphicFrameLocks noChangeAspect="1"/>
            </p:cNvGraphicFramePr>
            <p:nvPr/>
          </p:nvGraphicFramePr>
          <p:xfrm>
            <a:off x="1368" y="1879"/>
            <a:ext cx="267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0" name="" r:id="rId12" imgW="133985" imgH="142875" progId="Equation.3">
                    <p:embed/>
                  </p:oleObj>
                </mc:Choice>
                <mc:Fallback>
                  <p:oleObj name="" r:id="rId12" imgW="133985" imgH="142875" progId="Equation.3">
                    <p:embed/>
                    <p:pic>
                      <p:nvPicPr>
                        <p:cNvPr id="0" name="图片 3399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CC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68" y="1879"/>
                          <a:ext cx="267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0447" name="Group 1140"/>
            <p:cNvGrpSpPr/>
            <p:nvPr/>
          </p:nvGrpSpPr>
          <p:grpSpPr>
            <a:xfrm rot="343315">
              <a:off x="1101" y="1068"/>
              <a:ext cx="1152" cy="650"/>
              <a:chOff x="2160" y="1938"/>
              <a:chExt cx="1152" cy="654"/>
            </a:xfrm>
          </p:grpSpPr>
          <p:sp>
            <p:nvSpPr>
              <p:cNvPr id="60453" name="Line 1141"/>
              <p:cNvSpPr/>
              <p:nvPr/>
            </p:nvSpPr>
            <p:spPr>
              <a:xfrm>
                <a:off x="2458" y="1929"/>
                <a:ext cx="555" cy="654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triangle" w="sm" len="lg"/>
                <a:tailEnd type="triangle" w="sm" len="lg"/>
              </a:ln>
            </p:spPr>
          </p:sp>
          <p:sp>
            <p:nvSpPr>
              <p:cNvPr id="60454" name="Line 1142"/>
              <p:cNvSpPr/>
              <p:nvPr/>
            </p:nvSpPr>
            <p:spPr>
              <a:xfrm flipH="1">
                <a:off x="2486" y="1933"/>
                <a:ext cx="576" cy="65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triangle" w="sm" len="lg"/>
                <a:tailEnd type="triangle" w="sm" len="lg"/>
              </a:ln>
            </p:spPr>
          </p:sp>
          <p:sp>
            <p:nvSpPr>
              <p:cNvPr id="60455" name="Line 1143"/>
              <p:cNvSpPr/>
              <p:nvPr/>
            </p:nvSpPr>
            <p:spPr>
              <a:xfrm>
                <a:off x="2149" y="2127"/>
                <a:ext cx="1152" cy="28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triangle" w="sm" len="lg"/>
                <a:tailEnd type="triangle" w="sm" len="lg"/>
              </a:ln>
            </p:spPr>
          </p:sp>
          <p:sp>
            <p:nvSpPr>
              <p:cNvPr id="60456" name="Line 1144"/>
              <p:cNvSpPr/>
              <p:nvPr/>
            </p:nvSpPr>
            <p:spPr>
              <a:xfrm flipV="1">
                <a:off x="2208" y="2112"/>
                <a:ext cx="1104" cy="319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triangle" w="sm" len="lg"/>
                <a:tailEnd type="triangle" w="sm" len="lg"/>
              </a:ln>
            </p:spPr>
          </p:sp>
        </p:grpSp>
        <p:sp>
          <p:nvSpPr>
            <p:cNvPr id="60448" name="Freeform 1145"/>
            <p:cNvSpPr/>
            <p:nvPr/>
          </p:nvSpPr>
          <p:spPr>
            <a:xfrm>
              <a:off x="1327" y="2214"/>
              <a:ext cx="288" cy="143"/>
            </a:xfrm>
            <a:custGeom>
              <a:avLst/>
              <a:gdLst>
                <a:gd name="txL" fmla="*/ 0 w 288"/>
                <a:gd name="txT" fmla="*/ 0 h 144"/>
                <a:gd name="txR" fmla="*/ 288 w 288"/>
                <a:gd name="txB" fmla="*/ 144 h 144"/>
              </a:gdLst>
              <a:ahLst/>
              <a:cxnLst>
                <a:cxn ang="0">
                  <a:pos x="0" y="141"/>
                </a:cxn>
                <a:cxn ang="0">
                  <a:pos x="96" y="48"/>
                </a:cxn>
                <a:cxn ang="0">
                  <a:pos x="288" y="0"/>
                </a:cxn>
              </a:cxnLst>
              <a:rect l="txL" t="txT" r="txR" b="txB"/>
              <a:pathLst>
                <a:path w="288" h="144">
                  <a:moveTo>
                    <a:pt x="0" y="144"/>
                  </a:moveTo>
                  <a:cubicBezTo>
                    <a:pt x="24" y="108"/>
                    <a:pt x="48" y="72"/>
                    <a:pt x="96" y="48"/>
                  </a:cubicBezTo>
                  <a:cubicBezTo>
                    <a:pt x="144" y="24"/>
                    <a:pt x="216" y="12"/>
                    <a:pt x="288" y="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449" name="Freeform 1146"/>
            <p:cNvSpPr/>
            <p:nvPr/>
          </p:nvSpPr>
          <p:spPr>
            <a:xfrm flipH="1">
              <a:off x="1807" y="2214"/>
              <a:ext cx="240" cy="143"/>
            </a:xfrm>
            <a:custGeom>
              <a:avLst/>
              <a:gdLst>
                <a:gd name="txL" fmla="*/ 0 w 288"/>
                <a:gd name="txT" fmla="*/ 0 h 144"/>
                <a:gd name="txR" fmla="*/ 288 w 288"/>
                <a:gd name="txB" fmla="*/ 144 h 144"/>
              </a:gdLst>
              <a:ahLst/>
              <a:cxnLst>
                <a:cxn ang="0">
                  <a:pos x="0" y="141"/>
                </a:cxn>
                <a:cxn ang="0">
                  <a:pos x="56" y="48"/>
                </a:cxn>
                <a:cxn ang="0">
                  <a:pos x="167" y="0"/>
                </a:cxn>
              </a:cxnLst>
              <a:rect l="txL" t="txT" r="txR" b="txB"/>
              <a:pathLst>
                <a:path w="288" h="144">
                  <a:moveTo>
                    <a:pt x="0" y="144"/>
                  </a:moveTo>
                  <a:cubicBezTo>
                    <a:pt x="24" y="108"/>
                    <a:pt x="48" y="72"/>
                    <a:pt x="96" y="48"/>
                  </a:cubicBezTo>
                  <a:cubicBezTo>
                    <a:pt x="144" y="24"/>
                    <a:pt x="216" y="12"/>
                    <a:pt x="288" y="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9211" name="AutoShape 1147"/>
            <p:cNvSpPr>
              <a:spLocks noChangeArrowheads="1"/>
            </p:cNvSpPr>
            <p:nvPr/>
          </p:nvSpPr>
          <p:spPr bwMode="auto">
            <a:xfrm>
              <a:off x="1606" y="962"/>
              <a:ext cx="180" cy="479"/>
            </a:xfrm>
            <a:prstGeom prst="can">
              <a:avLst>
                <a:gd name="adj" fmla="val 53924"/>
              </a:avLst>
            </a:prstGeom>
            <a:gradFill rotWithShape="0">
              <a:gsLst>
                <a:gs pos="0">
                  <a:schemeClr val="accent1">
                    <a:gamma/>
                    <a:shade val="6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6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51" name="Text Box 1148"/>
            <p:cNvSpPr txBox="1"/>
            <p:nvPr/>
          </p:nvSpPr>
          <p:spPr>
            <a:xfrm>
              <a:off x="1606" y="1049"/>
              <a:ext cx="19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dirty="0">
                  <a:solidFill>
                    <a:srgbClr val="FF0000"/>
                  </a:solidFill>
                </a:rPr>
                <a:t>+</a:t>
              </a:r>
              <a:endParaRPr lang="en-US" altLang="zh-CN" sz="18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60452" name="Object 8"/>
            <p:cNvGraphicFramePr>
              <a:graphicFrameLocks noChangeAspect="1"/>
            </p:cNvGraphicFramePr>
            <p:nvPr/>
          </p:nvGraphicFramePr>
          <p:xfrm>
            <a:off x="1039" y="1736"/>
            <a:ext cx="227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4" name="" r:id="rId14" imgW="127000" imgH="177165" progId="Equation.DSMT4">
                    <p:embed/>
                  </p:oleObj>
                </mc:Choice>
                <mc:Fallback>
                  <p:oleObj name="" r:id="rId14" imgW="127000" imgH="177165" progId="Equation.DSMT4">
                    <p:embed/>
                    <p:pic>
                      <p:nvPicPr>
                        <p:cNvPr id="0" name="图片 3403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039" y="1736"/>
                          <a:ext cx="227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1150"/>
          <p:cNvGrpSpPr/>
          <p:nvPr/>
        </p:nvGrpSpPr>
        <p:grpSpPr>
          <a:xfrm>
            <a:off x="5613400" y="3381375"/>
            <a:ext cx="3546475" cy="2516188"/>
            <a:chOff x="3064" y="384"/>
            <a:chExt cx="2234" cy="1585"/>
          </a:xfrm>
        </p:grpSpPr>
        <p:sp>
          <p:nvSpPr>
            <p:cNvPr id="60433" name="AutoShape 1151"/>
            <p:cNvSpPr/>
            <p:nvPr/>
          </p:nvSpPr>
          <p:spPr>
            <a:xfrm rot="-5925875">
              <a:off x="4101" y="693"/>
              <a:ext cx="528" cy="769"/>
            </a:xfrm>
            <a:prstGeom prst="can">
              <a:avLst>
                <a:gd name="adj" fmla="val 69657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graphicFrame>
          <p:nvGraphicFramePr>
            <p:cNvPr id="60434" name="Object 3"/>
            <p:cNvGraphicFramePr>
              <a:graphicFrameLocks noChangeAspect="1"/>
            </p:cNvGraphicFramePr>
            <p:nvPr/>
          </p:nvGraphicFramePr>
          <p:xfrm>
            <a:off x="3064" y="1103"/>
            <a:ext cx="26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5" name="" r:id="rId16" imgW="193040" imgH="234950" progId="Equation.DSMT4">
                    <p:embed/>
                  </p:oleObj>
                </mc:Choice>
                <mc:Fallback>
                  <p:oleObj name="" r:id="rId16" imgW="193040" imgH="234950" progId="Equation.DSMT4">
                    <p:embed/>
                    <p:pic>
                      <p:nvPicPr>
                        <p:cNvPr id="0" name="图片 3404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64" y="1103"/>
                          <a:ext cx="266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35" name="AutoShape 1153"/>
            <p:cNvSpPr/>
            <p:nvPr/>
          </p:nvSpPr>
          <p:spPr>
            <a:xfrm rot="-5466357">
              <a:off x="3360" y="816"/>
              <a:ext cx="1585" cy="721"/>
            </a:xfrm>
            <a:prstGeom prst="parallelogram">
              <a:avLst>
                <a:gd name="adj" fmla="val 46877"/>
              </a:avLst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60436" name="AutoShape 1154"/>
            <p:cNvSpPr/>
            <p:nvPr/>
          </p:nvSpPr>
          <p:spPr>
            <a:xfrm rot="-5925875">
              <a:off x="3647" y="776"/>
              <a:ext cx="576" cy="762"/>
            </a:xfrm>
            <a:prstGeom prst="can">
              <a:avLst>
                <a:gd name="adj" fmla="val 63273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60437" name="Line 1155"/>
            <p:cNvSpPr/>
            <p:nvPr/>
          </p:nvSpPr>
          <p:spPr>
            <a:xfrm flipH="1">
              <a:off x="3314" y="1189"/>
              <a:ext cx="399" cy="97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38" name="Line 1156"/>
            <p:cNvSpPr/>
            <p:nvPr/>
          </p:nvSpPr>
          <p:spPr>
            <a:xfrm flipH="1">
              <a:off x="4754" y="959"/>
              <a:ext cx="288" cy="49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triangle" w="sm" len="lg"/>
              <a:tailEnd type="none" w="med" len="med"/>
            </a:ln>
          </p:spPr>
        </p:sp>
        <p:graphicFrame>
          <p:nvGraphicFramePr>
            <p:cNvPr id="60439" name="Object 4"/>
            <p:cNvGraphicFramePr>
              <a:graphicFrameLocks noChangeAspect="1"/>
            </p:cNvGraphicFramePr>
            <p:nvPr/>
          </p:nvGraphicFramePr>
          <p:xfrm>
            <a:off x="5032" y="767"/>
            <a:ext cx="26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6" name="" r:id="rId18" imgW="193040" imgH="234950" progId="Equation.DSMT4">
                    <p:embed/>
                  </p:oleObj>
                </mc:Choice>
                <mc:Fallback>
                  <p:oleObj name="" r:id="rId18" imgW="193040" imgH="234950" progId="Equation.DSMT4">
                    <p:embed/>
                    <p:pic>
                      <p:nvPicPr>
                        <p:cNvPr id="0" name="图片 3405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32" y="767"/>
                          <a:ext cx="266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0440" name="Group 1158"/>
            <p:cNvGrpSpPr/>
            <p:nvPr/>
          </p:nvGrpSpPr>
          <p:grpSpPr>
            <a:xfrm>
              <a:off x="3399" y="1296"/>
              <a:ext cx="345" cy="672"/>
              <a:chOff x="903" y="2592"/>
              <a:chExt cx="345" cy="672"/>
            </a:xfrm>
          </p:grpSpPr>
          <p:graphicFrame>
            <p:nvGraphicFramePr>
              <p:cNvPr id="60441" name="Object 5"/>
              <p:cNvGraphicFramePr>
                <a:graphicFrameLocks noChangeAspect="1"/>
              </p:cNvGraphicFramePr>
              <p:nvPr/>
            </p:nvGraphicFramePr>
            <p:xfrm>
              <a:off x="903" y="2976"/>
              <a:ext cx="227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07" name="" r:id="rId20" imgW="152400" imgH="177800" progId="Equation.DSMT4">
                      <p:embed/>
                    </p:oleObj>
                  </mc:Choice>
                  <mc:Fallback>
                    <p:oleObj name="" r:id="rId20" imgW="152400" imgH="177800" progId="Equation.DSMT4">
                      <p:embed/>
                      <p:pic>
                        <p:nvPicPr>
                          <p:cNvPr id="0" name="图片 3406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903" y="2976"/>
                            <a:ext cx="227" cy="2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442" name="Line 1160"/>
              <p:cNvSpPr/>
              <p:nvPr/>
            </p:nvSpPr>
            <p:spPr>
              <a:xfrm flipV="1">
                <a:off x="1056" y="2592"/>
                <a:ext cx="192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9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9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9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9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9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/>
      <p:bldP spid="89094" grpId="0"/>
      <p:bldP spid="89095" grpId="0"/>
      <p:bldP spid="89096" grpId="0"/>
      <p:bldP spid="8913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Slide Number Placeholder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0" y="260350"/>
            <a:ext cx="93345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例</a:t>
            </a:r>
            <a:r>
              <a:rPr kumimoji="1" lang="en-US" altLang="zh-CN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4</a:t>
            </a:r>
            <a:r>
              <a:rPr kumimoji="1" lang="zh-CN" altLang="en-US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.</a:t>
            </a:r>
            <a:r>
              <a:rPr kumimoji="1" lang="zh-CN" altLang="en-US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求均匀带电球面的电场分布。设半径为</a:t>
            </a:r>
            <a:r>
              <a:rPr kumimoji="1" lang="en-US" altLang="zh-CN" i="1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R</a:t>
            </a:r>
            <a:r>
              <a:rPr kumimoji="1" lang="en-US" altLang="zh-CN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，</a:t>
            </a:r>
            <a:r>
              <a:rPr kumimoji="1" lang="zh-CN" altLang="en-US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电量为</a:t>
            </a:r>
            <a:r>
              <a:rPr kumimoji="1" lang="zh-CN" altLang="en-US" i="1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+</a:t>
            </a:r>
            <a:r>
              <a:rPr kumimoji="1" lang="en-US" altLang="zh-CN" i="1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q</a:t>
            </a:r>
            <a:r>
              <a:rPr kumimoji="1" lang="en-US" altLang="zh-CN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。</a:t>
            </a:r>
            <a:endParaRPr kumimoji="1" lang="en-US" altLang="zh-CN" kern="1200" cap="none" spc="0" normalizeH="0" baseline="0" noProof="0" dirty="0">
              <a:solidFill>
                <a:srgbClr val="333333"/>
              </a:solidFill>
              <a:latin typeface="Times New Roman" panose="02020603050405020304"/>
              <a:ea typeface="楷体_GB2312" pitchFamily="49" charset="-122"/>
              <a:cs typeface="+mn-cs"/>
            </a:endParaRPr>
          </a:p>
        </p:txBody>
      </p:sp>
      <p:sp>
        <p:nvSpPr>
          <p:cNvPr id="57352" name="Oval 8"/>
          <p:cNvSpPr/>
          <p:nvPr/>
        </p:nvSpPr>
        <p:spPr>
          <a:xfrm>
            <a:off x="788988" y="1989138"/>
            <a:ext cx="1219200" cy="1219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919174"/>
              </a:gs>
            </a:gsLst>
            <a:path path="shape">
              <a:fillToRect l="50000" t="50000" r="50000" b="50000"/>
            </a:path>
            <a:tileRect/>
          </a:gradFill>
          <a:ln w="76200" cap="flat" cmpd="sng">
            <a:solidFill>
              <a:srgbClr val="99663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sp>
        <p:nvSpPr>
          <p:cNvPr id="57353" name="Line 9"/>
          <p:cNvSpPr/>
          <p:nvPr/>
        </p:nvSpPr>
        <p:spPr>
          <a:xfrm>
            <a:off x="1398588" y="2611438"/>
            <a:ext cx="1219200" cy="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" name="Group 10"/>
          <p:cNvGrpSpPr/>
          <p:nvPr/>
        </p:nvGrpSpPr>
        <p:grpSpPr>
          <a:xfrm>
            <a:off x="2449513" y="2014538"/>
            <a:ext cx="404812" cy="820737"/>
            <a:chOff x="1382" y="2128"/>
            <a:chExt cx="255" cy="517"/>
          </a:xfrm>
        </p:grpSpPr>
        <p:sp>
          <p:nvSpPr>
            <p:cNvPr id="61483" name="Text Box 11"/>
            <p:cNvSpPr txBox="1"/>
            <p:nvPr/>
          </p:nvSpPr>
          <p:spPr>
            <a:xfrm>
              <a:off x="1392" y="2160"/>
              <a:ext cx="20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4400" dirty="0">
                  <a:solidFill>
                    <a:srgbClr val="CC0000"/>
                  </a:solidFill>
                  <a:ea typeface="楷体_GB2312" pitchFamily="49" charset="-122"/>
                </a:rPr>
                <a:t>.</a:t>
              </a:r>
              <a:endParaRPr lang="zh-CN" altLang="en-US" sz="2800" dirty="0">
                <a:solidFill>
                  <a:srgbClr val="333333"/>
                </a:solidFill>
                <a:ea typeface="楷体_GB2312" pitchFamily="49" charset="-122"/>
              </a:endParaRPr>
            </a:p>
          </p:txBody>
        </p:sp>
        <p:sp>
          <p:nvSpPr>
            <p:cNvPr id="61484" name="Text Box 12"/>
            <p:cNvSpPr txBox="1"/>
            <p:nvPr/>
          </p:nvSpPr>
          <p:spPr>
            <a:xfrm>
              <a:off x="1382" y="2128"/>
              <a:ext cx="255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rgbClr val="333333"/>
                  </a:solidFill>
                  <a:ea typeface="楷体_GB2312" pitchFamily="49" charset="-122"/>
                </a:rPr>
                <a:t>P</a:t>
              </a:r>
              <a:endParaRPr lang="en-US" altLang="zh-CN" sz="2800" dirty="0">
                <a:solidFill>
                  <a:srgbClr val="333333"/>
                </a:solidFill>
                <a:ea typeface="楷体_GB2312" pitchFamily="49" charset="-122"/>
              </a:endParaRPr>
            </a:p>
          </p:txBody>
        </p:sp>
      </p:grpSp>
      <p:sp>
        <p:nvSpPr>
          <p:cNvPr id="57357" name="Oval 13"/>
          <p:cNvSpPr/>
          <p:nvPr/>
        </p:nvSpPr>
        <p:spPr>
          <a:xfrm>
            <a:off x="1779588" y="2141538"/>
            <a:ext cx="76200" cy="76200"/>
          </a:xfrm>
          <a:prstGeom prst="ellipse">
            <a:avLst/>
          </a:prstGeom>
          <a:solidFill>
            <a:srgbClr val="CC0099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sp>
        <p:nvSpPr>
          <p:cNvPr id="57358" name="Text Box 14"/>
          <p:cNvSpPr txBox="1"/>
          <p:nvPr/>
        </p:nvSpPr>
        <p:spPr>
          <a:xfrm>
            <a:off x="1550988" y="1684338"/>
            <a:ext cx="428625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333333"/>
                </a:solidFill>
                <a:ea typeface="楷体_GB2312" pitchFamily="49" charset="-122"/>
              </a:rPr>
              <a:t>d</a:t>
            </a:r>
            <a:r>
              <a:rPr lang="en-US" altLang="zh-CN" sz="1800" i="1" dirty="0">
                <a:solidFill>
                  <a:srgbClr val="333333"/>
                </a:solidFill>
                <a:ea typeface="楷体_GB2312" pitchFamily="49" charset="-122"/>
              </a:rPr>
              <a:t>q</a:t>
            </a:r>
            <a:endParaRPr lang="en-US" altLang="zh-CN" sz="1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57359" name="Line 15"/>
          <p:cNvSpPr/>
          <p:nvPr/>
        </p:nvSpPr>
        <p:spPr>
          <a:xfrm>
            <a:off x="1855788" y="2217738"/>
            <a:ext cx="1143000" cy="60960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7360" name="Line 16"/>
          <p:cNvSpPr/>
          <p:nvPr/>
        </p:nvSpPr>
        <p:spPr>
          <a:xfrm>
            <a:off x="2617788" y="2611438"/>
            <a:ext cx="533400" cy="304800"/>
          </a:xfrm>
          <a:prstGeom prst="line">
            <a:avLst/>
          </a:prstGeom>
          <a:ln w="38100" cap="flat" cmpd="sng">
            <a:solidFill>
              <a:srgbClr val="CC0099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61" name="Oval 17"/>
          <p:cNvSpPr/>
          <p:nvPr/>
        </p:nvSpPr>
        <p:spPr>
          <a:xfrm>
            <a:off x="1703388" y="3055938"/>
            <a:ext cx="76200" cy="76200"/>
          </a:xfrm>
          <a:prstGeom prst="ellipse">
            <a:avLst/>
          </a:prstGeom>
          <a:solidFill>
            <a:srgbClr val="CC0099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sp>
        <p:nvSpPr>
          <p:cNvPr id="57362" name="Line 18"/>
          <p:cNvSpPr/>
          <p:nvPr/>
        </p:nvSpPr>
        <p:spPr>
          <a:xfrm rot="120000" flipV="1">
            <a:off x="1779588" y="2351088"/>
            <a:ext cx="1219200" cy="76200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7363" name="Line 19"/>
          <p:cNvSpPr/>
          <p:nvPr/>
        </p:nvSpPr>
        <p:spPr>
          <a:xfrm flipV="1">
            <a:off x="2617788" y="2293938"/>
            <a:ext cx="533400" cy="304800"/>
          </a:xfrm>
          <a:prstGeom prst="line">
            <a:avLst/>
          </a:prstGeom>
          <a:ln w="38100" cap="flat" cmpd="sng">
            <a:solidFill>
              <a:srgbClr val="CC0099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64" name="Line 20"/>
          <p:cNvSpPr/>
          <p:nvPr/>
        </p:nvSpPr>
        <p:spPr>
          <a:xfrm>
            <a:off x="2617788" y="2611438"/>
            <a:ext cx="990600" cy="0"/>
          </a:xfrm>
          <a:prstGeom prst="line">
            <a:avLst/>
          </a:prstGeom>
          <a:ln w="38100" cap="flat" cmpd="sng">
            <a:solidFill>
              <a:srgbClr val="0033CC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65" name="Text Box 21"/>
          <p:cNvSpPr txBox="1"/>
          <p:nvPr/>
        </p:nvSpPr>
        <p:spPr>
          <a:xfrm>
            <a:off x="2754313" y="2868613"/>
            <a:ext cx="4794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333333"/>
                </a:solidFill>
                <a:ea typeface="楷体_GB2312" pitchFamily="49" charset="-122"/>
              </a:rPr>
              <a:t>d</a:t>
            </a:r>
            <a:r>
              <a:rPr lang="en-US" altLang="zh-CN" sz="1800" i="1" dirty="0">
                <a:solidFill>
                  <a:srgbClr val="333333"/>
                </a:solidFill>
                <a:ea typeface="楷体_GB2312" pitchFamily="49" charset="-122"/>
              </a:rPr>
              <a:t>E</a:t>
            </a:r>
            <a:endParaRPr lang="en-US" altLang="zh-CN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57366" name="Text Box 22"/>
          <p:cNvSpPr txBox="1"/>
          <p:nvPr/>
        </p:nvSpPr>
        <p:spPr>
          <a:xfrm>
            <a:off x="2716213" y="1912938"/>
            <a:ext cx="5334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rgbClr val="333333"/>
                </a:solidFill>
                <a:ea typeface="楷体_GB2312" pitchFamily="49" charset="-122"/>
              </a:rPr>
              <a:t>d</a:t>
            </a:r>
            <a:r>
              <a:rPr lang="en-US" altLang="zh-CN" sz="1800" i="1" dirty="0">
                <a:solidFill>
                  <a:srgbClr val="333333"/>
                </a:solidFill>
                <a:ea typeface="楷体_GB2312" pitchFamily="49" charset="-122"/>
              </a:rPr>
              <a:t>E'</a:t>
            </a:r>
            <a:endParaRPr lang="en-US" altLang="zh-CN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57367" name="Text Box 23"/>
          <p:cNvSpPr txBox="1"/>
          <p:nvPr/>
        </p:nvSpPr>
        <p:spPr>
          <a:xfrm>
            <a:off x="1458913" y="3132138"/>
            <a:ext cx="492125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333333"/>
                </a:solidFill>
                <a:ea typeface="楷体_GB2312" pitchFamily="49" charset="-122"/>
              </a:rPr>
              <a:t>d</a:t>
            </a:r>
            <a:r>
              <a:rPr lang="en-US" altLang="zh-CN" sz="1800" i="1" dirty="0">
                <a:solidFill>
                  <a:srgbClr val="333333"/>
                </a:solidFill>
                <a:ea typeface="楷体_GB2312" pitchFamily="49" charset="-122"/>
              </a:rPr>
              <a:t>q'</a:t>
            </a:r>
            <a:endParaRPr lang="en-US" altLang="zh-CN" sz="1800" i="1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57368" name="Line 24"/>
          <p:cNvSpPr/>
          <p:nvPr/>
        </p:nvSpPr>
        <p:spPr>
          <a:xfrm flipH="1" flipV="1">
            <a:off x="1017588" y="2141538"/>
            <a:ext cx="381000" cy="45720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69" name="Text Box 25"/>
          <p:cNvSpPr txBox="1"/>
          <p:nvPr/>
        </p:nvSpPr>
        <p:spPr>
          <a:xfrm>
            <a:off x="1093788" y="2008188"/>
            <a:ext cx="350837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i="1" dirty="0">
                <a:solidFill>
                  <a:srgbClr val="333333"/>
                </a:solidFill>
                <a:ea typeface="楷体_GB2312" pitchFamily="49" charset="-122"/>
              </a:rPr>
              <a:t>R</a:t>
            </a:r>
            <a:endParaRPr lang="en-US" altLang="zh-CN" sz="1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57370" name="Oval 26"/>
          <p:cNvSpPr/>
          <p:nvPr/>
        </p:nvSpPr>
        <p:spPr>
          <a:xfrm>
            <a:off x="179388" y="1341438"/>
            <a:ext cx="2438400" cy="2438400"/>
          </a:xfrm>
          <a:prstGeom prst="ellipse">
            <a:avLst/>
          </a:prstGeom>
          <a:noFill/>
          <a:ln w="38100" cap="flat" cmpd="sng">
            <a:solidFill>
              <a:srgbClr val="0000FF"/>
            </a:solidFill>
            <a:prstDash val="sysDot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sp>
        <p:nvSpPr>
          <p:cNvPr id="57371" name="Text Box 27"/>
          <p:cNvSpPr txBox="1">
            <a:spLocks noChangeArrowheads="1"/>
          </p:cNvSpPr>
          <p:nvPr/>
        </p:nvSpPr>
        <p:spPr bwMode="auto">
          <a:xfrm>
            <a:off x="3132138" y="981075"/>
            <a:ext cx="6011863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解：</a:t>
            </a:r>
            <a:r>
              <a:rPr kumimoji="1" lang="zh-CN" altLang="en-US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取以</a:t>
            </a:r>
            <a:r>
              <a:rPr kumimoji="1" lang="en-US" altLang="zh-CN" i="1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r</a:t>
            </a:r>
            <a:r>
              <a:rPr kumimoji="1" lang="zh-CN" altLang="en-US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为半径的同心高斯球面</a:t>
            </a:r>
            <a:r>
              <a:rPr kumimoji="1" lang="en-US" altLang="zh-CN" i="1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S</a:t>
            </a:r>
            <a:endParaRPr kumimoji="1" lang="en-US" altLang="zh-CN" i="1" kern="1200" cap="none" spc="0" normalizeH="0" baseline="0" noProof="0" dirty="0">
              <a:solidFill>
                <a:srgbClr val="333333"/>
              </a:solidFill>
              <a:latin typeface="Times New Roman" panose="02020603050405020304"/>
              <a:ea typeface="楷体_GB2312" pitchFamily="49" charset="-122"/>
              <a:cs typeface="+mn-cs"/>
            </a:endParaRPr>
          </a:p>
        </p:txBody>
      </p:sp>
      <p:sp>
        <p:nvSpPr>
          <p:cNvPr id="57372" name="Text Box 28"/>
          <p:cNvSpPr txBox="1"/>
          <p:nvPr/>
        </p:nvSpPr>
        <p:spPr>
          <a:xfrm>
            <a:off x="1246188" y="2446338"/>
            <a:ext cx="36353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</a:rPr>
              <a:t>o</a:t>
            </a:r>
            <a:endParaRPr lang="en-US" altLang="zh-CN" sz="2800" i="1" dirty="0">
              <a:solidFill>
                <a:srgbClr val="333333"/>
              </a:solidFill>
              <a:ea typeface="楷体_GB2312" pitchFamily="49" charset="-122"/>
            </a:endParaRPr>
          </a:p>
        </p:txBody>
      </p:sp>
      <p:graphicFrame>
        <p:nvGraphicFramePr>
          <p:cNvPr id="57373" name="Object 2"/>
          <p:cNvGraphicFramePr>
            <a:graphicFrameLocks noChangeAspect="1"/>
          </p:cNvGraphicFramePr>
          <p:nvPr/>
        </p:nvGraphicFramePr>
        <p:xfrm>
          <a:off x="3937000" y="1628775"/>
          <a:ext cx="77311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" name="" r:id="rId1" imgW="774065" imgH="292100" progId="Equation.3">
                  <p:embed/>
                </p:oleObj>
              </mc:Choice>
              <mc:Fallback>
                <p:oleObj name="" r:id="rId1" imgW="774065" imgH="292100" progId="Equation.3">
                  <p:embed/>
                  <p:pic>
                    <p:nvPicPr>
                      <p:cNvPr id="0" name="图片 34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37000" y="1628775"/>
                        <a:ext cx="773113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4" name="Object 3"/>
          <p:cNvGraphicFramePr>
            <a:graphicFrameLocks noChangeAspect="1"/>
          </p:cNvGraphicFramePr>
          <p:nvPr/>
        </p:nvGraphicFramePr>
        <p:xfrm>
          <a:off x="3652838" y="2852738"/>
          <a:ext cx="2935287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9" name="" r:id="rId3" imgW="1282700" imgH="444500" progId="Equation.3">
                  <p:embed/>
                </p:oleObj>
              </mc:Choice>
              <mc:Fallback>
                <p:oleObj name="" r:id="rId3" imgW="1282700" imgH="444500" progId="Equation.3">
                  <p:embed/>
                  <p:pic>
                    <p:nvPicPr>
                      <p:cNvPr id="0" name="图片 34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52838" y="2852738"/>
                        <a:ext cx="2935287" cy="1017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5" name="Object 4"/>
          <p:cNvGraphicFramePr>
            <a:graphicFrameLocks noChangeAspect="1"/>
          </p:cNvGraphicFramePr>
          <p:nvPr/>
        </p:nvGraphicFramePr>
        <p:xfrm>
          <a:off x="6727825" y="2838450"/>
          <a:ext cx="2278063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4" name="" r:id="rId5" imgW="1016000" imgH="431800" progId="Equation.DSMT4">
                  <p:embed/>
                </p:oleObj>
              </mc:Choice>
              <mc:Fallback>
                <p:oleObj name="" r:id="rId5" imgW="1016000" imgH="431800" progId="Equation.DSMT4">
                  <p:embed/>
                  <p:pic>
                    <p:nvPicPr>
                      <p:cNvPr id="0" name="图片 34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27825" y="2838450"/>
                        <a:ext cx="2278063" cy="966788"/>
                      </a:xfrm>
                      <a:prstGeom prst="rect">
                        <a:avLst/>
                      </a:prstGeom>
                      <a:solidFill>
                        <a:srgbClr val="FFBDFF"/>
                      </a:solidFill>
                      <a:ln w="38100">
                        <a:noFill/>
                        <a:miter/>
                      </a:ln>
                      <a:effectLst>
                        <a:outerShdw dist="35921" dir="2699999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6" name="Object 5"/>
          <p:cNvGraphicFramePr>
            <a:graphicFrameLocks noChangeAspect="1"/>
          </p:cNvGraphicFramePr>
          <p:nvPr/>
        </p:nvGraphicFramePr>
        <p:xfrm>
          <a:off x="3856038" y="4064000"/>
          <a:ext cx="11303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3" name="" r:id="rId7" imgW="1129665" imgH="355600" progId="Equation.3">
                  <p:embed/>
                </p:oleObj>
              </mc:Choice>
              <mc:Fallback>
                <p:oleObj name="" r:id="rId7" imgW="1129665" imgH="355600" progId="Equation.3">
                  <p:embed/>
                  <p:pic>
                    <p:nvPicPr>
                      <p:cNvPr id="0" name="图片 34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56038" y="4064000"/>
                        <a:ext cx="1130300" cy="352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77" name="Oval 33"/>
          <p:cNvSpPr/>
          <p:nvPr/>
        </p:nvSpPr>
        <p:spPr>
          <a:xfrm>
            <a:off x="1017588" y="2217738"/>
            <a:ext cx="762000" cy="7620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sp>
        <p:nvSpPr>
          <p:cNvPr id="57378" name="Line 34"/>
          <p:cNvSpPr/>
          <p:nvPr/>
        </p:nvSpPr>
        <p:spPr>
          <a:xfrm flipH="1">
            <a:off x="484188" y="2598738"/>
            <a:ext cx="914400" cy="76200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79" name="Text Box 35"/>
          <p:cNvSpPr txBox="1"/>
          <p:nvPr/>
        </p:nvSpPr>
        <p:spPr>
          <a:xfrm>
            <a:off x="560388" y="2765425"/>
            <a:ext cx="3222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</a:rPr>
              <a:t>r</a:t>
            </a:r>
            <a:endParaRPr lang="en-US" altLang="zh-CN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graphicFrame>
        <p:nvGraphicFramePr>
          <p:cNvPr id="57380" name="Object 6"/>
          <p:cNvGraphicFramePr>
            <a:graphicFrameLocks noChangeAspect="1"/>
          </p:cNvGraphicFramePr>
          <p:nvPr/>
        </p:nvGraphicFramePr>
        <p:xfrm>
          <a:off x="3708400" y="5084763"/>
          <a:ext cx="243840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5" name="" r:id="rId9" imgW="1091565" imgH="444500" progId="Equation.3">
                  <p:embed/>
                </p:oleObj>
              </mc:Choice>
              <mc:Fallback>
                <p:oleObj name="" r:id="rId9" imgW="1091565" imgH="444500" progId="Equation.3">
                  <p:embed/>
                  <p:pic>
                    <p:nvPicPr>
                      <p:cNvPr id="0" name="图片 341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08400" y="5084763"/>
                        <a:ext cx="2438400" cy="992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81" name="Object 7"/>
          <p:cNvGraphicFramePr>
            <a:graphicFrameLocks noChangeAspect="1"/>
          </p:cNvGraphicFramePr>
          <p:nvPr/>
        </p:nvGraphicFramePr>
        <p:xfrm>
          <a:off x="6500813" y="5386388"/>
          <a:ext cx="1104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" name="" r:id="rId11" imgW="1104900" imgH="304800" progId="Equation.3">
                  <p:embed/>
                </p:oleObj>
              </mc:Choice>
              <mc:Fallback>
                <p:oleObj name="" r:id="rId11" imgW="1104900" imgH="304800" progId="Equation.3">
                  <p:embed/>
                  <p:pic>
                    <p:nvPicPr>
                      <p:cNvPr id="0" name="图片 340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00813" y="5386388"/>
                        <a:ext cx="11049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82" name="Line 38"/>
          <p:cNvSpPr/>
          <p:nvPr/>
        </p:nvSpPr>
        <p:spPr>
          <a:xfrm>
            <a:off x="865188" y="6024563"/>
            <a:ext cx="2286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83" name="Line 39"/>
          <p:cNvSpPr/>
          <p:nvPr/>
        </p:nvSpPr>
        <p:spPr>
          <a:xfrm flipV="1">
            <a:off x="1322388" y="4271963"/>
            <a:ext cx="0" cy="175260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84" name="Text Box 40"/>
          <p:cNvSpPr txBox="1"/>
          <p:nvPr/>
        </p:nvSpPr>
        <p:spPr>
          <a:xfrm>
            <a:off x="3114675" y="5810250"/>
            <a:ext cx="3222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</a:rPr>
              <a:t>r</a:t>
            </a:r>
            <a:endParaRPr lang="en-US" altLang="zh-CN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57385" name="Text Box 41"/>
          <p:cNvSpPr txBox="1"/>
          <p:nvPr/>
        </p:nvSpPr>
        <p:spPr>
          <a:xfrm>
            <a:off x="941388" y="4119563"/>
            <a:ext cx="33813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i="1" dirty="0">
                <a:solidFill>
                  <a:srgbClr val="333333"/>
                </a:solidFill>
                <a:ea typeface="楷体_GB2312" pitchFamily="49" charset="-122"/>
              </a:rPr>
              <a:t>E</a:t>
            </a:r>
            <a:endParaRPr lang="en-US" altLang="zh-CN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57386" name="Line 42"/>
          <p:cNvSpPr/>
          <p:nvPr/>
        </p:nvSpPr>
        <p:spPr>
          <a:xfrm>
            <a:off x="2008188" y="4652963"/>
            <a:ext cx="0" cy="1371600"/>
          </a:xfrm>
          <a:prstGeom prst="line">
            <a:avLst/>
          </a:prstGeom>
          <a:ln w="28575" cap="flat" cmpd="sng">
            <a:solidFill>
              <a:srgbClr val="000000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57387" name="Freeform 43"/>
          <p:cNvSpPr/>
          <p:nvPr/>
        </p:nvSpPr>
        <p:spPr>
          <a:xfrm>
            <a:off x="2008188" y="4652963"/>
            <a:ext cx="1066800" cy="1219200"/>
          </a:xfrm>
          <a:custGeom>
            <a:avLst/>
            <a:gdLst>
              <a:gd name="txL" fmla="*/ 0 w 624"/>
              <a:gd name="txT" fmla="*/ 0 h 672"/>
              <a:gd name="txR" fmla="*/ 624 w 624"/>
              <a:gd name="txB" fmla="*/ 672 h 672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624" h="672">
                <a:moveTo>
                  <a:pt x="0" y="0"/>
                </a:moveTo>
                <a:cubicBezTo>
                  <a:pt x="8" y="60"/>
                  <a:pt x="16" y="120"/>
                  <a:pt x="48" y="192"/>
                </a:cubicBezTo>
                <a:cubicBezTo>
                  <a:pt x="80" y="264"/>
                  <a:pt x="112" y="360"/>
                  <a:pt x="192" y="432"/>
                </a:cubicBezTo>
                <a:cubicBezTo>
                  <a:pt x="272" y="504"/>
                  <a:pt x="456" y="584"/>
                  <a:pt x="528" y="624"/>
                </a:cubicBezTo>
                <a:cubicBezTo>
                  <a:pt x="600" y="664"/>
                  <a:pt x="608" y="664"/>
                  <a:pt x="624" y="672"/>
                </a:cubicBezTo>
              </a:path>
            </a:pathLst>
          </a:custGeom>
          <a:noFill/>
          <a:ln w="38100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7388" name="Line 44"/>
          <p:cNvSpPr/>
          <p:nvPr/>
        </p:nvSpPr>
        <p:spPr>
          <a:xfrm>
            <a:off x="1322388" y="6024563"/>
            <a:ext cx="6858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7389" name="Text Box 45"/>
          <p:cNvSpPr txBox="1"/>
          <p:nvPr/>
        </p:nvSpPr>
        <p:spPr>
          <a:xfrm>
            <a:off x="1077913" y="5862638"/>
            <a:ext cx="36353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</a:rPr>
              <a:t>o</a:t>
            </a:r>
            <a:endParaRPr lang="en-US" altLang="zh-CN" sz="2800" i="1" dirty="0">
              <a:solidFill>
                <a:srgbClr val="333333"/>
              </a:solidFill>
              <a:ea typeface="楷体_GB2312" pitchFamily="49" charset="-122"/>
            </a:endParaRPr>
          </a:p>
        </p:txBody>
      </p:sp>
      <p:graphicFrame>
        <p:nvGraphicFramePr>
          <p:cNvPr id="57395" name="Object 8"/>
          <p:cNvGraphicFramePr>
            <a:graphicFrameLocks noChangeAspect="1"/>
          </p:cNvGraphicFramePr>
          <p:nvPr/>
        </p:nvGraphicFramePr>
        <p:xfrm>
          <a:off x="3995738" y="2060575"/>
          <a:ext cx="338455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" name="" r:id="rId13" imgW="1511300" imgH="292100" progId="Equation.3">
                  <p:embed/>
                </p:oleObj>
              </mc:Choice>
              <mc:Fallback>
                <p:oleObj name="" r:id="rId13" imgW="1511300" imgH="292100" progId="Equation.3">
                  <p:embed/>
                  <p:pic>
                    <p:nvPicPr>
                      <p:cNvPr id="0" name="图片 341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95738" y="2060575"/>
                        <a:ext cx="3384550" cy="690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96" name="Object 9"/>
          <p:cNvGraphicFramePr>
            <a:graphicFrameLocks noChangeAspect="1"/>
          </p:cNvGraphicFramePr>
          <p:nvPr/>
        </p:nvGraphicFramePr>
        <p:xfrm>
          <a:off x="3779838" y="4508500"/>
          <a:ext cx="2970212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2" name="" r:id="rId15" imgW="1511300" imgH="292100" progId="Equation.3">
                  <p:embed/>
                </p:oleObj>
              </mc:Choice>
              <mc:Fallback>
                <p:oleObj name="" r:id="rId15" imgW="1511300" imgH="292100" progId="Equation.3">
                  <p:embed/>
                  <p:pic>
                    <p:nvPicPr>
                      <p:cNvPr id="0" name="图片 341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779838" y="4508500"/>
                        <a:ext cx="2970212" cy="641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00" name="Text Box 56"/>
          <p:cNvSpPr txBox="1"/>
          <p:nvPr/>
        </p:nvSpPr>
        <p:spPr>
          <a:xfrm>
            <a:off x="3492500" y="6092825"/>
            <a:ext cx="5651500" cy="534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ea typeface="黑体" panose="02010609060101010101" pitchFamily="2" charset="-122"/>
              </a:rPr>
              <a:t>这里，场强为空间不连续函数。</a:t>
            </a:r>
            <a:endParaRPr lang="zh-CN" altLang="en-US" sz="2400" dirty="0">
              <a:solidFill>
                <a:srgbClr val="0000FF"/>
              </a:solidFill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7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7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7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7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7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7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7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7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7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75"/>
                                        <p:tgtEl>
                                          <p:spTgt spid="57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2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5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7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5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7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7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7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7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0" dur="500"/>
                                        <p:tgtEl>
                                          <p:spTgt spid="5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5" dur="500"/>
                                        <p:tgtEl>
                                          <p:spTgt spid="57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0" dur="500"/>
                                        <p:tgtEl>
                                          <p:spTgt spid="5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5" dur="500"/>
                                        <p:tgtEl>
                                          <p:spTgt spid="57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57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57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7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7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7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7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4" dur="500"/>
                                        <p:tgtEl>
                                          <p:spTgt spid="5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5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5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00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57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57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000"/>
                            </p:stCondLst>
                            <p:childTnLst>
                              <p:par>
                                <p:cTn id="1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57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57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57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1" grpId="0"/>
      <p:bldP spid="57352" grpId="0" animBg="1"/>
      <p:bldP spid="57357" grpId="0" animBg="1"/>
      <p:bldP spid="57358" grpId="0"/>
      <p:bldP spid="57361" grpId="0" animBg="1"/>
      <p:bldP spid="57365" grpId="0"/>
      <p:bldP spid="57366" grpId="0"/>
      <p:bldP spid="57367" grpId="0"/>
      <p:bldP spid="57369" grpId="0"/>
      <p:bldP spid="57370" grpId="0" animBg="1"/>
      <p:bldP spid="57371" grpId="0"/>
      <p:bldP spid="57372" grpId="0"/>
      <p:bldP spid="57377" grpId="0" animBg="1"/>
      <p:bldP spid="57379" grpId="0"/>
      <p:bldP spid="57384" grpId="0"/>
      <p:bldP spid="57385" grpId="0"/>
      <p:bldP spid="57389" grpId="0"/>
      <p:bldP spid="5740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Slide Number Placeholder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0" y="106363"/>
            <a:ext cx="9405938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例</a:t>
            </a:r>
            <a:r>
              <a:rPr kumimoji="1" lang="en-US" altLang="zh-CN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5</a:t>
            </a:r>
            <a:r>
              <a:rPr kumimoji="1" lang="zh-CN" altLang="en-US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.</a:t>
            </a:r>
            <a:r>
              <a:rPr kumimoji="1" lang="zh-CN" altLang="en-US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求均匀带电球体的电场分布。设半径为</a:t>
            </a:r>
            <a:r>
              <a:rPr kumimoji="1" lang="en-US" altLang="zh-CN" i="1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R</a:t>
            </a:r>
            <a:r>
              <a:rPr kumimoji="1" lang="en-US" altLang="zh-CN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，</a:t>
            </a:r>
            <a:r>
              <a:rPr kumimoji="1" lang="zh-CN" altLang="en-US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电量为</a:t>
            </a:r>
            <a:r>
              <a:rPr kumimoji="1" lang="zh-CN" altLang="en-US" i="1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+</a:t>
            </a:r>
            <a:r>
              <a:rPr kumimoji="1" lang="en-US" altLang="zh-CN" i="1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q</a:t>
            </a:r>
            <a:r>
              <a:rPr kumimoji="1" lang="en-US" altLang="zh-CN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。</a:t>
            </a:r>
            <a:endParaRPr kumimoji="1" lang="en-US" altLang="zh-CN" kern="1200" cap="none" spc="0" normalizeH="0" baseline="0" noProof="0" dirty="0">
              <a:solidFill>
                <a:srgbClr val="333333"/>
              </a:solidFill>
              <a:latin typeface="Times New Roman" panose="02020603050405020304"/>
              <a:ea typeface="楷体_GB2312" pitchFamily="49" charset="-122"/>
              <a:cs typeface="+mn-cs"/>
            </a:endParaRPr>
          </a:p>
        </p:txBody>
      </p:sp>
      <p:sp>
        <p:nvSpPr>
          <p:cNvPr id="59395" name="Oval 3"/>
          <p:cNvSpPr/>
          <p:nvPr/>
        </p:nvSpPr>
        <p:spPr>
          <a:xfrm>
            <a:off x="838200" y="2057400"/>
            <a:ext cx="1219200" cy="1219200"/>
          </a:xfrm>
          <a:prstGeom prst="ellipse">
            <a:avLst/>
          </a:prstGeom>
          <a:gradFill rotWithShape="0">
            <a:gsLst>
              <a:gs pos="0">
                <a:srgbClr val="DDDDDD"/>
              </a:gs>
              <a:gs pos="100000">
                <a:srgbClr val="9C9C9C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sp>
        <p:nvSpPr>
          <p:cNvPr id="59396" name="Line 4"/>
          <p:cNvSpPr/>
          <p:nvPr/>
        </p:nvSpPr>
        <p:spPr>
          <a:xfrm>
            <a:off x="1447800" y="2667000"/>
            <a:ext cx="1219200" cy="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" name="Group 5"/>
          <p:cNvGrpSpPr/>
          <p:nvPr/>
        </p:nvGrpSpPr>
        <p:grpSpPr>
          <a:xfrm>
            <a:off x="2498725" y="2066925"/>
            <a:ext cx="404813" cy="820738"/>
            <a:chOff x="1382" y="2128"/>
            <a:chExt cx="255" cy="517"/>
          </a:xfrm>
        </p:grpSpPr>
        <p:sp>
          <p:nvSpPr>
            <p:cNvPr id="63531" name="Text Box 6"/>
            <p:cNvSpPr txBox="1"/>
            <p:nvPr/>
          </p:nvSpPr>
          <p:spPr>
            <a:xfrm>
              <a:off x="1392" y="2160"/>
              <a:ext cx="20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4400" dirty="0">
                  <a:solidFill>
                    <a:srgbClr val="CC0000"/>
                  </a:solidFill>
                  <a:ea typeface="楷体_GB2312" pitchFamily="49" charset="-122"/>
                </a:rPr>
                <a:t>.</a:t>
              </a:r>
              <a:endParaRPr lang="zh-CN" altLang="en-US" sz="2800" dirty="0">
                <a:solidFill>
                  <a:srgbClr val="333333"/>
                </a:solidFill>
                <a:ea typeface="楷体_GB2312" pitchFamily="49" charset="-122"/>
              </a:endParaRPr>
            </a:p>
          </p:txBody>
        </p:sp>
        <p:sp>
          <p:nvSpPr>
            <p:cNvPr id="63532" name="Text Box 7"/>
            <p:cNvSpPr txBox="1"/>
            <p:nvPr/>
          </p:nvSpPr>
          <p:spPr>
            <a:xfrm>
              <a:off x="1382" y="2128"/>
              <a:ext cx="255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rgbClr val="333333"/>
                  </a:solidFill>
                  <a:ea typeface="楷体_GB2312" pitchFamily="49" charset="-122"/>
                </a:rPr>
                <a:t>P</a:t>
              </a:r>
              <a:endParaRPr lang="en-US" altLang="zh-CN" sz="2800" dirty="0">
                <a:solidFill>
                  <a:srgbClr val="333333"/>
                </a:solidFill>
                <a:ea typeface="楷体_GB2312" pitchFamily="49" charset="-122"/>
              </a:endParaRPr>
            </a:p>
          </p:txBody>
        </p:sp>
      </p:grpSp>
      <p:sp>
        <p:nvSpPr>
          <p:cNvPr id="59407" name="Line 15"/>
          <p:cNvSpPr/>
          <p:nvPr/>
        </p:nvSpPr>
        <p:spPr>
          <a:xfrm>
            <a:off x="2667000" y="2671763"/>
            <a:ext cx="990600" cy="0"/>
          </a:xfrm>
          <a:prstGeom prst="line">
            <a:avLst/>
          </a:prstGeom>
          <a:ln w="317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411" name="Line 19"/>
          <p:cNvSpPr/>
          <p:nvPr/>
        </p:nvSpPr>
        <p:spPr>
          <a:xfrm flipH="1" flipV="1">
            <a:off x="1066800" y="2209800"/>
            <a:ext cx="381000" cy="45720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412" name="Text Box 20"/>
          <p:cNvSpPr txBox="1"/>
          <p:nvPr/>
        </p:nvSpPr>
        <p:spPr>
          <a:xfrm>
            <a:off x="1143000" y="2133600"/>
            <a:ext cx="350838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i="1" dirty="0">
                <a:solidFill>
                  <a:srgbClr val="333333"/>
                </a:solidFill>
                <a:ea typeface="楷体_GB2312" pitchFamily="49" charset="-122"/>
              </a:rPr>
              <a:t>R</a:t>
            </a:r>
            <a:endParaRPr lang="en-US" altLang="zh-CN" sz="1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59413" name="Oval 21"/>
          <p:cNvSpPr/>
          <p:nvPr/>
        </p:nvSpPr>
        <p:spPr>
          <a:xfrm>
            <a:off x="228600" y="1447800"/>
            <a:ext cx="2438400" cy="2438400"/>
          </a:xfrm>
          <a:prstGeom prst="ellipse">
            <a:avLst/>
          </a:prstGeom>
          <a:noFill/>
          <a:ln w="31750" cap="flat" cmpd="sng">
            <a:solidFill>
              <a:srgbClr val="0000FF"/>
            </a:solidFill>
            <a:prstDash val="dash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sp>
        <p:nvSpPr>
          <p:cNvPr id="59414" name="Text Box 22"/>
          <p:cNvSpPr txBox="1">
            <a:spLocks noChangeArrowheads="1"/>
          </p:cNvSpPr>
          <p:nvPr/>
        </p:nvSpPr>
        <p:spPr bwMode="auto">
          <a:xfrm>
            <a:off x="2209800" y="609600"/>
            <a:ext cx="69342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解：</a:t>
            </a:r>
            <a:r>
              <a:rPr kumimoji="0" lang="zh-CN" altLang="en-US" kern="1200" cap="none" spc="0" normalizeH="0" baseline="0" noProof="0">
                <a:solidFill>
                  <a:srgbClr val="333333"/>
                </a:solidFill>
                <a:latin typeface="Times New Roman" panose="02020603050405020304"/>
                <a:ea typeface="宋体" panose="02010600030101010101" pitchFamily="2" charset="-122"/>
                <a:cs typeface="+mn-cs"/>
              </a:rPr>
              <a:t>场强具有与场源同心的球对称性。</a:t>
            </a:r>
            <a:endParaRPr kumimoji="0" lang="en-US" altLang="zh-CN" kern="1200" cap="none" spc="0" normalizeH="0" baseline="0" noProof="0">
              <a:solidFill>
                <a:srgbClr val="333333"/>
              </a:solidFill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415" name="Text Box 23"/>
          <p:cNvSpPr txBox="1"/>
          <p:nvPr/>
        </p:nvSpPr>
        <p:spPr>
          <a:xfrm>
            <a:off x="1295400" y="2514600"/>
            <a:ext cx="36353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333333"/>
                </a:solidFill>
                <a:ea typeface="楷体_GB2312" pitchFamily="49" charset="-122"/>
              </a:rPr>
              <a:t>o</a:t>
            </a:r>
            <a:endParaRPr lang="en-US" altLang="zh-CN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graphicFrame>
        <p:nvGraphicFramePr>
          <p:cNvPr id="59416" name="Object 2"/>
          <p:cNvGraphicFramePr>
            <a:graphicFrameLocks noChangeAspect="1"/>
          </p:cNvGraphicFramePr>
          <p:nvPr/>
        </p:nvGraphicFramePr>
        <p:xfrm>
          <a:off x="3695700" y="1752600"/>
          <a:ext cx="787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0" name="" r:id="rId1" imgW="787400" imgH="292100" progId="Equation.3">
                  <p:embed/>
                </p:oleObj>
              </mc:Choice>
              <mc:Fallback>
                <p:oleObj name="" r:id="rId1" imgW="787400" imgH="292100" progId="Equation.3">
                  <p:embed/>
                  <p:pic>
                    <p:nvPicPr>
                      <p:cNvPr id="0" name="图片 34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95700" y="1752600"/>
                        <a:ext cx="787400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7" name="Object 3"/>
          <p:cNvGraphicFramePr>
            <a:graphicFrameLocks noChangeAspect="1"/>
          </p:cNvGraphicFramePr>
          <p:nvPr/>
        </p:nvGraphicFramePr>
        <p:xfrm>
          <a:off x="4724400" y="2133600"/>
          <a:ext cx="25146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7" name="" r:id="rId3" imgW="1218565" imgH="444500" progId="Equation.3">
                  <p:embed/>
                </p:oleObj>
              </mc:Choice>
              <mc:Fallback>
                <p:oleObj name="" r:id="rId3" imgW="1218565" imgH="444500" progId="Equation.3">
                  <p:embed/>
                  <p:pic>
                    <p:nvPicPr>
                      <p:cNvPr id="0" name="图片 34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24400" y="2133600"/>
                        <a:ext cx="2514600" cy="917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8" name="Object 4"/>
          <p:cNvGraphicFramePr>
            <a:graphicFrameLocks noChangeAspect="1"/>
          </p:cNvGraphicFramePr>
          <p:nvPr/>
        </p:nvGraphicFramePr>
        <p:xfrm>
          <a:off x="4702175" y="2913063"/>
          <a:ext cx="2109788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" name="" r:id="rId5" imgW="1016000" imgH="431800" progId="Equation.DSMT4">
                  <p:embed/>
                </p:oleObj>
              </mc:Choice>
              <mc:Fallback>
                <p:oleObj name="" r:id="rId5" imgW="1016000" imgH="431800" progId="Equation.DSMT4">
                  <p:embed/>
                  <p:pic>
                    <p:nvPicPr>
                      <p:cNvPr id="0" name="图片 341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02175" y="2913063"/>
                        <a:ext cx="2109788" cy="895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9" name="Object 5"/>
          <p:cNvGraphicFramePr/>
          <p:nvPr/>
        </p:nvGraphicFramePr>
        <p:xfrm>
          <a:off x="3722688" y="3970338"/>
          <a:ext cx="7731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9" name="" r:id="rId7" imgW="774065" imgH="292100" progId="Equation.3">
                  <p:embed/>
                </p:oleObj>
              </mc:Choice>
              <mc:Fallback>
                <p:oleObj name="" r:id="rId7" imgW="774065" imgH="292100" progId="Equation.3">
                  <p:embed/>
                  <p:pic>
                    <p:nvPicPr>
                      <p:cNvPr id="0" name="图片 341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22688" y="3970338"/>
                        <a:ext cx="773112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20" name="Oval 28"/>
          <p:cNvSpPr/>
          <p:nvPr/>
        </p:nvSpPr>
        <p:spPr>
          <a:xfrm>
            <a:off x="1066800" y="2286000"/>
            <a:ext cx="762000" cy="762000"/>
          </a:xfrm>
          <a:prstGeom prst="ellipse">
            <a:avLst/>
          </a:prstGeom>
          <a:noFill/>
          <a:ln w="31750" cap="flat" cmpd="sng">
            <a:solidFill>
              <a:srgbClr val="FF00FF"/>
            </a:solidFill>
            <a:prstDash val="sysDot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sp>
        <p:nvSpPr>
          <p:cNvPr id="59421" name="Line 29"/>
          <p:cNvSpPr/>
          <p:nvPr/>
        </p:nvSpPr>
        <p:spPr>
          <a:xfrm flipH="1">
            <a:off x="533400" y="2667000"/>
            <a:ext cx="914400" cy="76200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422" name="Text Box 30"/>
          <p:cNvSpPr txBox="1"/>
          <p:nvPr/>
        </p:nvSpPr>
        <p:spPr>
          <a:xfrm>
            <a:off x="609600" y="2833688"/>
            <a:ext cx="32226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</a:rPr>
              <a:t>r</a:t>
            </a:r>
            <a:endParaRPr lang="en-US" altLang="zh-CN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59423" name="Line 31"/>
          <p:cNvSpPr/>
          <p:nvPr/>
        </p:nvSpPr>
        <p:spPr>
          <a:xfrm>
            <a:off x="990600" y="5891213"/>
            <a:ext cx="2286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424" name="Line 32"/>
          <p:cNvSpPr/>
          <p:nvPr/>
        </p:nvSpPr>
        <p:spPr>
          <a:xfrm flipV="1">
            <a:off x="1447800" y="4138613"/>
            <a:ext cx="0" cy="175260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425" name="Text Box 33"/>
          <p:cNvSpPr txBox="1"/>
          <p:nvPr/>
        </p:nvSpPr>
        <p:spPr>
          <a:xfrm>
            <a:off x="3240088" y="5676900"/>
            <a:ext cx="3222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</a:rPr>
              <a:t>r</a:t>
            </a:r>
            <a:endParaRPr lang="en-US" altLang="zh-CN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59426" name="Text Box 34"/>
          <p:cNvSpPr txBox="1"/>
          <p:nvPr/>
        </p:nvSpPr>
        <p:spPr>
          <a:xfrm>
            <a:off x="1060450" y="4038600"/>
            <a:ext cx="33813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i="1" dirty="0">
                <a:solidFill>
                  <a:srgbClr val="333333"/>
                </a:solidFill>
                <a:ea typeface="楷体_GB2312" pitchFamily="49" charset="-122"/>
              </a:rPr>
              <a:t>E</a:t>
            </a:r>
            <a:endParaRPr lang="en-US" altLang="zh-CN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59427" name="Line 35"/>
          <p:cNvSpPr/>
          <p:nvPr/>
        </p:nvSpPr>
        <p:spPr>
          <a:xfrm>
            <a:off x="2133600" y="4495800"/>
            <a:ext cx="0" cy="1371600"/>
          </a:xfrm>
          <a:prstGeom prst="line">
            <a:avLst/>
          </a:prstGeom>
          <a:ln w="19050" cap="flat" cmpd="sng">
            <a:solidFill>
              <a:srgbClr val="000000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59428" name="Freeform 36"/>
          <p:cNvSpPr/>
          <p:nvPr/>
        </p:nvSpPr>
        <p:spPr>
          <a:xfrm>
            <a:off x="2154238" y="4519613"/>
            <a:ext cx="1066800" cy="1219200"/>
          </a:xfrm>
          <a:custGeom>
            <a:avLst/>
            <a:gdLst>
              <a:gd name="txL" fmla="*/ 0 w 624"/>
              <a:gd name="txT" fmla="*/ 0 h 672"/>
              <a:gd name="txR" fmla="*/ 624 w 624"/>
              <a:gd name="txB" fmla="*/ 672 h 672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624" h="672">
                <a:moveTo>
                  <a:pt x="0" y="0"/>
                </a:moveTo>
                <a:cubicBezTo>
                  <a:pt x="8" y="60"/>
                  <a:pt x="16" y="120"/>
                  <a:pt x="48" y="192"/>
                </a:cubicBezTo>
                <a:cubicBezTo>
                  <a:pt x="80" y="264"/>
                  <a:pt x="112" y="360"/>
                  <a:pt x="192" y="432"/>
                </a:cubicBezTo>
                <a:cubicBezTo>
                  <a:pt x="272" y="504"/>
                  <a:pt x="456" y="584"/>
                  <a:pt x="528" y="624"/>
                </a:cubicBezTo>
                <a:cubicBezTo>
                  <a:pt x="600" y="664"/>
                  <a:pt x="608" y="664"/>
                  <a:pt x="624" y="672"/>
                </a:cubicBezTo>
              </a:path>
            </a:pathLst>
          </a:custGeom>
          <a:noFill/>
          <a:ln w="38100" cap="flat" cmpd="sng">
            <a:solidFill>
              <a:srgbClr val="FF00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429" name="Text Box 37"/>
          <p:cNvSpPr txBox="1"/>
          <p:nvPr/>
        </p:nvSpPr>
        <p:spPr>
          <a:xfrm>
            <a:off x="1203325" y="5729288"/>
            <a:ext cx="36353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i="1" dirty="0">
                <a:solidFill>
                  <a:srgbClr val="333333"/>
                </a:solidFill>
                <a:ea typeface="楷体_GB2312" pitchFamily="49" charset="-122"/>
              </a:rPr>
              <a:t>o</a:t>
            </a:r>
            <a:endParaRPr lang="en-US" altLang="zh-CN" sz="2800" i="1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59430" name="Line 38"/>
          <p:cNvSpPr/>
          <p:nvPr/>
        </p:nvSpPr>
        <p:spPr>
          <a:xfrm flipV="1">
            <a:off x="1447800" y="4519613"/>
            <a:ext cx="685800" cy="13716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31" name="Text Box 39"/>
          <p:cNvSpPr txBox="1"/>
          <p:nvPr/>
        </p:nvSpPr>
        <p:spPr>
          <a:xfrm>
            <a:off x="1965325" y="5832475"/>
            <a:ext cx="350838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i="1" dirty="0">
                <a:solidFill>
                  <a:srgbClr val="333333"/>
                </a:solidFill>
                <a:ea typeface="楷体_GB2312" pitchFamily="49" charset="-122"/>
              </a:rPr>
              <a:t>R</a:t>
            </a:r>
            <a:endParaRPr lang="en-US" altLang="zh-CN" sz="1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graphicFrame>
        <p:nvGraphicFramePr>
          <p:cNvPr id="59432" name="Object 6"/>
          <p:cNvGraphicFramePr>
            <a:graphicFrameLocks noChangeAspect="1"/>
          </p:cNvGraphicFramePr>
          <p:nvPr/>
        </p:nvGraphicFramePr>
        <p:xfrm>
          <a:off x="3429000" y="4419600"/>
          <a:ext cx="1905000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6" name="" r:id="rId9" imgW="812165" imgH="444500" progId="Equation.3">
                  <p:embed/>
                </p:oleObj>
              </mc:Choice>
              <mc:Fallback>
                <p:oleObj name="" r:id="rId9" imgW="812165" imgH="444500" progId="Equation.3">
                  <p:embed/>
                  <p:pic>
                    <p:nvPicPr>
                      <p:cNvPr id="0" name="图片 341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29000" y="4419600"/>
                        <a:ext cx="1905000" cy="1046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3" name="Object 7"/>
          <p:cNvGraphicFramePr>
            <a:graphicFrameLocks noChangeAspect="1"/>
          </p:cNvGraphicFramePr>
          <p:nvPr/>
        </p:nvGraphicFramePr>
        <p:xfrm>
          <a:off x="5334000" y="4495800"/>
          <a:ext cx="17526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" name="" r:id="rId11" imgW="837565" imgH="444500" progId="Equation.3">
                  <p:embed/>
                </p:oleObj>
              </mc:Choice>
              <mc:Fallback>
                <p:oleObj name="" r:id="rId11" imgW="837565" imgH="444500" progId="Equation.3">
                  <p:embed/>
                  <p:pic>
                    <p:nvPicPr>
                      <p:cNvPr id="0" name="图片 34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34000" y="4495800"/>
                        <a:ext cx="1752600" cy="928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4" name="Object 8"/>
          <p:cNvGraphicFramePr>
            <a:graphicFrameLocks noChangeAspect="1"/>
          </p:cNvGraphicFramePr>
          <p:nvPr/>
        </p:nvGraphicFramePr>
        <p:xfrm>
          <a:off x="7067550" y="4484688"/>
          <a:ext cx="13462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3" name="" r:id="rId13" imgW="1346200" imgH="901700" progId="Equation.3">
                  <p:embed/>
                </p:oleObj>
              </mc:Choice>
              <mc:Fallback>
                <p:oleObj name="" r:id="rId13" imgW="1346200" imgH="901700" progId="Equation.3">
                  <p:embed/>
                  <p:pic>
                    <p:nvPicPr>
                      <p:cNvPr id="0" name="图片 342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067550" y="4484688"/>
                        <a:ext cx="1346200" cy="900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5" name="Object 9"/>
          <p:cNvGraphicFramePr>
            <a:graphicFrameLocks noChangeAspect="1"/>
          </p:cNvGraphicFramePr>
          <p:nvPr/>
        </p:nvGraphicFramePr>
        <p:xfrm>
          <a:off x="5145088" y="5354638"/>
          <a:ext cx="22383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7" name="" r:id="rId15" imgW="1028065" imgH="431800" progId="Equation.DSMT4">
                  <p:embed/>
                </p:oleObj>
              </mc:Choice>
              <mc:Fallback>
                <p:oleObj name="" r:id="rId15" imgW="1028065" imgH="431800" progId="Equation.DSMT4">
                  <p:embed/>
                  <p:pic>
                    <p:nvPicPr>
                      <p:cNvPr id="0" name="图片 342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45088" y="5354638"/>
                        <a:ext cx="2238375" cy="9429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36" name="Line 44"/>
          <p:cNvSpPr/>
          <p:nvPr/>
        </p:nvSpPr>
        <p:spPr>
          <a:xfrm>
            <a:off x="1447800" y="2667000"/>
            <a:ext cx="0" cy="2133600"/>
          </a:xfrm>
          <a:prstGeom prst="line">
            <a:avLst/>
          </a:prstGeom>
          <a:ln w="1905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3" name="Group 45"/>
          <p:cNvGrpSpPr/>
          <p:nvPr/>
        </p:nvGrpSpPr>
        <p:grpSpPr>
          <a:xfrm>
            <a:off x="173038" y="6219825"/>
            <a:ext cx="7035800" cy="519113"/>
            <a:chOff x="726" y="3878"/>
            <a:chExt cx="4432" cy="327"/>
          </a:xfrm>
        </p:grpSpPr>
        <p:sp>
          <p:nvSpPr>
            <p:cNvPr id="63528" name="Text Box 46"/>
            <p:cNvSpPr txBox="1"/>
            <p:nvPr/>
          </p:nvSpPr>
          <p:spPr>
            <a:xfrm>
              <a:off x="726" y="3878"/>
              <a:ext cx="4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dirty="0">
                  <a:solidFill>
                    <a:srgbClr val="080808"/>
                  </a:solidFill>
                  <a:ea typeface="楷体_GB2312" pitchFamily="49" charset="-122"/>
                </a:rPr>
                <a:t>可见点电荷的电场在</a:t>
              </a:r>
              <a:r>
                <a:rPr lang="zh-CN" altLang="en-US" sz="2800" i="1" dirty="0">
                  <a:solidFill>
                    <a:srgbClr val="080808"/>
                  </a:solidFill>
                  <a:ea typeface="楷体_GB2312" pitchFamily="49" charset="-122"/>
                </a:rPr>
                <a:t> </a:t>
              </a:r>
              <a:r>
                <a:rPr lang="en-US" altLang="zh-CN" sz="2800" i="1" dirty="0">
                  <a:solidFill>
                    <a:srgbClr val="080808"/>
                  </a:solidFill>
                  <a:ea typeface="楷体_GB2312" pitchFamily="49" charset="-122"/>
                </a:rPr>
                <a:t>r</a:t>
              </a:r>
              <a:r>
                <a:rPr lang="en-US" altLang="zh-CN" sz="2800" dirty="0">
                  <a:solidFill>
                    <a:srgbClr val="080808"/>
                  </a:solidFill>
                  <a:ea typeface="楷体_GB2312" pitchFamily="49" charset="-122"/>
                  <a:sym typeface="Symbol" panose="05050102010706020507" pitchFamily="18" charset="2"/>
                </a:rPr>
                <a:t> 0</a:t>
              </a:r>
              <a:r>
                <a:rPr lang="en-US" altLang="zh-CN" sz="1800" dirty="0">
                  <a:solidFill>
                    <a:srgbClr val="080808"/>
                  </a:solidFill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lang="zh-CN" altLang="en-US" sz="2800" dirty="0">
                  <a:solidFill>
                    <a:srgbClr val="080808"/>
                  </a:solidFill>
                  <a:ea typeface="楷体_GB2312" pitchFamily="49" charset="-122"/>
                </a:rPr>
                <a:t>时，</a:t>
              </a:r>
              <a:r>
                <a:rPr lang="en-US" altLang="zh-CN" sz="2800" i="1" dirty="0">
                  <a:solidFill>
                    <a:srgbClr val="080808"/>
                  </a:solidFill>
                  <a:ea typeface="楷体_GB2312" pitchFamily="49" charset="-122"/>
                </a:rPr>
                <a:t>E</a:t>
              </a:r>
              <a:r>
                <a:rPr lang="en-US" altLang="zh-CN" sz="2800" dirty="0">
                  <a:solidFill>
                    <a:srgbClr val="080808"/>
                  </a:solidFill>
                  <a:ea typeface="楷体_GB2312" pitchFamily="49" charset="-122"/>
                </a:rPr>
                <a:t> </a:t>
              </a:r>
              <a:r>
                <a:rPr lang="en-US" altLang="zh-CN" sz="2800" dirty="0">
                  <a:solidFill>
                    <a:srgbClr val="080808"/>
                  </a:solidFill>
                  <a:ea typeface="楷体_GB2312" pitchFamily="49" charset="-122"/>
                  <a:sym typeface="Symbol" panose="05050102010706020507" pitchFamily="18" charset="2"/>
                </a:rPr>
                <a:t> </a:t>
              </a:r>
              <a:endParaRPr lang="en-US" altLang="zh-CN" sz="2800" dirty="0">
                <a:solidFill>
                  <a:srgbClr val="080808"/>
                </a:solidFill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3529" name="Line 47"/>
            <p:cNvSpPr/>
            <p:nvPr/>
          </p:nvSpPr>
          <p:spPr>
            <a:xfrm>
              <a:off x="4359" y="3965"/>
              <a:ext cx="192" cy="19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30" name="Line 48"/>
            <p:cNvSpPr/>
            <p:nvPr/>
          </p:nvSpPr>
          <p:spPr>
            <a:xfrm flipH="1">
              <a:off x="4359" y="3965"/>
              <a:ext cx="192" cy="19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59446" name="Object 10"/>
          <p:cNvGraphicFramePr>
            <a:graphicFrameLocks noChangeAspect="1"/>
          </p:cNvGraphicFramePr>
          <p:nvPr/>
        </p:nvGraphicFramePr>
        <p:xfrm>
          <a:off x="5011738" y="1600200"/>
          <a:ext cx="315118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6" name="" r:id="rId17" imgW="1511300" imgH="292100" progId="Equation.3">
                  <p:embed/>
                </p:oleObj>
              </mc:Choice>
              <mc:Fallback>
                <p:oleObj name="" r:id="rId17" imgW="1511300" imgH="292100" progId="Equation.3">
                  <p:embed/>
                  <p:pic>
                    <p:nvPicPr>
                      <p:cNvPr id="0" name="图片 342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011738" y="1600200"/>
                        <a:ext cx="3151187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47" name="Object 11"/>
          <p:cNvGraphicFramePr>
            <a:graphicFrameLocks noChangeAspect="1"/>
          </p:cNvGraphicFramePr>
          <p:nvPr/>
        </p:nvGraphicFramePr>
        <p:xfrm>
          <a:off x="4964113" y="3810000"/>
          <a:ext cx="3328987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" name="" r:id="rId19" imgW="1511300" imgH="292100" progId="Equation.3">
                  <p:embed/>
                </p:oleObj>
              </mc:Choice>
              <mc:Fallback>
                <p:oleObj name="" r:id="rId19" imgW="1511300" imgH="292100" progId="Equation.3">
                  <p:embed/>
                  <p:pic>
                    <p:nvPicPr>
                      <p:cNvPr id="0" name="图片 342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964113" y="3810000"/>
                        <a:ext cx="3328987" cy="644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48" name="Object 12"/>
          <p:cNvGraphicFramePr>
            <a:graphicFrameLocks noChangeAspect="1"/>
          </p:cNvGraphicFramePr>
          <p:nvPr/>
        </p:nvGraphicFramePr>
        <p:xfrm>
          <a:off x="3721100" y="5380038"/>
          <a:ext cx="13716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2" name="" r:id="rId21" imgW="1371600" imgH="812800" progId="Equation.3">
                  <p:embed/>
                </p:oleObj>
              </mc:Choice>
              <mc:Fallback>
                <p:oleObj name="" r:id="rId21" imgW="1371600" imgH="812800" progId="Equation.3">
                  <p:embed/>
                  <p:pic>
                    <p:nvPicPr>
                      <p:cNvPr id="0" name="图片 342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721100" y="5380038"/>
                        <a:ext cx="1371600" cy="811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55" name="Text Box 63"/>
          <p:cNvSpPr txBox="1"/>
          <p:nvPr/>
        </p:nvSpPr>
        <p:spPr>
          <a:xfrm>
            <a:off x="2819400" y="1066800"/>
            <a:ext cx="5791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080808"/>
                </a:solidFill>
                <a:ea typeface="楷体_GB2312" pitchFamily="49" charset="-122"/>
              </a:rPr>
              <a:t>取以</a:t>
            </a:r>
            <a:r>
              <a:rPr lang="en-US" altLang="zh-CN" sz="2800" i="1" dirty="0">
                <a:solidFill>
                  <a:srgbClr val="080808"/>
                </a:solidFill>
                <a:ea typeface="楷体_GB2312" pitchFamily="49" charset="-122"/>
              </a:rPr>
              <a:t>r</a:t>
            </a:r>
            <a:r>
              <a:rPr lang="zh-CN" altLang="en-US" sz="2800" dirty="0">
                <a:solidFill>
                  <a:srgbClr val="080808"/>
                </a:solidFill>
                <a:ea typeface="楷体_GB2312" pitchFamily="49" charset="-122"/>
              </a:rPr>
              <a:t>为半径的同心球面</a:t>
            </a:r>
            <a:r>
              <a:rPr lang="en-US" altLang="zh-CN" sz="2800" dirty="0">
                <a:solidFill>
                  <a:srgbClr val="080808"/>
                </a:solidFill>
                <a:ea typeface="楷体_GB2312" pitchFamily="49" charset="-122"/>
              </a:rPr>
              <a:t>S</a:t>
            </a:r>
            <a:r>
              <a:rPr lang="zh-CN" altLang="en-US" sz="2800" dirty="0">
                <a:solidFill>
                  <a:srgbClr val="080808"/>
                </a:solidFill>
                <a:ea typeface="楷体_GB2312" pitchFamily="49" charset="-122"/>
              </a:rPr>
              <a:t>为高斯面</a:t>
            </a:r>
            <a:endParaRPr lang="en-US" altLang="zh-CN" sz="2800" dirty="0">
              <a:solidFill>
                <a:srgbClr val="080808"/>
              </a:solidFill>
              <a:ea typeface="楷体_GB2312" pitchFamily="49" charset="-122"/>
            </a:endParaRPr>
          </a:p>
        </p:txBody>
      </p:sp>
      <p:graphicFrame>
        <p:nvGraphicFramePr>
          <p:cNvPr id="59458" name="Object 13"/>
          <p:cNvGraphicFramePr>
            <a:graphicFrameLocks noChangeAspect="1"/>
          </p:cNvGraphicFramePr>
          <p:nvPr/>
        </p:nvGraphicFramePr>
        <p:xfrm>
          <a:off x="7315200" y="5373688"/>
          <a:ext cx="98107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4" name="" r:id="rId23" imgW="393700" imgH="393700" progId="Equation.DSMT4">
                  <p:embed/>
                </p:oleObj>
              </mc:Choice>
              <mc:Fallback>
                <p:oleObj name="" r:id="rId23" imgW="393700" imgH="393700" progId="Equation.DSMT4">
                  <p:embed/>
                  <p:pic>
                    <p:nvPicPr>
                      <p:cNvPr id="0" name="图片 342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15200" y="5373688"/>
                        <a:ext cx="981075" cy="9048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9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9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9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9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9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9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9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9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75"/>
                                        <p:tgtEl>
                                          <p:spTgt spid="59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75"/>
                                        <p:tgtEl>
                                          <p:spTgt spid="59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6" dur="500"/>
                                        <p:tgtEl>
                                          <p:spTgt spid="5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9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9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9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9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5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500"/>
                                        <p:tgtEl>
                                          <p:spTgt spid="5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9" dur="500"/>
                                        <p:tgtEl>
                                          <p:spTgt spid="5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9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9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9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6" dur="500"/>
                                        <p:tgtEl>
                                          <p:spTgt spid="5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1" dur="500"/>
                                        <p:tgtEl>
                                          <p:spTgt spid="5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9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9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5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7" dur="500"/>
                                        <p:tgtEl>
                                          <p:spTgt spid="5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2" dur="500"/>
                                        <p:tgtEl>
                                          <p:spTgt spid="5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9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5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59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000"/>
                            </p:stCondLst>
                            <p:childTnLst>
                              <p:par>
                                <p:cTn id="1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5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000"/>
                            </p:stCondLst>
                            <p:childTnLst>
                              <p:par>
                                <p:cTn id="1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5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3500"/>
                            </p:stCondLst>
                            <p:childTnLst>
                              <p:par>
                                <p:cTn id="1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5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/>
      <p:bldP spid="59395" grpId="0" animBg="1"/>
      <p:bldP spid="59412" grpId="0"/>
      <p:bldP spid="59413" grpId="0" animBg="1"/>
      <p:bldP spid="59414" grpId="0"/>
      <p:bldP spid="59415" grpId="0"/>
      <p:bldP spid="59420" grpId="0" animBg="1"/>
      <p:bldP spid="59422" grpId="0"/>
      <p:bldP spid="59425" grpId="0"/>
      <p:bldP spid="59426" grpId="0"/>
      <p:bldP spid="59429" grpId="0"/>
      <p:bldP spid="59431" grpId="0"/>
      <p:bldP spid="5945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Slide Number Placeholder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0" y="0"/>
            <a:ext cx="8839200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例</a:t>
            </a:r>
            <a:r>
              <a:rPr kumimoji="1" lang="en-US" altLang="zh-CN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6</a:t>
            </a:r>
            <a:r>
              <a:rPr kumimoji="1" lang="zh-CN" altLang="en-US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.</a:t>
            </a:r>
            <a:r>
              <a:rPr kumimoji="1" lang="zh-CN" altLang="en-US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  </a:t>
            </a:r>
            <a:r>
              <a:rPr kumimoji="1" lang="zh-CN" alt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用高斯定理求均匀带电的无限长圆柱棒的电场分</a:t>
            </a:r>
            <a:endParaRPr kumimoji="1" lang="zh-CN" altLang="en-US" kern="1200" cap="none" spc="0" normalizeH="0" baseline="0" noProof="0" dirty="0">
              <a:solidFill>
                <a:srgbClr val="000000"/>
              </a:solidFill>
              <a:latin typeface="Times New Roman" panose="02020603050405020304"/>
              <a:ea typeface="楷体_GB2312" pitchFamily="49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布,已知线电荷密度</a:t>
            </a:r>
            <a:r>
              <a:rPr kumimoji="1" lang="zh-CN" alt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楷体_GB2312" pitchFamily="49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zh-CN" alt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 </a:t>
            </a:r>
            <a:r>
              <a:rPr kumimoji="1" lang="zh-CN" altLang="en-US" kern="1200" cap="none" spc="0" normalizeH="0" baseline="0" noProof="0" dirty="0">
                <a:solidFill>
                  <a:srgbClr val="333333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。</a:t>
            </a:r>
            <a:endParaRPr kumimoji="1" lang="zh-CN" altLang="en-US" kern="1200" cap="none" spc="0" normalizeH="0" baseline="0" noProof="0" dirty="0">
              <a:solidFill>
                <a:srgbClr val="333333"/>
              </a:solidFill>
              <a:latin typeface="Times New Roman" panose="02020603050405020304"/>
              <a:ea typeface="楷体_GB2312" pitchFamily="49" charset="-122"/>
              <a:cs typeface="+mn-cs"/>
            </a:endParaRPr>
          </a:p>
        </p:txBody>
      </p:sp>
      <p:grpSp>
        <p:nvGrpSpPr>
          <p:cNvPr id="2" name="Group 74"/>
          <p:cNvGrpSpPr/>
          <p:nvPr/>
        </p:nvGrpSpPr>
        <p:grpSpPr>
          <a:xfrm>
            <a:off x="990600" y="4184650"/>
            <a:ext cx="533400" cy="914400"/>
            <a:chOff x="624" y="2636"/>
            <a:chExt cx="336" cy="576"/>
          </a:xfrm>
        </p:grpSpPr>
        <p:sp>
          <p:nvSpPr>
            <p:cNvPr id="65599" name="Rectangle 17"/>
            <p:cNvSpPr/>
            <p:nvPr/>
          </p:nvSpPr>
          <p:spPr>
            <a:xfrm>
              <a:off x="773" y="2636"/>
              <a:ext cx="91" cy="576"/>
            </a:xfrm>
            <a:prstGeom prst="rect">
              <a:avLst/>
            </a:prstGeom>
            <a:solidFill>
              <a:srgbClr val="FF7C8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65600" name="Rectangle 18"/>
            <p:cNvSpPr/>
            <p:nvPr/>
          </p:nvSpPr>
          <p:spPr>
            <a:xfrm>
              <a:off x="708" y="3068"/>
              <a:ext cx="168" cy="4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65601" name="Rectangle 19"/>
            <p:cNvSpPr/>
            <p:nvPr/>
          </p:nvSpPr>
          <p:spPr>
            <a:xfrm>
              <a:off x="624" y="2924"/>
              <a:ext cx="252" cy="4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65602" name="Rectangle 20"/>
            <p:cNvSpPr/>
            <p:nvPr/>
          </p:nvSpPr>
          <p:spPr>
            <a:xfrm>
              <a:off x="708" y="2780"/>
              <a:ext cx="252" cy="4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</p:grpSp>
      <p:grpSp>
        <p:nvGrpSpPr>
          <p:cNvPr id="3" name="Group 75"/>
          <p:cNvGrpSpPr/>
          <p:nvPr/>
        </p:nvGrpSpPr>
        <p:grpSpPr>
          <a:xfrm>
            <a:off x="990600" y="984250"/>
            <a:ext cx="533400" cy="914400"/>
            <a:chOff x="624" y="620"/>
            <a:chExt cx="336" cy="576"/>
          </a:xfrm>
        </p:grpSpPr>
        <p:sp>
          <p:nvSpPr>
            <p:cNvPr id="65595" name="Rectangle 22"/>
            <p:cNvSpPr/>
            <p:nvPr/>
          </p:nvSpPr>
          <p:spPr>
            <a:xfrm>
              <a:off x="773" y="620"/>
              <a:ext cx="91" cy="576"/>
            </a:xfrm>
            <a:prstGeom prst="rect">
              <a:avLst/>
            </a:prstGeom>
            <a:solidFill>
              <a:srgbClr val="FF7C8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65596" name="Rectangle 23"/>
            <p:cNvSpPr/>
            <p:nvPr/>
          </p:nvSpPr>
          <p:spPr>
            <a:xfrm>
              <a:off x="708" y="1052"/>
              <a:ext cx="168" cy="4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65597" name="Rectangle 24"/>
            <p:cNvSpPr/>
            <p:nvPr/>
          </p:nvSpPr>
          <p:spPr>
            <a:xfrm>
              <a:off x="624" y="908"/>
              <a:ext cx="252" cy="4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65598" name="Rectangle 25"/>
            <p:cNvSpPr/>
            <p:nvPr/>
          </p:nvSpPr>
          <p:spPr>
            <a:xfrm>
              <a:off x="708" y="764"/>
              <a:ext cx="252" cy="4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</p:grpSp>
      <p:sp>
        <p:nvSpPr>
          <p:cNvPr id="61466" name="Rectangle 26"/>
          <p:cNvSpPr/>
          <p:nvPr/>
        </p:nvSpPr>
        <p:spPr>
          <a:xfrm>
            <a:off x="1219200" y="1746250"/>
            <a:ext cx="152400" cy="2667000"/>
          </a:xfrm>
          <a:prstGeom prst="rect">
            <a:avLst/>
          </a:prstGeom>
          <a:solidFill>
            <a:srgbClr val="FF7C8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sp>
        <p:nvSpPr>
          <p:cNvPr id="61467" name="Line 27"/>
          <p:cNvSpPr/>
          <p:nvPr/>
        </p:nvSpPr>
        <p:spPr>
          <a:xfrm flipH="1">
            <a:off x="304800" y="2051050"/>
            <a:ext cx="6096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68" name="Line 28"/>
          <p:cNvSpPr/>
          <p:nvPr/>
        </p:nvSpPr>
        <p:spPr>
          <a:xfrm flipH="1">
            <a:off x="304800" y="2889250"/>
            <a:ext cx="6096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69" name="Line 29"/>
          <p:cNvSpPr/>
          <p:nvPr/>
        </p:nvSpPr>
        <p:spPr>
          <a:xfrm flipH="1">
            <a:off x="304800" y="3803650"/>
            <a:ext cx="6096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 useBgFill="1">
        <p:nvSpPr>
          <p:cNvPr id="61470" name="Rectangle 30"/>
          <p:cNvSpPr/>
          <p:nvPr/>
        </p:nvSpPr>
        <p:spPr>
          <a:xfrm>
            <a:off x="152400" y="1898650"/>
            <a:ext cx="838200" cy="28194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sp>
        <p:nvSpPr>
          <p:cNvPr id="61471" name="Text Box 31"/>
          <p:cNvSpPr txBox="1">
            <a:spLocks noChangeArrowheads="1"/>
          </p:cNvSpPr>
          <p:nvPr/>
        </p:nvSpPr>
        <p:spPr bwMode="auto">
          <a:xfrm>
            <a:off x="2438400" y="1066800"/>
            <a:ext cx="226218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解：</a:t>
            </a:r>
            <a:endParaRPr kumimoji="1" lang="zh-CN" altLang="en-US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/>
              <a:ea typeface="楷体_GB2312" pitchFamily="49" charset="-122"/>
              <a:cs typeface="+mn-cs"/>
            </a:endParaRPr>
          </a:p>
        </p:txBody>
      </p:sp>
      <p:sp>
        <p:nvSpPr>
          <p:cNvPr id="61472" name="Text Box 32"/>
          <p:cNvSpPr txBox="1"/>
          <p:nvPr/>
        </p:nvSpPr>
        <p:spPr>
          <a:xfrm>
            <a:off x="3249613" y="1598613"/>
            <a:ext cx="5741987" cy="10064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000000"/>
                </a:solidFill>
                <a:ea typeface="楷体_GB2312" pitchFamily="49" charset="-122"/>
              </a:rPr>
              <a:t>取以棒为轴，</a:t>
            </a:r>
            <a:r>
              <a:rPr lang="en-US" altLang="zh-CN" sz="2800" i="1" dirty="0">
                <a:solidFill>
                  <a:srgbClr val="000000"/>
                </a:solidFill>
                <a:ea typeface="楷体_GB2312" pitchFamily="49" charset="-122"/>
              </a:rPr>
              <a:t>r</a:t>
            </a:r>
            <a:r>
              <a:rPr lang="zh-CN" altLang="en-US" sz="2800" dirty="0">
                <a:solidFill>
                  <a:srgbClr val="000000"/>
                </a:solidFill>
                <a:ea typeface="楷体_GB2312" pitchFamily="49" charset="-122"/>
              </a:rPr>
              <a:t>为半径，高为</a:t>
            </a:r>
            <a:r>
              <a:rPr lang="en-US" altLang="zh-CN" sz="2800" i="1" dirty="0">
                <a:solidFill>
                  <a:srgbClr val="000000"/>
                </a:solidFill>
                <a:ea typeface="楷体_GB2312" pitchFamily="49" charset="-122"/>
              </a:rPr>
              <a:t>h</a:t>
            </a:r>
            <a:r>
              <a:rPr lang="zh-CN" altLang="en-US" sz="2800" dirty="0">
                <a:solidFill>
                  <a:srgbClr val="000000"/>
                </a:solidFill>
                <a:ea typeface="楷体_GB2312" pitchFamily="49" charset="-122"/>
              </a:rPr>
              <a:t>的</a:t>
            </a:r>
            <a:r>
              <a:rPr lang="zh-CN" altLang="en-US" sz="2800" dirty="0">
                <a:solidFill>
                  <a:srgbClr val="0000FF"/>
                </a:solidFill>
              </a:rPr>
              <a:t>圆筒形封闭面为高斯面 </a:t>
            </a:r>
            <a:r>
              <a:rPr lang="en-US" altLang="zh-CN" i="1" dirty="0">
                <a:solidFill>
                  <a:srgbClr val="0000FF"/>
                </a:solidFill>
              </a:rPr>
              <a:t>S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zh-CN" altLang="en-US" sz="2800" dirty="0">
                <a:solidFill>
                  <a:srgbClr val="000000"/>
                </a:solidFill>
                <a:ea typeface="楷体_GB2312" pitchFamily="49" charset="-122"/>
              </a:rPr>
              <a:t>高斯柱面)。</a:t>
            </a:r>
            <a:endParaRPr lang="zh-CN" altLang="en-US" sz="2800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61473" name="Text Box 33"/>
          <p:cNvSpPr txBox="1"/>
          <p:nvPr/>
        </p:nvSpPr>
        <p:spPr>
          <a:xfrm>
            <a:off x="2971800" y="2605088"/>
            <a:ext cx="45720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000000"/>
                </a:solidFill>
                <a:ea typeface="楷体_GB2312" pitchFamily="49" charset="-122"/>
              </a:rPr>
              <a:t>通过该面的电通量：</a:t>
            </a:r>
            <a:endParaRPr lang="zh-CN" altLang="en-US" sz="1800" dirty="0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61474" name="Object 2"/>
          <p:cNvGraphicFramePr>
            <a:graphicFrameLocks noChangeAspect="1"/>
          </p:cNvGraphicFramePr>
          <p:nvPr/>
        </p:nvGraphicFramePr>
        <p:xfrm>
          <a:off x="4876800" y="3276600"/>
          <a:ext cx="38862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9" name="" r:id="rId1" imgW="2005965" imgH="393700" progId="Equation.3">
                  <p:embed/>
                </p:oleObj>
              </mc:Choice>
              <mc:Fallback>
                <p:oleObj name="" r:id="rId1" imgW="2005965" imgH="393700" progId="Equation.3">
                  <p:embed/>
                  <p:pic>
                    <p:nvPicPr>
                      <p:cNvPr id="0" name="图片 34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76800" y="3276600"/>
                        <a:ext cx="3886200" cy="760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5" name="Line 35"/>
          <p:cNvSpPr/>
          <p:nvPr/>
        </p:nvSpPr>
        <p:spPr>
          <a:xfrm flipV="1">
            <a:off x="6781800" y="3127375"/>
            <a:ext cx="685800" cy="9144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76" name="Line 36"/>
          <p:cNvSpPr/>
          <p:nvPr/>
        </p:nvSpPr>
        <p:spPr>
          <a:xfrm flipV="1">
            <a:off x="8001000" y="3200400"/>
            <a:ext cx="685800" cy="9144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77" name="Text Box 37"/>
          <p:cNvSpPr txBox="1"/>
          <p:nvPr/>
        </p:nvSpPr>
        <p:spPr>
          <a:xfrm>
            <a:off x="7391400" y="2743200"/>
            <a:ext cx="363538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0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61478" name="Text Box 38"/>
          <p:cNvSpPr txBox="1"/>
          <p:nvPr/>
        </p:nvSpPr>
        <p:spPr>
          <a:xfrm>
            <a:off x="8610600" y="2757488"/>
            <a:ext cx="363538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ea typeface="楷体_GB2312" pitchFamily="49" charset="-122"/>
              </a:rPr>
              <a:t>0</a:t>
            </a:r>
            <a:endParaRPr lang="zh-CN" altLang="en-US" sz="2800" dirty="0">
              <a:solidFill>
                <a:srgbClr val="333333"/>
              </a:solidFill>
              <a:ea typeface="楷体_GB2312" pitchFamily="49" charset="-122"/>
            </a:endParaRPr>
          </a:p>
        </p:txBody>
      </p:sp>
      <p:graphicFrame>
        <p:nvGraphicFramePr>
          <p:cNvPr id="61480" name="Object 3"/>
          <p:cNvGraphicFramePr>
            <a:graphicFrameLocks noChangeAspect="1"/>
          </p:cNvGraphicFramePr>
          <p:nvPr/>
        </p:nvGraphicFramePr>
        <p:xfrm>
          <a:off x="3505200" y="4114800"/>
          <a:ext cx="14478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3" name="" r:id="rId3" imgW="685800" imgH="393700" progId="Equation.3">
                  <p:embed/>
                </p:oleObj>
              </mc:Choice>
              <mc:Fallback>
                <p:oleObj name="" r:id="rId3" imgW="685800" imgH="393700" progId="Equation.3">
                  <p:embed/>
                  <p:pic>
                    <p:nvPicPr>
                      <p:cNvPr id="0" name="图片 34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5200" y="4114800"/>
                        <a:ext cx="1447800" cy="831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1" name="Object 4"/>
          <p:cNvGraphicFramePr>
            <a:graphicFrameLocks noChangeAspect="1"/>
          </p:cNvGraphicFramePr>
          <p:nvPr/>
        </p:nvGraphicFramePr>
        <p:xfrm>
          <a:off x="5029200" y="4114800"/>
          <a:ext cx="1219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0" name="" r:id="rId5" imgW="609600" imgH="393700" progId="Equation.3">
                  <p:embed/>
                </p:oleObj>
              </mc:Choice>
              <mc:Fallback>
                <p:oleObj name="" r:id="rId5" imgW="609600" imgH="393700" progId="Equation.3">
                  <p:embed/>
                  <p:pic>
                    <p:nvPicPr>
                      <p:cNvPr id="0" name="图片 34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29200" y="4114800"/>
                        <a:ext cx="1219200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2" name="Object 5"/>
          <p:cNvGraphicFramePr>
            <a:graphicFrameLocks noChangeAspect="1"/>
          </p:cNvGraphicFramePr>
          <p:nvPr/>
        </p:nvGraphicFramePr>
        <p:xfrm>
          <a:off x="6261100" y="4187825"/>
          <a:ext cx="1627188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2" name="" r:id="rId7" imgW="685800" imgH="177800" progId="Equation.DSMT4">
                  <p:embed/>
                </p:oleObj>
              </mc:Choice>
              <mc:Fallback>
                <p:oleObj name="" r:id="rId7" imgW="685800" imgH="177800" progId="Equation.DSMT4">
                  <p:embed/>
                  <p:pic>
                    <p:nvPicPr>
                      <p:cNvPr id="0" name="图片 343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61100" y="4187825"/>
                        <a:ext cx="1627188" cy="423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5" name="Object 6"/>
          <p:cNvGraphicFramePr>
            <a:graphicFrameLocks noChangeAspect="1"/>
          </p:cNvGraphicFramePr>
          <p:nvPr/>
        </p:nvGraphicFramePr>
        <p:xfrm>
          <a:off x="6453188" y="5721350"/>
          <a:ext cx="20732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4" name="" r:id="rId9" imgW="951865" imgH="431800" progId="Equation.DSMT4">
                  <p:embed/>
                </p:oleObj>
              </mc:Choice>
              <mc:Fallback>
                <p:oleObj name="" r:id="rId9" imgW="951865" imgH="431800" progId="Equation.DSMT4">
                  <p:embed/>
                  <p:pic>
                    <p:nvPicPr>
                      <p:cNvPr id="0" name="图片 343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53188" y="5721350"/>
                        <a:ext cx="2073275" cy="942975"/>
                      </a:xfrm>
                      <a:prstGeom prst="rect">
                        <a:avLst/>
                      </a:prstGeom>
                      <a:solidFill>
                        <a:srgbClr val="FFBDFF"/>
                      </a:solidFill>
                      <a:ln w="38100">
                        <a:noFill/>
                        <a:miter/>
                      </a:ln>
                      <a:effectLst>
                        <a:outerShdw dist="35921" dir="2699999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8" name="Line 48"/>
          <p:cNvSpPr/>
          <p:nvPr/>
        </p:nvSpPr>
        <p:spPr>
          <a:xfrm>
            <a:off x="1752600" y="2051050"/>
            <a:ext cx="6096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89" name="Line 49"/>
          <p:cNvSpPr/>
          <p:nvPr/>
        </p:nvSpPr>
        <p:spPr>
          <a:xfrm>
            <a:off x="1735138" y="2943225"/>
            <a:ext cx="6096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90" name="Line 50"/>
          <p:cNvSpPr/>
          <p:nvPr/>
        </p:nvSpPr>
        <p:spPr>
          <a:xfrm>
            <a:off x="1752600" y="3803650"/>
            <a:ext cx="6096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91" name="Rectangle 51"/>
          <p:cNvSpPr/>
          <p:nvPr/>
        </p:nvSpPr>
        <p:spPr>
          <a:xfrm>
            <a:off x="1560513" y="1795463"/>
            <a:ext cx="990600" cy="23622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rgbClr val="333333"/>
              </a:solidFill>
            </a:endParaRPr>
          </a:p>
        </p:txBody>
      </p:sp>
      <p:grpSp>
        <p:nvGrpSpPr>
          <p:cNvPr id="4" name="Group 52"/>
          <p:cNvGrpSpPr/>
          <p:nvPr/>
        </p:nvGrpSpPr>
        <p:grpSpPr>
          <a:xfrm>
            <a:off x="2133600" y="2438400"/>
            <a:ext cx="388938" cy="1600200"/>
            <a:chOff x="1296" y="1152"/>
            <a:chExt cx="245" cy="1008"/>
          </a:xfrm>
        </p:grpSpPr>
        <p:sp>
          <p:nvSpPr>
            <p:cNvPr id="65590" name="Line 53"/>
            <p:cNvSpPr/>
            <p:nvPr/>
          </p:nvSpPr>
          <p:spPr>
            <a:xfrm>
              <a:off x="1296" y="2160"/>
              <a:ext cx="1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91" name="Line 54"/>
            <p:cNvSpPr/>
            <p:nvPr/>
          </p:nvSpPr>
          <p:spPr>
            <a:xfrm>
              <a:off x="1296" y="1152"/>
              <a:ext cx="192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92" name="Line 55"/>
            <p:cNvSpPr/>
            <p:nvPr/>
          </p:nvSpPr>
          <p:spPr>
            <a:xfrm flipV="1">
              <a:off x="1440" y="1152"/>
              <a:ext cx="0" cy="336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93" name="Line 56"/>
            <p:cNvSpPr/>
            <p:nvPr/>
          </p:nvSpPr>
          <p:spPr>
            <a:xfrm>
              <a:off x="1440" y="1872"/>
              <a:ext cx="0" cy="28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94" name="Text Box 57"/>
            <p:cNvSpPr txBox="1"/>
            <p:nvPr/>
          </p:nvSpPr>
          <p:spPr>
            <a:xfrm>
              <a:off x="1344" y="1488"/>
              <a:ext cx="197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i="1" dirty="0">
                  <a:solidFill>
                    <a:srgbClr val="333333"/>
                  </a:solidFill>
                  <a:ea typeface="楷体_GB2312" pitchFamily="49" charset="-122"/>
                </a:rPr>
                <a:t>h</a:t>
              </a:r>
              <a:endParaRPr lang="en-US" altLang="zh-CN" sz="1800" dirty="0">
                <a:solidFill>
                  <a:srgbClr val="333333"/>
                </a:solidFill>
                <a:ea typeface="楷体_GB2312" pitchFamily="49" charset="-122"/>
              </a:endParaRPr>
            </a:p>
          </p:txBody>
        </p:sp>
      </p:grpSp>
      <p:graphicFrame>
        <p:nvGraphicFramePr>
          <p:cNvPr id="61511" name="Object 7"/>
          <p:cNvGraphicFramePr>
            <a:graphicFrameLocks noChangeAspect="1"/>
          </p:cNvGraphicFramePr>
          <p:nvPr/>
        </p:nvGraphicFramePr>
        <p:xfrm>
          <a:off x="3048000" y="3276600"/>
          <a:ext cx="17526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8" name="" r:id="rId11" imgW="837565" imgH="292100" progId="Equation.3">
                  <p:embed/>
                </p:oleObj>
              </mc:Choice>
              <mc:Fallback>
                <p:oleObj name="" r:id="rId11" imgW="837565" imgH="292100" progId="Equation.3">
                  <p:embed/>
                  <p:pic>
                    <p:nvPicPr>
                      <p:cNvPr id="0" name="图片 342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48000" y="3276600"/>
                        <a:ext cx="1752600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84"/>
          <p:cNvGrpSpPr/>
          <p:nvPr/>
        </p:nvGrpSpPr>
        <p:grpSpPr>
          <a:xfrm>
            <a:off x="504825" y="981075"/>
            <a:ext cx="1600200" cy="3328988"/>
            <a:chOff x="4368" y="1968"/>
            <a:chExt cx="1008" cy="2097"/>
          </a:xfrm>
        </p:grpSpPr>
        <p:sp>
          <p:nvSpPr>
            <p:cNvPr id="61502" name="AutoShape 62"/>
            <p:cNvSpPr>
              <a:spLocks noChangeArrowheads="1"/>
            </p:cNvSpPr>
            <p:nvPr/>
          </p:nvSpPr>
          <p:spPr bwMode="auto">
            <a:xfrm>
              <a:off x="4368" y="2664"/>
              <a:ext cx="1008" cy="1401"/>
            </a:xfrm>
            <a:prstGeom prst="can">
              <a:avLst>
                <a:gd name="adj" fmla="val 40686"/>
              </a:avLst>
            </a:prstGeom>
            <a:gradFill rotWithShape="0">
              <a:gsLst>
                <a:gs pos="0">
                  <a:schemeClr val="bg1">
                    <a:gamma/>
                    <a:shade val="61176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61176"/>
                    <a:invGamma/>
                  </a:schemeClr>
                </a:gs>
              </a:gsLst>
              <a:lin ang="0" scaled="1"/>
            </a:gra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586" name="Rectangle 77"/>
            <p:cNvSpPr/>
            <p:nvPr/>
          </p:nvSpPr>
          <p:spPr>
            <a:xfrm>
              <a:off x="4817" y="1968"/>
              <a:ext cx="95" cy="912"/>
            </a:xfrm>
            <a:prstGeom prst="rect">
              <a:avLst/>
            </a:prstGeom>
            <a:solidFill>
              <a:srgbClr val="FF7C8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65587" name="Rectangle 78"/>
            <p:cNvSpPr/>
            <p:nvPr/>
          </p:nvSpPr>
          <p:spPr>
            <a:xfrm>
              <a:off x="4752" y="2400"/>
              <a:ext cx="168" cy="4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65588" name="Rectangle 79"/>
            <p:cNvSpPr/>
            <p:nvPr/>
          </p:nvSpPr>
          <p:spPr>
            <a:xfrm>
              <a:off x="4668" y="2256"/>
              <a:ext cx="252" cy="4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65589" name="Rectangle 80"/>
            <p:cNvSpPr/>
            <p:nvPr/>
          </p:nvSpPr>
          <p:spPr>
            <a:xfrm>
              <a:off x="4752" y="2112"/>
              <a:ext cx="252" cy="4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</p:grpSp>
      <p:grpSp>
        <p:nvGrpSpPr>
          <p:cNvPr id="6" name="Group 85"/>
          <p:cNvGrpSpPr/>
          <p:nvPr/>
        </p:nvGrpSpPr>
        <p:grpSpPr>
          <a:xfrm>
            <a:off x="1295400" y="2133600"/>
            <a:ext cx="533400" cy="533400"/>
            <a:chOff x="816" y="1344"/>
            <a:chExt cx="336" cy="336"/>
          </a:xfrm>
        </p:grpSpPr>
        <p:sp>
          <p:nvSpPr>
            <p:cNvPr id="65583" name="Line 69"/>
            <p:cNvSpPr/>
            <p:nvPr/>
          </p:nvSpPr>
          <p:spPr>
            <a:xfrm>
              <a:off x="816" y="1536"/>
              <a:ext cx="336" cy="144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84" name="Text Box 70"/>
            <p:cNvSpPr txBox="1"/>
            <p:nvPr/>
          </p:nvSpPr>
          <p:spPr>
            <a:xfrm>
              <a:off x="917" y="1344"/>
              <a:ext cx="173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i="1" dirty="0">
                  <a:solidFill>
                    <a:srgbClr val="333333"/>
                  </a:solidFill>
                  <a:ea typeface="楷体_GB2312" pitchFamily="49" charset="-122"/>
                </a:rPr>
                <a:t>r</a:t>
              </a:r>
              <a:endParaRPr lang="en-US" altLang="zh-CN" sz="1800" dirty="0">
                <a:solidFill>
                  <a:srgbClr val="333333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7" name="Group 97"/>
          <p:cNvGrpSpPr/>
          <p:nvPr/>
        </p:nvGrpSpPr>
        <p:grpSpPr>
          <a:xfrm>
            <a:off x="533400" y="5257800"/>
            <a:ext cx="1524000" cy="1371600"/>
            <a:chOff x="4464" y="3024"/>
            <a:chExt cx="960" cy="864"/>
          </a:xfrm>
        </p:grpSpPr>
        <p:sp>
          <p:nvSpPr>
            <p:cNvPr id="65573" name="Oval 87"/>
            <p:cNvSpPr/>
            <p:nvPr/>
          </p:nvSpPr>
          <p:spPr>
            <a:xfrm>
              <a:off x="4896" y="3408"/>
              <a:ext cx="96" cy="96"/>
            </a:xfrm>
            <a:prstGeom prst="ellipse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333333"/>
                </a:solidFill>
              </a:endParaRPr>
            </a:p>
          </p:txBody>
        </p:sp>
        <p:graphicFrame>
          <p:nvGraphicFramePr>
            <p:cNvPr id="65574" name="Object 11"/>
            <p:cNvGraphicFramePr>
              <a:graphicFrameLocks noChangeAspect="1"/>
            </p:cNvGraphicFramePr>
            <p:nvPr/>
          </p:nvGraphicFramePr>
          <p:xfrm>
            <a:off x="4907" y="3415"/>
            <a:ext cx="92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1" name="" r:id="rId13" imgW="368935" imgH="344170" progId="Equation.3">
                    <p:embed/>
                  </p:oleObj>
                </mc:Choice>
                <mc:Fallback>
                  <p:oleObj name="" r:id="rId13" imgW="368935" imgH="344170" progId="Equation.3">
                    <p:embed/>
                    <p:pic>
                      <p:nvPicPr>
                        <p:cNvPr id="0" name="图片 3430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07" y="3415"/>
                          <a:ext cx="92" cy="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575" name="Line 89"/>
            <p:cNvSpPr/>
            <p:nvPr/>
          </p:nvSpPr>
          <p:spPr>
            <a:xfrm flipV="1">
              <a:off x="5088" y="3120"/>
              <a:ext cx="192" cy="192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76" name="Line 90"/>
            <p:cNvSpPr/>
            <p:nvPr/>
          </p:nvSpPr>
          <p:spPr>
            <a:xfrm rot="-10800000" flipV="1">
              <a:off x="4608" y="3552"/>
              <a:ext cx="192" cy="192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77" name="Line 91"/>
            <p:cNvSpPr/>
            <p:nvPr/>
          </p:nvSpPr>
          <p:spPr>
            <a:xfrm flipH="1">
              <a:off x="4464" y="3456"/>
              <a:ext cx="28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78" name="Line 92"/>
            <p:cNvSpPr/>
            <p:nvPr/>
          </p:nvSpPr>
          <p:spPr>
            <a:xfrm>
              <a:off x="5136" y="3456"/>
              <a:ext cx="28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79" name="Line 93"/>
            <p:cNvSpPr/>
            <p:nvPr/>
          </p:nvSpPr>
          <p:spPr>
            <a:xfrm rot="-5400000" flipV="1">
              <a:off x="4608" y="3120"/>
              <a:ext cx="192" cy="192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80" name="Line 94"/>
            <p:cNvSpPr/>
            <p:nvPr/>
          </p:nvSpPr>
          <p:spPr>
            <a:xfrm rot="10800000" flipH="1" flipV="1">
              <a:off x="5088" y="3600"/>
              <a:ext cx="192" cy="192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81" name="Line 95"/>
            <p:cNvSpPr/>
            <p:nvPr/>
          </p:nvSpPr>
          <p:spPr>
            <a:xfrm>
              <a:off x="4944" y="3600"/>
              <a:ext cx="0" cy="288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82" name="Line 96"/>
            <p:cNvSpPr/>
            <p:nvPr/>
          </p:nvSpPr>
          <p:spPr>
            <a:xfrm rot="-10800000" flipH="1">
              <a:off x="4944" y="3024"/>
              <a:ext cx="0" cy="288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1538" name="Text Box 98"/>
          <p:cNvSpPr txBox="1"/>
          <p:nvPr/>
        </p:nvSpPr>
        <p:spPr>
          <a:xfrm>
            <a:off x="3276600" y="1066800"/>
            <a:ext cx="56975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</a:rPr>
              <a:t>该电场分布具有轴对称性。</a:t>
            </a:r>
            <a:endParaRPr lang="zh-CN" altLang="en-US" sz="2800" dirty="0">
              <a:solidFill>
                <a:srgbClr val="333333"/>
              </a:solidFill>
            </a:endParaRPr>
          </a:p>
        </p:txBody>
      </p:sp>
      <p:graphicFrame>
        <p:nvGraphicFramePr>
          <p:cNvPr id="61539" name="Object 8"/>
          <p:cNvGraphicFramePr>
            <a:graphicFrameLocks noChangeAspect="1"/>
          </p:cNvGraphicFramePr>
          <p:nvPr/>
        </p:nvGraphicFramePr>
        <p:xfrm>
          <a:off x="2984500" y="5894388"/>
          <a:ext cx="21336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7" name="" r:id="rId15" imgW="964565" imgH="215900" progId="Equation.3">
                  <p:embed/>
                </p:oleObj>
              </mc:Choice>
              <mc:Fallback>
                <p:oleObj name="" r:id="rId15" imgW="964565" imgH="215900" progId="Equation.3">
                  <p:embed/>
                  <p:pic>
                    <p:nvPicPr>
                      <p:cNvPr id="0" name="图片 343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84500" y="5894388"/>
                        <a:ext cx="2133600" cy="477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0" name="Object 9"/>
          <p:cNvGraphicFramePr>
            <a:graphicFrameLocks noChangeAspect="1"/>
          </p:cNvGraphicFramePr>
          <p:nvPr/>
        </p:nvGraphicFramePr>
        <p:xfrm>
          <a:off x="5118100" y="5741988"/>
          <a:ext cx="1052513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6" name="" r:id="rId17" imgW="1054100" imgH="901700" progId="Equation.3">
                  <p:embed/>
                </p:oleObj>
              </mc:Choice>
              <mc:Fallback>
                <p:oleObj name="" r:id="rId17" imgW="1054100" imgH="901700" progId="Equation.3">
                  <p:embed/>
                  <p:pic>
                    <p:nvPicPr>
                      <p:cNvPr id="0" name="图片 343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118100" y="5741988"/>
                        <a:ext cx="1052513" cy="900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1" name="Object 10"/>
          <p:cNvGraphicFramePr>
            <a:graphicFrameLocks noChangeAspect="1"/>
          </p:cNvGraphicFramePr>
          <p:nvPr/>
        </p:nvGraphicFramePr>
        <p:xfrm>
          <a:off x="7161213" y="4913313"/>
          <a:ext cx="1579562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5" name="" r:id="rId19" imgW="685800" imgH="355600" progId="Equation.3">
                  <p:embed/>
                </p:oleObj>
              </mc:Choice>
              <mc:Fallback>
                <p:oleObj name="" r:id="rId19" imgW="685800" imgH="355600" progId="Equation.3">
                  <p:embed/>
                  <p:pic>
                    <p:nvPicPr>
                      <p:cNvPr id="0" name="图片 343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61213" y="4913313"/>
                        <a:ext cx="1579562" cy="815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2" name="Text Box 102"/>
          <p:cNvSpPr txBox="1"/>
          <p:nvPr/>
        </p:nvSpPr>
        <p:spPr>
          <a:xfrm>
            <a:off x="2863850" y="4962525"/>
            <a:ext cx="60515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此闭合面包含的电荷总量</a:t>
            </a:r>
            <a:r>
              <a:rPr lang="en-US" altLang="zh-CN" sz="2800" dirty="0">
                <a:solidFill>
                  <a:srgbClr val="000000"/>
                </a:solidFill>
              </a:rPr>
              <a:t>:</a:t>
            </a:r>
            <a:endParaRPr lang="en-US" altLang="zh-CN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500"/>
                                        <p:tgtEl>
                                          <p:spTgt spid="61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6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61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1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1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1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1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75"/>
                                        <p:tgtEl>
                                          <p:spTgt spid="61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75"/>
                            </p:stCondLst>
                            <p:childTnLst>
                              <p:par>
                                <p:cTn id="8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1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1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1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5" dur="500"/>
                                        <p:tgtEl>
                                          <p:spTgt spid="61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61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5" dur="500"/>
                                        <p:tgtEl>
                                          <p:spTgt spid="61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0" dur="500"/>
                                        <p:tgtEl>
                                          <p:spTgt spid="6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1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1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1" dur="500"/>
                                        <p:tgtEl>
                                          <p:spTgt spid="6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5" dur="500"/>
                                        <p:tgtEl>
                                          <p:spTgt spid="6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1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5" dur="500"/>
                                        <p:tgtEl>
                                          <p:spTgt spid="6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0" dur="500"/>
                                        <p:tgtEl>
                                          <p:spTgt spid="6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/>
      <p:bldP spid="61466" grpId="0" animBg="1"/>
      <p:bldP spid="61470" grpId="0" animBg="1"/>
      <p:bldP spid="61471" grpId="0"/>
      <p:bldP spid="61472" grpId="0"/>
      <p:bldP spid="61473" grpId="0"/>
      <p:bldP spid="61477" grpId="0"/>
      <p:bldP spid="61478" grpId="0"/>
      <p:bldP spid="61491" grpId="0" animBg="1"/>
      <p:bldP spid="61538" grpId="0"/>
      <p:bldP spid="61542" grpId="0"/>
    </p:bldLst>
  </p:timing>
</p:sld>
</file>

<file path=ppt/tags/tag1.xml><?xml version="1.0" encoding="utf-8"?>
<p:tagLst xmlns:p="http://schemas.openxmlformats.org/presentationml/2006/main">
  <p:tag name="commondata" val="eyJoZGlkIjoiNTRmMGEyNDZlNzIxMzE3MDI5ZTUxZWVjOTU5NmZhZTY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4835</Words>
  <Application>WPS 演示</Application>
  <PresentationFormat>全屏显示(4:3)</PresentationFormat>
  <Paragraphs>956</Paragraphs>
  <Slides>42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396</vt:i4>
      </vt:variant>
      <vt:variant>
        <vt:lpstr>幻灯片标题</vt:lpstr>
      </vt:variant>
      <vt:variant>
        <vt:i4>42</vt:i4>
      </vt:variant>
    </vt:vector>
  </HeadingPairs>
  <TitlesOfParts>
    <vt:vector size="460" baseType="lpstr">
      <vt:lpstr>Arial</vt:lpstr>
      <vt:lpstr>宋体</vt:lpstr>
      <vt:lpstr>Wingdings</vt:lpstr>
      <vt:lpstr>Times New Roman</vt:lpstr>
      <vt:lpstr>楷体_GB2312</vt:lpstr>
      <vt:lpstr>新宋体</vt:lpstr>
      <vt:lpstr>黑体</vt:lpstr>
      <vt:lpstr>Symbol</vt:lpstr>
      <vt:lpstr>宋体-方正超大字符集</vt:lpstr>
      <vt:lpstr>MT Extra</vt:lpstr>
      <vt:lpstr>隶书</vt:lpstr>
      <vt:lpstr>Colonna MT</vt:lpstr>
      <vt:lpstr>Segoe Print</vt:lpstr>
      <vt:lpstr>Monotype Sorts</vt:lpstr>
      <vt:lpstr>Wingdings</vt:lpstr>
      <vt:lpstr>华文新魏</vt:lpstr>
      <vt:lpstr>微软雅黑</vt:lpstr>
      <vt:lpstr>Arial Unicode MS</vt:lpstr>
      <vt:lpstr>Times New Roman</vt:lpstr>
      <vt:lpstr>默认设计模板</vt:lpstr>
      <vt:lpstr>场景型模板</vt:lpstr>
      <vt:lpstr>1_默认设计模板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Equation.3</vt:lpstr>
      <vt:lpstr>Equation.DSMT4</vt:lpstr>
      <vt:lpstr>MS_ClipArt_Gallery.5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Equation.DSMT4</vt:lpstr>
      <vt:lpstr>Equation.3</vt:lpstr>
      <vt:lpstr>Equation.DSMT4</vt:lpstr>
      <vt:lpstr>MS_ClipArt_Gallery.5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Paint.Picture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华中科技大学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项林川 Xiang Linchuan</dc:creator>
  <cp:lastModifiedBy>WPS_1631981099</cp:lastModifiedBy>
  <cp:revision>1590</cp:revision>
  <dcterms:created xsi:type="dcterms:W3CDTF">2000-02-14T01:19:08Z</dcterms:created>
  <dcterms:modified xsi:type="dcterms:W3CDTF">2024-05-08T07:06:52Z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60BB3AC741E3478398FD17E8223A1F78_13</vt:lpwstr>
  </property>
  <property fmtid="{D5CDD505-2E9C-101B-9397-08002B2CF9AE}" pid="3" name="KSOProductBuildVer">
    <vt:lpwstr>2052-12.1.0.16729</vt:lpwstr>
  </property>
</Properties>
</file>