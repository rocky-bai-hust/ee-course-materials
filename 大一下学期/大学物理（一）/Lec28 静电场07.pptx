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895" r:id="rId3"/>
    <p:sldId id="896" r:id="rId4"/>
    <p:sldId id="897" r:id="rId5"/>
    <p:sldId id="921" r:id="rId6"/>
    <p:sldId id="855" r:id="rId7"/>
    <p:sldId id="926" r:id="rId8"/>
    <p:sldId id="927" r:id="rId9"/>
    <p:sldId id="928" r:id="rId10"/>
    <p:sldId id="949" r:id="rId11"/>
    <p:sldId id="929" r:id="rId12"/>
    <p:sldId id="930" r:id="rId13"/>
    <p:sldId id="931" r:id="rId14"/>
    <p:sldId id="932" r:id="rId15"/>
    <p:sldId id="933" r:id="rId16"/>
    <p:sldId id="934" r:id="rId17"/>
    <p:sldId id="935" r:id="rId18"/>
  </p:sldIdLst>
  <p:sldSz cx="9144000" cy="6858000" type="screen4x3"/>
  <p:notesSz cx="6834505" cy="9979025"/>
  <p:custDataLst>
    <p:tags r:id="rId24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2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800000"/>
    <a:srgbClr val="0000FF"/>
    <a:srgbClr val="33CCFF"/>
    <a:srgbClr val="3399FF"/>
    <a:srgbClr val="FFFF00"/>
    <a:srgbClr val="CC99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977"/>
    <p:restoredTop sz="98945"/>
  </p:normalViewPr>
  <p:slideViewPr>
    <p:cSldViewPr showGuides="1">
      <p:cViewPr varScale="1">
        <p:scale>
          <a:sx n="99" d="100"/>
          <a:sy n="99" d="100"/>
        </p:scale>
        <p:origin x="1400" y="68"/>
      </p:cViewPr>
      <p:guideLst>
        <p:guide orient="horz" pos="2166"/>
        <p:guide pos="28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7" Type="http://schemas.openxmlformats.org/officeDocument/2006/relationships/image" Target="../media/image7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.wmf"/><Relationship Id="rId8" Type="http://schemas.openxmlformats.org/officeDocument/2006/relationships/image" Target="../media/image16.wmf"/><Relationship Id="rId7" Type="http://schemas.openxmlformats.org/officeDocument/2006/relationships/image" Target="../media/image15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1" Type="http://schemas.openxmlformats.org/officeDocument/2006/relationships/image" Target="../media/image19.wmf"/><Relationship Id="rId10" Type="http://schemas.openxmlformats.org/officeDocument/2006/relationships/image" Target="../media/image18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.wmf"/><Relationship Id="rId8" Type="http://schemas.openxmlformats.org/officeDocument/2006/relationships/image" Target="../media/image27.wmf"/><Relationship Id="rId7" Type="http://schemas.openxmlformats.org/officeDocument/2006/relationships/image" Target="../media/image26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9" Type="http://schemas.openxmlformats.org/officeDocument/2006/relationships/image" Target="../media/image38.wmf"/><Relationship Id="rId18" Type="http://schemas.openxmlformats.org/officeDocument/2006/relationships/image" Target="../media/image37.wmf"/><Relationship Id="rId17" Type="http://schemas.openxmlformats.org/officeDocument/2006/relationships/image" Target="../media/image36.wmf"/><Relationship Id="rId16" Type="http://schemas.openxmlformats.org/officeDocument/2006/relationships/image" Target="../media/image35.wmf"/><Relationship Id="rId15" Type="http://schemas.openxmlformats.org/officeDocument/2006/relationships/image" Target="../media/image34.wmf"/><Relationship Id="rId14" Type="http://schemas.openxmlformats.org/officeDocument/2006/relationships/image" Target="../media/image33.wmf"/><Relationship Id="rId13" Type="http://schemas.openxmlformats.org/officeDocument/2006/relationships/image" Target="../media/image32.wmf"/><Relationship Id="rId12" Type="http://schemas.openxmlformats.org/officeDocument/2006/relationships/image" Target="../media/image31.wmf"/><Relationship Id="rId11" Type="http://schemas.openxmlformats.org/officeDocument/2006/relationships/image" Target="../media/image30.wmf"/><Relationship Id="rId10" Type="http://schemas.openxmlformats.org/officeDocument/2006/relationships/image" Target="../media/image29.wmf"/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48.wmf"/><Relationship Id="rId8" Type="http://schemas.openxmlformats.org/officeDocument/2006/relationships/image" Target="../media/image47.wmf"/><Relationship Id="rId7" Type="http://schemas.openxmlformats.org/officeDocument/2006/relationships/image" Target="../media/image46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0" Type="http://schemas.openxmlformats.org/officeDocument/2006/relationships/image" Target="../media/image49.emf"/><Relationship Id="rId1" Type="http://schemas.openxmlformats.org/officeDocument/2006/relationships/image" Target="../media/image40.e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58.wmf"/><Relationship Id="rId8" Type="http://schemas.openxmlformats.org/officeDocument/2006/relationships/image" Target="../media/image57.wmf"/><Relationship Id="rId7" Type="http://schemas.openxmlformats.org/officeDocument/2006/relationships/image" Target="../media/image56.wmf"/><Relationship Id="rId6" Type="http://schemas.openxmlformats.org/officeDocument/2006/relationships/image" Target="../media/image55.emf"/><Relationship Id="rId5" Type="http://schemas.openxmlformats.org/officeDocument/2006/relationships/image" Target="../media/image54.emf"/><Relationship Id="rId4" Type="http://schemas.openxmlformats.org/officeDocument/2006/relationships/image" Target="../media/image53.emf"/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66.wmf"/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68.wmf"/><Relationship Id="rId1" Type="http://schemas.openxmlformats.org/officeDocument/2006/relationships/image" Target="../media/image67.e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80.wmf"/><Relationship Id="rId8" Type="http://schemas.openxmlformats.org/officeDocument/2006/relationships/image" Target="../media/image78.wmf"/><Relationship Id="rId7" Type="http://schemas.openxmlformats.org/officeDocument/2006/relationships/image" Target="../media/image77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89.wmf"/><Relationship Id="rId8" Type="http://schemas.openxmlformats.org/officeDocument/2006/relationships/image" Target="../media/image88.wmf"/><Relationship Id="rId7" Type="http://schemas.openxmlformats.org/officeDocument/2006/relationships/image" Target="../media/image87.wmf"/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7" Type="http://schemas.openxmlformats.org/officeDocument/2006/relationships/image" Target="../media/image97.emf"/><Relationship Id="rId16" Type="http://schemas.openxmlformats.org/officeDocument/2006/relationships/image" Target="../media/image96.wmf"/><Relationship Id="rId15" Type="http://schemas.openxmlformats.org/officeDocument/2006/relationships/image" Target="../media/image95.wmf"/><Relationship Id="rId14" Type="http://schemas.openxmlformats.org/officeDocument/2006/relationships/image" Target="../media/image94.wmf"/><Relationship Id="rId13" Type="http://schemas.openxmlformats.org/officeDocument/2006/relationships/image" Target="../media/image93.wmf"/><Relationship Id="rId12" Type="http://schemas.openxmlformats.org/officeDocument/2006/relationships/image" Target="../media/image92.wmf"/><Relationship Id="rId11" Type="http://schemas.openxmlformats.org/officeDocument/2006/relationships/image" Target="../media/image91.wmf"/><Relationship Id="rId10" Type="http://schemas.openxmlformats.org/officeDocument/2006/relationships/image" Target="../media/image90.wmf"/><Relationship Id="rId1" Type="http://schemas.openxmlformats.org/officeDocument/2006/relationships/image" Target="../media/image81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emf"/><Relationship Id="rId7" Type="http://schemas.openxmlformats.org/officeDocument/2006/relationships/image" Target="../media/image104.wmf"/><Relationship Id="rId6" Type="http://schemas.openxmlformats.org/officeDocument/2006/relationships/image" Target="../media/image103.wmf"/><Relationship Id="rId5" Type="http://schemas.openxmlformats.org/officeDocument/2006/relationships/image" Target="../media/image102.wmf"/><Relationship Id="rId4" Type="http://schemas.openxmlformats.org/officeDocument/2006/relationships/image" Target="../media/image101.wmf"/><Relationship Id="rId3" Type="http://schemas.openxmlformats.org/officeDocument/2006/relationships/image" Target="../media/image100.emf"/><Relationship Id="rId2" Type="http://schemas.openxmlformats.org/officeDocument/2006/relationships/image" Target="../media/image99.wmf"/><Relationship Id="rId1" Type="http://schemas.openxmlformats.org/officeDocument/2006/relationships/image" Target="../media/image98.wmf"/></Relationships>
</file>

<file path=ppt/drawings/_rels/vmlDrawing12.vml.rels><?xml version="1.0" encoding="UTF-8" standalone="yes"?>
<Relationships xmlns="http://schemas.openxmlformats.org/package/2006/relationships"><Relationship Id="rId7" Type="http://schemas.openxmlformats.org/officeDocument/2006/relationships/image" Target="../media/image112.emf"/><Relationship Id="rId6" Type="http://schemas.openxmlformats.org/officeDocument/2006/relationships/image" Target="../media/image111.wmf"/><Relationship Id="rId5" Type="http://schemas.openxmlformats.org/officeDocument/2006/relationships/image" Target="../media/image110.wmf"/><Relationship Id="rId4" Type="http://schemas.openxmlformats.org/officeDocument/2006/relationships/image" Target="../media/image109.emf"/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31.wmf"/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4.wmf"/><Relationship Id="rId8" Type="http://schemas.openxmlformats.org/officeDocument/2006/relationships/image" Target="../media/image123.wmf"/><Relationship Id="rId7" Type="http://schemas.openxmlformats.org/officeDocument/2006/relationships/image" Target="../media/image122.wmf"/><Relationship Id="rId6" Type="http://schemas.openxmlformats.org/officeDocument/2006/relationships/image" Target="../media/image121.wmf"/><Relationship Id="rId5" Type="http://schemas.openxmlformats.org/officeDocument/2006/relationships/image" Target="../media/image120.wmf"/><Relationship Id="rId4" Type="http://schemas.openxmlformats.org/officeDocument/2006/relationships/image" Target="../media/image119.wmf"/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1" Type="http://schemas.openxmlformats.org/officeDocument/2006/relationships/image" Target="../media/image126.wmf"/><Relationship Id="rId10" Type="http://schemas.openxmlformats.org/officeDocument/2006/relationships/image" Target="../media/image125.wmf"/><Relationship Id="rId1" Type="http://schemas.openxmlformats.org/officeDocument/2006/relationships/image" Target="../media/image116.wmf"/></Relationships>
</file>

<file path=ppt/drawings/_rels/vmlDrawing15.vml.rels><?xml version="1.0" encoding="UTF-8" standalone="yes"?>
<Relationships xmlns="http://schemas.openxmlformats.org/package/2006/relationships"><Relationship Id="rId7" Type="http://schemas.openxmlformats.org/officeDocument/2006/relationships/image" Target="../media/image133.emf"/><Relationship Id="rId6" Type="http://schemas.openxmlformats.org/officeDocument/2006/relationships/image" Target="../media/image132.wmf"/><Relationship Id="rId5" Type="http://schemas.openxmlformats.org/officeDocument/2006/relationships/image" Target="../media/image131.wmf"/><Relationship Id="rId4" Type="http://schemas.openxmlformats.org/officeDocument/2006/relationships/image" Target="../media/image130.wmf"/><Relationship Id="rId3" Type="http://schemas.openxmlformats.org/officeDocument/2006/relationships/image" Target="../media/image129.w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1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2275" cy="498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1913" y="0"/>
            <a:ext cx="2960688" cy="498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78963"/>
            <a:ext cx="2962275" cy="498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1913" y="9478963"/>
            <a:ext cx="2960688" cy="498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5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2275" cy="498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5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8" cy="498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Rot="1" noTextEdit="1"/>
          </p:cNvSpPr>
          <p:nvPr>
            <p:ph type="sldImg" idx="2"/>
          </p:nvPr>
        </p:nvSpPr>
        <p:spPr>
          <a:xfrm>
            <a:off x="922338" y="747713"/>
            <a:ext cx="4991100" cy="37433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95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4213" y="4740275"/>
            <a:ext cx="5467350" cy="44910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5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78963"/>
            <a:ext cx="2962275" cy="498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5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78963"/>
            <a:ext cx="2960688" cy="498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/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9" Type="http://schemas.openxmlformats.org/officeDocument/2006/relationships/vmlDrawing" Target="../drawings/vmlDrawing1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8.wmf"/><Relationship Id="rId16" Type="http://schemas.openxmlformats.org/officeDocument/2006/relationships/oleObject" Target="../embeddings/oleObject9.bin"/><Relationship Id="rId15" Type="http://schemas.openxmlformats.org/officeDocument/2006/relationships/image" Target="../media/image7.wmf"/><Relationship Id="rId14" Type="http://schemas.openxmlformats.org/officeDocument/2006/relationships/oleObject" Target="../embeddings/oleObject8.bin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6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.bin"/><Relationship Id="rId8" Type="http://schemas.openxmlformats.org/officeDocument/2006/relationships/image" Target="../media/image12.w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11.bin"/><Relationship Id="rId25" Type="http://schemas.openxmlformats.org/officeDocument/2006/relationships/vmlDrawing" Target="../drawings/vmlDrawing2.vml"/><Relationship Id="rId24" Type="http://schemas.openxmlformats.org/officeDocument/2006/relationships/slideLayout" Target="../slideLayouts/slideLayout7.xml"/><Relationship Id="rId23" Type="http://schemas.openxmlformats.org/officeDocument/2006/relationships/image" Target="../media/image19.wmf"/><Relationship Id="rId22" Type="http://schemas.openxmlformats.org/officeDocument/2006/relationships/oleObject" Target="../embeddings/oleObject21.bin"/><Relationship Id="rId21" Type="http://schemas.openxmlformats.org/officeDocument/2006/relationships/image" Target="../media/image18.wmf"/><Relationship Id="rId20" Type="http://schemas.openxmlformats.org/officeDocument/2006/relationships/oleObject" Target="../embeddings/oleObject20.bin"/><Relationship Id="rId2" Type="http://schemas.openxmlformats.org/officeDocument/2006/relationships/image" Target="../media/image9.wmf"/><Relationship Id="rId19" Type="http://schemas.openxmlformats.org/officeDocument/2006/relationships/image" Target="../media/image17.wmf"/><Relationship Id="rId18" Type="http://schemas.openxmlformats.org/officeDocument/2006/relationships/oleObject" Target="../embeddings/oleObject19.bin"/><Relationship Id="rId17" Type="http://schemas.openxmlformats.org/officeDocument/2006/relationships/image" Target="../media/image16.wmf"/><Relationship Id="rId16" Type="http://schemas.openxmlformats.org/officeDocument/2006/relationships/oleObject" Target="../embeddings/oleObject18.bin"/><Relationship Id="rId15" Type="http://schemas.openxmlformats.org/officeDocument/2006/relationships/oleObject" Target="../embeddings/oleObject17.bin"/><Relationship Id="rId14" Type="http://schemas.openxmlformats.org/officeDocument/2006/relationships/image" Target="../media/image15.wmf"/><Relationship Id="rId13" Type="http://schemas.openxmlformats.org/officeDocument/2006/relationships/oleObject" Target="../embeddings/oleObject16.bin"/><Relationship Id="rId12" Type="http://schemas.openxmlformats.org/officeDocument/2006/relationships/image" Target="../media/image14.wmf"/><Relationship Id="rId11" Type="http://schemas.openxmlformats.org/officeDocument/2006/relationships/oleObject" Target="../embeddings/oleObject15.bin"/><Relationship Id="rId10" Type="http://schemas.openxmlformats.org/officeDocument/2006/relationships/image" Target="../media/image13.wmf"/><Relationship Id="rId1" Type="http://schemas.openxmlformats.org/officeDocument/2006/relationships/oleObject" Target="../embeddings/oleObject10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.bin"/><Relationship Id="rId8" Type="http://schemas.openxmlformats.org/officeDocument/2006/relationships/image" Target="../media/image23.wmf"/><Relationship Id="rId7" Type="http://schemas.openxmlformats.org/officeDocument/2006/relationships/oleObject" Target="../embeddings/oleObject25.bin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4.bin"/><Relationship Id="rId40" Type="http://schemas.openxmlformats.org/officeDocument/2006/relationships/vmlDrawing" Target="../drawings/vmlDrawing3.vml"/><Relationship Id="rId4" Type="http://schemas.openxmlformats.org/officeDocument/2006/relationships/image" Target="../media/image21.wmf"/><Relationship Id="rId39" Type="http://schemas.openxmlformats.org/officeDocument/2006/relationships/slideLayout" Target="../slideLayouts/slideLayout7.xml"/><Relationship Id="rId38" Type="http://schemas.openxmlformats.org/officeDocument/2006/relationships/image" Target="../media/image38.wmf"/><Relationship Id="rId37" Type="http://schemas.openxmlformats.org/officeDocument/2006/relationships/oleObject" Target="../embeddings/oleObject40.bin"/><Relationship Id="rId36" Type="http://schemas.openxmlformats.org/officeDocument/2006/relationships/image" Target="../media/image37.wmf"/><Relationship Id="rId35" Type="http://schemas.openxmlformats.org/officeDocument/2006/relationships/oleObject" Target="../embeddings/oleObject39.bin"/><Relationship Id="rId34" Type="http://schemas.openxmlformats.org/officeDocument/2006/relationships/image" Target="../media/image36.wmf"/><Relationship Id="rId33" Type="http://schemas.openxmlformats.org/officeDocument/2006/relationships/oleObject" Target="../embeddings/oleObject38.bin"/><Relationship Id="rId32" Type="http://schemas.openxmlformats.org/officeDocument/2006/relationships/image" Target="../media/image35.wmf"/><Relationship Id="rId31" Type="http://schemas.openxmlformats.org/officeDocument/2006/relationships/oleObject" Target="../embeddings/oleObject37.bin"/><Relationship Id="rId30" Type="http://schemas.openxmlformats.org/officeDocument/2006/relationships/image" Target="../media/image34.wmf"/><Relationship Id="rId3" Type="http://schemas.openxmlformats.org/officeDocument/2006/relationships/oleObject" Target="../embeddings/oleObject23.bin"/><Relationship Id="rId29" Type="http://schemas.openxmlformats.org/officeDocument/2006/relationships/oleObject" Target="../embeddings/oleObject36.bin"/><Relationship Id="rId28" Type="http://schemas.openxmlformats.org/officeDocument/2006/relationships/image" Target="../media/image33.wmf"/><Relationship Id="rId27" Type="http://schemas.openxmlformats.org/officeDocument/2006/relationships/oleObject" Target="../embeddings/oleObject35.bin"/><Relationship Id="rId26" Type="http://schemas.openxmlformats.org/officeDocument/2006/relationships/image" Target="../media/image32.wmf"/><Relationship Id="rId25" Type="http://schemas.openxmlformats.org/officeDocument/2006/relationships/oleObject" Target="../embeddings/oleObject34.bin"/><Relationship Id="rId24" Type="http://schemas.openxmlformats.org/officeDocument/2006/relationships/image" Target="../media/image31.wmf"/><Relationship Id="rId23" Type="http://schemas.openxmlformats.org/officeDocument/2006/relationships/oleObject" Target="../embeddings/oleObject33.bin"/><Relationship Id="rId22" Type="http://schemas.openxmlformats.org/officeDocument/2006/relationships/image" Target="../media/image30.wmf"/><Relationship Id="rId21" Type="http://schemas.openxmlformats.org/officeDocument/2006/relationships/oleObject" Target="../embeddings/oleObject32.bin"/><Relationship Id="rId20" Type="http://schemas.openxmlformats.org/officeDocument/2006/relationships/image" Target="../media/image29.wmf"/><Relationship Id="rId2" Type="http://schemas.openxmlformats.org/officeDocument/2006/relationships/image" Target="../media/image20.wmf"/><Relationship Id="rId19" Type="http://schemas.openxmlformats.org/officeDocument/2006/relationships/oleObject" Target="../embeddings/oleObject31.bin"/><Relationship Id="rId18" Type="http://schemas.openxmlformats.org/officeDocument/2006/relationships/image" Target="../media/image28.wmf"/><Relationship Id="rId17" Type="http://schemas.openxmlformats.org/officeDocument/2006/relationships/oleObject" Target="../embeddings/oleObject30.bin"/><Relationship Id="rId16" Type="http://schemas.openxmlformats.org/officeDocument/2006/relationships/image" Target="../media/image27.wmf"/><Relationship Id="rId15" Type="http://schemas.openxmlformats.org/officeDocument/2006/relationships/oleObject" Target="../embeddings/oleObject29.bin"/><Relationship Id="rId14" Type="http://schemas.openxmlformats.org/officeDocument/2006/relationships/image" Target="../media/image26.wmf"/><Relationship Id="rId13" Type="http://schemas.openxmlformats.org/officeDocument/2006/relationships/oleObject" Target="../embeddings/oleObject28.bin"/><Relationship Id="rId12" Type="http://schemas.openxmlformats.org/officeDocument/2006/relationships/image" Target="../media/image25.wmf"/><Relationship Id="rId11" Type="http://schemas.openxmlformats.org/officeDocument/2006/relationships/oleObject" Target="../embeddings/oleObject27.bin"/><Relationship Id="rId10" Type="http://schemas.openxmlformats.org/officeDocument/2006/relationships/image" Target="../media/image24.wmf"/><Relationship Id="rId1" Type="http://schemas.openxmlformats.org/officeDocument/2006/relationships/oleObject" Target="../embeddings/oleObject22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wmf"/><Relationship Id="rId8" Type="http://schemas.openxmlformats.org/officeDocument/2006/relationships/oleObject" Target="../embeddings/oleObject44.bin"/><Relationship Id="rId7" Type="http://schemas.openxmlformats.org/officeDocument/2006/relationships/image" Target="../media/image42.emf"/><Relationship Id="rId6" Type="http://schemas.openxmlformats.org/officeDocument/2006/relationships/oleObject" Target="../embeddings/oleObject43.bin"/><Relationship Id="rId5" Type="http://schemas.openxmlformats.org/officeDocument/2006/relationships/image" Target="../media/image41.emf"/><Relationship Id="rId4" Type="http://schemas.openxmlformats.org/officeDocument/2006/relationships/oleObject" Target="../embeddings/oleObject42.bin"/><Relationship Id="rId3" Type="http://schemas.openxmlformats.org/officeDocument/2006/relationships/image" Target="../media/image40.emf"/><Relationship Id="rId23" Type="http://schemas.openxmlformats.org/officeDocument/2006/relationships/vmlDrawing" Target="../drawings/vmlDrawing4.v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49.emf"/><Relationship Id="rId20" Type="http://schemas.openxmlformats.org/officeDocument/2006/relationships/oleObject" Target="../embeddings/oleObject50.bin"/><Relationship Id="rId2" Type="http://schemas.openxmlformats.org/officeDocument/2006/relationships/oleObject" Target="../embeddings/oleObject41.bin"/><Relationship Id="rId19" Type="http://schemas.openxmlformats.org/officeDocument/2006/relationships/image" Target="../media/image48.wmf"/><Relationship Id="rId18" Type="http://schemas.openxmlformats.org/officeDocument/2006/relationships/oleObject" Target="../embeddings/oleObject49.bin"/><Relationship Id="rId17" Type="http://schemas.openxmlformats.org/officeDocument/2006/relationships/image" Target="../media/image47.wmf"/><Relationship Id="rId16" Type="http://schemas.openxmlformats.org/officeDocument/2006/relationships/oleObject" Target="../embeddings/oleObject48.bin"/><Relationship Id="rId15" Type="http://schemas.openxmlformats.org/officeDocument/2006/relationships/image" Target="../media/image46.wmf"/><Relationship Id="rId14" Type="http://schemas.openxmlformats.org/officeDocument/2006/relationships/oleObject" Target="../embeddings/oleObject47.bin"/><Relationship Id="rId13" Type="http://schemas.openxmlformats.org/officeDocument/2006/relationships/image" Target="../media/image45.wmf"/><Relationship Id="rId12" Type="http://schemas.openxmlformats.org/officeDocument/2006/relationships/oleObject" Target="../embeddings/oleObject46.bin"/><Relationship Id="rId11" Type="http://schemas.openxmlformats.org/officeDocument/2006/relationships/image" Target="../media/image44.wmf"/><Relationship Id="rId10" Type="http://schemas.openxmlformats.org/officeDocument/2006/relationships/oleObject" Target="../embeddings/oleObject45.bin"/><Relationship Id="rId1" Type="http://schemas.openxmlformats.org/officeDocument/2006/relationships/image" Target="../media/image39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emf"/><Relationship Id="rId8" Type="http://schemas.openxmlformats.org/officeDocument/2006/relationships/oleObject" Target="../embeddings/oleObject54.bin"/><Relationship Id="rId7" Type="http://schemas.openxmlformats.org/officeDocument/2006/relationships/image" Target="../media/image52.wmf"/><Relationship Id="rId6" Type="http://schemas.openxmlformats.org/officeDocument/2006/relationships/oleObject" Target="../embeddings/oleObject53.bin"/><Relationship Id="rId5" Type="http://schemas.openxmlformats.org/officeDocument/2006/relationships/image" Target="../media/image51.wmf"/><Relationship Id="rId4" Type="http://schemas.openxmlformats.org/officeDocument/2006/relationships/oleObject" Target="../embeddings/oleObject52.bin"/><Relationship Id="rId3" Type="http://schemas.openxmlformats.org/officeDocument/2006/relationships/image" Target="../media/image50.wmf"/><Relationship Id="rId21" Type="http://schemas.openxmlformats.org/officeDocument/2006/relationships/vmlDrawing" Target="../drawings/vmlDrawing5.vml"/><Relationship Id="rId20" Type="http://schemas.openxmlformats.org/officeDocument/2006/relationships/slideLayout" Target="../slideLayouts/slideLayout12.xml"/><Relationship Id="rId2" Type="http://schemas.openxmlformats.org/officeDocument/2006/relationships/oleObject" Target="../embeddings/oleObject51.bin"/><Relationship Id="rId19" Type="http://schemas.openxmlformats.org/officeDocument/2006/relationships/image" Target="../media/image58.wmf"/><Relationship Id="rId18" Type="http://schemas.openxmlformats.org/officeDocument/2006/relationships/oleObject" Target="../embeddings/oleObject59.bin"/><Relationship Id="rId17" Type="http://schemas.openxmlformats.org/officeDocument/2006/relationships/image" Target="../media/image57.wmf"/><Relationship Id="rId16" Type="http://schemas.openxmlformats.org/officeDocument/2006/relationships/oleObject" Target="../embeddings/oleObject58.bin"/><Relationship Id="rId15" Type="http://schemas.openxmlformats.org/officeDocument/2006/relationships/image" Target="../media/image56.wmf"/><Relationship Id="rId14" Type="http://schemas.openxmlformats.org/officeDocument/2006/relationships/oleObject" Target="../embeddings/oleObject57.bin"/><Relationship Id="rId13" Type="http://schemas.openxmlformats.org/officeDocument/2006/relationships/image" Target="../media/image55.emf"/><Relationship Id="rId12" Type="http://schemas.openxmlformats.org/officeDocument/2006/relationships/oleObject" Target="../embeddings/oleObject56.bin"/><Relationship Id="rId11" Type="http://schemas.openxmlformats.org/officeDocument/2006/relationships/image" Target="../media/image54.emf"/><Relationship Id="rId10" Type="http://schemas.openxmlformats.org/officeDocument/2006/relationships/oleObject" Target="../embeddings/oleObject55.bin"/><Relationship Id="rId1" Type="http://schemas.openxmlformats.org/officeDocument/2006/relationships/image" Target="../media/image39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6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62.wmf"/><Relationship Id="rId6" Type="http://schemas.openxmlformats.org/officeDocument/2006/relationships/oleObject" Target="../embeddings/oleObject62.bin"/><Relationship Id="rId5" Type="http://schemas.openxmlformats.org/officeDocument/2006/relationships/image" Target="../media/image61.jpeg"/><Relationship Id="rId4" Type="http://schemas.openxmlformats.org/officeDocument/2006/relationships/image" Target="../media/image60.wmf"/><Relationship Id="rId3" Type="http://schemas.openxmlformats.org/officeDocument/2006/relationships/oleObject" Target="../embeddings/oleObject61.bin"/><Relationship Id="rId2" Type="http://schemas.openxmlformats.org/officeDocument/2006/relationships/image" Target="../media/image59.wmf"/><Relationship Id="rId1" Type="http://schemas.openxmlformats.org/officeDocument/2006/relationships/oleObject" Target="../embeddings/oleObject60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6.wmf"/><Relationship Id="rId7" Type="http://schemas.openxmlformats.org/officeDocument/2006/relationships/oleObject" Target="../embeddings/oleObject66.bin"/><Relationship Id="rId6" Type="http://schemas.openxmlformats.org/officeDocument/2006/relationships/image" Target="../media/image65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64.wmf"/><Relationship Id="rId3" Type="http://schemas.openxmlformats.org/officeDocument/2006/relationships/oleObject" Target="../embeddings/oleObject64.bin"/><Relationship Id="rId2" Type="http://schemas.openxmlformats.org/officeDocument/2006/relationships/image" Target="../media/image63.wmf"/><Relationship Id="rId10" Type="http://schemas.openxmlformats.org/officeDocument/2006/relationships/vmlDrawing" Target="../drawings/vmlDrawing7.vml"/><Relationship Id="rId1" Type="http://schemas.openxmlformats.org/officeDocument/2006/relationships/oleObject" Target="../embeddings/oleObject63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8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69.emf"/><Relationship Id="rId6" Type="http://schemas.openxmlformats.org/officeDocument/2006/relationships/oleObject" Target="../embeddings/oleObject69.bin"/><Relationship Id="rId5" Type="http://schemas.openxmlformats.org/officeDocument/2006/relationships/image" Target="../media/image68.wmf"/><Relationship Id="rId4" Type="http://schemas.openxmlformats.org/officeDocument/2006/relationships/oleObject" Target="../embeddings/oleObject68.bin"/><Relationship Id="rId3" Type="http://schemas.openxmlformats.org/officeDocument/2006/relationships/image" Target="../media/image67.emf"/><Relationship Id="rId2" Type="http://schemas.openxmlformats.org/officeDocument/2006/relationships/oleObject" Target="../embeddings/oleObject67.bin"/><Relationship Id="rId1" Type="http://schemas.openxmlformats.org/officeDocument/2006/relationships/image" Target="../media/image39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wmf"/><Relationship Id="rId8" Type="http://schemas.openxmlformats.org/officeDocument/2006/relationships/oleObject" Target="../embeddings/oleObject73.bin"/><Relationship Id="rId7" Type="http://schemas.openxmlformats.org/officeDocument/2006/relationships/image" Target="../media/image73.wmf"/><Relationship Id="rId6" Type="http://schemas.openxmlformats.org/officeDocument/2006/relationships/oleObject" Target="../embeddings/oleObject72.bin"/><Relationship Id="rId5" Type="http://schemas.openxmlformats.org/officeDocument/2006/relationships/image" Target="../media/image72.wmf"/><Relationship Id="rId4" Type="http://schemas.openxmlformats.org/officeDocument/2006/relationships/oleObject" Target="../embeddings/oleObject71.bin"/><Relationship Id="rId3" Type="http://schemas.openxmlformats.org/officeDocument/2006/relationships/image" Target="../media/image71.wmf"/><Relationship Id="rId22" Type="http://schemas.openxmlformats.org/officeDocument/2006/relationships/vmlDrawing" Target="../drawings/vmlDrawing9.vml"/><Relationship Id="rId21" Type="http://schemas.openxmlformats.org/officeDocument/2006/relationships/slideLayout" Target="../slideLayouts/slideLayout6.xml"/><Relationship Id="rId20" Type="http://schemas.openxmlformats.org/officeDocument/2006/relationships/image" Target="../media/image80.wmf"/><Relationship Id="rId2" Type="http://schemas.openxmlformats.org/officeDocument/2006/relationships/oleObject" Target="../embeddings/oleObject70.bin"/><Relationship Id="rId19" Type="http://schemas.openxmlformats.org/officeDocument/2006/relationships/oleObject" Target="../embeddings/oleObject78.bin"/><Relationship Id="rId18" Type="http://schemas.openxmlformats.org/officeDocument/2006/relationships/image" Target="../media/image79.jpeg"/><Relationship Id="rId17" Type="http://schemas.openxmlformats.org/officeDocument/2006/relationships/image" Target="../media/image78.wmf"/><Relationship Id="rId16" Type="http://schemas.openxmlformats.org/officeDocument/2006/relationships/oleObject" Target="../embeddings/oleObject77.bin"/><Relationship Id="rId15" Type="http://schemas.openxmlformats.org/officeDocument/2006/relationships/image" Target="../media/image77.wmf"/><Relationship Id="rId14" Type="http://schemas.openxmlformats.org/officeDocument/2006/relationships/oleObject" Target="../embeddings/oleObject76.bin"/><Relationship Id="rId13" Type="http://schemas.openxmlformats.org/officeDocument/2006/relationships/image" Target="../media/image76.wmf"/><Relationship Id="rId12" Type="http://schemas.openxmlformats.org/officeDocument/2006/relationships/oleObject" Target="../embeddings/oleObject75.bin"/><Relationship Id="rId11" Type="http://schemas.openxmlformats.org/officeDocument/2006/relationships/image" Target="../media/image75.wmf"/><Relationship Id="rId10" Type="http://schemas.openxmlformats.org/officeDocument/2006/relationships/oleObject" Target="../embeddings/oleObject74.bin"/><Relationship Id="rId1" Type="http://schemas.openxmlformats.org/officeDocument/2006/relationships/image" Target="../media/image70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4.wmf"/><Relationship Id="rId8" Type="http://schemas.openxmlformats.org/officeDocument/2006/relationships/oleObject" Target="../embeddings/oleObject82.bin"/><Relationship Id="rId7" Type="http://schemas.openxmlformats.org/officeDocument/2006/relationships/image" Target="../media/image83.wmf"/><Relationship Id="rId6" Type="http://schemas.openxmlformats.org/officeDocument/2006/relationships/oleObject" Target="../embeddings/oleObject81.bin"/><Relationship Id="rId5" Type="http://schemas.openxmlformats.org/officeDocument/2006/relationships/image" Target="../media/image39.jpeg"/><Relationship Id="rId4" Type="http://schemas.openxmlformats.org/officeDocument/2006/relationships/image" Target="../media/image82.wmf"/><Relationship Id="rId39" Type="http://schemas.openxmlformats.org/officeDocument/2006/relationships/vmlDrawing" Target="../drawings/vmlDrawing10.vml"/><Relationship Id="rId38" Type="http://schemas.openxmlformats.org/officeDocument/2006/relationships/slideLayout" Target="../slideLayouts/slideLayout7.xml"/><Relationship Id="rId37" Type="http://schemas.openxmlformats.org/officeDocument/2006/relationships/image" Target="../media/image97.emf"/><Relationship Id="rId36" Type="http://schemas.openxmlformats.org/officeDocument/2006/relationships/oleObject" Target="../embeddings/oleObject97.bin"/><Relationship Id="rId35" Type="http://schemas.openxmlformats.org/officeDocument/2006/relationships/image" Target="../media/image96.wmf"/><Relationship Id="rId34" Type="http://schemas.openxmlformats.org/officeDocument/2006/relationships/oleObject" Target="../embeddings/oleObject96.bin"/><Relationship Id="rId33" Type="http://schemas.openxmlformats.org/officeDocument/2006/relationships/image" Target="../media/image95.wmf"/><Relationship Id="rId32" Type="http://schemas.openxmlformats.org/officeDocument/2006/relationships/oleObject" Target="../embeddings/oleObject95.bin"/><Relationship Id="rId31" Type="http://schemas.openxmlformats.org/officeDocument/2006/relationships/image" Target="../media/image94.wmf"/><Relationship Id="rId30" Type="http://schemas.openxmlformats.org/officeDocument/2006/relationships/oleObject" Target="../embeddings/oleObject94.bin"/><Relationship Id="rId3" Type="http://schemas.openxmlformats.org/officeDocument/2006/relationships/oleObject" Target="../embeddings/oleObject80.bin"/><Relationship Id="rId29" Type="http://schemas.openxmlformats.org/officeDocument/2006/relationships/image" Target="../media/image93.wmf"/><Relationship Id="rId28" Type="http://schemas.openxmlformats.org/officeDocument/2006/relationships/oleObject" Target="../embeddings/oleObject93.bin"/><Relationship Id="rId27" Type="http://schemas.openxmlformats.org/officeDocument/2006/relationships/image" Target="../media/image92.wmf"/><Relationship Id="rId26" Type="http://schemas.openxmlformats.org/officeDocument/2006/relationships/oleObject" Target="../embeddings/oleObject92.bin"/><Relationship Id="rId25" Type="http://schemas.openxmlformats.org/officeDocument/2006/relationships/image" Target="../media/image91.wmf"/><Relationship Id="rId24" Type="http://schemas.openxmlformats.org/officeDocument/2006/relationships/oleObject" Target="../embeddings/oleObject91.bin"/><Relationship Id="rId23" Type="http://schemas.openxmlformats.org/officeDocument/2006/relationships/oleObject" Target="../embeddings/oleObject90.bin"/><Relationship Id="rId22" Type="http://schemas.openxmlformats.org/officeDocument/2006/relationships/oleObject" Target="../embeddings/oleObject89.bin"/><Relationship Id="rId21" Type="http://schemas.openxmlformats.org/officeDocument/2006/relationships/image" Target="../media/image90.wmf"/><Relationship Id="rId20" Type="http://schemas.openxmlformats.org/officeDocument/2006/relationships/oleObject" Target="../embeddings/oleObject88.bin"/><Relationship Id="rId2" Type="http://schemas.openxmlformats.org/officeDocument/2006/relationships/image" Target="../media/image81.wmf"/><Relationship Id="rId19" Type="http://schemas.openxmlformats.org/officeDocument/2006/relationships/image" Target="../media/image89.wmf"/><Relationship Id="rId18" Type="http://schemas.openxmlformats.org/officeDocument/2006/relationships/oleObject" Target="../embeddings/oleObject87.bin"/><Relationship Id="rId17" Type="http://schemas.openxmlformats.org/officeDocument/2006/relationships/image" Target="../media/image88.wmf"/><Relationship Id="rId16" Type="http://schemas.openxmlformats.org/officeDocument/2006/relationships/oleObject" Target="../embeddings/oleObject86.bin"/><Relationship Id="rId15" Type="http://schemas.openxmlformats.org/officeDocument/2006/relationships/image" Target="../media/image87.wmf"/><Relationship Id="rId14" Type="http://schemas.openxmlformats.org/officeDocument/2006/relationships/oleObject" Target="../embeddings/oleObject85.bin"/><Relationship Id="rId13" Type="http://schemas.openxmlformats.org/officeDocument/2006/relationships/image" Target="../media/image86.wmf"/><Relationship Id="rId12" Type="http://schemas.openxmlformats.org/officeDocument/2006/relationships/oleObject" Target="../embeddings/oleObject84.bin"/><Relationship Id="rId11" Type="http://schemas.openxmlformats.org/officeDocument/2006/relationships/image" Target="../media/image85.wmf"/><Relationship Id="rId10" Type="http://schemas.openxmlformats.org/officeDocument/2006/relationships/oleObject" Target="../embeddings/oleObject83.bin"/><Relationship Id="rId1" Type="http://schemas.openxmlformats.org/officeDocument/2006/relationships/oleObject" Target="../embeddings/oleObject79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2.bin"/><Relationship Id="rId8" Type="http://schemas.openxmlformats.org/officeDocument/2006/relationships/image" Target="../media/image101.wmf"/><Relationship Id="rId7" Type="http://schemas.openxmlformats.org/officeDocument/2006/relationships/oleObject" Target="../embeddings/oleObject101.bin"/><Relationship Id="rId6" Type="http://schemas.openxmlformats.org/officeDocument/2006/relationships/image" Target="../media/image100.e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99.wmf"/><Relationship Id="rId3" Type="http://schemas.openxmlformats.org/officeDocument/2006/relationships/oleObject" Target="../embeddings/oleObject99.bin"/><Relationship Id="rId2" Type="http://schemas.openxmlformats.org/officeDocument/2006/relationships/image" Target="../media/image98.wmf"/><Relationship Id="rId18" Type="http://schemas.openxmlformats.org/officeDocument/2006/relationships/vmlDrawing" Target="../drawings/vmlDrawing11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05.emf"/><Relationship Id="rId15" Type="http://schemas.openxmlformats.org/officeDocument/2006/relationships/oleObject" Target="../embeddings/oleObject105.bin"/><Relationship Id="rId14" Type="http://schemas.openxmlformats.org/officeDocument/2006/relationships/image" Target="../media/image104.wmf"/><Relationship Id="rId13" Type="http://schemas.openxmlformats.org/officeDocument/2006/relationships/oleObject" Target="../embeddings/oleObject104.bin"/><Relationship Id="rId12" Type="http://schemas.openxmlformats.org/officeDocument/2006/relationships/image" Target="../media/image103.wmf"/><Relationship Id="rId11" Type="http://schemas.openxmlformats.org/officeDocument/2006/relationships/oleObject" Target="../embeddings/oleObject103.bin"/><Relationship Id="rId10" Type="http://schemas.openxmlformats.org/officeDocument/2006/relationships/image" Target="../media/image102.wmf"/><Relationship Id="rId1" Type="http://schemas.openxmlformats.org/officeDocument/2006/relationships/oleObject" Target="../embeddings/oleObject98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9.emf"/><Relationship Id="rId8" Type="http://schemas.openxmlformats.org/officeDocument/2006/relationships/oleObject" Target="../embeddings/oleObject109.bin"/><Relationship Id="rId7" Type="http://schemas.openxmlformats.org/officeDocument/2006/relationships/image" Target="../media/image39.jpeg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108.bin"/><Relationship Id="rId4" Type="http://schemas.openxmlformats.org/officeDocument/2006/relationships/image" Target="../media/image107.wmf"/><Relationship Id="rId3" Type="http://schemas.openxmlformats.org/officeDocument/2006/relationships/oleObject" Target="../embeddings/oleObject107.bin"/><Relationship Id="rId2" Type="http://schemas.openxmlformats.org/officeDocument/2006/relationships/image" Target="../media/image106.wmf"/><Relationship Id="rId17" Type="http://schemas.openxmlformats.org/officeDocument/2006/relationships/vmlDrawing" Target="../drawings/vmlDrawing12.v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112.emf"/><Relationship Id="rId14" Type="http://schemas.openxmlformats.org/officeDocument/2006/relationships/oleObject" Target="../embeddings/oleObject112.bin"/><Relationship Id="rId13" Type="http://schemas.openxmlformats.org/officeDocument/2006/relationships/image" Target="../media/image111.wmf"/><Relationship Id="rId12" Type="http://schemas.openxmlformats.org/officeDocument/2006/relationships/oleObject" Target="../embeddings/oleObject111.bin"/><Relationship Id="rId11" Type="http://schemas.openxmlformats.org/officeDocument/2006/relationships/image" Target="../media/image110.wmf"/><Relationship Id="rId10" Type="http://schemas.openxmlformats.org/officeDocument/2006/relationships/oleObject" Target="../embeddings/oleObject110.bin"/><Relationship Id="rId1" Type="http://schemas.openxmlformats.org/officeDocument/2006/relationships/oleObject" Target="../embeddings/oleObject106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1.wmf"/><Relationship Id="rId7" Type="http://schemas.openxmlformats.org/officeDocument/2006/relationships/oleObject" Target="../embeddings/oleObject116.bin"/><Relationship Id="rId6" Type="http://schemas.openxmlformats.org/officeDocument/2006/relationships/image" Target="../media/image115.wmf"/><Relationship Id="rId5" Type="http://schemas.openxmlformats.org/officeDocument/2006/relationships/oleObject" Target="../embeddings/oleObject115.bin"/><Relationship Id="rId4" Type="http://schemas.openxmlformats.org/officeDocument/2006/relationships/image" Target="../media/image114.wmf"/><Relationship Id="rId3" Type="http://schemas.openxmlformats.org/officeDocument/2006/relationships/oleObject" Target="../embeddings/oleObject114.bin"/><Relationship Id="rId2" Type="http://schemas.openxmlformats.org/officeDocument/2006/relationships/image" Target="../media/image113.wmf"/><Relationship Id="rId10" Type="http://schemas.openxmlformats.org/officeDocument/2006/relationships/vmlDrawing" Target="../drawings/vmlDrawing13.vml"/><Relationship Id="rId1" Type="http://schemas.openxmlformats.org/officeDocument/2006/relationships/oleObject" Target="../embeddings/oleObject113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1.bin"/><Relationship Id="rId8" Type="http://schemas.openxmlformats.org/officeDocument/2006/relationships/image" Target="../media/image119.wmf"/><Relationship Id="rId7" Type="http://schemas.openxmlformats.org/officeDocument/2006/relationships/oleObject" Target="../embeddings/oleObject120.bin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17.wmf"/><Relationship Id="rId3" Type="http://schemas.openxmlformats.org/officeDocument/2006/relationships/oleObject" Target="../embeddings/oleObject118.bin"/><Relationship Id="rId24" Type="http://schemas.openxmlformats.org/officeDocument/2006/relationships/vmlDrawing" Target="../drawings/vmlDrawing14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126.wmf"/><Relationship Id="rId21" Type="http://schemas.openxmlformats.org/officeDocument/2006/relationships/oleObject" Target="../embeddings/oleObject127.bin"/><Relationship Id="rId20" Type="http://schemas.openxmlformats.org/officeDocument/2006/relationships/image" Target="../media/image125.wmf"/><Relationship Id="rId2" Type="http://schemas.openxmlformats.org/officeDocument/2006/relationships/image" Target="../media/image116.wmf"/><Relationship Id="rId19" Type="http://schemas.openxmlformats.org/officeDocument/2006/relationships/oleObject" Target="../embeddings/oleObject126.bin"/><Relationship Id="rId18" Type="http://schemas.openxmlformats.org/officeDocument/2006/relationships/image" Target="../media/image124.wmf"/><Relationship Id="rId17" Type="http://schemas.openxmlformats.org/officeDocument/2006/relationships/oleObject" Target="../embeddings/oleObject125.bin"/><Relationship Id="rId16" Type="http://schemas.openxmlformats.org/officeDocument/2006/relationships/image" Target="../media/image123.wmf"/><Relationship Id="rId15" Type="http://schemas.openxmlformats.org/officeDocument/2006/relationships/oleObject" Target="../embeddings/oleObject124.bin"/><Relationship Id="rId14" Type="http://schemas.openxmlformats.org/officeDocument/2006/relationships/image" Target="../media/image122.wmf"/><Relationship Id="rId13" Type="http://schemas.openxmlformats.org/officeDocument/2006/relationships/oleObject" Target="../embeddings/oleObject123.bin"/><Relationship Id="rId12" Type="http://schemas.openxmlformats.org/officeDocument/2006/relationships/image" Target="../media/image121.wmf"/><Relationship Id="rId11" Type="http://schemas.openxmlformats.org/officeDocument/2006/relationships/oleObject" Target="../embeddings/oleObject122.bin"/><Relationship Id="rId10" Type="http://schemas.openxmlformats.org/officeDocument/2006/relationships/image" Target="../media/image120.wmf"/><Relationship Id="rId1" Type="http://schemas.openxmlformats.org/officeDocument/2006/relationships/oleObject" Target="../embeddings/oleObject117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2.bin"/><Relationship Id="rId8" Type="http://schemas.openxmlformats.org/officeDocument/2006/relationships/image" Target="../media/image130.wmf"/><Relationship Id="rId7" Type="http://schemas.openxmlformats.org/officeDocument/2006/relationships/oleObject" Target="../embeddings/oleObject131.bin"/><Relationship Id="rId6" Type="http://schemas.openxmlformats.org/officeDocument/2006/relationships/image" Target="../media/image129.wmf"/><Relationship Id="rId5" Type="http://schemas.openxmlformats.org/officeDocument/2006/relationships/oleObject" Target="../embeddings/oleObject130.bin"/><Relationship Id="rId4" Type="http://schemas.openxmlformats.org/officeDocument/2006/relationships/image" Target="../media/image128.wmf"/><Relationship Id="rId3" Type="http://schemas.openxmlformats.org/officeDocument/2006/relationships/oleObject" Target="../embeddings/oleObject129.bin"/><Relationship Id="rId2" Type="http://schemas.openxmlformats.org/officeDocument/2006/relationships/image" Target="../media/image127.wmf"/><Relationship Id="rId16" Type="http://schemas.openxmlformats.org/officeDocument/2006/relationships/vmlDrawing" Target="../drawings/vmlDrawing15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33.emf"/><Relationship Id="rId13" Type="http://schemas.openxmlformats.org/officeDocument/2006/relationships/oleObject" Target="../embeddings/oleObject134.bin"/><Relationship Id="rId12" Type="http://schemas.openxmlformats.org/officeDocument/2006/relationships/image" Target="../media/image132.wmf"/><Relationship Id="rId11" Type="http://schemas.openxmlformats.org/officeDocument/2006/relationships/oleObject" Target="../embeddings/oleObject133.bin"/><Relationship Id="rId10" Type="http://schemas.openxmlformats.org/officeDocument/2006/relationships/image" Target="../media/image131.wmf"/><Relationship Id="rId1" Type="http://schemas.openxmlformats.org/officeDocument/2006/relationships/oleObject" Target="../embeddings/oleObject128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6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36.wmf"/><Relationship Id="rId5" Type="http://schemas.openxmlformats.org/officeDocument/2006/relationships/oleObject" Target="../embeddings/oleObject137.bin"/><Relationship Id="rId4" Type="http://schemas.openxmlformats.org/officeDocument/2006/relationships/image" Target="../media/image135.wmf"/><Relationship Id="rId3" Type="http://schemas.openxmlformats.org/officeDocument/2006/relationships/oleObject" Target="../embeddings/oleObject136.bin"/><Relationship Id="rId2" Type="http://schemas.openxmlformats.org/officeDocument/2006/relationships/image" Target="../media/image134.wmf"/><Relationship Id="rId1" Type="http://schemas.openxmlformats.org/officeDocument/2006/relationships/oleObject" Target="../embeddings/oleObject13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1426" name="Text Box 2"/>
          <p:cNvSpPr txBox="1"/>
          <p:nvPr/>
        </p:nvSpPr>
        <p:spPr>
          <a:xfrm>
            <a:off x="431800" y="333375"/>
            <a:ext cx="56356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800000"/>
                </a:solidFill>
              </a:rPr>
              <a:t>2. </a:t>
            </a:r>
            <a:r>
              <a:rPr lang="zh-CN" altLang="en-US" sz="2800" b="1" dirty="0">
                <a:solidFill>
                  <a:srgbClr val="800000"/>
                </a:solidFill>
              </a:rPr>
              <a:t>高斯定理</a:t>
            </a:r>
            <a:endParaRPr lang="zh-CN" altLang="en-US" sz="2800" b="1" dirty="0">
              <a:solidFill>
                <a:srgbClr val="800000"/>
              </a:solidFill>
            </a:endParaRPr>
          </a:p>
        </p:txBody>
      </p:sp>
      <p:sp>
        <p:nvSpPr>
          <p:cNvPr id="871427" name="Rectangle 3" descr="20%"/>
          <p:cNvSpPr/>
          <p:nvPr/>
        </p:nvSpPr>
        <p:spPr>
          <a:xfrm>
            <a:off x="5111750" y="908050"/>
            <a:ext cx="3313113" cy="3276600"/>
          </a:xfrm>
          <a:prstGeom prst="rect">
            <a:avLst/>
          </a:prstGeom>
          <a:pattFill prst="pct20">
            <a:fgClr>
              <a:srgbClr val="000000"/>
            </a:fgClr>
            <a:bgClr>
              <a:srgbClr val="FFFFFF"/>
            </a:bgClr>
          </a:pattFill>
          <a:ln w="12700" cap="flat" cmpd="sng">
            <a:solidFill>
              <a:schemeClr val="tx1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800" b="1" dirty="0"/>
          </a:p>
        </p:txBody>
      </p:sp>
      <p:sp>
        <p:nvSpPr>
          <p:cNvPr id="871428" name="Freeform 4"/>
          <p:cNvSpPr/>
          <p:nvPr/>
        </p:nvSpPr>
        <p:spPr>
          <a:xfrm>
            <a:off x="5688013" y="1592263"/>
            <a:ext cx="2276475" cy="19812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1434" h="1248">
                <a:moveTo>
                  <a:pt x="273" y="1134"/>
                </a:moveTo>
                <a:cubicBezTo>
                  <a:pt x="107" y="1096"/>
                  <a:pt x="152" y="1032"/>
                  <a:pt x="114" y="953"/>
                </a:cubicBezTo>
                <a:cubicBezTo>
                  <a:pt x="76" y="874"/>
                  <a:pt x="0" y="805"/>
                  <a:pt x="46" y="658"/>
                </a:cubicBezTo>
                <a:cubicBezTo>
                  <a:pt x="92" y="511"/>
                  <a:pt x="183" y="136"/>
                  <a:pt x="387" y="68"/>
                </a:cubicBezTo>
                <a:cubicBezTo>
                  <a:pt x="591" y="0"/>
                  <a:pt x="1108" y="140"/>
                  <a:pt x="1271" y="250"/>
                </a:cubicBezTo>
                <a:cubicBezTo>
                  <a:pt x="1434" y="360"/>
                  <a:pt x="1388" y="571"/>
                  <a:pt x="1362" y="726"/>
                </a:cubicBezTo>
                <a:cubicBezTo>
                  <a:pt x="1336" y="881"/>
                  <a:pt x="1297" y="1112"/>
                  <a:pt x="1112" y="1180"/>
                </a:cubicBezTo>
                <a:cubicBezTo>
                  <a:pt x="927" y="1248"/>
                  <a:pt x="439" y="1172"/>
                  <a:pt x="273" y="1134"/>
                </a:cubicBezTo>
                <a:close/>
              </a:path>
            </a:pathLst>
          </a:custGeom>
          <a:noFill/>
          <a:ln w="28575" cap="flat" cmpd="sng">
            <a:solidFill>
              <a:srgbClr val="0000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871429" name="Object 5"/>
          <p:cNvGraphicFramePr>
            <a:graphicFrameLocks noChangeAspect="1"/>
          </p:cNvGraphicFramePr>
          <p:nvPr/>
        </p:nvGraphicFramePr>
        <p:xfrm>
          <a:off x="539750" y="873125"/>
          <a:ext cx="2592388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1" imgW="1167765" imgH="444500" progId="Equation.3">
                  <p:embed/>
                </p:oleObj>
              </mc:Choice>
              <mc:Fallback>
                <p:oleObj name="" r:id="rId1" imgW="1167765" imgH="444500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9750" y="873125"/>
                        <a:ext cx="2592388" cy="984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1430" name="Line 6"/>
          <p:cNvSpPr/>
          <p:nvPr/>
        </p:nvSpPr>
        <p:spPr>
          <a:xfrm>
            <a:off x="1763713" y="2708275"/>
            <a:ext cx="576262" cy="0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71431" name="Line 7"/>
          <p:cNvSpPr/>
          <p:nvPr/>
        </p:nvSpPr>
        <p:spPr>
          <a:xfrm>
            <a:off x="2843213" y="2708275"/>
            <a:ext cx="612775" cy="0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71432" name="Text Box 8"/>
          <p:cNvSpPr txBox="1"/>
          <p:nvPr/>
        </p:nvSpPr>
        <p:spPr>
          <a:xfrm>
            <a:off x="2843213" y="2693988"/>
            <a:ext cx="1873250" cy="51911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束缚电荷</a:t>
            </a:r>
            <a:endParaRPr lang="zh-CN" altLang="en-US" sz="2800" b="1" dirty="0"/>
          </a:p>
        </p:txBody>
      </p:sp>
      <p:sp>
        <p:nvSpPr>
          <p:cNvPr id="871433" name="Text Box 9"/>
          <p:cNvSpPr txBox="1"/>
          <p:nvPr/>
        </p:nvSpPr>
        <p:spPr>
          <a:xfrm>
            <a:off x="1042988" y="2693988"/>
            <a:ext cx="1873250" cy="51911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自由电荷</a:t>
            </a:r>
            <a:endParaRPr lang="zh-CN" altLang="en-US" sz="2800" b="1" dirty="0"/>
          </a:p>
        </p:txBody>
      </p:sp>
      <p:sp>
        <p:nvSpPr>
          <p:cNvPr id="871434" name="Oval 10"/>
          <p:cNvSpPr/>
          <p:nvPr/>
        </p:nvSpPr>
        <p:spPr>
          <a:xfrm>
            <a:off x="2700338" y="1881188"/>
            <a:ext cx="935037" cy="827087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871435" name="Text Box 11"/>
          <p:cNvSpPr txBox="1"/>
          <p:nvPr/>
        </p:nvSpPr>
        <p:spPr>
          <a:xfrm rot="-2501890">
            <a:off x="3348038" y="1449388"/>
            <a:ext cx="744537" cy="519112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=</a:t>
            </a:r>
            <a:r>
              <a:rPr lang="zh-CN" altLang="en-US" sz="2800" b="1" dirty="0"/>
              <a:t>？</a:t>
            </a:r>
            <a:endParaRPr lang="zh-CN" altLang="en-US" sz="2800" b="1" dirty="0"/>
          </a:p>
        </p:txBody>
      </p:sp>
      <p:sp>
        <p:nvSpPr>
          <p:cNvPr id="871436" name="Line 12"/>
          <p:cNvSpPr/>
          <p:nvPr/>
        </p:nvSpPr>
        <p:spPr>
          <a:xfrm>
            <a:off x="7092950" y="1773238"/>
            <a:ext cx="287338" cy="71437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71437" name="Text Box 13"/>
          <p:cNvSpPr txBox="1"/>
          <p:nvPr/>
        </p:nvSpPr>
        <p:spPr>
          <a:xfrm>
            <a:off x="6877050" y="1844675"/>
            <a:ext cx="560388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dirty="0"/>
              <a:t>d</a:t>
            </a:r>
            <a:r>
              <a:rPr lang="en-US" altLang="zh-CN" sz="2800" b="1" i="1" dirty="0"/>
              <a:t>S</a:t>
            </a:r>
            <a:endParaRPr lang="en-US" altLang="zh-CN" sz="2800" b="1" i="1" dirty="0"/>
          </a:p>
        </p:txBody>
      </p:sp>
      <p:sp>
        <p:nvSpPr>
          <p:cNvPr id="871438" name="Line 14"/>
          <p:cNvSpPr/>
          <p:nvPr/>
        </p:nvSpPr>
        <p:spPr>
          <a:xfrm flipV="1">
            <a:off x="7235825" y="1412875"/>
            <a:ext cx="73025" cy="360363"/>
          </a:xfrm>
          <a:prstGeom prst="line">
            <a:avLst/>
          </a:prstGeom>
          <a:ln w="28575" cap="flat" cmpd="sng">
            <a:solidFill>
              <a:srgbClr val="000099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871439" name="Object 15"/>
          <p:cNvGraphicFramePr>
            <a:graphicFrameLocks noChangeAspect="1"/>
          </p:cNvGraphicFramePr>
          <p:nvPr/>
        </p:nvGraphicFramePr>
        <p:xfrm>
          <a:off x="7343775" y="1089025"/>
          <a:ext cx="30956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3" imgW="139700" imgH="177800" progId="Equation.3">
                  <p:embed/>
                </p:oleObj>
              </mc:Choice>
              <mc:Fallback>
                <p:oleObj name="" r:id="rId3" imgW="139700" imgH="177800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43775" y="1089025"/>
                        <a:ext cx="309563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1440" name="Line 16"/>
          <p:cNvSpPr/>
          <p:nvPr/>
        </p:nvSpPr>
        <p:spPr>
          <a:xfrm flipV="1">
            <a:off x="7235825" y="1520825"/>
            <a:ext cx="431800" cy="252413"/>
          </a:xfrm>
          <a:prstGeom prst="line">
            <a:avLst/>
          </a:prstGeom>
          <a:ln w="28575" cap="flat" cmpd="sng">
            <a:solidFill>
              <a:srgbClr val="000099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871441" name="Object 17"/>
          <p:cNvGraphicFramePr>
            <a:graphicFrameLocks noChangeAspect="1"/>
          </p:cNvGraphicFramePr>
          <p:nvPr/>
        </p:nvGraphicFramePr>
        <p:xfrm>
          <a:off x="7667625" y="1233488"/>
          <a:ext cx="36671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5" imgW="165100" imgH="203200" progId="Equation.3">
                  <p:embed/>
                </p:oleObj>
              </mc:Choice>
              <mc:Fallback>
                <p:oleObj name="" r:id="rId5" imgW="165100" imgH="203200" progId="Equation.3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67625" y="1233488"/>
                        <a:ext cx="366713" cy="450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1442" name="Text Box 18"/>
          <p:cNvSpPr txBox="1"/>
          <p:nvPr/>
        </p:nvSpPr>
        <p:spPr>
          <a:xfrm>
            <a:off x="358775" y="3321050"/>
            <a:ext cx="4752975" cy="519113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/>
              <a:t>穿出该面积元的束缚电荷为：</a:t>
            </a:r>
            <a:endParaRPr lang="zh-CN" altLang="en-US" sz="2800" b="1" dirty="0"/>
          </a:p>
        </p:txBody>
      </p:sp>
      <p:graphicFrame>
        <p:nvGraphicFramePr>
          <p:cNvPr id="871443" name="Object 19"/>
          <p:cNvGraphicFramePr>
            <a:graphicFrameLocks noChangeAspect="1"/>
          </p:cNvGraphicFramePr>
          <p:nvPr/>
        </p:nvGraphicFramePr>
        <p:xfrm>
          <a:off x="1403350" y="3860800"/>
          <a:ext cx="202882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7" imgW="913765" imgH="266700" progId="Equation.3">
                  <p:embed/>
                </p:oleObj>
              </mc:Choice>
              <mc:Fallback>
                <p:oleObj name="" r:id="rId7" imgW="913765" imgH="266700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03350" y="3860800"/>
                        <a:ext cx="2028825" cy="590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1444" name="Text Box 20"/>
          <p:cNvSpPr txBox="1"/>
          <p:nvPr/>
        </p:nvSpPr>
        <p:spPr>
          <a:xfrm>
            <a:off x="468313" y="4400550"/>
            <a:ext cx="4752975" cy="519113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/>
              <a:t>穿出高斯面的束缚电荷为：</a:t>
            </a:r>
            <a:endParaRPr lang="zh-CN" altLang="en-US" sz="2800" b="1" dirty="0"/>
          </a:p>
        </p:txBody>
      </p:sp>
      <p:sp>
        <p:nvSpPr>
          <p:cNvPr id="871445" name="Text Box 21"/>
          <p:cNvSpPr txBox="1"/>
          <p:nvPr/>
        </p:nvSpPr>
        <p:spPr>
          <a:xfrm>
            <a:off x="5903913" y="2600325"/>
            <a:ext cx="382587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/>
              <a:t>S</a:t>
            </a:r>
            <a:endParaRPr lang="en-US" altLang="zh-CN" sz="2800" b="1" i="1" dirty="0"/>
          </a:p>
        </p:txBody>
      </p:sp>
      <p:graphicFrame>
        <p:nvGraphicFramePr>
          <p:cNvPr id="871446" name="Object 22"/>
          <p:cNvGraphicFramePr>
            <a:graphicFrameLocks noChangeAspect="1"/>
          </p:cNvGraphicFramePr>
          <p:nvPr/>
        </p:nvGraphicFramePr>
        <p:xfrm>
          <a:off x="1331913" y="5013325"/>
          <a:ext cx="205740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9" imgW="926465" imgH="304800" progId="Equation.3">
                  <p:embed/>
                </p:oleObj>
              </mc:Choice>
              <mc:Fallback>
                <p:oleObj name="" r:id="rId9" imgW="926465" imgH="304800" progId="Equation.3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31913" y="5013325"/>
                        <a:ext cx="2057400" cy="674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1447" name="Text Box 23"/>
          <p:cNvSpPr txBox="1"/>
          <p:nvPr/>
        </p:nvSpPr>
        <p:spPr>
          <a:xfrm>
            <a:off x="576263" y="5697538"/>
            <a:ext cx="4752975" cy="51911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/>
              <a:t>高斯面里的束缚电荷为：</a:t>
            </a:r>
            <a:endParaRPr lang="zh-CN" altLang="en-US" sz="2800" b="1" dirty="0"/>
          </a:p>
        </p:txBody>
      </p:sp>
      <p:graphicFrame>
        <p:nvGraphicFramePr>
          <p:cNvPr id="871448" name="Object 24"/>
          <p:cNvGraphicFramePr>
            <a:graphicFrameLocks noChangeAspect="1"/>
          </p:cNvGraphicFramePr>
          <p:nvPr/>
        </p:nvGraphicFramePr>
        <p:xfrm>
          <a:off x="4751388" y="5661025"/>
          <a:ext cx="1916112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11" imgW="862965" imgH="342900" progId="Equation.3">
                  <p:embed/>
                </p:oleObj>
              </mc:Choice>
              <mc:Fallback>
                <p:oleObj name="" r:id="rId11" imgW="862965" imgH="342900" progId="Equation.3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51388" y="5661025"/>
                        <a:ext cx="1916112" cy="758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1449" name="Object 25"/>
          <p:cNvGraphicFramePr>
            <a:graphicFrameLocks noChangeAspect="1"/>
          </p:cNvGraphicFramePr>
          <p:nvPr/>
        </p:nvGraphicFramePr>
        <p:xfrm>
          <a:off x="539750" y="873125"/>
          <a:ext cx="2592388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13" imgW="1167765" imgH="444500" progId="Equation.3">
                  <p:embed/>
                </p:oleObj>
              </mc:Choice>
              <mc:Fallback>
                <p:oleObj name="" r:id="rId13" imgW="1167765" imgH="444500" progId="Equation.3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9750" y="873125"/>
                        <a:ext cx="2592388" cy="984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1450" name="Object 26"/>
          <p:cNvGraphicFramePr>
            <a:graphicFrameLocks noChangeAspect="1"/>
          </p:cNvGraphicFramePr>
          <p:nvPr/>
        </p:nvGraphicFramePr>
        <p:xfrm>
          <a:off x="854075" y="1773238"/>
          <a:ext cx="2817813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14" imgW="1269365" imgH="444500" progId="Equation.3">
                  <p:embed/>
                </p:oleObj>
              </mc:Choice>
              <mc:Fallback>
                <p:oleObj name="" r:id="rId14" imgW="1269365" imgH="444500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54075" y="1773238"/>
                        <a:ext cx="2817813" cy="984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1451" name="Object 27"/>
          <p:cNvGraphicFramePr>
            <a:graphicFrameLocks noChangeAspect="1"/>
          </p:cNvGraphicFramePr>
          <p:nvPr/>
        </p:nvGraphicFramePr>
        <p:xfrm>
          <a:off x="6696075" y="5624513"/>
          <a:ext cx="1606550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16" imgW="723900" imgH="304800" progId="Equation.3">
                  <p:embed/>
                </p:oleObj>
              </mc:Choice>
              <mc:Fallback>
                <p:oleObj name="" r:id="rId16" imgW="723900" imgH="304800" progId="Equation.3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696075" y="5624513"/>
                        <a:ext cx="1606550" cy="674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1452" name="Text Box 28"/>
          <p:cNvSpPr txBox="1"/>
          <p:nvPr/>
        </p:nvSpPr>
        <p:spPr>
          <a:xfrm>
            <a:off x="3276600" y="1125538"/>
            <a:ext cx="2159000" cy="51911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极化前：</a:t>
            </a:r>
            <a:r>
              <a:rPr lang="en-US" altLang="zh-CN" sz="2800" b="1" dirty="0"/>
              <a:t>0</a:t>
            </a:r>
            <a:endParaRPr lang="en-US" altLang="zh-C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871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871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871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871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25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7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71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7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500"/>
                                        <p:tgtEl>
                                          <p:spTgt spid="87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7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7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71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71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71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71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71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71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2" dur="500"/>
                                        <p:tgtEl>
                                          <p:spTgt spid="871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871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87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71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71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871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71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871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71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7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87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87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87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87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87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87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1426" grpId="0"/>
      <p:bldP spid="871427" grpId="0" animBg="1"/>
      <p:bldP spid="871432" grpId="0"/>
      <p:bldP spid="871433" grpId="0"/>
      <p:bldP spid="871434" grpId="0" animBg="1"/>
      <p:bldP spid="871435" grpId="0"/>
      <p:bldP spid="871437" grpId="0"/>
      <p:bldP spid="871442" grpId="0"/>
      <p:bldP spid="871444" grpId="0"/>
      <p:bldP spid="871445" grpId="0"/>
      <p:bldP spid="871447" grpId="0"/>
      <p:bldP spid="87145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72450" name="Object 2"/>
          <p:cNvGraphicFramePr>
            <a:graphicFrameLocks noChangeAspect="1"/>
          </p:cNvGraphicFramePr>
          <p:nvPr/>
        </p:nvGraphicFramePr>
        <p:xfrm>
          <a:off x="5472113" y="368300"/>
          <a:ext cx="2366962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1" imgW="1066800" imgH="368300" progId="Equation.3">
                  <p:embed/>
                </p:oleObj>
              </mc:Choice>
              <mc:Fallback>
                <p:oleObj name="" r:id="rId1" imgW="1066800" imgH="368300" progId="Equation.3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472113" y="368300"/>
                        <a:ext cx="2366962" cy="814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2451" name="Object 3"/>
          <p:cNvGraphicFramePr>
            <a:graphicFrameLocks noChangeAspect="1"/>
          </p:cNvGraphicFramePr>
          <p:nvPr/>
        </p:nvGraphicFramePr>
        <p:xfrm>
          <a:off x="684213" y="296863"/>
          <a:ext cx="3916362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3" imgW="1764665" imgH="444500" progId="Equation.3">
                  <p:embed/>
                </p:oleObj>
              </mc:Choice>
              <mc:Fallback>
                <p:oleObj name="" r:id="rId3" imgW="1764665" imgH="444500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4213" y="296863"/>
                        <a:ext cx="3916362" cy="984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2452" name="Object 4"/>
          <p:cNvGraphicFramePr>
            <a:graphicFrameLocks noChangeAspect="1"/>
          </p:cNvGraphicFramePr>
          <p:nvPr/>
        </p:nvGraphicFramePr>
        <p:xfrm>
          <a:off x="2627313" y="1376363"/>
          <a:ext cx="42545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" r:id="rId5" imgW="1917065" imgH="444500" progId="Equation.3">
                  <p:embed/>
                </p:oleObj>
              </mc:Choice>
              <mc:Fallback>
                <p:oleObj name="" r:id="rId5" imgW="1917065" imgH="44450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27313" y="1376363"/>
                        <a:ext cx="4254500" cy="984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2453" name="Object 5"/>
          <p:cNvGraphicFramePr>
            <a:graphicFrameLocks noChangeAspect="1"/>
          </p:cNvGraphicFramePr>
          <p:nvPr/>
        </p:nvGraphicFramePr>
        <p:xfrm>
          <a:off x="2932113" y="2468563"/>
          <a:ext cx="3352800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7" imgW="1511300" imgH="368300" progId="Equation.3">
                  <p:embed/>
                </p:oleObj>
              </mc:Choice>
              <mc:Fallback>
                <p:oleObj name="" r:id="rId7" imgW="1511300" imgH="368300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32113" y="2468563"/>
                        <a:ext cx="3352800" cy="814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2454" name="Text Box 6"/>
          <p:cNvSpPr txBox="1"/>
          <p:nvPr/>
        </p:nvSpPr>
        <p:spPr>
          <a:xfrm>
            <a:off x="1042988" y="3392488"/>
            <a:ext cx="3548062" cy="51911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定义</a:t>
            </a:r>
            <a:r>
              <a:rPr lang="zh-CN" altLang="en-US" sz="2800" b="1" dirty="0">
                <a:solidFill>
                  <a:srgbClr val="0000FF"/>
                </a:solidFill>
                <a:ea typeface="黑体" panose="02010609060101010101" pitchFamily="49" charset="-122"/>
              </a:rPr>
              <a:t>电位移矢量</a:t>
            </a:r>
            <a:r>
              <a:rPr lang="zh-CN" altLang="en-US" sz="2800" b="1" dirty="0"/>
              <a:t>：</a:t>
            </a:r>
            <a:endParaRPr lang="zh-CN" altLang="en-US" sz="2800" b="1" dirty="0"/>
          </a:p>
        </p:txBody>
      </p:sp>
      <p:sp>
        <p:nvSpPr>
          <p:cNvPr id="872455" name="Rectangle 7"/>
          <p:cNvSpPr/>
          <p:nvPr/>
        </p:nvSpPr>
        <p:spPr>
          <a:xfrm>
            <a:off x="3384550" y="2492375"/>
            <a:ext cx="1116013" cy="61277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aphicFrame>
        <p:nvGraphicFramePr>
          <p:cNvPr id="872456" name="Object 8"/>
          <p:cNvGraphicFramePr>
            <a:graphicFrameLocks noChangeAspect="1"/>
          </p:cNvGraphicFramePr>
          <p:nvPr/>
        </p:nvGraphicFramePr>
        <p:xfrm>
          <a:off x="3959225" y="3392488"/>
          <a:ext cx="18319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9" imgW="825500" imgH="254000" progId="Equation.3">
                  <p:embed/>
                </p:oleObj>
              </mc:Choice>
              <mc:Fallback>
                <p:oleObj name="" r:id="rId9" imgW="825500" imgH="254000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59225" y="3392488"/>
                        <a:ext cx="1831975" cy="561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2457" name="Object 9"/>
          <p:cNvGraphicFramePr>
            <a:graphicFrameLocks noChangeAspect="1"/>
          </p:cNvGraphicFramePr>
          <p:nvPr/>
        </p:nvGraphicFramePr>
        <p:xfrm>
          <a:off x="2119313" y="4125913"/>
          <a:ext cx="2284412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11" imgW="1028700" imgH="368300" progId="Equation.3">
                  <p:embed/>
                </p:oleObj>
              </mc:Choice>
              <mc:Fallback>
                <p:oleObj name="" r:id="rId11" imgW="1028700" imgH="368300" progId="Equation.3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19313" y="4125913"/>
                        <a:ext cx="2284412" cy="814387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72458" name="Group 10"/>
          <p:cNvGrpSpPr/>
          <p:nvPr/>
        </p:nvGrpSpPr>
        <p:grpSpPr>
          <a:xfrm>
            <a:off x="4643438" y="4257675"/>
            <a:ext cx="4248150" cy="519113"/>
            <a:chOff x="3084" y="3385"/>
            <a:chExt cx="2676" cy="327"/>
          </a:xfrm>
        </p:grpSpPr>
        <p:sp>
          <p:nvSpPr>
            <p:cNvPr id="11286" name="Text Box 11"/>
            <p:cNvSpPr txBox="1"/>
            <p:nvPr/>
          </p:nvSpPr>
          <p:spPr>
            <a:xfrm>
              <a:off x="3084" y="3385"/>
              <a:ext cx="267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/>
                <a:t>电位移矢量    的高斯定理</a:t>
              </a:r>
              <a:endParaRPr lang="zh-CN" altLang="en-US" sz="2800" b="1" dirty="0"/>
            </a:p>
          </p:txBody>
        </p:sp>
        <p:graphicFrame>
          <p:nvGraphicFramePr>
            <p:cNvPr id="11287" name="Object 12"/>
            <p:cNvGraphicFramePr>
              <a:graphicFrameLocks noChangeAspect="1"/>
            </p:cNvGraphicFramePr>
            <p:nvPr/>
          </p:nvGraphicFramePr>
          <p:xfrm>
            <a:off x="4286" y="3385"/>
            <a:ext cx="231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3" name="" r:id="rId13" imgW="165100" imgH="203200" progId="Equation.3">
                    <p:embed/>
                  </p:oleObj>
                </mc:Choice>
                <mc:Fallback>
                  <p:oleObj name="" r:id="rId13" imgW="165100" imgH="203200" progId="Equation.3">
                    <p:embed/>
                    <p:pic>
                      <p:nvPicPr>
                        <p:cNvPr id="0" name="图片 3162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286" y="3385"/>
                          <a:ext cx="231" cy="2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72461" name="Object 13"/>
          <p:cNvGraphicFramePr>
            <a:graphicFrameLocks noChangeAspect="1"/>
          </p:cNvGraphicFramePr>
          <p:nvPr/>
        </p:nvGraphicFramePr>
        <p:xfrm>
          <a:off x="1187450" y="5265738"/>
          <a:ext cx="18319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" r:id="rId15" imgW="825500" imgH="254000" progId="Equation.3">
                  <p:embed/>
                </p:oleObj>
              </mc:Choice>
              <mc:Fallback>
                <p:oleObj name="" r:id="rId15" imgW="825500" imgH="254000" progId="Equation.3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87450" y="5265738"/>
                        <a:ext cx="1831975" cy="561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2462" name="Object 14"/>
          <p:cNvGraphicFramePr>
            <a:graphicFrameLocks noChangeAspect="1"/>
          </p:cNvGraphicFramePr>
          <p:nvPr/>
        </p:nvGraphicFramePr>
        <p:xfrm>
          <a:off x="3059113" y="5229225"/>
          <a:ext cx="21145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" r:id="rId16" imgW="951865" imgH="254000" progId="Equation.3">
                  <p:embed/>
                </p:oleObj>
              </mc:Choice>
              <mc:Fallback>
                <p:oleObj name="" r:id="rId16" imgW="951865" imgH="254000" progId="Equation.3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059113" y="5229225"/>
                        <a:ext cx="2114550" cy="561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2463" name="Object 15"/>
          <p:cNvGraphicFramePr>
            <a:graphicFrameLocks noChangeAspect="1"/>
          </p:cNvGraphicFramePr>
          <p:nvPr/>
        </p:nvGraphicFramePr>
        <p:xfrm>
          <a:off x="5184775" y="5265738"/>
          <a:ext cx="19177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18" imgW="862965" imgH="228600" progId="Equation.3">
                  <p:embed/>
                </p:oleObj>
              </mc:Choice>
              <mc:Fallback>
                <p:oleObj name="" r:id="rId18" imgW="862965" imgH="228600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184775" y="5265738"/>
                        <a:ext cx="1917700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2464" name="Rectangle 16"/>
          <p:cNvSpPr/>
          <p:nvPr/>
        </p:nvSpPr>
        <p:spPr>
          <a:xfrm>
            <a:off x="5435600" y="5229225"/>
            <a:ext cx="1081088" cy="61277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aphicFrame>
        <p:nvGraphicFramePr>
          <p:cNvPr id="872465" name="Object 17"/>
          <p:cNvGraphicFramePr>
            <a:graphicFrameLocks noChangeAspect="1"/>
          </p:cNvGraphicFramePr>
          <p:nvPr/>
        </p:nvGraphicFramePr>
        <p:xfrm>
          <a:off x="5724525" y="5805488"/>
          <a:ext cx="64928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20" imgW="292100" imgH="215900" progId="Equation.3">
                  <p:embed/>
                </p:oleObj>
              </mc:Choice>
              <mc:Fallback>
                <p:oleObj name="" r:id="rId20" imgW="292100" imgH="215900" progId="Equation.3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724525" y="5805488"/>
                        <a:ext cx="649288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2466" name="Object 18"/>
          <p:cNvGraphicFramePr>
            <a:graphicFrameLocks noChangeAspect="1"/>
          </p:cNvGraphicFramePr>
          <p:nvPr/>
        </p:nvGraphicFramePr>
        <p:xfrm>
          <a:off x="1223963" y="5949950"/>
          <a:ext cx="2281237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22" imgW="1028065" imgH="254000" progId="Equation.3">
                  <p:embed/>
                </p:oleObj>
              </mc:Choice>
              <mc:Fallback>
                <p:oleObj name="" r:id="rId22" imgW="1028065" imgH="254000" progId="Equation.3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223963" y="5949950"/>
                        <a:ext cx="2281237" cy="561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2467" name="Text Box 19"/>
          <p:cNvSpPr txBox="1"/>
          <p:nvPr/>
        </p:nvSpPr>
        <p:spPr>
          <a:xfrm>
            <a:off x="6280150" y="5768975"/>
            <a:ext cx="2863850" cy="519113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相对介电常数</a:t>
            </a:r>
            <a:endParaRPr lang="zh-CN" altLang="en-US" sz="2800" b="1" dirty="0"/>
          </a:p>
        </p:txBody>
      </p:sp>
      <p:sp>
        <p:nvSpPr>
          <p:cNvPr id="872468" name="Text Box 20"/>
          <p:cNvSpPr txBox="1"/>
          <p:nvPr/>
        </p:nvSpPr>
        <p:spPr>
          <a:xfrm>
            <a:off x="5940425" y="3429000"/>
            <a:ext cx="2519363" cy="519113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单位： </a:t>
            </a:r>
            <a:r>
              <a:rPr lang="en-US" altLang="zh-CN" sz="2800" b="1" dirty="0"/>
              <a:t>C/m</a:t>
            </a:r>
            <a:r>
              <a:rPr lang="en-US" altLang="zh-CN" sz="2800" b="1" baseline="30000" dirty="0"/>
              <a:t>2</a:t>
            </a:r>
            <a:endParaRPr lang="en-US" altLang="zh-CN" sz="2800" b="1" dirty="0"/>
          </a:p>
        </p:txBody>
      </p:sp>
      <p:sp>
        <p:nvSpPr>
          <p:cNvPr id="872469" name="Text Box 21"/>
          <p:cNvSpPr txBox="1"/>
          <p:nvPr/>
        </p:nvSpPr>
        <p:spPr>
          <a:xfrm>
            <a:off x="4824413" y="4652963"/>
            <a:ext cx="1873250" cy="51911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自由电荷</a:t>
            </a:r>
            <a:endParaRPr lang="zh-CN" altLang="en-US" sz="2800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72470" name="Line 22"/>
          <p:cNvSpPr/>
          <p:nvPr/>
        </p:nvSpPr>
        <p:spPr>
          <a:xfrm>
            <a:off x="4500563" y="4760913"/>
            <a:ext cx="466725" cy="180975"/>
          </a:xfrm>
          <a:prstGeom prst="line">
            <a:avLst/>
          </a:prstGeom>
          <a:ln w="28575" cap="flat" cmpd="sng">
            <a:solidFill>
              <a:srgbClr val="000099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72471" name="Text Box 23"/>
          <p:cNvSpPr txBox="1"/>
          <p:nvPr/>
        </p:nvSpPr>
        <p:spPr>
          <a:xfrm>
            <a:off x="3419475" y="6165850"/>
            <a:ext cx="4211638" cy="519113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sym typeface="Symbol" panose="05050102010706020507" pitchFamily="18" charset="2"/>
              </a:rPr>
              <a:t> </a:t>
            </a:r>
            <a:r>
              <a:rPr lang="zh-CN" altLang="en-US" sz="2800" b="1" dirty="0">
                <a:sym typeface="Symbol" panose="05050102010706020507" pitchFamily="18" charset="2"/>
              </a:rPr>
              <a:t>：</a:t>
            </a:r>
            <a:r>
              <a:rPr lang="zh-CN" altLang="en-US" sz="2800" b="1" dirty="0"/>
              <a:t>介电常数（电容率）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2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7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7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7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6" dur="500"/>
                                        <p:tgtEl>
                                          <p:spTgt spid="87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7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7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7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72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7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87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7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7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7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72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8" dur="500"/>
                                        <p:tgtEl>
                                          <p:spTgt spid="872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72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7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87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87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87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2454" grpId="0"/>
      <p:bldP spid="872455" grpId="0" animBg="1"/>
      <p:bldP spid="872464" grpId="0" animBg="1"/>
      <p:bldP spid="872467" grpId="0"/>
      <p:bldP spid="872468" grpId="0"/>
      <p:bldP spid="872469" grpId="0"/>
      <p:bldP spid="872471" grpId="0"/>
      <p:bldP spid="872471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73476" name="Object 4"/>
          <p:cNvGraphicFramePr>
            <a:graphicFrameLocks noChangeAspect="1"/>
          </p:cNvGraphicFramePr>
          <p:nvPr/>
        </p:nvGraphicFramePr>
        <p:xfrm>
          <a:off x="1692275" y="296863"/>
          <a:ext cx="2284413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1" imgW="1028700" imgH="368300" progId="Equation.3">
                  <p:embed/>
                </p:oleObj>
              </mc:Choice>
              <mc:Fallback>
                <p:oleObj name="" r:id="rId1" imgW="1028700" imgH="36830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92275" y="296863"/>
                        <a:ext cx="2284413" cy="815975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3478" name="Object 6"/>
          <p:cNvGraphicFramePr>
            <a:graphicFrameLocks noChangeAspect="1"/>
          </p:cNvGraphicFramePr>
          <p:nvPr/>
        </p:nvGraphicFramePr>
        <p:xfrm>
          <a:off x="4284663" y="368300"/>
          <a:ext cx="2281237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3" imgW="1028065" imgH="254000" progId="Equation.3">
                  <p:embed/>
                </p:oleObj>
              </mc:Choice>
              <mc:Fallback>
                <p:oleObj name="" r:id="rId3" imgW="1028065" imgH="2540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84663" y="368300"/>
                        <a:ext cx="2281237" cy="561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73518" name="Group 46"/>
          <p:cNvGrpSpPr/>
          <p:nvPr/>
        </p:nvGrpSpPr>
        <p:grpSpPr>
          <a:xfrm>
            <a:off x="647700" y="1196975"/>
            <a:ext cx="2995613" cy="563563"/>
            <a:chOff x="408" y="753"/>
            <a:chExt cx="1887" cy="355"/>
          </a:xfrm>
        </p:grpSpPr>
        <p:sp>
          <p:nvSpPr>
            <p:cNvPr id="12328" name="Text Box 7"/>
            <p:cNvSpPr txBox="1"/>
            <p:nvPr/>
          </p:nvSpPr>
          <p:spPr>
            <a:xfrm>
              <a:off x="408" y="753"/>
              <a:ext cx="15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/>
                <a:t>若           ，</a:t>
              </a:r>
              <a:endParaRPr lang="zh-CN" altLang="en-US" sz="2800" b="1" dirty="0"/>
            </a:p>
          </p:txBody>
        </p:sp>
        <p:graphicFrame>
          <p:nvGraphicFramePr>
            <p:cNvPr id="12329" name="Object 8"/>
            <p:cNvGraphicFramePr>
              <a:graphicFrameLocks noChangeAspect="1"/>
            </p:cNvGraphicFramePr>
            <p:nvPr/>
          </p:nvGraphicFramePr>
          <p:xfrm>
            <a:off x="748" y="776"/>
            <a:ext cx="550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5" imgW="393065" imgH="215900" progId="Equation.3">
                    <p:embed/>
                  </p:oleObj>
                </mc:Choice>
                <mc:Fallback>
                  <p:oleObj name="" r:id="rId5" imgW="393065" imgH="215900" progId="Equation.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48" y="776"/>
                          <a:ext cx="550" cy="30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30" name="Object 9"/>
            <p:cNvGraphicFramePr>
              <a:graphicFrameLocks noChangeAspect="1"/>
            </p:cNvGraphicFramePr>
            <p:nvPr/>
          </p:nvGraphicFramePr>
          <p:xfrm>
            <a:off x="1496" y="754"/>
            <a:ext cx="799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7" imgW="571500" imgH="254000" progId="Equation.3">
                    <p:embed/>
                  </p:oleObj>
                </mc:Choice>
                <mc:Fallback>
                  <p:oleObj name="" r:id="rId7" imgW="571500" imgH="254000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496" y="754"/>
                          <a:ext cx="799" cy="35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73482" name="Object 10"/>
          <p:cNvGraphicFramePr>
            <a:graphicFrameLocks noChangeAspect="1"/>
          </p:cNvGraphicFramePr>
          <p:nvPr/>
        </p:nvGraphicFramePr>
        <p:xfrm>
          <a:off x="4391025" y="981075"/>
          <a:ext cx="2708275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9" imgW="1218565" imgH="444500" progId="Equation.3">
                  <p:embed/>
                </p:oleObj>
              </mc:Choice>
              <mc:Fallback>
                <p:oleObj name="" r:id="rId9" imgW="1218565" imgH="4445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91025" y="981075"/>
                        <a:ext cx="2708275" cy="984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3483" name="AutoShape 11"/>
          <p:cNvSpPr/>
          <p:nvPr/>
        </p:nvSpPr>
        <p:spPr>
          <a:xfrm>
            <a:off x="3816350" y="1304925"/>
            <a:ext cx="396875" cy="358775"/>
          </a:xfrm>
          <a:prstGeom prst="rightArrow">
            <a:avLst>
              <a:gd name="adj1" fmla="val 50000"/>
              <a:gd name="adj2" fmla="val 27654"/>
            </a:avLst>
          </a:prstGeom>
          <a:solidFill>
            <a:srgbClr val="3399FF"/>
          </a:solidFill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873484" name="Text Box 12"/>
          <p:cNvSpPr txBox="1"/>
          <p:nvPr/>
        </p:nvSpPr>
        <p:spPr>
          <a:xfrm>
            <a:off x="4140200" y="1844675"/>
            <a:ext cx="4824413" cy="519113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自由空间静电场的高斯定理</a:t>
            </a:r>
            <a:endParaRPr lang="zh-CN" altLang="en-US" sz="2800" b="1" dirty="0"/>
          </a:p>
        </p:txBody>
      </p:sp>
      <p:grpSp>
        <p:nvGrpSpPr>
          <p:cNvPr id="873489" name="Group 17"/>
          <p:cNvGrpSpPr/>
          <p:nvPr/>
        </p:nvGrpSpPr>
        <p:grpSpPr>
          <a:xfrm>
            <a:off x="792163" y="2384425"/>
            <a:ext cx="7561262" cy="571500"/>
            <a:chOff x="453" y="1548"/>
            <a:chExt cx="4763" cy="360"/>
          </a:xfrm>
        </p:grpSpPr>
        <p:sp>
          <p:nvSpPr>
            <p:cNvPr id="12325" name="Text Box 14"/>
            <p:cNvSpPr txBox="1"/>
            <p:nvPr/>
          </p:nvSpPr>
          <p:spPr>
            <a:xfrm>
              <a:off x="453" y="1548"/>
              <a:ext cx="476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/>
                <a:t>注意：若</a:t>
              </a:r>
              <a:r>
                <a:rPr lang="zh-CN" altLang="en-US" sz="2800" b="1" i="1" dirty="0">
                  <a:sym typeface="Symbol" panose="05050102010706020507" pitchFamily="18" charset="2"/>
                </a:rPr>
                <a:t> </a:t>
              </a:r>
              <a:r>
                <a:rPr lang="zh-CN" altLang="en-US" sz="2800" b="1" dirty="0">
                  <a:sym typeface="Symbol" panose="05050102010706020507" pitchFamily="18" charset="2"/>
                </a:rPr>
                <a:t>与    有关，                         不成立。     </a:t>
              </a:r>
              <a:endParaRPr lang="zh-CN" altLang="en-US" sz="2800" b="1" i="1" dirty="0">
                <a:sym typeface="Symbol" panose="05050102010706020507" pitchFamily="18" charset="2"/>
              </a:endParaRPr>
            </a:p>
          </p:txBody>
        </p:sp>
        <p:graphicFrame>
          <p:nvGraphicFramePr>
            <p:cNvPr id="12326" name="Object 15"/>
            <p:cNvGraphicFramePr>
              <a:graphicFrameLocks noChangeAspect="1"/>
            </p:cNvGraphicFramePr>
            <p:nvPr/>
          </p:nvGraphicFramePr>
          <p:xfrm>
            <a:off x="1791" y="1548"/>
            <a:ext cx="230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11" imgW="165100" imgH="203200" progId="Equation.3">
                    <p:embed/>
                  </p:oleObj>
                </mc:Choice>
                <mc:Fallback>
                  <p:oleObj name="" r:id="rId11" imgW="165100" imgH="203200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791" y="1548"/>
                          <a:ext cx="230" cy="2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7" name="Object 16"/>
            <p:cNvGraphicFramePr>
              <a:graphicFrameLocks noChangeAspect="1"/>
            </p:cNvGraphicFramePr>
            <p:nvPr/>
          </p:nvGraphicFramePr>
          <p:xfrm>
            <a:off x="2631" y="1554"/>
            <a:ext cx="1437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" r:id="rId13" imgW="1028065" imgH="254000" progId="Equation.3">
                    <p:embed/>
                  </p:oleObj>
                </mc:Choice>
                <mc:Fallback>
                  <p:oleObj name="" r:id="rId13" imgW="1028065" imgH="254000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631" y="1554"/>
                          <a:ext cx="1437" cy="35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73490" name="Text Box 18"/>
          <p:cNvSpPr txBox="1"/>
          <p:nvPr/>
        </p:nvSpPr>
        <p:spPr>
          <a:xfrm>
            <a:off x="576263" y="2946400"/>
            <a:ext cx="29622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800000"/>
                </a:solidFill>
              </a:rPr>
              <a:t>3. </a:t>
            </a:r>
            <a:r>
              <a:rPr lang="zh-CN" altLang="en-US" sz="2800" b="1" dirty="0">
                <a:solidFill>
                  <a:srgbClr val="800000"/>
                </a:solidFill>
              </a:rPr>
              <a:t>归纳</a:t>
            </a:r>
            <a:endParaRPr lang="zh-CN" altLang="en-US" sz="2800" b="1" dirty="0">
              <a:solidFill>
                <a:srgbClr val="800000"/>
              </a:solidFill>
            </a:endParaRPr>
          </a:p>
        </p:txBody>
      </p:sp>
      <p:sp>
        <p:nvSpPr>
          <p:cNvPr id="873491" name="Text Box 19"/>
          <p:cNvSpPr txBox="1"/>
          <p:nvPr/>
        </p:nvSpPr>
        <p:spPr>
          <a:xfrm>
            <a:off x="395288" y="3482975"/>
            <a:ext cx="56229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）四个常数之间的关系</a:t>
            </a:r>
            <a:endParaRPr lang="zh-CN" altLang="en-US" sz="2800" b="1" dirty="0"/>
          </a:p>
        </p:txBody>
      </p:sp>
      <p:graphicFrame>
        <p:nvGraphicFramePr>
          <p:cNvPr id="873492" name="Object 20"/>
          <p:cNvGraphicFramePr>
            <a:graphicFrameLocks noChangeAspect="1"/>
          </p:cNvGraphicFramePr>
          <p:nvPr/>
        </p:nvGraphicFramePr>
        <p:xfrm>
          <a:off x="7094538" y="3284538"/>
          <a:ext cx="12223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5" imgW="1193800" imgH="431800" progId="Equation.DSMT4">
                  <p:embed/>
                </p:oleObj>
              </mc:Choice>
              <mc:Fallback>
                <p:oleObj name="" r:id="rId15" imgW="1193800" imgH="4318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094538" y="3284538"/>
                        <a:ext cx="1222375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3493" name="Object 21"/>
          <p:cNvGraphicFramePr>
            <a:graphicFrameLocks noChangeAspect="1"/>
          </p:cNvGraphicFramePr>
          <p:nvPr/>
        </p:nvGraphicFramePr>
        <p:xfrm>
          <a:off x="7110413" y="3787775"/>
          <a:ext cx="12779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7" imgW="1459865" imgH="431800" progId="Equation.DSMT4">
                  <p:embed/>
                </p:oleObj>
              </mc:Choice>
              <mc:Fallback>
                <p:oleObj name="" r:id="rId17" imgW="1459865" imgH="4318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110413" y="3787775"/>
                        <a:ext cx="1277937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3494" name="Text Box 22"/>
          <p:cNvSpPr txBox="1"/>
          <p:nvPr/>
        </p:nvSpPr>
        <p:spPr>
          <a:xfrm>
            <a:off x="4819650" y="3213100"/>
            <a:ext cx="3352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介质介电常数</a:t>
            </a:r>
            <a:endParaRPr lang="zh-CN" altLang="en-US" b="1" dirty="0">
              <a:ea typeface="楷体_GB2312" pitchFamily="49" charset="-122"/>
            </a:endParaRPr>
          </a:p>
        </p:txBody>
      </p:sp>
      <p:sp>
        <p:nvSpPr>
          <p:cNvPr id="873495" name="Text Box 23"/>
          <p:cNvSpPr txBox="1"/>
          <p:nvPr/>
        </p:nvSpPr>
        <p:spPr>
          <a:xfrm>
            <a:off x="4802188" y="3684588"/>
            <a:ext cx="3352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相对介电常数</a:t>
            </a:r>
            <a:endParaRPr lang="zh-CN" altLang="en-US" b="1" dirty="0">
              <a:ea typeface="楷体_GB2312" pitchFamily="49" charset="-122"/>
            </a:endParaRPr>
          </a:p>
        </p:txBody>
      </p:sp>
      <p:sp>
        <p:nvSpPr>
          <p:cNvPr id="873496" name="AutoShape 24"/>
          <p:cNvSpPr/>
          <p:nvPr/>
        </p:nvSpPr>
        <p:spPr>
          <a:xfrm>
            <a:off x="4638675" y="3411538"/>
            <a:ext cx="288925" cy="709612"/>
          </a:xfrm>
          <a:prstGeom prst="leftBrace">
            <a:avLst>
              <a:gd name="adj1" fmla="val 20467"/>
              <a:gd name="adj2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pSp>
        <p:nvGrpSpPr>
          <p:cNvPr id="873497" name="Group 25"/>
          <p:cNvGrpSpPr/>
          <p:nvPr/>
        </p:nvGrpSpPr>
        <p:grpSpPr>
          <a:xfrm>
            <a:off x="395288" y="4111625"/>
            <a:ext cx="7070725" cy="541338"/>
            <a:chOff x="249" y="2590"/>
            <a:chExt cx="4454" cy="341"/>
          </a:xfrm>
        </p:grpSpPr>
        <p:sp>
          <p:nvSpPr>
            <p:cNvPr id="12322" name="Text Box 26"/>
            <p:cNvSpPr txBox="1"/>
            <p:nvPr/>
          </p:nvSpPr>
          <p:spPr>
            <a:xfrm>
              <a:off x="431" y="2590"/>
              <a:ext cx="1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800" b="1" dirty="0"/>
            </a:p>
          </p:txBody>
        </p:sp>
        <p:sp>
          <p:nvSpPr>
            <p:cNvPr id="12323" name="Text Box 27"/>
            <p:cNvSpPr txBox="1"/>
            <p:nvPr/>
          </p:nvSpPr>
          <p:spPr>
            <a:xfrm>
              <a:off x="249" y="2604"/>
              <a:ext cx="4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/>
                <a:t>（</a:t>
              </a:r>
              <a:r>
                <a:rPr lang="en-US" altLang="zh-CN" sz="2800" b="1" dirty="0"/>
                <a:t>2</a:t>
              </a:r>
              <a:r>
                <a:rPr lang="zh-CN" altLang="en-US" sz="2800" b="1" dirty="0"/>
                <a:t>）三个物理量                之间的关系</a:t>
              </a:r>
              <a:endParaRPr lang="zh-CN" altLang="en-US" sz="2800" b="1" dirty="0"/>
            </a:p>
          </p:txBody>
        </p:sp>
        <p:graphicFrame>
          <p:nvGraphicFramePr>
            <p:cNvPr id="12324" name="Object 28"/>
            <p:cNvGraphicFramePr>
              <a:graphicFrameLocks noChangeAspect="1"/>
            </p:cNvGraphicFramePr>
            <p:nvPr/>
          </p:nvGraphicFramePr>
          <p:xfrm>
            <a:off x="2043" y="2630"/>
            <a:ext cx="792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19" imgW="1257300" imgH="457200" progId="Equation.3">
                    <p:embed/>
                  </p:oleObj>
                </mc:Choice>
                <mc:Fallback>
                  <p:oleObj name="" r:id="rId19" imgW="1257300" imgH="45720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043" y="2630"/>
                          <a:ext cx="792" cy="2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73501" name="Object 29"/>
          <p:cNvGraphicFramePr>
            <a:graphicFrameLocks noChangeAspect="1"/>
          </p:cNvGraphicFramePr>
          <p:nvPr/>
        </p:nvGraphicFramePr>
        <p:xfrm>
          <a:off x="2994025" y="4586288"/>
          <a:ext cx="167798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21" imgW="1612900" imgH="495300" progId="Equation.DSMT4">
                  <p:embed/>
                </p:oleObj>
              </mc:Choice>
              <mc:Fallback>
                <p:oleObj name="" r:id="rId21" imgW="1612900" imgH="4953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994025" y="4586288"/>
                        <a:ext cx="1677988" cy="514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3502" name="Object 30"/>
          <p:cNvGraphicFramePr>
            <a:graphicFrameLocks noChangeAspect="1"/>
          </p:cNvGraphicFramePr>
          <p:nvPr/>
        </p:nvGraphicFramePr>
        <p:xfrm>
          <a:off x="2992438" y="5105400"/>
          <a:ext cx="1500187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23" imgW="1574165" imgH="495300" progId="Equation.DSMT4">
                  <p:embed/>
                </p:oleObj>
              </mc:Choice>
              <mc:Fallback>
                <p:oleObj name="" r:id="rId23" imgW="1574165" imgH="4953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992438" y="5105400"/>
                        <a:ext cx="1500187" cy="496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3503" name="AutoShape 31"/>
          <p:cNvSpPr/>
          <p:nvPr/>
        </p:nvSpPr>
        <p:spPr>
          <a:xfrm>
            <a:off x="4654550" y="4706938"/>
            <a:ext cx="228600" cy="742950"/>
          </a:xfrm>
          <a:prstGeom prst="rightBrace">
            <a:avLst>
              <a:gd name="adj1" fmla="val 27083"/>
              <a:gd name="adj2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aphicFrame>
        <p:nvGraphicFramePr>
          <p:cNvPr id="873504" name="Object 32"/>
          <p:cNvGraphicFramePr>
            <a:graphicFrameLocks noChangeAspect="1"/>
          </p:cNvGraphicFramePr>
          <p:nvPr/>
        </p:nvGraphicFramePr>
        <p:xfrm>
          <a:off x="4930775" y="4889500"/>
          <a:ext cx="172878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25" imgW="1866265" imgH="495300" progId="Equation.DSMT4">
                  <p:embed/>
                </p:oleObj>
              </mc:Choice>
              <mc:Fallback>
                <p:oleObj name="" r:id="rId25" imgW="1866265" imgH="4953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930775" y="4889500"/>
                        <a:ext cx="1728788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3505" name="Text Box 33"/>
          <p:cNvSpPr txBox="1"/>
          <p:nvPr/>
        </p:nvSpPr>
        <p:spPr>
          <a:xfrm>
            <a:off x="395288" y="5445125"/>
            <a:ext cx="45434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）解题一般步骤</a:t>
            </a:r>
            <a:endParaRPr lang="zh-CN" altLang="en-US" sz="2800" b="1" dirty="0"/>
          </a:p>
        </p:txBody>
      </p:sp>
      <p:sp>
        <p:nvSpPr>
          <p:cNvPr id="873506" name="Text Box 34"/>
          <p:cNvSpPr txBox="1"/>
          <p:nvPr/>
        </p:nvSpPr>
        <p:spPr>
          <a:xfrm>
            <a:off x="1031875" y="6042025"/>
            <a:ext cx="1524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由</a:t>
            </a:r>
            <a:r>
              <a:rPr lang="en-US" altLang="zh-CN" sz="2800" b="1" i="1" dirty="0"/>
              <a:t>q</a:t>
            </a:r>
            <a:r>
              <a:rPr lang="zh-CN" altLang="en-US" sz="2800" b="1" baseline="-25000" dirty="0"/>
              <a:t>自</a:t>
            </a:r>
            <a:endParaRPr lang="zh-CN" altLang="en-US" sz="2800" b="1" dirty="0"/>
          </a:p>
        </p:txBody>
      </p:sp>
      <p:sp>
        <p:nvSpPr>
          <p:cNvPr id="873507" name="Line 35"/>
          <p:cNvSpPr/>
          <p:nvPr/>
        </p:nvSpPr>
        <p:spPr>
          <a:xfrm>
            <a:off x="1857375" y="6491288"/>
            <a:ext cx="22098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873508" name="Object 36"/>
          <p:cNvGraphicFramePr>
            <a:graphicFrameLocks noChangeAspect="1"/>
          </p:cNvGraphicFramePr>
          <p:nvPr/>
        </p:nvGraphicFramePr>
        <p:xfrm>
          <a:off x="4129088" y="6129338"/>
          <a:ext cx="3714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27" imgW="317500" imgH="368300" progId="Equation.3">
                  <p:embed/>
                </p:oleObj>
              </mc:Choice>
              <mc:Fallback>
                <p:oleObj name="" r:id="rId27" imgW="317500" imgH="3683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129088" y="6129338"/>
                        <a:ext cx="37147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3509" name="Line 37"/>
          <p:cNvSpPr/>
          <p:nvPr/>
        </p:nvSpPr>
        <p:spPr>
          <a:xfrm>
            <a:off x="4570413" y="6491288"/>
            <a:ext cx="13716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873510" name="Object 38"/>
          <p:cNvGraphicFramePr>
            <a:graphicFrameLocks noChangeAspect="1"/>
          </p:cNvGraphicFramePr>
          <p:nvPr/>
        </p:nvGraphicFramePr>
        <p:xfrm>
          <a:off x="4722813" y="5772150"/>
          <a:ext cx="965200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29" imgW="1028065" imgH="774065" progId="Equation.DSMT4">
                  <p:embed/>
                </p:oleObj>
              </mc:Choice>
              <mc:Fallback>
                <p:oleObj name="" r:id="rId29" imgW="1028065" imgH="774065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722813" y="5772150"/>
                        <a:ext cx="965200" cy="725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3511" name="Line 39"/>
          <p:cNvSpPr/>
          <p:nvPr/>
        </p:nvSpPr>
        <p:spPr>
          <a:xfrm>
            <a:off x="6443663" y="6521450"/>
            <a:ext cx="17526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873512" name="Object 40"/>
          <p:cNvGraphicFramePr>
            <a:graphicFrameLocks noChangeAspect="1"/>
          </p:cNvGraphicFramePr>
          <p:nvPr/>
        </p:nvGraphicFramePr>
        <p:xfrm>
          <a:off x="6500813" y="5913438"/>
          <a:ext cx="137795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1" imgW="1612900" imgH="495300" progId="Equation.DSMT4">
                  <p:embed/>
                </p:oleObj>
              </mc:Choice>
              <mc:Fallback>
                <p:oleObj name="" r:id="rId31" imgW="1612900" imgH="4953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500813" y="5913438"/>
                        <a:ext cx="1377950" cy="471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3513" name="Object 41"/>
          <p:cNvGraphicFramePr>
            <a:graphicFrameLocks noChangeAspect="1"/>
          </p:cNvGraphicFramePr>
          <p:nvPr/>
        </p:nvGraphicFramePr>
        <p:xfrm>
          <a:off x="6011863" y="6127750"/>
          <a:ext cx="379412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33" imgW="317500" imgH="368300" progId="Equation.3">
                  <p:embed/>
                </p:oleObj>
              </mc:Choice>
              <mc:Fallback>
                <p:oleObj name="" r:id="rId33" imgW="317500" imgH="3683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011863" y="6127750"/>
                        <a:ext cx="379412" cy="439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3514" name="Object 42"/>
          <p:cNvGraphicFramePr>
            <a:graphicFrameLocks noChangeAspect="1"/>
          </p:cNvGraphicFramePr>
          <p:nvPr/>
        </p:nvGraphicFramePr>
        <p:xfrm>
          <a:off x="8243888" y="6127750"/>
          <a:ext cx="320675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35" imgW="292100" imgH="368300" progId="Equation.3">
                  <p:embed/>
                </p:oleObj>
              </mc:Choice>
              <mc:Fallback>
                <p:oleObj name="" r:id="rId35" imgW="292100" imgH="3683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8243888" y="6127750"/>
                        <a:ext cx="320675" cy="404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3515" name="Object 43"/>
          <p:cNvGraphicFramePr>
            <a:graphicFrameLocks noChangeAspect="1"/>
          </p:cNvGraphicFramePr>
          <p:nvPr/>
        </p:nvGraphicFramePr>
        <p:xfrm>
          <a:off x="1943100" y="5911850"/>
          <a:ext cx="2041525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37" imgW="2209800" imgH="774700" progId="Equation.DSMT4">
                  <p:embed/>
                </p:oleObj>
              </mc:Choice>
              <mc:Fallback>
                <p:oleObj name="" r:id="rId37" imgW="2209800" imgH="7747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943100" y="5911850"/>
                        <a:ext cx="2041525" cy="727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3516" name="Text Box 44"/>
          <p:cNvSpPr txBox="1"/>
          <p:nvPr/>
        </p:nvSpPr>
        <p:spPr>
          <a:xfrm>
            <a:off x="3419475" y="6296025"/>
            <a:ext cx="388938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1600" b="1" dirty="0"/>
              <a:t>内</a:t>
            </a:r>
            <a:endParaRPr lang="zh-CN" altLang="en-US" sz="1600" b="1" dirty="0"/>
          </a:p>
        </p:txBody>
      </p:sp>
      <p:sp>
        <p:nvSpPr>
          <p:cNvPr id="873517" name="Oval 45"/>
          <p:cNvSpPr/>
          <p:nvPr/>
        </p:nvSpPr>
        <p:spPr>
          <a:xfrm>
            <a:off x="1943100" y="6092825"/>
            <a:ext cx="144463" cy="144463"/>
          </a:xfrm>
          <a:prstGeom prst="ellipse">
            <a:avLst/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73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73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73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73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73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73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73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73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5" dur="75"/>
                                        <p:tgtEl>
                                          <p:spTgt spid="87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0" dur="500"/>
                                        <p:tgtEl>
                                          <p:spTgt spid="87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4" dur="75"/>
                                        <p:tgtEl>
                                          <p:spTgt spid="87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500"/>
                                        <p:tgtEl>
                                          <p:spTgt spid="87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3" dur="75"/>
                                        <p:tgtEl>
                                          <p:spTgt spid="87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8" dur="500"/>
                                        <p:tgtEl>
                                          <p:spTgt spid="87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3" dur="500"/>
                                        <p:tgtEl>
                                          <p:spTgt spid="87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73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73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8735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8735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6" dur="500"/>
                                        <p:tgtEl>
                                          <p:spTgt spid="873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873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873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73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873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873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873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873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873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75" fill="hold"/>
                                        <p:tgtEl>
                                          <p:spTgt spid="873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75" fill="hold"/>
                                        <p:tgtEl>
                                          <p:spTgt spid="873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75" fill="hold"/>
                                        <p:tgtEl>
                                          <p:spTgt spid="873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5" fill="hold"/>
                                        <p:tgtEl>
                                          <p:spTgt spid="873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873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873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873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873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873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8735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8735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6" dur="500"/>
                                        <p:tgtEl>
                                          <p:spTgt spid="873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873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873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873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873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873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873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8735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8735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8735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8735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873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6" dur="500"/>
                                        <p:tgtEl>
                                          <p:spTgt spid="873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1" dur="500"/>
                                        <p:tgtEl>
                                          <p:spTgt spid="873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3483" grpId="0" animBg="1"/>
      <p:bldP spid="873484" grpId="0"/>
      <p:bldP spid="873490" grpId="0"/>
      <p:bldP spid="873491" grpId="0"/>
      <p:bldP spid="873494" grpId="0"/>
      <p:bldP spid="873495" grpId="0"/>
      <p:bldP spid="873496" grpId="0" animBg="1"/>
      <p:bldP spid="873503" grpId="0" animBg="1"/>
      <p:bldP spid="873505" grpId="0"/>
      <p:bldP spid="873506" grpId="0"/>
      <p:bldP spid="873516" grpId="0"/>
      <p:bldP spid="8735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9076" name="Rectangle 4" descr="花岗岩"/>
          <p:cNvSpPr/>
          <p:nvPr/>
        </p:nvSpPr>
        <p:spPr>
          <a:xfrm>
            <a:off x="5543550" y="1484313"/>
            <a:ext cx="2987675" cy="3097212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  <a:effectLst>
            <a:outerShdw dist="107763" dir="2699999" algn="ctr" rotWithShape="0">
              <a:schemeClr val="bg2">
                <a:alpha val="50000"/>
              </a:schemeClr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899077" name="Text Box 5"/>
          <p:cNvSpPr txBox="1"/>
          <p:nvPr/>
        </p:nvSpPr>
        <p:spPr>
          <a:xfrm>
            <a:off x="468313" y="382588"/>
            <a:ext cx="8675687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例、</a:t>
            </a:r>
            <a:r>
              <a:rPr lang="zh-CN" altLang="en-US" sz="2800" b="1" dirty="0"/>
              <a:t>一个金属球半径为</a:t>
            </a:r>
            <a:r>
              <a:rPr lang="en-US" altLang="zh-CN" sz="2800" b="1" i="1" dirty="0"/>
              <a:t>R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带电量</a:t>
            </a:r>
            <a:r>
              <a:rPr lang="en-US" altLang="zh-CN" b="1" i="1" dirty="0"/>
              <a:t>Q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放在均匀的介电</a:t>
            </a:r>
            <a:endParaRPr lang="zh-CN" altLang="en-US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       常数为</a:t>
            </a:r>
            <a:r>
              <a:rPr lang="zh-CN" altLang="en-US" sz="2800" b="1" i="1" dirty="0">
                <a:sym typeface="Symbol" panose="05050102010706020507" pitchFamily="18" charset="2"/>
              </a:rPr>
              <a:t> </a:t>
            </a:r>
            <a:r>
              <a:rPr lang="zh-CN" altLang="en-US" sz="2800" b="1" dirty="0">
                <a:sym typeface="Symbol" panose="05050102010706020507" pitchFamily="18" charset="2"/>
              </a:rPr>
              <a:t>的</a:t>
            </a:r>
            <a:r>
              <a:rPr lang="zh-CN" altLang="en-US" sz="2800" b="1" dirty="0"/>
              <a:t>电介质中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求任一点场强及界面处</a:t>
            </a:r>
            <a:r>
              <a:rPr lang="zh-CN" altLang="en-US" sz="2800" b="1" dirty="0">
                <a:sym typeface="Symbol" panose="05050102010706020507" pitchFamily="18" charset="2"/>
              </a:rPr>
              <a:t></a:t>
            </a:r>
            <a:r>
              <a:rPr lang="en-US" altLang="zh-CN" sz="2800" b="1" i="1" dirty="0">
                <a:cs typeface="Times New Roman" panose="02020603050405020304" pitchFamily="18" charset="0"/>
                <a:sym typeface="Symbol" panose="05050102010706020507" pitchFamily="18" charset="2"/>
              </a:rPr>
              <a:t>'</a:t>
            </a:r>
            <a:r>
              <a:rPr lang="zh-CN" altLang="en-US" sz="2800" b="1" dirty="0"/>
              <a:t>？</a:t>
            </a:r>
            <a:endParaRPr lang="zh-CN" altLang="en-US" sz="2800" b="1" dirty="0"/>
          </a:p>
        </p:txBody>
      </p:sp>
      <p:grpSp>
        <p:nvGrpSpPr>
          <p:cNvPr id="899078" name="Group 6"/>
          <p:cNvGrpSpPr/>
          <p:nvPr/>
        </p:nvGrpSpPr>
        <p:grpSpPr>
          <a:xfrm>
            <a:off x="6192838" y="1771650"/>
            <a:ext cx="1676400" cy="1930400"/>
            <a:chOff x="576" y="1232"/>
            <a:chExt cx="1056" cy="1216"/>
          </a:xfrm>
        </p:grpSpPr>
        <p:sp>
          <p:nvSpPr>
            <p:cNvPr id="13339" name="Oval 7"/>
            <p:cNvSpPr/>
            <p:nvPr/>
          </p:nvSpPr>
          <p:spPr>
            <a:xfrm>
              <a:off x="576" y="1440"/>
              <a:ext cx="1056" cy="1008"/>
            </a:xfrm>
            <a:prstGeom prst="ellipse">
              <a:avLst/>
            </a:prstGeom>
            <a:gradFill rotWithShape="0">
              <a:gsLst>
                <a:gs pos="0">
                  <a:srgbClr val="FF9933"/>
                </a:gs>
                <a:gs pos="100000">
                  <a:srgbClr val="764718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3340" name="Line 8"/>
            <p:cNvSpPr/>
            <p:nvPr/>
          </p:nvSpPr>
          <p:spPr>
            <a:xfrm flipV="1">
              <a:off x="1104" y="1584"/>
              <a:ext cx="384" cy="384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lg"/>
            </a:ln>
          </p:spPr>
        </p:sp>
        <p:graphicFrame>
          <p:nvGraphicFramePr>
            <p:cNvPr id="13341" name="Object 9"/>
            <p:cNvGraphicFramePr>
              <a:graphicFrameLocks noChangeAspect="1"/>
            </p:cNvGraphicFramePr>
            <p:nvPr/>
          </p:nvGraphicFramePr>
          <p:xfrm>
            <a:off x="1136" y="1584"/>
            <a:ext cx="208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" r:id="rId2" imgW="360680" imgH="344170" progId="Equation.3">
                    <p:embed/>
                  </p:oleObj>
                </mc:Choice>
                <mc:Fallback>
                  <p:oleObj name="" r:id="rId2" imgW="360680" imgH="344170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36" y="1584"/>
                          <a:ext cx="208" cy="1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2" name="Object 10"/>
            <p:cNvGraphicFramePr>
              <a:graphicFrameLocks noChangeAspect="1"/>
            </p:cNvGraphicFramePr>
            <p:nvPr/>
          </p:nvGraphicFramePr>
          <p:xfrm>
            <a:off x="937" y="1232"/>
            <a:ext cx="18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name="" r:id="rId4" imgW="318770" imgH="427990" progId="Equation.DSMT4">
                    <p:embed/>
                  </p:oleObj>
                </mc:Choice>
                <mc:Fallback>
                  <p:oleObj name="" r:id="rId4" imgW="318770" imgH="427990" progId="Equation.DSMT4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37" y="1232"/>
                          <a:ext cx="183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99083" name="Text Box 11"/>
          <p:cNvSpPr txBox="1"/>
          <p:nvPr/>
        </p:nvSpPr>
        <p:spPr>
          <a:xfrm>
            <a:off x="566738" y="1433513"/>
            <a:ext cx="4797425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解：</a:t>
            </a:r>
            <a:r>
              <a:rPr lang="zh-CN" altLang="en-US" sz="2800" b="1" dirty="0">
                <a:latin typeface="宋体" panose="02010600030101010101" pitchFamily="2" charset="-122"/>
              </a:rPr>
              <a:t>导体静电平衡的条件成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    立吗？</a:t>
            </a:r>
            <a:endParaRPr lang="zh-CN" altLang="en-US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899084" name="Text Box 12"/>
          <p:cNvSpPr txBox="1"/>
          <p:nvPr/>
        </p:nvSpPr>
        <p:spPr>
          <a:xfrm>
            <a:off x="1289050" y="2349500"/>
            <a:ext cx="5227638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/>
              <a:t>Q</a:t>
            </a:r>
            <a:r>
              <a:rPr lang="zh-CN" altLang="en-US" sz="2800" b="1" dirty="0">
                <a:latin typeface="宋体" panose="02010600030101010101" pitchFamily="2" charset="-122"/>
              </a:rPr>
              <a:t>均匀地分布在球表面上，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球外的场具有球对称性。</a:t>
            </a:r>
            <a:endParaRPr lang="zh-CN" altLang="en-US" sz="2800" b="1" dirty="0"/>
          </a:p>
        </p:txBody>
      </p:sp>
      <p:sp>
        <p:nvSpPr>
          <p:cNvPr id="899085" name="Text Box 13"/>
          <p:cNvSpPr txBox="1"/>
          <p:nvPr/>
        </p:nvSpPr>
        <p:spPr>
          <a:xfrm>
            <a:off x="827088" y="3284538"/>
            <a:ext cx="47371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取</a:t>
            </a:r>
            <a:r>
              <a:rPr lang="en-US" altLang="zh-CN" sz="2800" b="1" i="1" dirty="0"/>
              <a:t>r </a:t>
            </a:r>
            <a:r>
              <a:rPr lang="en-US" altLang="zh-CN" sz="2800" b="1" dirty="0"/>
              <a:t>&gt;</a:t>
            </a:r>
            <a:r>
              <a:rPr lang="en-US" altLang="zh-CN" sz="2800" b="1" i="1" dirty="0"/>
              <a:t>R</a:t>
            </a:r>
            <a:r>
              <a:rPr lang="zh-CN" altLang="en-US" sz="2800" b="1" dirty="0"/>
              <a:t>的同心高斯球面</a:t>
            </a:r>
            <a:endParaRPr lang="zh-CN" altLang="en-US" sz="2800" b="1" dirty="0"/>
          </a:p>
        </p:txBody>
      </p:sp>
      <p:grpSp>
        <p:nvGrpSpPr>
          <p:cNvPr id="899086" name="Group 14"/>
          <p:cNvGrpSpPr/>
          <p:nvPr/>
        </p:nvGrpSpPr>
        <p:grpSpPr>
          <a:xfrm>
            <a:off x="5832475" y="1736725"/>
            <a:ext cx="2376488" cy="2376488"/>
            <a:chOff x="3674" y="1185"/>
            <a:chExt cx="1497" cy="1497"/>
          </a:xfrm>
        </p:grpSpPr>
        <p:sp>
          <p:nvSpPr>
            <p:cNvPr id="13336" name="Oval 15"/>
            <p:cNvSpPr/>
            <p:nvPr/>
          </p:nvSpPr>
          <p:spPr>
            <a:xfrm>
              <a:off x="3674" y="1185"/>
              <a:ext cx="1497" cy="1497"/>
            </a:xfrm>
            <a:prstGeom prst="ellipse">
              <a:avLst/>
            </a:prstGeom>
            <a:noFill/>
            <a:ln w="41275" cap="flat" cmpd="sng">
              <a:solidFill>
                <a:srgbClr val="FF0000"/>
              </a:solidFill>
              <a:prstDash val="sysDot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graphicFrame>
          <p:nvGraphicFramePr>
            <p:cNvPr id="13337" name="Object 16"/>
            <p:cNvGraphicFramePr>
              <a:graphicFrameLocks noChangeAspect="1"/>
            </p:cNvGraphicFramePr>
            <p:nvPr/>
          </p:nvGraphicFramePr>
          <p:xfrm>
            <a:off x="4037" y="2364"/>
            <a:ext cx="148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" name="" r:id="rId6" imgW="193040" imgH="226695" progId="Equation.DSMT4">
                    <p:embed/>
                  </p:oleObj>
                </mc:Choice>
                <mc:Fallback>
                  <p:oleObj name="" r:id="rId6" imgW="193040" imgH="226695" progId="Equation.DSMT4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37" y="2364"/>
                          <a:ext cx="148" cy="1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8" name="Line 17"/>
            <p:cNvSpPr/>
            <p:nvPr/>
          </p:nvSpPr>
          <p:spPr>
            <a:xfrm flipH="1">
              <a:off x="4173" y="1956"/>
              <a:ext cx="249" cy="68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lg"/>
            </a:ln>
          </p:spPr>
        </p:sp>
      </p:grpSp>
      <p:sp>
        <p:nvSpPr>
          <p:cNvPr id="899090" name="Text Box 18"/>
          <p:cNvSpPr txBox="1"/>
          <p:nvPr/>
        </p:nvSpPr>
        <p:spPr>
          <a:xfrm>
            <a:off x="1331913" y="3824288"/>
            <a:ext cx="25558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则</a:t>
            </a:r>
            <a:endParaRPr lang="zh-CN" altLang="en-US" sz="2800" b="1" dirty="0"/>
          </a:p>
        </p:txBody>
      </p:sp>
      <p:graphicFrame>
        <p:nvGraphicFramePr>
          <p:cNvPr id="899091" name="Object 19"/>
          <p:cNvGraphicFramePr>
            <a:graphicFrameLocks noChangeAspect="1"/>
          </p:cNvGraphicFramePr>
          <p:nvPr/>
        </p:nvGraphicFramePr>
        <p:xfrm>
          <a:off x="2232025" y="4391025"/>
          <a:ext cx="1582738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8" imgW="1777365" imgH="812165" progId="Equation.DSMT4">
                  <p:embed/>
                </p:oleObj>
              </mc:Choice>
              <mc:Fallback>
                <p:oleObj name="" r:id="rId8" imgW="1777365" imgH="812165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32025" y="4391025"/>
                        <a:ext cx="1582738" cy="801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99092" name="Group 20"/>
          <p:cNvGrpSpPr/>
          <p:nvPr/>
        </p:nvGrpSpPr>
        <p:grpSpPr>
          <a:xfrm>
            <a:off x="2268538" y="3848100"/>
            <a:ext cx="1873250" cy="552450"/>
            <a:chOff x="1246" y="2379"/>
            <a:chExt cx="1339" cy="416"/>
          </a:xfrm>
        </p:grpSpPr>
        <p:graphicFrame>
          <p:nvGraphicFramePr>
            <p:cNvPr id="13334" name="Object 21"/>
            <p:cNvGraphicFramePr>
              <a:graphicFrameLocks noChangeAspect="1"/>
            </p:cNvGraphicFramePr>
            <p:nvPr/>
          </p:nvGraphicFramePr>
          <p:xfrm>
            <a:off x="1246" y="2379"/>
            <a:ext cx="1339" cy="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10" imgW="1841500" imgH="571500" progId="Equation.DSMT4">
                    <p:embed/>
                  </p:oleObj>
                </mc:Choice>
                <mc:Fallback>
                  <p:oleObj name="" r:id="rId10" imgW="1841500" imgH="571500" progId="Equation.DSMT4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246" y="2379"/>
                          <a:ext cx="1339" cy="4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5" name="Oval 22"/>
            <p:cNvSpPr/>
            <p:nvPr/>
          </p:nvSpPr>
          <p:spPr>
            <a:xfrm>
              <a:off x="1247" y="2500"/>
              <a:ext cx="113" cy="113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</p:grpSp>
      <p:sp>
        <p:nvSpPr>
          <p:cNvPr id="899095" name="Text Box 23"/>
          <p:cNvSpPr txBox="1"/>
          <p:nvPr/>
        </p:nvSpPr>
        <p:spPr>
          <a:xfrm>
            <a:off x="1368425" y="4471988"/>
            <a:ext cx="25558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即</a:t>
            </a:r>
            <a:endParaRPr lang="zh-CN" altLang="en-US" sz="2800" b="1" dirty="0"/>
          </a:p>
        </p:txBody>
      </p:sp>
      <p:sp>
        <p:nvSpPr>
          <p:cNvPr id="899096" name="Text Box 24"/>
          <p:cNvSpPr txBox="1"/>
          <p:nvPr/>
        </p:nvSpPr>
        <p:spPr>
          <a:xfrm>
            <a:off x="1368425" y="5181600"/>
            <a:ext cx="10429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fontAlgn="b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又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graphicFrame>
        <p:nvGraphicFramePr>
          <p:cNvPr id="899097" name="Object 25"/>
          <p:cNvGraphicFramePr>
            <a:graphicFrameLocks noChangeAspect="1"/>
          </p:cNvGraphicFramePr>
          <p:nvPr/>
        </p:nvGraphicFramePr>
        <p:xfrm>
          <a:off x="2159000" y="5218113"/>
          <a:ext cx="14763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2" imgW="1459865" imgH="482600" progId="Equation.DSMT4">
                  <p:embed/>
                </p:oleObj>
              </mc:Choice>
              <mc:Fallback>
                <p:oleObj name="" r:id="rId12" imgW="1459865" imgH="4826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59000" y="5218113"/>
                        <a:ext cx="1476375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9098" name="Object 26"/>
          <p:cNvGraphicFramePr>
            <a:graphicFrameLocks noChangeAspect="1"/>
          </p:cNvGraphicFramePr>
          <p:nvPr/>
        </p:nvGraphicFramePr>
        <p:xfrm>
          <a:off x="3959225" y="5038725"/>
          <a:ext cx="3717925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4" imgW="3619500" imgH="914400" progId="Equation.DSMT4">
                  <p:embed/>
                </p:oleObj>
              </mc:Choice>
              <mc:Fallback>
                <p:oleObj name="" r:id="rId14" imgW="3619500" imgH="9144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959225" y="5038725"/>
                        <a:ext cx="3717925" cy="946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9099" name="Object 27"/>
          <p:cNvGraphicFramePr>
            <a:graphicFrameLocks noChangeAspect="1"/>
          </p:cNvGraphicFramePr>
          <p:nvPr/>
        </p:nvGraphicFramePr>
        <p:xfrm>
          <a:off x="1187450" y="6021388"/>
          <a:ext cx="5040313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6" imgW="4648200" imgH="431800" progId="Equation.DSMT4">
                  <p:embed/>
                </p:oleObj>
              </mc:Choice>
              <mc:Fallback>
                <p:oleObj name="" r:id="rId16" imgW="4648200" imgH="4318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187450" y="6021388"/>
                        <a:ext cx="5040313" cy="468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9100" name="Object 28"/>
          <p:cNvGraphicFramePr>
            <a:graphicFrameLocks noChangeAspect="1"/>
          </p:cNvGraphicFramePr>
          <p:nvPr/>
        </p:nvGraphicFramePr>
        <p:xfrm>
          <a:off x="6227763" y="5842000"/>
          <a:ext cx="212407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8" imgW="2260600" imgH="876300" progId="Equation.DSMT4">
                  <p:embed/>
                </p:oleObj>
              </mc:Choice>
              <mc:Fallback>
                <p:oleObj name="" r:id="rId18" imgW="2260600" imgH="8763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227763" y="5842000"/>
                        <a:ext cx="2124075" cy="822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9101" name="Text Box 29"/>
          <p:cNvSpPr txBox="1"/>
          <p:nvPr/>
        </p:nvSpPr>
        <p:spPr>
          <a:xfrm>
            <a:off x="2863850" y="5970588"/>
            <a:ext cx="303213" cy="519112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-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899102" name="Text Box 30"/>
          <p:cNvSpPr txBox="1"/>
          <p:nvPr/>
        </p:nvSpPr>
        <p:spPr>
          <a:xfrm>
            <a:off x="4232275" y="5937250"/>
            <a:ext cx="303213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-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899103" name="Text Box 31"/>
          <p:cNvSpPr txBox="1"/>
          <p:nvPr/>
        </p:nvSpPr>
        <p:spPr>
          <a:xfrm>
            <a:off x="6326188" y="5934075"/>
            <a:ext cx="303212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-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899104" name="Object 32"/>
          <p:cNvGraphicFramePr>
            <a:graphicFrameLocks noChangeAspect="1"/>
          </p:cNvGraphicFramePr>
          <p:nvPr/>
        </p:nvGraphicFramePr>
        <p:xfrm>
          <a:off x="2916238" y="1916113"/>
          <a:ext cx="161925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20" imgW="1048385" imgH="243205" progId="Equation.3">
                  <p:embed/>
                </p:oleObj>
              </mc:Choice>
              <mc:Fallback>
                <p:oleObj name="" r:id="rId20" imgW="1048385" imgH="243205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1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16238" y="1916113"/>
                        <a:ext cx="1619250" cy="458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99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99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99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99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99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99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0" dur="500"/>
                                        <p:tgtEl>
                                          <p:spTgt spid="899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99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" dur="500"/>
                                        <p:tgtEl>
                                          <p:spTgt spid="899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9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99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99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9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0" dur="500"/>
                                        <p:tgtEl>
                                          <p:spTgt spid="89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990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8990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990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990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990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8990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89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899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899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899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89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899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9076" grpId="0" animBg="1"/>
      <p:bldP spid="899077" grpId="0"/>
      <p:bldP spid="899083" grpId="0"/>
      <p:bldP spid="899084" grpId="0"/>
      <p:bldP spid="899085" grpId="0"/>
      <p:bldP spid="899090" grpId="0"/>
      <p:bldP spid="899095" grpId="0"/>
      <p:bldP spid="899096" grpId="0"/>
      <p:bldP spid="899101" grpId="0"/>
      <p:bldP spid="899102" grpId="0"/>
      <p:bldP spid="89910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3298" name="Rectangle 2" descr="花岗岩"/>
          <p:cNvSpPr/>
          <p:nvPr/>
        </p:nvSpPr>
        <p:spPr>
          <a:xfrm>
            <a:off x="5616575" y="1016000"/>
            <a:ext cx="2987675" cy="3097213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  <a:effectLst>
            <a:outerShdw dist="107763" dir="2699999" algn="ctr" rotWithShape="0">
              <a:schemeClr val="bg2">
                <a:alpha val="50000"/>
              </a:schemeClr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823300" name="AutoShape 4"/>
          <p:cNvSpPr/>
          <p:nvPr/>
        </p:nvSpPr>
        <p:spPr>
          <a:xfrm>
            <a:off x="363538" y="1835150"/>
            <a:ext cx="2192337" cy="838200"/>
          </a:xfrm>
          <a:prstGeom prst="cloudCallout">
            <a:avLst>
              <a:gd name="adj1" fmla="val 77588"/>
              <a:gd name="adj2" fmla="val 70454"/>
            </a:avLst>
          </a:prstGeom>
          <a:solidFill>
            <a:schemeClr val="bg1"/>
          </a:solidFill>
          <a:ln w="38100" cap="flat" cmpd="sng">
            <a:solidFill>
              <a:srgbClr val="FF0066"/>
            </a:solidFill>
            <a:prstDash val="sysDot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  <a:ea typeface="隶书" panose="02010509060101010101" pitchFamily="49" charset="-122"/>
              </a:rPr>
              <a:t>结论</a:t>
            </a:r>
            <a:endParaRPr lang="zh-CN" altLang="en-US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823301" name="Text Box 5"/>
          <p:cNvSpPr txBox="1"/>
          <p:nvPr/>
        </p:nvSpPr>
        <p:spPr>
          <a:xfrm>
            <a:off x="647700" y="2767013"/>
            <a:ext cx="662463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1</a:t>
            </a:r>
            <a:r>
              <a:rPr lang="en-US" altLang="zh-CN" sz="2800" b="1" dirty="0">
                <a:cs typeface="Times New Roman" panose="02020603050405020304" pitchFamily="18" charset="0"/>
              </a:rPr>
              <a:t>º  </a:t>
            </a:r>
            <a:r>
              <a:rPr lang="en-US" altLang="zh-CN" sz="2800" b="1" i="1" dirty="0"/>
              <a:t>r </a:t>
            </a:r>
            <a:r>
              <a:rPr lang="zh-CN" altLang="en-US" sz="2800" b="1" dirty="0"/>
              <a:t>不同，各点极化程度</a:t>
            </a:r>
            <a:r>
              <a:rPr lang="en-US" altLang="zh-CN" sz="2800" b="1" i="1" dirty="0"/>
              <a:t>P</a:t>
            </a:r>
            <a:r>
              <a:rPr lang="zh-CN" altLang="en-US" sz="2800" b="1" dirty="0"/>
              <a:t>不同。</a:t>
            </a:r>
            <a:endParaRPr lang="zh-CN" altLang="en-US" sz="2800" b="1" dirty="0"/>
          </a:p>
        </p:txBody>
      </p:sp>
      <p:sp>
        <p:nvSpPr>
          <p:cNvPr id="823302" name="Text Box 6"/>
          <p:cNvSpPr txBox="1"/>
          <p:nvPr/>
        </p:nvSpPr>
        <p:spPr>
          <a:xfrm>
            <a:off x="658813" y="3584575"/>
            <a:ext cx="13176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2</a:t>
            </a:r>
            <a:r>
              <a:rPr lang="en-US" altLang="zh-CN" sz="2800" b="1" dirty="0">
                <a:cs typeface="Times New Roman" panose="02020603050405020304" pitchFamily="18" charset="0"/>
              </a:rPr>
              <a:t>º </a:t>
            </a:r>
            <a:endParaRPr lang="en-US" altLang="zh-CN" sz="2800" b="1" dirty="0"/>
          </a:p>
        </p:txBody>
      </p:sp>
      <p:graphicFrame>
        <p:nvGraphicFramePr>
          <p:cNvPr id="823303" name="Object 7"/>
          <p:cNvGraphicFramePr>
            <a:graphicFrameLocks noChangeAspect="1"/>
          </p:cNvGraphicFramePr>
          <p:nvPr/>
        </p:nvGraphicFramePr>
        <p:xfrm>
          <a:off x="1162050" y="3409950"/>
          <a:ext cx="189547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2" imgW="1993900" imgH="889000" progId="Equation.DSMT4">
                  <p:embed/>
                </p:oleObj>
              </mc:Choice>
              <mc:Fallback>
                <p:oleObj name="" r:id="rId2" imgW="1993900" imgH="8890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62050" y="3409950"/>
                        <a:ext cx="1895475" cy="895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304" name="Object 8"/>
          <p:cNvGraphicFramePr>
            <a:graphicFrameLocks noChangeAspect="1"/>
          </p:cNvGraphicFramePr>
          <p:nvPr/>
        </p:nvGraphicFramePr>
        <p:xfrm>
          <a:off x="3024188" y="4352925"/>
          <a:ext cx="3937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4" imgW="393700" imgH="799465" progId="Equation.DSMT4">
                  <p:embed/>
                </p:oleObj>
              </mc:Choice>
              <mc:Fallback>
                <p:oleObj name="" r:id="rId4" imgW="393700" imgH="799465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24188" y="4352925"/>
                        <a:ext cx="39370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305" name="Text Box 9"/>
          <p:cNvSpPr txBox="1"/>
          <p:nvPr/>
        </p:nvSpPr>
        <p:spPr>
          <a:xfrm>
            <a:off x="1223963" y="5214938"/>
            <a:ext cx="63373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球面处的介质表面上出现了束缚电荷</a:t>
            </a:r>
            <a:r>
              <a:rPr lang="zh-CN" altLang="en-US" sz="2800" b="1" i="1" dirty="0">
                <a:sym typeface="Symbol" panose="05050102010706020507" pitchFamily="18" charset="2"/>
              </a:rPr>
              <a:t></a:t>
            </a:r>
            <a:r>
              <a:rPr lang="en-US" altLang="zh-CN" sz="2800" b="1" i="1" dirty="0"/>
              <a:t>' </a:t>
            </a:r>
            <a:r>
              <a:rPr lang="en-US" altLang="zh-CN" sz="2800" b="1" dirty="0"/>
              <a:t>!</a:t>
            </a:r>
            <a:endParaRPr lang="en-US" altLang="zh-CN" sz="2800" b="1" dirty="0"/>
          </a:p>
        </p:txBody>
      </p:sp>
      <p:graphicFrame>
        <p:nvGraphicFramePr>
          <p:cNvPr id="823306" name="Object 10"/>
          <p:cNvGraphicFramePr>
            <a:graphicFrameLocks noChangeAspect="1"/>
          </p:cNvGraphicFramePr>
          <p:nvPr/>
        </p:nvGraphicFramePr>
        <p:xfrm>
          <a:off x="3095625" y="3414713"/>
          <a:ext cx="1381125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6" imgW="1384300" imgH="889000" progId="Equation.DSMT4">
                  <p:embed/>
                </p:oleObj>
              </mc:Choice>
              <mc:Fallback>
                <p:oleObj name="" r:id="rId6" imgW="1384300" imgH="8890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95625" y="3414713"/>
                        <a:ext cx="1381125" cy="887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3307" name="Group 11"/>
          <p:cNvGrpSpPr/>
          <p:nvPr/>
        </p:nvGrpSpPr>
        <p:grpSpPr>
          <a:xfrm>
            <a:off x="6145213" y="1222375"/>
            <a:ext cx="2132012" cy="2286000"/>
            <a:chOff x="96" y="912"/>
            <a:chExt cx="1343" cy="1440"/>
          </a:xfrm>
        </p:grpSpPr>
        <p:sp>
          <p:nvSpPr>
            <p:cNvPr id="14359" name="Oval 12"/>
            <p:cNvSpPr/>
            <p:nvPr/>
          </p:nvSpPr>
          <p:spPr>
            <a:xfrm>
              <a:off x="144" y="1056"/>
              <a:ext cx="1248" cy="1200"/>
            </a:xfrm>
            <a:prstGeom prst="ellipse">
              <a:avLst/>
            </a:prstGeom>
            <a:solidFill>
              <a:srgbClr val="0033CC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4360" name="Text Box 13"/>
            <p:cNvSpPr txBox="1"/>
            <p:nvPr/>
          </p:nvSpPr>
          <p:spPr>
            <a:xfrm>
              <a:off x="1248" y="1440"/>
              <a:ext cx="1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bg1"/>
                  </a:solidFill>
                </a:rPr>
                <a:t>-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14361" name="Text Box 14"/>
            <p:cNvSpPr txBox="1"/>
            <p:nvPr/>
          </p:nvSpPr>
          <p:spPr>
            <a:xfrm>
              <a:off x="385" y="960"/>
              <a:ext cx="1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bg1"/>
                  </a:solidFill>
                </a:rPr>
                <a:t>-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14362" name="Text Box 15"/>
            <p:cNvSpPr txBox="1"/>
            <p:nvPr/>
          </p:nvSpPr>
          <p:spPr>
            <a:xfrm>
              <a:off x="1201" y="1248"/>
              <a:ext cx="1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bg1"/>
                  </a:solidFill>
                </a:rPr>
                <a:t>-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14363" name="Text Box 16"/>
            <p:cNvSpPr txBox="1"/>
            <p:nvPr/>
          </p:nvSpPr>
          <p:spPr>
            <a:xfrm>
              <a:off x="1200" y="1632"/>
              <a:ext cx="1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bg1"/>
                  </a:solidFill>
                </a:rPr>
                <a:t>-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14364" name="Text Box 17"/>
            <p:cNvSpPr txBox="1"/>
            <p:nvPr/>
          </p:nvSpPr>
          <p:spPr>
            <a:xfrm>
              <a:off x="1104" y="1824"/>
              <a:ext cx="1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bg1"/>
                  </a:solidFill>
                </a:rPr>
                <a:t>-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14365" name="Text Box 18"/>
            <p:cNvSpPr txBox="1"/>
            <p:nvPr/>
          </p:nvSpPr>
          <p:spPr>
            <a:xfrm>
              <a:off x="384" y="1920"/>
              <a:ext cx="1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bg1"/>
                  </a:solidFill>
                </a:rPr>
                <a:t>-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14366" name="Text Box 19"/>
            <p:cNvSpPr txBox="1"/>
            <p:nvPr/>
          </p:nvSpPr>
          <p:spPr>
            <a:xfrm>
              <a:off x="912" y="921"/>
              <a:ext cx="1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bg1"/>
                  </a:solidFill>
                </a:rPr>
                <a:t>-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14367" name="Text Box 20"/>
            <p:cNvSpPr txBox="1"/>
            <p:nvPr/>
          </p:nvSpPr>
          <p:spPr>
            <a:xfrm>
              <a:off x="1056" y="1056"/>
              <a:ext cx="1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bg1"/>
                  </a:solidFill>
                </a:rPr>
                <a:t>-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14368" name="Text Box 21"/>
            <p:cNvSpPr txBox="1"/>
            <p:nvPr/>
          </p:nvSpPr>
          <p:spPr>
            <a:xfrm>
              <a:off x="913" y="1977"/>
              <a:ext cx="1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bg1"/>
                  </a:solidFill>
                </a:rPr>
                <a:t>-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14369" name="Text Box 22"/>
            <p:cNvSpPr txBox="1"/>
            <p:nvPr/>
          </p:nvSpPr>
          <p:spPr>
            <a:xfrm>
              <a:off x="720" y="912"/>
              <a:ext cx="1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bg1"/>
                  </a:solidFill>
                </a:rPr>
                <a:t>-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14370" name="Text Box 23"/>
            <p:cNvSpPr txBox="1"/>
            <p:nvPr/>
          </p:nvSpPr>
          <p:spPr>
            <a:xfrm>
              <a:off x="672" y="2025"/>
              <a:ext cx="1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bg1"/>
                  </a:solidFill>
                </a:rPr>
                <a:t>-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14371" name="Text Box 24"/>
            <p:cNvSpPr txBox="1"/>
            <p:nvPr/>
          </p:nvSpPr>
          <p:spPr>
            <a:xfrm>
              <a:off x="240" y="1785"/>
              <a:ext cx="1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bg1"/>
                  </a:solidFill>
                </a:rPr>
                <a:t>-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14372" name="Text Box 25"/>
            <p:cNvSpPr txBox="1"/>
            <p:nvPr/>
          </p:nvSpPr>
          <p:spPr>
            <a:xfrm>
              <a:off x="240" y="1104"/>
              <a:ext cx="1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bg1"/>
                  </a:solidFill>
                </a:rPr>
                <a:t>-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14373" name="Text Box 26"/>
            <p:cNvSpPr txBox="1"/>
            <p:nvPr/>
          </p:nvSpPr>
          <p:spPr>
            <a:xfrm>
              <a:off x="96" y="1344"/>
              <a:ext cx="1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bg1"/>
                  </a:solidFill>
                </a:rPr>
                <a:t>-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14374" name="Text Box 27"/>
            <p:cNvSpPr txBox="1"/>
            <p:nvPr/>
          </p:nvSpPr>
          <p:spPr>
            <a:xfrm>
              <a:off x="97" y="1536"/>
              <a:ext cx="1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bg1"/>
                  </a:solidFill>
                </a:rPr>
                <a:t>-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823324" name="Object 28"/>
          <p:cNvGraphicFramePr>
            <a:graphicFrameLocks noChangeAspect="1"/>
          </p:cNvGraphicFramePr>
          <p:nvPr/>
        </p:nvGraphicFramePr>
        <p:xfrm>
          <a:off x="6183313" y="1412875"/>
          <a:ext cx="3492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8" imgW="327025" imgH="461645" progId="Equation.DSMT4">
                  <p:embed/>
                </p:oleObj>
              </mc:Choice>
              <mc:Fallback>
                <p:oleObj name="" r:id="rId8" imgW="327025" imgH="461645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83313" y="1412875"/>
                        <a:ext cx="349250" cy="466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3325" name="Group 29"/>
          <p:cNvGrpSpPr/>
          <p:nvPr/>
        </p:nvGrpSpPr>
        <p:grpSpPr>
          <a:xfrm>
            <a:off x="6373813" y="1304925"/>
            <a:ext cx="1676400" cy="1898650"/>
            <a:chOff x="576" y="1252"/>
            <a:chExt cx="1056" cy="1196"/>
          </a:xfrm>
        </p:grpSpPr>
        <p:sp>
          <p:nvSpPr>
            <p:cNvPr id="14355" name="Oval 30"/>
            <p:cNvSpPr/>
            <p:nvPr/>
          </p:nvSpPr>
          <p:spPr>
            <a:xfrm>
              <a:off x="576" y="1440"/>
              <a:ext cx="1056" cy="1008"/>
            </a:xfrm>
            <a:prstGeom prst="ellipse">
              <a:avLst/>
            </a:prstGeom>
            <a:gradFill rotWithShape="0">
              <a:gsLst>
                <a:gs pos="0">
                  <a:srgbClr val="FF9933"/>
                </a:gs>
                <a:gs pos="100000">
                  <a:srgbClr val="764718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4356" name="Line 31"/>
            <p:cNvSpPr/>
            <p:nvPr/>
          </p:nvSpPr>
          <p:spPr>
            <a:xfrm flipV="1">
              <a:off x="1104" y="1584"/>
              <a:ext cx="384" cy="384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14357" name="Object 32"/>
            <p:cNvGraphicFramePr>
              <a:graphicFrameLocks noChangeAspect="1"/>
            </p:cNvGraphicFramePr>
            <p:nvPr/>
          </p:nvGraphicFramePr>
          <p:xfrm>
            <a:off x="1136" y="1584"/>
            <a:ext cx="208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0" imgW="360680" imgH="344170" progId="Equation.3">
                    <p:embed/>
                  </p:oleObj>
                </mc:Choice>
                <mc:Fallback>
                  <p:oleObj name="" r:id="rId10" imgW="360680" imgH="344170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36" y="1584"/>
                          <a:ext cx="208" cy="1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8" name="Object 33"/>
            <p:cNvGraphicFramePr>
              <a:graphicFrameLocks noChangeAspect="1"/>
            </p:cNvGraphicFramePr>
            <p:nvPr/>
          </p:nvGraphicFramePr>
          <p:xfrm>
            <a:off x="961" y="1252"/>
            <a:ext cx="135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12" imgW="209550" imgH="344170" progId="Equation.DSMT4">
                    <p:embed/>
                  </p:oleObj>
                </mc:Choice>
                <mc:Fallback>
                  <p:oleObj name="" r:id="rId12" imgW="209550" imgH="344170" progId="Equation.DSMT4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61" y="1252"/>
                          <a:ext cx="135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3330" name="Text Box 34"/>
          <p:cNvSpPr txBox="1"/>
          <p:nvPr/>
        </p:nvSpPr>
        <p:spPr>
          <a:xfrm>
            <a:off x="2016125" y="4422775"/>
            <a:ext cx="23034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减弱</a:t>
            </a:r>
            <a:endParaRPr lang="zh-CN" altLang="en-US" sz="2800" b="1" dirty="0"/>
          </a:p>
        </p:txBody>
      </p:sp>
      <p:grpSp>
        <p:nvGrpSpPr>
          <p:cNvPr id="823331" name="Group 35"/>
          <p:cNvGrpSpPr/>
          <p:nvPr/>
        </p:nvGrpSpPr>
        <p:grpSpPr>
          <a:xfrm>
            <a:off x="1008063" y="446088"/>
            <a:ext cx="3935412" cy="1687512"/>
            <a:chOff x="1247" y="164"/>
            <a:chExt cx="2479" cy="1063"/>
          </a:xfrm>
        </p:grpSpPr>
        <p:graphicFrame>
          <p:nvGraphicFramePr>
            <p:cNvPr id="14351" name="Object 36"/>
            <p:cNvGraphicFramePr>
              <a:graphicFrameLocks noChangeAspect="1"/>
            </p:cNvGraphicFramePr>
            <p:nvPr/>
          </p:nvGraphicFramePr>
          <p:xfrm>
            <a:off x="2156" y="164"/>
            <a:ext cx="1521" cy="5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14" imgW="2349500" imgH="914400" progId="Equation.DSMT4">
                    <p:embed/>
                  </p:oleObj>
                </mc:Choice>
                <mc:Fallback>
                  <p:oleObj name="" r:id="rId14" imgW="2349500" imgH="914400" progId="Equation.DSMT4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156" y="164"/>
                          <a:ext cx="1521" cy="5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2" name="Object 37"/>
            <p:cNvGraphicFramePr>
              <a:graphicFrameLocks noChangeAspect="1"/>
            </p:cNvGraphicFramePr>
            <p:nvPr/>
          </p:nvGraphicFramePr>
          <p:xfrm>
            <a:off x="2192" y="709"/>
            <a:ext cx="1534" cy="5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16" imgW="2590800" imgH="876300" progId="Equation.DSMT4">
                    <p:embed/>
                  </p:oleObj>
                </mc:Choice>
                <mc:Fallback>
                  <p:oleObj name="" r:id="rId16" imgW="2590800" imgH="876300" progId="Equation.DSMT4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2192" y="709"/>
                          <a:ext cx="1534" cy="5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3" name="Object 38"/>
            <p:cNvGraphicFramePr>
              <a:graphicFrameLocks noChangeAspect="1"/>
            </p:cNvGraphicFramePr>
            <p:nvPr/>
          </p:nvGraphicFramePr>
          <p:xfrm>
            <a:off x="1247" y="572"/>
            <a:ext cx="612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18" imgW="914400" imgH="381000" progId="Equation.DSMT4">
                    <p:embed/>
                  </p:oleObj>
                </mc:Choice>
                <mc:Fallback>
                  <p:oleObj name="" r:id="rId18" imgW="914400" imgH="381000" progId="Equation.DSMT4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247" y="572"/>
                          <a:ext cx="612" cy="2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4" name="AutoShape 39"/>
            <p:cNvSpPr/>
            <p:nvPr/>
          </p:nvSpPr>
          <p:spPr>
            <a:xfrm>
              <a:off x="1973" y="391"/>
              <a:ext cx="204" cy="590"/>
            </a:xfrm>
            <a:prstGeom prst="leftBrace">
              <a:avLst>
                <a:gd name="adj1" fmla="val 24101"/>
                <a:gd name="adj2" fmla="val 50000"/>
              </a:avLst>
            </a:prstGeom>
            <a:noFill/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23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23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82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2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23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23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23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23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23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23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75"/>
                                        <p:tgtEl>
                                          <p:spTgt spid="823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823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23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23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233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233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23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23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233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233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75"/>
                                        <p:tgtEl>
                                          <p:spTgt spid="82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"/>
                            </p:stCondLst>
                            <p:childTnLst>
                              <p:par>
                                <p:cTn id="5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9" dur="500"/>
                                        <p:tgtEl>
                                          <p:spTgt spid="823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75" fill="hold"/>
                                        <p:tgtEl>
                                          <p:spTgt spid="823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" fill="hold"/>
                                        <p:tgtEl>
                                          <p:spTgt spid="823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233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233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298" grpId="0" animBg="1"/>
      <p:bldP spid="823300" grpId="0" animBg="1"/>
      <p:bldP spid="823301" grpId="0"/>
      <p:bldP spid="823302" grpId="0"/>
      <p:bldP spid="823305" grpId="0"/>
      <p:bldP spid="8233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26722" name="Text Box 2"/>
          <p:cNvSpPr txBox="1"/>
          <p:nvPr/>
        </p:nvSpPr>
        <p:spPr>
          <a:xfrm>
            <a:off x="468313" y="225425"/>
            <a:ext cx="78089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三、电容和电容器</a:t>
            </a:r>
            <a:endParaRPr lang="zh-CN" altLang="en-US" sz="2800" b="1" dirty="0">
              <a:solidFill>
                <a:srgbClr val="000099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</p:txBody>
      </p:sp>
      <p:sp>
        <p:nvSpPr>
          <p:cNvPr id="926723" name="Text Box 3"/>
          <p:cNvSpPr txBox="1"/>
          <p:nvPr/>
        </p:nvSpPr>
        <p:spPr>
          <a:xfrm>
            <a:off x="468313" y="765175"/>
            <a:ext cx="42846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800000"/>
                </a:solidFill>
              </a:rPr>
              <a:t>1.  </a:t>
            </a: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孤立</a:t>
            </a:r>
            <a:r>
              <a:rPr lang="zh-CN" altLang="en-US" sz="2800" b="1" dirty="0">
                <a:solidFill>
                  <a:srgbClr val="800000"/>
                </a:solidFill>
              </a:rPr>
              <a:t>导体的电容 </a:t>
            </a:r>
            <a:endParaRPr lang="zh-CN" altLang="en-US" sz="2800" b="1" dirty="0">
              <a:solidFill>
                <a:srgbClr val="800000"/>
              </a:solidFill>
            </a:endParaRPr>
          </a:p>
        </p:txBody>
      </p:sp>
      <p:sp>
        <p:nvSpPr>
          <p:cNvPr id="926724" name="Freeform 4"/>
          <p:cNvSpPr/>
          <p:nvPr/>
        </p:nvSpPr>
        <p:spPr>
          <a:xfrm rot="-2167970">
            <a:off x="6654800" y="1131888"/>
            <a:ext cx="1409700" cy="9144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680" h="456">
                <a:moveTo>
                  <a:pt x="24" y="144"/>
                </a:moveTo>
                <a:cubicBezTo>
                  <a:pt x="40" y="96"/>
                  <a:pt x="72" y="72"/>
                  <a:pt x="120" y="48"/>
                </a:cubicBezTo>
                <a:cubicBezTo>
                  <a:pt x="168" y="24"/>
                  <a:pt x="240" y="0"/>
                  <a:pt x="312" y="0"/>
                </a:cubicBezTo>
                <a:cubicBezTo>
                  <a:pt x="384" y="0"/>
                  <a:pt x="496" y="24"/>
                  <a:pt x="552" y="48"/>
                </a:cubicBezTo>
                <a:cubicBezTo>
                  <a:pt x="608" y="72"/>
                  <a:pt x="632" y="104"/>
                  <a:pt x="648" y="144"/>
                </a:cubicBezTo>
                <a:cubicBezTo>
                  <a:pt x="664" y="184"/>
                  <a:pt x="680" y="240"/>
                  <a:pt x="648" y="288"/>
                </a:cubicBezTo>
                <a:cubicBezTo>
                  <a:pt x="616" y="336"/>
                  <a:pt x="528" y="408"/>
                  <a:pt x="456" y="432"/>
                </a:cubicBezTo>
                <a:cubicBezTo>
                  <a:pt x="384" y="456"/>
                  <a:pt x="288" y="448"/>
                  <a:pt x="216" y="432"/>
                </a:cubicBezTo>
                <a:cubicBezTo>
                  <a:pt x="144" y="416"/>
                  <a:pt x="48" y="384"/>
                  <a:pt x="24" y="336"/>
                </a:cubicBezTo>
                <a:cubicBezTo>
                  <a:pt x="0" y="288"/>
                  <a:pt x="8" y="192"/>
                  <a:pt x="24" y="144"/>
                </a:cubicBezTo>
                <a:close/>
              </a:path>
            </a:pathLst>
          </a:custGeom>
          <a:gradFill rotWithShape="1">
            <a:gsLst>
              <a:gs pos="0">
                <a:srgbClr val="FF9933">
                  <a:alpha val="100000"/>
                </a:srgbClr>
              </a:gs>
              <a:gs pos="100000">
                <a:srgbClr val="764718">
                  <a:alpha val="100000"/>
                </a:srgbClr>
              </a:gs>
            </a:gsLst>
            <a:path path="rect">
              <a:fillToRect l="50000" t="50000" r="50000" b="50000"/>
            </a:path>
            <a:tileRect/>
          </a:gradFill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699999" algn="ctr" rotWithShape="0">
              <a:srgbClr val="808080">
                <a:alpha val="50000"/>
              </a:srgbClr>
            </a:outerShdw>
          </a:effectLst>
        </p:spPr>
        <p:txBody>
          <a:bodyPr/>
          <a:p>
            <a:endParaRPr lang="zh-CN" altLang="en-US"/>
          </a:p>
        </p:txBody>
      </p:sp>
      <p:graphicFrame>
        <p:nvGraphicFramePr>
          <p:cNvPr id="926725" name="Object 5"/>
          <p:cNvGraphicFramePr>
            <a:graphicFrameLocks noChangeAspect="1"/>
          </p:cNvGraphicFramePr>
          <p:nvPr/>
        </p:nvGraphicFramePr>
        <p:xfrm>
          <a:off x="7005638" y="1430338"/>
          <a:ext cx="442912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444500" imgH="330200" progId="Equation.DSMT4">
                  <p:embed/>
                </p:oleObj>
              </mc:Choice>
              <mc:Fallback>
                <p:oleObj name="" r:id="rId1" imgW="444500" imgH="3302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005638" y="1430338"/>
                        <a:ext cx="442912" cy="33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6726" name="Text Box 6"/>
          <p:cNvSpPr txBox="1"/>
          <p:nvPr/>
        </p:nvSpPr>
        <p:spPr>
          <a:xfrm>
            <a:off x="6865938" y="765175"/>
            <a:ext cx="7302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/>
              <a:t>V</a:t>
            </a:r>
            <a:endParaRPr lang="en-US" altLang="zh-CN" sz="2800" b="1" i="1" dirty="0"/>
          </a:p>
        </p:txBody>
      </p:sp>
      <p:sp>
        <p:nvSpPr>
          <p:cNvPr id="926727" name="Text Box 7"/>
          <p:cNvSpPr txBox="1"/>
          <p:nvPr/>
        </p:nvSpPr>
        <p:spPr>
          <a:xfrm>
            <a:off x="2808288" y="1881188"/>
            <a:ext cx="49323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——</a:t>
            </a:r>
            <a:r>
              <a:rPr lang="zh-CN" altLang="en-US" sz="2800" b="1" dirty="0"/>
              <a:t>孤立导体的</a:t>
            </a:r>
            <a:r>
              <a:rPr lang="zh-CN" altLang="en-US" sz="2800" b="1" dirty="0">
                <a:solidFill>
                  <a:srgbClr val="FF0000"/>
                </a:solidFill>
              </a:rPr>
              <a:t>电容</a:t>
            </a:r>
            <a:r>
              <a:rPr lang="zh-CN" altLang="en-US" sz="2800" b="1" dirty="0"/>
              <a:t>。</a:t>
            </a:r>
            <a:endParaRPr lang="zh-CN" altLang="en-US" sz="2800" b="1" dirty="0"/>
          </a:p>
        </p:txBody>
      </p:sp>
      <p:sp>
        <p:nvSpPr>
          <p:cNvPr id="926728" name="Text Box 8"/>
          <p:cNvSpPr txBox="1"/>
          <p:nvPr/>
        </p:nvSpPr>
        <p:spPr>
          <a:xfrm>
            <a:off x="862013" y="1306513"/>
            <a:ext cx="71310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导体每升高单位电势所需要的电量</a:t>
            </a:r>
            <a:endParaRPr lang="zh-CN" altLang="en-US" sz="2800" b="1" dirty="0"/>
          </a:p>
        </p:txBody>
      </p:sp>
      <p:sp>
        <p:nvSpPr>
          <p:cNvPr id="926729" name="Text Box 9"/>
          <p:cNvSpPr txBox="1"/>
          <p:nvPr/>
        </p:nvSpPr>
        <p:spPr>
          <a:xfrm>
            <a:off x="1008063" y="2528888"/>
            <a:ext cx="414813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单位：</a:t>
            </a:r>
            <a:r>
              <a:rPr lang="en-US" altLang="zh-CN" sz="2800" b="1" dirty="0"/>
              <a:t>F(</a:t>
            </a:r>
            <a:r>
              <a:rPr lang="zh-CN" altLang="en-US" sz="2800" b="1" dirty="0"/>
              <a:t>法拉</a:t>
            </a:r>
            <a:r>
              <a:rPr lang="en-US" altLang="zh-CN" sz="2800" b="1" dirty="0"/>
              <a:t>)=1 C/1 V</a:t>
            </a:r>
            <a:endParaRPr lang="en-US" altLang="zh-CN" sz="2800" b="1" dirty="0"/>
          </a:p>
        </p:txBody>
      </p:sp>
      <p:sp>
        <p:nvSpPr>
          <p:cNvPr id="926730" name="Text Box 10"/>
          <p:cNvSpPr txBox="1"/>
          <p:nvPr/>
        </p:nvSpPr>
        <p:spPr>
          <a:xfrm>
            <a:off x="4868863" y="2528888"/>
            <a:ext cx="37607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常用单位</a:t>
            </a:r>
            <a:endParaRPr lang="zh-CN" altLang="en-US" sz="2800" b="1" dirty="0"/>
          </a:p>
        </p:txBody>
      </p:sp>
      <p:sp>
        <p:nvSpPr>
          <p:cNvPr id="926731" name="AutoShape 11"/>
          <p:cNvSpPr/>
          <p:nvPr/>
        </p:nvSpPr>
        <p:spPr>
          <a:xfrm>
            <a:off x="6621463" y="2492375"/>
            <a:ext cx="228600" cy="685800"/>
          </a:xfrm>
          <a:prstGeom prst="leftBrace">
            <a:avLst>
              <a:gd name="adj1" fmla="val 25000"/>
              <a:gd name="adj2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aphicFrame>
        <p:nvGraphicFramePr>
          <p:cNvPr id="926732" name="Object 12"/>
          <p:cNvGraphicFramePr>
            <a:graphicFrameLocks noChangeAspect="1"/>
          </p:cNvGraphicFramePr>
          <p:nvPr/>
        </p:nvGraphicFramePr>
        <p:xfrm>
          <a:off x="6926263" y="2328863"/>
          <a:ext cx="1714500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3" imgW="2006600" imgH="1041400" progId="Equation.DSMT4">
                  <p:embed/>
                </p:oleObj>
              </mc:Choice>
              <mc:Fallback>
                <p:oleObj name="" r:id="rId3" imgW="2006600" imgH="10414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26263" y="2328863"/>
                        <a:ext cx="1714500" cy="941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6733" name="Text Box 13"/>
          <p:cNvSpPr txBox="1"/>
          <p:nvPr/>
        </p:nvSpPr>
        <p:spPr>
          <a:xfrm>
            <a:off x="827088" y="3322638"/>
            <a:ext cx="7634287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孤立导体的电容</a:t>
            </a:r>
            <a:r>
              <a:rPr lang="en-US" altLang="zh-CN" sz="2800" b="1" i="1" dirty="0">
                <a:ea typeface="楷体_GB2312" pitchFamily="49" charset="-122"/>
              </a:rPr>
              <a:t>C</a:t>
            </a:r>
            <a:r>
              <a:rPr lang="zh-CN" altLang="en-US" sz="2800" b="1" dirty="0">
                <a:ea typeface="楷体_GB2312" pitchFamily="49" charset="-122"/>
              </a:rPr>
              <a:t>与导体的形状有关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与其带电</a:t>
            </a:r>
            <a:endParaRPr lang="zh-CN" altLang="en-US" sz="2800" b="1" dirty="0">
              <a:ea typeface="楷体_GB2312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量和电势无关。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926734" name="Text Box 14"/>
          <p:cNvSpPr txBox="1"/>
          <p:nvPr/>
        </p:nvSpPr>
        <p:spPr>
          <a:xfrm>
            <a:off x="900113" y="4303713"/>
            <a:ext cx="44624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如同容器装水</a:t>
            </a:r>
            <a:endParaRPr lang="zh-CN" altLang="en-US" sz="2800" b="1" dirty="0"/>
          </a:p>
        </p:txBody>
      </p:sp>
      <p:sp>
        <p:nvSpPr>
          <p:cNvPr id="926735" name="AutoShape 15" descr="白色大理石"/>
          <p:cNvSpPr/>
          <p:nvPr/>
        </p:nvSpPr>
        <p:spPr>
          <a:xfrm>
            <a:off x="2525713" y="5106988"/>
            <a:ext cx="5646737" cy="565150"/>
          </a:xfrm>
          <a:prstGeom prst="parallelogram">
            <a:avLst>
              <a:gd name="adj" fmla="val 126423"/>
            </a:avLst>
          </a:prstGeom>
          <a:blipFill rotWithShape="1">
            <a:blip r:embed="rId5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26736" name="AutoShape 16"/>
          <p:cNvSpPr/>
          <p:nvPr/>
        </p:nvSpPr>
        <p:spPr>
          <a:xfrm>
            <a:off x="4252913" y="4381500"/>
            <a:ext cx="990600" cy="1143000"/>
          </a:xfrm>
          <a:prstGeom prst="can">
            <a:avLst>
              <a:gd name="adj" fmla="val 32301"/>
            </a:avLst>
          </a:prstGeom>
          <a:solidFill>
            <a:schemeClr val="bg1"/>
          </a:solidFill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26737" name="AutoShape 17"/>
          <p:cNvSpPr/>
          <p:nvPr/>
        </p:nvSpPr>
        <p:spPr>
          <a:xfrm>
            <a:off x="5472113" y="4381500"/>
            <a:ext cx="1828800" cy="1143000"/>
          </a:xfrm>
          <a:prstGeom prst="can">
            <a:avLst>
              <a:gd name="adj" fmla="val 27995"/>
            </a:avLst>
          </a:prstGeom>
          <a:solidFill>
            <a:schemeClr val="bg1"/>
          </a:solidFill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26738" name="AutoShape 18"/>
          <p:cNvSpPr/>
          <p:nvPr/>
        </p:nvSpPr>
        <p:spPr>
          <a:xfrm>
            <a:off x="3490913" y="4457700"/>
            <a:ext cx="533400" cy="1066800"/>
          </a:xfrm>
          <a:prstGeom prst="can">
            <a:avLst>
              <a:gd name="adj" fmla="val 44528"/>
            </a:avLst>
          </a:prstGeom>
          <a:solidFill>
            <a:schemeClr val="bg1"/>
          </a:solidFill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26739" name="AutoShape 19"/>
          <p:cNvSpPr/>
          <p:nvPr/>
        </p:nvSpPr>
        <p:spPr>
          <a:xfrm>
            <a:off x="3490913" y="4857750"/>
            <a:ext cx="533400" cy="666750"/>
          </a:xfrm>
          <a:prstGeom prst="can">
            <a:avLst>
              <a:gd name="adj" fmla="val 38278"/>
            </a:avLst>
          </a:prstGeom>
          <a:solidFill>
            <a:srgbClr val="CCFF66"/>
          </a:solidFill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26740" name="AutoShape 20"/>
          <p:cNvSpPr/>
          <p:nvPr/>
        </p:nvSpPr>
        <p:spPr>
          <a:xfrm>
            <a:off x="3492500" y="4448175"/>
            <a:ext cx="533400" cy="1066800"/>
          </a:xfrm>
          <a:prstGeom prst="can">
            <a:avLst>
              <a:gd name="adj" fmla="val 44528"/>
            </a:avLst>
          </a:prstGeom>
          <a:noFill/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26741" name="AutoShape 21"/>
          <p:cNvSpPr/>
          <p:nvPr/>
        </p:nvSpPr>
        <p:spPr>
          <a:xfrm>
            <a:off x="4252913" y="4772025"/>
            <a:ext cx="990600" cy="752475"/>
          </a:xfrm>
          <a:prstGeom prst="can">
            <a:avLst>
              <a:gd name="adj" fmla="val 39583"/>
            </a:avLst>
          </a:prstGeom>
          <a:solidFill>
            <a:srgbClr val="CCFF66"/>
          </a:solidFill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26742" name="AutoShape 22"/>
          <p:cNvSpPr/>
          <p:nvPr/>
        </p:nvSpPr>
        <p:spPr>
          <a:xfrm>
            <a:off x="4252913" y="4381500"/>
            <a:ext cx="990600" cy="1143000"/>
          </a:xfrm>
          <a:prstGeom prst="can">
            <a:avLst>
              <a:gd name="adj" fmla="val 32301"/>
            </a:avLst>
          </a:prstGeom>
          <a:noFill/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26743" name="AutoShape 23"/>
          <p:cNvSpPr/>
          <p:nvPr/>
        </p:nvSpPr>
        <p:spPr>
          <a:xfrm>
            <a:off x="5472113" y="4738688"/>
            <a:ext cx="1828800" cy="785812"/>
          </a:xfrm>
          <a:prstGeom prst="can">
            <a:avLst>
              <a:gd name="adj" fmla="val 39583"/>
            </a:avLst>
          </a:prstGeom>
          <a:solidFill>
            <a:srgbClr val="CCFF66"/>
          </a:solidFill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26744" name="AutoShape 24"/>
          <p:cNvSpPr/>
          <p:nvPr/>
        </p:nvSpPr>
        <p:spPr>
          <a:xfrm>
            <a:off x="5472113" y="4381500"/>
            <a:ext cx="1828800" cy="1143000"/>
          </a:xfrm>
          <a:prstGeom prst="can">
            <a:avLst>
              <a:gd name="adj" fmla="val 27995"/>
            </a:avLst>
          </a:prstGeom>
          <a:noFill/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26745" name="Line 25"/>
          <p:cNvSpPr/>
          <p:nvPr/>
        </p:nvSpPr>
        <p:spPr>
          <a:xfrm>
            <a:off x="3097213" y="5041900"/>
            <a:ext cx="53340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</p:sp>
      <p:graphicFrame>
        <p:nvGraphicFramePr>
          <p:cNvPr id="926746" name="Object 26"/>
          <p:cNvGraphicFramePr>
            <a:graphicFrameLocks noChangeAspect="1"/>
          </p:cNvGraphicFramePr>
          <p:nvPr/>
        </p:nvGraphicFramePr>
        <p:xfrm>
          <a:off x="1655763" y="1773238"/>
          <a:ext cx="1044575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6" imgW="558800" imgH="406400" progId="Equation.3">
                  <p:embed/>
                </p:oleObj>
              </mc:Choice>
              <mc:Fallback>
                <p:oleObj name="" r:id="rId6" imgW="558800" imgH="4064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55763" y="1773238"/>
                        <a:ext cx="1044575" cy="760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926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926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75"/>
                                        <p:tgtEl>
                                          <p:spTgt spid="926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926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926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926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2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75" fill="hold"/>
                                        <p:tgtEl>
                                          <p:spTgt spid="926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" fill="hold"/>
                                        <p:tgtEl>
                                          <p:spTgt spid="926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" fill="hold"/>
                                        <p:tgtEl>
                                          <p:spTgt spid="9267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" fill="hold"/>
                                        <p:tgtEl>
                                          <p:spTgt spid="9267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926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75"/>
                                        <p:tgtEl>
                                          <p:spTgt spid="926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926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26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26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75" fill="hold"/>
                                        <p:tgtEl>
                                          <p:spTgt spid="926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" fill="hold"/>
                                        <p:tgtEl>
                                          <p:spTgt spid="926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" fill="hold"/>
                                        <p:tgtEl>
                                          <p:spTgt spid="9267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" fill="hold"/>
                                        <p:tgtEl>
                                          <p:spTgt spid="9267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"/>
                                        <p:tgtEl>
                                          <p:spTgt spid="926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926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926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9267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9267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926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926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9267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9267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926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926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9267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9267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926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926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9267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9267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926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926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9267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9267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926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926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9267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9267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500"/>
                            </p:stCondLst>
                            <p:childTnLst>
                              <p:par>
                                <p:cTn id="1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000"/>
                            </p:stCondLst>
                            <p:childTnLst>
                              <p:par>
                                <p:cTn id="12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926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926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9267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9267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2500"/>
                            </p:stCondLst>
                            <p:childTnLst>
                              <p:par>
                                <p:cTn id="1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30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92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6722" grpId="0"/>
      <p:bldP spid="926723" grpId="0"/>
      <p:bldP spid="926726" grpId="0"/>
      <p:bldP spid="926727" grpId="0"/>
      <p:bldP spid="926728" grpId="0"/>
      <p:bldP spid="926729" grpId="0"/>
      <p:bldP spid="926730" grpId="0"/>
      <p:bldP spid="926731" grpId="0" animBg="1"/>
      <p:bldP spid="926733" grpId="0"/>
      <p:bldP spid="926734" grpId="0"/>
      <p:bldP spid="926735" grpId="0" animBg="1"/>
      <p:bldP spid="926736" grpId="0" animBg="1"/>
      <p:bldP spid="926737" grpId="0" animBg="1"/>
      <p:bldP spid="926738" grpId="0" animBg="1"/>
      <p:bldP spid="926739" grpId="0" animBg="1"/>
      <p:bldP spid="926740" grpId="0" animBg="1"/>
      <p:bldP spid="926741" grpId="0" animBg="1"/>
      <p:bldP spid="926742" grpId="0" animBg="1"/>
      <p:bldP spid="926743" grpId="0" animBg="1"/>
      <p:bldP spid="92674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aphicFrame>
        <p:nvGraphicFramePr>
          <p:cNvPr id="927746" name="Object 2"/>
          <p:cNvGraphicFramePr>
            <a:graphicFrameLocks noChangeAspect="1"/>
          </p:cNvGraphicFramePr>
          <p:nvPr/>
        </p:nvGraphicFramePr>
        <p:xfrm>
          <a:off x="2016125" y="4976813"/>
          <a:ext cx="4945063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4660900" imgH="711200" progId="Equation.DSMT4">
                  <p:embed/>
                </p:oleObj>
              </mc:Choice>
              <mc:Fallback>
                <p:oleObj name="" r:id="rId1" imgW="4660900" imgH="7112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16125" y="4976813"/>
                        <a:ext cx="4945063" cy="712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7747" name="Text Box 3"/>
          <p:cNvSpPr txBox="1"/>
          <p:nvPr/>
        </p:nvSpPr>
        <p:spPr>
          <a:xfrm>
            <a:off x="1906588" y="4327525"/>
            <a:ext cx="63738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设地球是一圆球体，其电容为</a:t>
            </a:r>
            <a:endParaRPr lang="zh-CN" altLang="en-US" sz="2800" dirty="0"/>
          </a:p>
        </p:txBody>
      </p:sp>
      <p:sp>
        <p:nvSpPr>
          <p:cNvPr id="927748" name="Rectangle 4"/>
          <p:cNvSpPr/>
          <p:nvPr/>
        </p:nvSpPr>
        <p:spPr>
          <a:xfrm>
            <a:off x="703263" y="439738"/>
            <a:ext cx="4876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例如：</a:t>
            </a: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孤立</a:t>
            </a:r>
            <a:r>
              <a:rPr lang="zh-CN" altLang="en-US" sz="2800" b="1" dirty="0"/>
              <a:t>导体球的电容。</a:t>
            </a:r>
            <a:endParaRPr lang="zh-CN" altLang="en-US" sz="2800" b="1" dirty="0"/>
          </a:p>
        </p:txBody>
      </p:sp>
      <p:sp>
        <p:nvSpPr>
          <p:cNvPr id="927749" name="Rectangle 5"/>
          <p:cNvSpPr/>
          <p:nvPr/>
        </p:nvSpPr>
        <p:spPr>
          <a:xfrm>
            <a:off x="1979613" y="2570163"/>
            <a:ext cx="381000" cy="68580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27750" name="Rectangle 6"/>
          <p:cNvSpPr/>
          <p:nvPr/>
        </p:nvSpPr>
        <p:spPr>
          <a:xfrm>
            <a:off x="4265613" y="2705100"/>
            <a:ext cx="1295400" cy="60960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aphicFrame>
        <p:nvGraphicFramePr>
          <p:cNvPr id="927751" name="Object 7"/>
          <p:cNvGraphicFramePr>
            <a:graphicFrameLocks noChangeAspect="1"/>
          </p:cNvGraphicFramePr>
          <p:nvPr/>
        </p:nvGraphicFramePr>
        <p:xfrm>
          <a:off x="3527425" y="1638300"/>
          <a:ext cx="1651000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3" imgW="1625600" imgH="876300" progId="Equation.DSMT4">
                  <p:embed/>
                </p:oleObj>
              </mc:Choice>
              <mc:Fallback>
                <p:oleObj name="" r:id="rId3" imgW="1625600" imgH="8763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27425" y="1638300"/>
                        <a:ext cx="1651000" cy="890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7752" name="Text Box 8"/>
          <p:cNvSpPr txBox="1"/>
          <p:nvPr/>
        </p:nvSpPr>
        <p:spPr>
          <a:xfrm>
            <a:off x="1790700" y="1103313"/>
            <a:ext cx="40767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设</a:t>
            </a:r>
            <a:r>
              <a:rPr lang="zh-CN" altLang="en-US" sz="2800" b="1" dirty="0">
                <a:solidFill>
                  <a:srgbClr val="004B00"/>
                </a:solidFill>
              </a:rPr>
              <a:t>导体球</a:t>
            </a:r>
            <a:r>
              <a:rPr lang="zh-CN" altLang="en-US" sz="2800" b="1" dirty="0"/>
              <a:t>带电</a:t>
            </a:r>
            <a:r>
              <a:rPr lang="zh-CN" altLang="en-US" sz="2800" b="1" i="1" dirty="0"/>
              <a:t> </a:t>
            </a:r>
            <a:r>
              <a:rPr lang="en-US" altLang="zh-CN" sz="2800" b="1" i="1" dirty="0"/>
              <a:t>q</a:t>
            </a:r>
            <a:endParaRPr lang="en-US" altLang="zh-CN" sz="2800" b="1" dirty="0"/>
          </a:p>
        </p:txBody>
      </p:sp>
      <p:grpSp>
        <p:nvGrpSpPr>
          <p:cNvPr id="927753" name="Group 9"/>
          <p:cNvGrpSpPr/>
          <p:nvPr/>
        </p:nvGrpSpPr>
        <p:grpSpPr>
          <a:xfrm>
            <a:off x="6227763" y="728663"/>
            <a:ext cx="1728787" cy="1728787"/>
            <a:chOff x="3744" y="864"/>
            <a:chExt cx="720" cy="720"/>
          </a:xfrm>
        </p:grpSpPr>
        <p:sp>
          <p:nvSpPr>
            <p:cNvPr id="16403" name="Oval 10"/>
            <p:cNvSpPr/>
            <p:nvPr/>
          </p:nvSpPr>
          <p:spPr>
            <a:xfrm>
              <a:off x="3744" y="864"/>
              <a:ext cx="720" cy="720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6404" name="Line 11"/>
            <p:cNvSpPr/>
            <p:nvPr/>
          </p:nvSpPr>
          <p:spPr>
            <a:xfrm>
              <a:off x="4104" y="1224"/>
              <a:ext cx="360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05" name="Text Box 12"/>
            <p:cNvSpPr txBox="1"/>
            <p:nvPr/>
          </p:nvSpPr>
          <p:spPr>
            <a:xfrm>
              <a:off x="4176" y="921"/>
              <a:ext cx="175" cy="2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chemeClr val="bg1"/>
                  </a:solidFill>
                </a:rPr>
                <a:t>R</a:t>
              </a:r>
              <a:endParaRPr lang="en-US" altLang="zh-CN" sz="2800" b="1" i="1" dirty="0">
                <a:solidFill>
                  <a:schemeClr val="bg1"/>
                </a:solidFill>
              </a:endParaRPr>
            </a:p>
          </p:txBody>
        </p:sp>
      </p:grpSp>
      <p:sp>
        <p:nvSpPr>
          <p:cNvPr id="927757" name="Text Box 13"/>
          <p:cNvSpPr txBox="1"/>
          <p:nvPr/>
        </p:nvSpPr>
        <p:spPr>
          <a:xfrm>
            <a:off x="6743700" y="1506538"/>
            <a:ext cx="10556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solidFill>
                  <a:schemeClr val="bg1"/>
                </a:solidFill>
              </a:rPr>
              <a:t>q</a:t>
            </a:r>
            <a:endParaRPr lang="en-US" altLang="zh-CN" sz="2800" b="1" dirty="0">
              <a:solidFill>
                <a:schemeClr val="bg1"/>
              </a:solidFill>
            </a:endParaRPr>
          </a:p>
        </p:txBody>
      </p:sp>
      <p:sp>
        <p:nvSpPr>
          <p:cNvPr id="927758" name="Text Box 14"/>
          <p:cNvSpPr txBox="1"/>
          <p:nvPr/>
        </p:nvSpPr>
        <p:spPr>
          <a:xfrm>
            <a:off x="1789113" y="1751013"/>
            <a:ext cx="34305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其电势为</a:t>
            </a:r>
            <a:endParaRPr lang="zh-CN" altLang="en-US" sz="2800" b="1" dirty="0"/>
          </a:p>
        </p:txBody>
      </p:sp>
      <p:sp>
        <p:nvSpPr>
          <p:cNvPr id="927759" name="Text Box 15"/>
          <p:cNvSpPr txBox="1"/>
          <p:nvPr/>
        </p:nvSpPr>
        <p:spPr>
          <a:xfrm>
            <a:off x="1116013" y="2636838"/>
            <a:ext cx="13255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则</a:t>
            </a:r>
            <a:endParaRPr lang="zh-CN" altLang="en-US" sz="2800" b="1" dirty="0"/>
          </a:p>
        </p:txBody>
      </p:sp>
      <p:graphicFrame>
        <p:nvGraphicFramePr>
          <p:cNvPr id="927760" name="Object 16"/>
          <p:cNvGraphicFramePr>
            <a:graphicFrameLocks noChangeAspect="1"/>
          </p:cNvGraphicFramePr>
          <p:nvPr/>
        </p:nvGraphicFramePr>
        <p:xfrm>
          <a:off x="4043363" y="2732088"/>
          <a:ext cx="1195387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5" imgW="1257300" imgH="431800" progId="Equation.DSMT4">
                  <p:embed/>
                </p:oleObj>
              </mc:Choice>
              <mc:Fallback>
                <p:oleObj name="" r:id="rId5" imgW="1257300" imgH="4318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43363" y="2732088"/>
                        <a:ext cx="1195387" cy="449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7761" name="Text Box 17"/>
          <p:cNvSpPr txBox="1"/>
          <p:nvPr/>
        </p:nvSpPr>
        <p:spPr>
          <a:xfrm>
            <a:off x="4140200" y="3644900"/>
            <a:ext cx="46466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与其是否带电无关！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927762" name="Line 18"/>
          <p:cNvSpPr/>
          <p:nvPr/>
        </p:nvSpPr>
        <p:spPr>
          <a:xfrm>
            <a:off x="4787900" y="3213100"/>
            <a:ext cx="0" cy="50323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lg"/>
          </a:ln>
        </p:spPr>
      </p:sp>
      <p:graphicFrame>
        <p:nvGraphicFramePr>
          <p:cNvPr id="927763" name="Object 19"/>
          <p:cNvGraphicFramePr>
            <a:graphicFrameLocks noChangeAspect="1"/>
          </p:cNvGraphicFramePr>
          <p:nvPr>
            <p:ph/>
          </p:nvPr>
        </p:nvGraphicFramePr>
        <p:xfrm>
          <a:off x="1692275" y="2528888"/>
          <a:ext cx="2339975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7" imgW="1167765" imgH="635000" progId="Equation.3">
                  <p:embed/>
                </p:oleObj>
              </mc:Choice>
              <mc:Fallback>
                <p:oleObj name="" r:id="rId7" imgW="1167765" imgH="6350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>
                      <a:xfrm>
                        <a:off x="1692275" y="2528888"/>
                        <a:ext cx="2339975" cy="12700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7764" name="Text Box 20"/>
          <p:cNvSpPr txBox="1"/>
          <p:nvPr/>
        </p:nvSpPr>
        <p:spPr>
          <a:xfrm>
            <a:off x="5164138" y="1778000"/>
            <a:ext cx="712787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+ </a:t>
            </a:r>
            <a:r>
              <a:rPr lang="en-US" altLang="zh-CN" sz="2800" b="1" i="1" dirty="0"/>
              <a:t>C</a:t>
            </a:r>
            <a:endParaRPr lang="en-US" altLang="zh-CN" sz="2800" b="1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927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277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277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927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75"/>
                                        <p:tgtEl>
                                          <p:spTgt spid="927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75"/>
                                        <p:tgtEl>
                                          <p:spTgt spid="927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927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"/>
                                        <p:tgtEl>
                                          <p:spTgt spid="927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2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927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927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27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92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27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27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277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277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2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927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927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747" grpId="0"/>
      <p:bldP spid="927748" grpId="0"/>
      <p:bldP spid="927749" grpId="0" animBg="1"/>
      <p:bldP spid="927750" grpId="0" animBg="1"/>
      <p:bldP spid="927752" grpId="0"/>
      <p:bldP spid="927757" grpId="0"/>
      <p:bldP spid="927758" grpId="0"/>
      <p:bldP spid="927759" grpId="0"/>
      <p:bldP spid="927761" grpId="0"/>
      <p:bldP spid="92776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12387" name="Text Box 3"/>
          <p:cNvSpPr txBox="1"/>
          <p:nvPr/>
        </p:nvSpPr>
        <p:spPr>
          <a:xfrm>
            <a:off x="647700" y="333375"/>
            <a:ext cx="42116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800000"/>
                </a:solidFill>
              </a:rPr>
              <a:t>2. </a:t>
            </a:r>
            <a:r>
              <a:rPr lang="zh-CN" altLang="en-US" sz="2800" b="1" dirty="0">
                <a:solidFill>
                  <a:srgbClr val="800000"/>
                </a:solidFill>
              </a:rPr>
              <a:t>电容器的电容</a:t>
            </a:r>
            <a:endParaRPr lang="zh-CN" altLang="en-US" sz="2800" b="1" dirty="0">
              <a:solidFill>
                <a:srgbClr val="800000"/>
              </a:solidFill>
            </a:endParaRPr>
          </a:p>
        </p:txBody>
      </p:sp>
      <p:grpSp>
        <p:nvGrpSpPr>
          <p:cNvPr id="912388" name="Group 4"/>
          <p:cNvGrpSpPr/>
          <p:nvPr/>
        </p:nvGrpSpPr>
        <p:grpSpPr>
          <a:xfrm>
            <a:off x="6781800" y="152400"/>
            <a:ext cx="1447800" cy="2219325"/>
            <a:chOff x="2064" y="2442"/>
            <a:chExt cx="912" cy="1398"/>
          </a:xfrm>
        </p:grpSpPr>
        <p:sp>
          <p:nvSpPr>
            <p:cNvPr id="17431" name="Rectangle 5"/>
            <p:cNvSpPr/>
            <p:nvPr/>
          </p:nvSpPr>
          <p:spPr>
            <a:xfrm>
              <a:off x="2736" y="2736"/>
              <a:ext cx="96" cy="816"/>
            </a:xfrm>
            <a:prstGeom prst="rect">
              <a:avLst/>
            </a:prstGeom>
            <a:solidFill>
              <a:srgbClr val="CC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7432" name="Rectangle 6" descr="花岗岩"/>
            <p:cNvSpPr/>
            <p:nvPr/>
          </p:nvSpPr>
          <p:spPr>
            <a:xfrm>
              <a:off x="2352" y="2736"/>
              <a:ext cx="384" cy="816"/>
            </a:xfrm>
            <a:prstGeom prst="rect">
              <a:avLst/>
            </a:prstGeom>
            <a:blipFill rotWithShape="1">
              <a:blip r:embed="rId1"/>
            </a:blip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7433" name="Rectangle 7"/>
            <p:cNvSpPr/>
            <p:nvPr/>
          </p:nvSpPr>
          <p:spPr>
            <a:xfrm>
              <a:off x="2256" y="2736"/>
              <a:ext cx="96" cy="816"/>
            </a:xfrm>
            <a:prstGeom prst="rect">
              <a:avLst/>
            </a:prstGeom>
            <a:solidFill>
              <a:srgbClr val="CC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graphicFrame>
          <p:nvGraphicFramePr>
            <p:cNvPr id="17434" name="Object 8"/>
            <p:cNvGraphicFramePr>
              <a:graphicFrameLocks noChangeAspect="1"/>
            </p:cNvGraphicFramePr>
            <p:nvPr/>
          </p:nvGraphicFramePr>
          <p:xfrm>
            <a:off x="2448" y="3024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2" imgW="243205" imgH="251460" progId="Equation.3">
                    <p:embed/>
                  </p:oleObj>
                </mc:Choice>
                <mc:Fallback>
                  <p:oleObj name="" r:id="rId2" imgW="243205" imgH="251460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FFFF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48" y="3024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5" name="Line 9"/>
            <p:cNvSpPr/>
            <p:nvPr/>
          </p:nvSpPr>
          <p:spPr>
            <a:xfrm>
              <a:off x="2352" y="3504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36" name="Line 10"/>
            <p:cNvSpPr/>
            <p:nvPr/>
          </p:nvSpPr>
          <p:spPr>
            <a:xfrm>
              <a:off x="2736" y="3504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17437" name="Object 11"/>
            <p:cNvGraphicFramePr>
              <a:graphicFrameLocks noChangeAspect="1"/>
            </p:cNvGraphicFramePr>
            <p:nvPr/>
          </p:nvGraphicFramePr>
          <p:xfrm>
            <a:off x="2356" y="3600"/>
            <a:ext cx="34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4" imgW="545465" imgH="304800" progId="Equation.3">
                    <p:embed/>
                  </p:oleObj>
                </mc:Choice>
                <mc:Fallback>
                  <p:oleObj name="" r:id="rId4" imgW="545465" imgH="304800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356" y="3600"/>
                          <a:ext cx="344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8" name="Line 12"/>
            <p:cNvSpPr/>
            <p:nvPr/>
          </p:nvSpPr>
          <p:spPr>
            <a:xfrm>
              <a:off x="2064" y="3696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39" name="Line 13"/>
            <p:cNvSpPr/>
            <p:nvPr/>
          </p:nvSpPr>
          <p:spPr>
            <a:xfrm flipH="1">
              <a:off x="2736" y="3696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40" name="Text Box 14"/>
            <p:cNvSpPr txBox="1"/>
            <p:nvPr/>
          </p:nvSpPr>
          <p:spPr>
            <a:xfrm>
              <a:off x="2170" y="2442"/>
              <a:ext cx="2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/>
                <a:t>Q</a:t>
              </a:r>
              <a:endParaRPr lang="en-US" altLang="zh-CN" sz="2800" b="1" i="1" dirty="0"/>
            </a:p>
          </p:txBody>
        </p:sp>
        <p:sp>
          <p:nvSpPr>
            <p:cNvPr id="17441" name="Text Box 15"/>
            <p:cNvSpPr txBox="1"/>
            <p:nvPr/>
          </p:nvSpPr>
          <p:spPr>
            <a:xfrm>
              <a:off x="2544" y="2448"/>
              <a:ext cx="3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cs typeface="Times New Roman" panose="02020603050405020304" pitchFamily="18" charset="0"/>
                </a:rPr>
                <a:t>–</a:t>
              </a:r>
              <a:r>
                <a:rPr lang="en-US" altLang="zh-CN" sz="2800" b="1" i="1" dirty="0"/>
                <a:t>Q</a:t>
              </a:r>
              <a:endParaRPr lang="en-US" altLang="zh-CN" sz="2800" b="1" i="1" dirty="0"/>
            </a:p>
          </p:txBody>
        </p:sp>
      </p:grpSp>
      <p:graphicFrame>
        <p:nvGraphicFramePr>
          <p:cNvPr id="912400" name="Object 16"/>
          <p:cNvGraphicFramePr>
            <a:graphicFrameLocks noChangeAspect="1"/>
          </p:cNvGraphicFramePr>
          <p:nvPr/>
        </p:nvGraphicFramePr>
        <p:xfrm>
          <a:off x="2159000" y="2384425"/>
          <a:ext cx="120491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6" imgW="1535430" imgH="981710" progId="Equation.DSMT4">
                  <p:embed/>
                </p:oleObj>
              </mc:Choice>
              <mc:Fallback>
                <p:oleObj name="" r:id="rId6" imgW="1535430" imgH="98171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59000" y="2384425"/>
                        <a:ext cx="1204913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2401" name="Rectangle 17"/>
          <p:cNvSpPr/>
          <p:nvPr/>
        </p:nvSpPr>
        <p:spPr>
          <a:xfrm>
            <a:off x="962025" y="836613"/>
            <a:ext cx="6705600" cy="9890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电容器所带的电量与电势差成正比</a:t>
            </a:r>
            <a:endParaRPr lang="zh-CN" altLang="en-US" sz="2800" b="1" dirty="0"/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800" b="1" dirty="0"/>
              <a:t>                     </a:t>
            </a:r>
            <a:r>
              <a:rPr lang="en-US" altLang="zh-CN" sz="2800" b="1" i="1" dirty="0"/>
              <a:t>Q = C</a:t>
            </a:r>
            <a:r>
              <a:rPr lang="en-US" altLang="zh-CN" sz="2800" b="1" i="1" dirty="0">
                <a:sym typeface="Symbol" panose="05050102010706020507" pitchFamily="18" charset="2"/>
              </a:rPr>
              <a:t>V</a:t>
            </a:r>
            <a:endParaRPr lang="en-US" altLang="zh-CN" sz="2800" b="1" i="1" dirty="0"/>
          </a:p>
        </p:txBody>
      </p:sp>
      <p:sp>
        <p:nvSpPr>
          <p:cNvPr id="912402" name="Rectangle 18"/>
          <p:cNvSpPr/>
          <p:nvPr/>
        </p:nvSpPr>
        <p:spPr>
          <a:xfrm>
            <a:off x="3273425" y="2503488"/>
            <a:ext cx="58705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ea typeface="楷体_GB2312" pitchFamily="49" charset="-122"/>
              </a:rPr>
              <a:t>——</a:t>
            </a:r>
            <a:r>
              <a:rPr lang="zh-CN" altLang="en-US" sz="2800" b="1" dirty="0">
                <a:ea typeface="楷体_GB2312" pitchFamily="49" charset="-122"/>
              </a:rPr>
              <a:t>升高单位电势差所需的电量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912403" name="Rectangle 19"/>
          <p:cNvSpPr/>
          <p:nvPr/>
        </p:nvSpPr>
        <p:spPr>
          <a:xfrm>
            <a:off x="1049338" y="1830388"/>
            <a:ext cx="712311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比例系数“</a:t>
            </a:r>
            <a:r>
              <a:rPr lang="en-US" altLang="zh-CN" sz="2800" b="1" i="1" dirty="0"/>
              <a:t>C</a:t>
            </a:r>
            <a:r>
              <a:rPr lang="en-US" altLang="zh-CN" sz="2800" b="1" dirty="0"/>
              <a:t>”</a:t>
            </a:r>
            <a:r>
              <a:rPr lang="zh-CN" altLang="en-US" sz="2800" b="1" dirty="0"/>
              <a:t>称为电容器的电容</a:t>
            </a:r>
            <a:endParaRPr lang="zh-CN" altLang="en-US" sz="2800" b="1" dirty="0"/>
          </a:p>
        </p:txBody>
      </p:sp>
      <p:sp>
        <p:nvSpPr>
          <p:cNvPr id="912404" name="Rectangle 20"/>
          <p:cNvSpPr/>
          <p:nvPr/>
        </p:nvSpPr>
        <p:spPr>
          <a:xfrm>
            <a:off x="827088" y="3452813"/>
            <a:ext cx="81375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1º</a:t>
            </a:r>
            <a:r>
              <a:rPr lang="en-US" altLang="zh-CN" sz="2400" dirty="0"/>
              <a:t> </a:t>
            </a:r>
            <a:r>
              <a:rPr lang="en-US" altLang="zh-CN" sz="2800" b="1" dirty="0"/>
              <a:t>“</a:t>
            </a:r>
            <a:r>
              <a:rPr lang="en-US" altLang="zh-CN" sz="2800" b="1" i="1" dirty="0">
                <a:solidFill>
                  <a:srgbClr val="FF0000"/>
                </a:solidFill>
              </a:rPr>
              <a:t>C</a:t>
            </a:r>
            <a:r>
              <a:rPr lang="en-US" altLang="zh-CN" sz="2800" b="1" i="1" dirty="0"/>
              <a:t>”</a:t>
            </a:r>
            <a:r>
              <a:rPr lang="zh-CN" altLang="en-US" sz="2800" b="1" dirty="0"/>
              <a:t>是反映电容器储存电荷本领大小的物理量</a:t>
            </a:r>
            <a:endParaRPr lang="zh-CN" altLang="en-US" sz="2800" b="1" dirty="0"/>
          </a:p>
        </p:txBody>
      </p:sp>
      <p:sp>
        <p:nvSpPr>
          <p:cNvPr id="912405" name="Rectangle 21"/>
          <p:cNvSpPr/>
          <p:nvPr/>
        </p:nvSpPr>
        <p:spPr>
          <a:xfrm>
            <a:off x="827088" y="4032250"/>
            <a:ext cx="8101012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800" b="1" dirty="0"/>
              <a:t>2º</a:t>
            </a:r>
            <a:r>
              <a:rPr lang="en-US" altLang="zh-CN" sz="2400" dirty="0"/>
              <a:t> </a:t>
            </a:r>
            <a:r>
              <a:rPr lang="en-US" altLang="zh-CN" sz="2800" b="1" dirty="0"/>
              <a:t>“</a:t>
            </a:r>
            <a:r>
              <a:rPr lang="en-US" altLang="zh-CN" sz="2800" b="1" i="1" dirty="0">
                <a:solidFill>
                  <a:srgbClr val="FF0000"/>
                </a:solidFill>
              </a:rPr>
              <a:t>C</a:t>
            </a:r>
            <a:r>
              <a:rPr lang="en-US" altLang="zh-CN" sz="2800" b="1" i="1" dirty="0"/>
              <a:t>”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与电容器本身的结构和</a:t>
            </a:r>
            <a:r>
              <a:rPr lang="zh-CN" altLang="en-US" sz="2800" b="1" i="1" dirty="0">
                <a:sym typeface="Symbol" panose="05050102010706020507" pitchFamily="18" charset="2"/>
              </a:rPr>
              <a:t></a:t>
            </a:r>
            <a:r>
              <a:rPr lang="en-US" altLang="zh-CN" sz="2400" b="1" i="1" baseline="-25000" dirty="0"/>
              <a:t>r </a:t>
            </a:r>
            <a:r>
              <a:rPr lang="zh-CN" altLang="en-US" sz="2800" b="1" dirty="0"/>
              <a:t>有关而与</a:t>
            </a:r>
            <a:r>
              <a:rPr lang="en-US" altLang="zh-CN" sz="2800" b="1" i="1" dirty="0"/>
              <a:t>Q</a:t>
            </a:r>
            <a:r>
              <a:rPr lang="zh-CN" altLang="en-US" sz="2800" b="1" dirty="0"/>
              <a:t>无关</a:t>
            </a:r>
            <a:endParaRPr lang="zh-CN" altLang="en-US" sz="2800" b="1" dirty="0"/>
          </a:p>
        </p:txBody>
      </p:sp>
      <p:sp>
        <p:nvSpPr>
          <p:cNvPr id="912406" name="AutoShape 22"/>
          <p:cNvSpPr/>
          <p:nvPr/>
        </p:nvSpPr>
        <p:spPr>
          <a:xfrm>
            <a:off x="3059113" y="4797425"/>
            <a:ext cx="360362" cy="1831975"/>
          </a:xfrm>
          <a:prstGeom prst="leftBrace">
            <a:avLst>
              <a:gd name="adj1" fmla="val 42364"/>
              <a:gd name="adj2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12407" name="Rectangle 23"/>
          <p:cNvSpPr/>
          <p:nvPr/>
        </p:nvSpPr>
        <p:spPr>
          <a:xfrm>
            <a:off x="782638" y="5008563"/>
            <a:ext cx="3429000" cy="1373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3º</a:t>
            </a:r>
            <a:r>
              <a:rPr lang="zh-CN" altLang="en-US" sz="2800" b="1" dirty="0"/>
              <a:t>电容器是常</a:t>
            </a:r>
            <a:endParaRPr lang="zh-CN" altLang="en-US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   用的电学和</a:t>
            </a:r>
            <a:endParaRPr lang="zh-CN" altLang="en-US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   电子学元件</a:t>
            </a:r>
            <a:endParaRPr lang="zh-CN" altLang="en-US" sz="2800" b="1" dirty="0"/>
          </a:p>
        </p:txBody>
      </p:sp>
      <p:sp>
        <p:nvSpPr>
          <p:cNvPr id="912408" name="Rectangle 24"/>
          <p:cNvSpPr/>
          <p:nvPr/>
        </p:nvSpPr>
        <p:spPr>
          <a:xfrm>
            <a:off x="3417888" y="4437063"/>
            <a:ext cx="3638550" cy="604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交流电路中：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912409" name="Rectangle 25"/>
          <p:cNvSpPr/>
          <p:nvPr/>
        </p:nvSpPr>
        <p:spPr>
          <a:xfrm>
            <a:off x="5508625" y="4508500"/>
            <a:ext cx="34559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控制电流、电压</a:t>
            </a:r>
            <a:endParaRPr lang="zh-CN" altLang="en-US" sz="2800" b="1" dirty="0"/>
          </a:p>
        </p:txBody>
      </p:sp>
      <p:sp>
        <p:nvSpPr>
          <p:cNvPr id="912410" name="Rectangle 26"/>
          <p:cNvSpPr/>
          <p:nvPr/>
        </p:nvSpPr>
        <p:spPr>
          <a:xfrm>
            <a:off x="5507038" y="4940300"/>
            <a:ext cx="34210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产生振荡电流</a:t>
            </a:r>
            <a:endParaRPr lang="zh-CN" altLang="en-US" sz="2800" b="1" dirty="0"/>
          </a:p>
        </p:txBody>
      </p:sp>
      <p:sp>
        <p:nvSpPr>
          <p:cNvPr id="912411" name="Rectangle 27"/>
          <p:cNvSpPr/>
          <p:nvPr/>
        </p:nvSpPr>
        <p:spPr>
          <a:xfrm>
            <a:off x="5703888" y="5386388"/>
            <a:ext cx="22161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调频</a:t>
            </a:r>
            <a:endParaRPr lang="zh-CN" altLang="en-US" sz="2800" b="1" dirty="0"/>
          </a:p>
        </p:txBody>
      </p:sp>
      <p:sp>
        <p:nvSpPr>
          <p:cNvPr id="912412" name="Rectangle 28"/>
          <p:cNvSpPr/>
          <p:nvPr/>
        </p:nvSpPr>
        <p:spPr>
          <a:xfrm>
            <a:off x="5508625" y="6253163"/>
            <a:ext cx="31210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时间的延迟</a:t>
            </a:r>
            <a:endParaRPr lang="zh-CN" altLang="en-US" sz="2800" b="1" dirty="0"/>
          </a:p>
        </p:txBody>
      </p:sp>
      <p:sp>
        <p:nvSpPr>
          <p:cNvPr id="912413" name="Rectangle 29"/>
          <p:cNvSpPr/>
          <p:nvPr/>
        </p:nvSpPr>
        <p:spPr>
          <a:xfrm>
            <a:off x="5724525" y="5810250"/>
            <a:ext cx="24241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滤波</a:t>
            </a:r>
            <a:endParaRPr lang="zh-CN" altLang="en-US" sz="2800" b="1" dirty="0"/>
          </a:p>
        </p:txBody>
      </p:sp>
      <p:sp>
        <p:nvSpPr>
          <p:cNvPr id="912414" name="Rectangle 30"/>
          <p:cNvSpPr/>
          <p:nvPr/>
        </p:nvSpPr>
        <p:spPr>
          <a:xfrm>
            <a:off x="3757613" y="4868863"/>
            <a:ext cx="3551237" cy="604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发射机中：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912415" name="Rectangle 31"/>
          <p:cNvSpPr/>
          <p:nvPr/>
        </p:nvSpPr>
        <p:spPr>
          <a:xfrm>
            <a:off x="3779838" y="5300663"/>
            <a:ext cx="3709987" cy="604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接收机中：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912416" name="Rectangle 32"/>
          <p:cNvSpPr/>
          <p:nvPr/>
        </p:nvSpPr>
        <p:spPr>
          <a:xfrm>
            <a:off x="3417888" y="5734050"/>
            <a:ext cx="3494087" cy="604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整流电路中：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912417" name="Rectangle 33"/>
          <p:cNvSpPr/>
          <p:nvPr/>
        </p:nvSpPr>
        <p:spPr>
          <a:xfrm>
            <a:off x="3417888" y="6176963"/>
            <a:ext cx="4141787" cy="604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电子线路中：</a:t>
            </a:r>
            <a:endParaRPr lang="zh-CN" altLang="en-US" sz="2800" b="1" dirty="0"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12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12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1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912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12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12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12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12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12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75"/>
                                        <p:tgtEl>
                                          <p:spTgt spid="91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12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12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12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12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12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12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12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12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75"/>
                                        <p:tgtEl>
                                          <p:spTgt spid="91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912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91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75"/>
                                        <p:tgtEl>
                                          <p:spTgt spid="91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912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75"/>
                                        <p:tgtEl>
                                          <p:spTgt spid="91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91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75"/>
                                        <p:tgtEl>
                                          <p:spTgt spid="91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91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75"/>
                                        <p:tgtEl>
                                          <p:spTgt spid="91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912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75"/>
                                        <p:tgtEl>
                                          <p:spTgt spid="91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2387" grpId="0"/>
      <p:bldP spid="912401" grpId="0"/>
      <p:bldP spid="912402" grpId="0"/>
      <p:bldP spid="912403" grpId="0"/>
      <p:bldP spid="912404" grpId="0"/>
      <p:bldP spid="912405" grpId="0"/>
      <p:bldP spid="912406" grpId="0" animBg="1"/>
      <p:bldP spid="912407" grpId="0"/>
      <p:bldP spid="912408" grpId="0"/>
      <p:bldP spid="912409" grpId="0"/>
      <p:bldP spid="912410" grpId="0"/>
      <p:bldP spid="912411" grpId="0"/>
      <p:bldP spid="912412" grpId="0"/>
      <p:bldP spid="912413" grpId="0"/>
      <p:bldP spid="912414" grpId="0"/>
      <p:bldP spid="912415" grpId="0"/>
      <p:bldP spid="912416" grpId="0"/>
      <p:bldP spid="9124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xfrm>
            <a:off x="349250" y="50800"/>
            <a:ext cx="5937250" cy="842963"/>
          </a:xfrm>
        </p:spPr>
        <p:txBody>
          <a:bodyPr vert="horz" wrap="square" lIns="91440" tIns="45720" rIns="91440" bIns="45720" anchor="ctr" anchorCtr="0"/>
          <a:p>
            <a:pPr algn="l"/>
            <a:r>
              <a:rPr lang="zh-CN" altLang="en-US" sz="32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平板电容器应用</a:t>
            </a:r>
            <a:r>
              <a:rPr lang="en-US" altLang="zh-CN" sz="32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1-</a:t>
            </a:r>
            <a:r>
              <a:rPr lang="zh-CN" altLang="en-US" sz="32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位移传感器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431800" y="952500"/>
            <a:ext cx="28956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R="0" defTabSz="914400" fontAlgn="auto"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kern="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1.</a:t>
            </a:r>
            <a:r>
              <a:rPr kumimoji="1" lang="zh-CN" altLang="en-US" kern="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变间距型</a:t>
            </a:r>
            <a:endParaRPr kumimoji="1" lang="zh-CN" altLang="en-US" kern="0" cap="none" spc="0" normalizeH="0" baseline="0" noProof="0" dirty="0"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8436" name="图片 4"/>
          <p:cNvPicPr>
            <a:picLocks noChangeAspect="1"/>
          </p:cNvPicPr>
          <p:nvPr/>
        </p:nvPicPr>
        <p:blipFill>
          <a:blip r:embed="rId1"/>
          <a:srcRect b="19662"/>
          <a:stretch>
            <a:fillRect/>
          </a:stretch>
        </p:blipFill>
        <p:spPr>
          <a:xfrm>
            <a:off x="438150" y="1531938"/>
            <a:ext cx="3511550" cy="18970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7" name="内容占位符 2"/>
          <p:cNvSpPr txBox="1"/>
          <p:nvPr/>
        </p:nvSpPr>
        <p:spPr bwMode="auto">
          <a:xfrm>
            <a:off x="3906838" y="1428750"/>
            <a:ext cx="4953000" cy="2178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1" hangingPunct="1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kern="1200" cap="none" spc="0" normalizeH="0" baseline="0" noProof="0" dirty="0">
                <a:latin typeface="+mn-lt"/>
                <a:ea typeface="黑体" panose="02010609060101010101" pitchFamily="49" charset="-122"/>
                <a:cs typeface="+mn-cs"/>
              </a:rPr>
              <a:t>  </a:t>
            </a:r>
            <a:r>
              <a:rPr kumimoji="1" lang="en-US" altLang="zh-CN" kern="1200" cap="none" spc="0" normalizeH="0" baseline="0" noProof="0" dirty="0">
                <a:latin typeface="+mn-lt"/>
                <a:ea typeface="黑体" panose="02010609060101010101" pitchFamily="49" charset="-122"/>
                <a:cs typeface="+mn-cs"/>
              </a:rPr>
              <a:t> </a:t>
            </a:r>
            <a:r>
              <a:rPr kumimoji="1" lang="zh-CN" altLang="en-US" kern="1200" cap="none" spc="0" normalizeH="0" baseline="0" noProof="0" dirty="0">
                <a:latin typeface="+mn-lt"/>
                <a:ea typeface="黑体" panose="02010609060101010101" pitchFamily="49" charset="-122"/>
                <a:cs typeface="+mn-cs"/>
              </a:rPr>
              <a:t>平衡位置时：</a:t>
            </a:r>
            <a:endParaRPr kumimoji="1" lang="en-US" altLang="zh-CN" kern="1200" cap="none" spc="0" normalizeH="0" baseline="0" noProof="0" dirty="0">
              <a:latin typeface="+mn-lt"/>
              <a:ea typeface="黑体" panose="02010609060101010101" pitchFamily="49" charset="-122"/>
              <a:cs typeface="+mn-cs"/>
            </a:endParaRPr>
          </a:p>
          <a:p>
            <a:pPr marR="0" defTabSz="914400" eaLnBrk="1" hangingPunct="1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kern="1200" cap="none" spc="0" normalizeH="0" baseline="0" noProof="0" dirty="0">
                <a:latin typeface="+mn-lt"/>
                <a:ea typeface="黑体" panose="02010609060101010101" pitchFamily="49" charset="-122"/>
                <a:cs typeface="+mn-cs"/>
              </a:rPr>
              <a:t>   </a:t>
            </a:r>
            <a:r>
              <a:rPr kumimoji="1" lang="zh-CN" altLang="en-US" kern="1200" cap="none" spc="0" normalizeH="0" baseline="0" noProof="0" dirty="0">
                <a:latin typeface="+mn-lt"/>
                <a:ea typeface="黑体" panose="02010609060101010101" pitchFamily="49" charset="-122"/>
                <a:cs typeface="+mn-cs"/>
              </a:rPr>
              <a:t>物体水平移动</a:t>
            </a:r>
            <a:r>
              <a:rPr kumimoji="1" lang="en-US" altLang="zh-CN" i="1" kern="1200" cap="none" spc="0" normalizeH="0" baseline="0" noProof="0" dirty="0">
                <a:latin typeface="+mn-lt"/>
                <a:ea typeface="黑体" panose="02010609060101010101" pitchFamily="49" charset="-122"/>
                <a:cs typeface="+mn-cs"/>
              </a:rPr>
              <a:t>x</a:t>
            </a:r>
            <a:r>
              <a:rPr kumimoji="1" lang="zh-CN" altLang="en-US" kern="1200" cap="none" spc="0" normalizeH="0" baseline="0" noProof="0" dirty="0">
                <a:latin typeface="+mn-lt"/>
                <a:ea typeface="黑体" panose="02010609060101010101" pitchFamily="49" charset="-122"/>
                <a:cs typeface="+mn-cs"/>
              </a:rPr>
              <a:t>：</a:t>
            </a:r>
            <a:endParaRPr kumimoji="1" lang="en-US" altLang="zh-CN" kern="1200" cap="none" spc="0" normalizeH="0" baseline="0" noProof="0" dirty="0">
              <a:latin typeface="+mn-lt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18438" name="对象 7"/>
          <p:cNvGraphicFramePr>
            <a:graphicFrameLocks noChangeAspect="1"/>
          </p:cNvGraphicFramePr>
          <p:nvPr/>
        </p:nvGraphicFramePr>
        <p:xfrm>
          <a:off x="6494463" y="2087563"/>
          <a:ext cx="1044575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2" imgW="609600" imgH="393700" progId="Equation.DSMT4">
                  <p:embed/>
                </p:oleObj>
              </mc:Choice>
              <mc:Fallback>
                <p:oleObj name="" r:id="rId2" imgW="609600" imgH="3937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494463" y="2087563"/>
                        <a:ext cx="1044575" cy="674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对象 9"/>
          <p:cNvGraphicFramePr>
            <a:graphicFrameLocks noChangeAspect="1"/>
          </p:cNvGraphicFramePr>
          <p:nvPr/>
        </p:nvGraphicFramePr>
        <p:xfrm>
          <a:off x="7694613" y="2065338"/>
          <a:ext cx="1003300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4" imgW="533400" imgH="393700" progId="Equation.DSMT4">
                  <p:embed/>
                </p:oleObj>
              </mc:Choice>
              <mc:Fallback>
                <p:oleObj name="" r:id="rId4" imgW="533400" imgH="3937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94613" y="2065338"/>
                        <a:ext cx="1003300" cy="741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对象 10"/>
          <p:cNvGraphicFramePr>
            <a:graphicFrameLocks noChangeAspect="1"/>
          </p:cNvGraphicFramePr>
          <p:nvPr/>
        </p:nvGraphicFramePr>
        <p:xfrm>
          <a:off x="4306888" y="2806700"/>
          <a:ext cx="44164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6" imgW="2489200" imgH="393700" progId="Equation.DSMT4">
                  <p:embed/>
                </p:oleObj>
              </mc:Choice>
              <mc:Fallback>
                <p:oleObj name="" r:id="rId6" imgW="2489200" imgH="3937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306888" y="2806700"/>
                        <a:ext cx="4416425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对象 11"/>
          <p:cNvGraphicFramePr>
            <a:graphicFrameLocks noChangeAspect="1"/>
          </p:cNvGraphicFramePr>
          <p:nvPr/>
        </p:nvGraphicFramePr>
        <p:xfrm>
          <a:off x="6084888" y="1414463"/>
          <a:ext cx="1801812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8" imgW="1040765" imgH="393700" progId="Equation.DSMT4">
                  <p:embed/>
                </p:oleObj>
              </mc:Choice>
              <mc:Fallback>
                <p:oleObj name="" r:id="rId8" imgW="1040765" imgH="3937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84888" y="1414463"/>
                        <a:ext cx="1801812" cy="681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内容占位符 2"/>
          <p:cNvSpPr txBox="1"/>
          <p:nvPr/>
        </p:nvSpPr>
        <p:spPr>
          <a:xfrm>
            <a:off x="482600" y="3708400"/>
            <a:ext cx="28956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R="0" defTabSz="914400" fontAlgn="auto"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kern="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2.</a:t>
            </a:r>
            <a:r>
              <a:rPr kumimoji="1" lang="zh-CN" altLang="en-US" kern="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变面积型</a:t>
            </a:r>
            <a:endParaRPr kumimoji="1" lang="zh-CN" altLang="en-US" kern="0" cap="none" spc="0" normalizeH="0" baseline="0" noProof="0" dirty="0"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514350" marR="0" indent="-514350" defTabSz="914400" fontAlgn="auto"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kern="0" cap="none" spc="0" normalizeH="0" baseline="0" noProof="0" dirty="0"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514350" marR="0" indent="-514350" defTabSz="914400" fontAlgn="auto"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kern="0" cap="none" spc="0" normalizeH="0" baseline="0" noProof="0" dirty="0"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" name="内容占位符 2"/>
          <p:cNvSpPr txBox="1"/>
          <p:nvPr/>
        </p:nvSpPr>
        <p:spPr>
          <a:xfrm>
            <a:off x="3949700" y="3917950"/>
            <a:ext cx="4953000" cy="27368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平衡位置时：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ts val="1200"/>
              </a:spcBef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物体水平移动</a:t>
            </a:r>
            <a:r>
              <a:rPr lang="en-US" altLang="zh-CN" sz="2400" b="1" i="1" dirty="0">
                <a:ea typeface="黑体" panose="02010609060101010101" pitchFamily="49" charset="-122"/>
              </a:rPr>
              <a:t>x</a:t>
            </a:r>
            <a:r>
              <a:rPr lang="zh-CN" altLang="en-US" sz="2400" b="1" dirty="0">
                <a:ea typeface="黑体" panose="02010609060101010101" pitchFamily="49" charset="-122"/>
              </a:rPr>
              <a:t>：</a:t>
            </a:r>
            <a:endParaRPr lang="zh-CN" altLang="en-US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b="1" dirty="0">
              <a:ea typeface="黑体" panose="02010609060101010101" pitchFamily="49" charset="-122"/>
            </a:endParaRPr>
          </a:p>
        </p:txBody>
      </p:sp>
      <p:graphicFrame>
        <p:nvGraphicFramePr>
          <p:cNvPr id="21" name="Object 15"/>
          <p:cNvGraphicFramePr>
            <a:graphicFrameLocks noChangeAspect="1"/>
          </p:cNvGraphicFramePr>
          <p:nvPr/>
        </p:nvGraphicFramePr>
        <p:xfrm>
          <a:off x="4637088" y="4921250"/>
          <a:ext cx="1546225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0" imgW="901065" imgH="419100" progId="Equation.DSMT4">
                  <p:embed/>
                </p:oleObj>
              </mc:Choice>
              <mc:Fallback>
                <p:oleObj name="" r:id="rId10" imgW="901065" imgH="4191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637088" y="4921250"/>
                        <a:ext cx="1546225" cy="719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6"/>
          <p:cNvGraphicFramePr>
            <a:graphicFrameLocks noChangeAspect="1"/>
          </p:cNvGraphicFramePr>
          <p:nvPr/>
        </p:nvGraphicFramePr>
        <p:xfrm>
          <a:off x="6481763" y="4876800"/>
          <a:ext cx="1720850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2" imgW="914400" imgH="419100" progId="Equation.DSMT4">
                  <p:embed/>
                </p:oleObj>
              </mc:Choice>
              <mc:Fallback>
                <p:oleObj name="" r:id="rId12" imgW="914400" imgH="4191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481763" y="4876800"/>
                        <a:ext cx="1720850" cy="788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7"/>
          <p:cNvGraphicFramePr>
            <a:graphicFrameLocks noChangeAspect="1"/>
          </p:cNvGraphicFramePr>
          <p:nvPr/>
        </p:nvGraphicFramePr>
        <p:xfrm>
          <a:off x="4638675" y="5721350"/>
          <a:ext cx="2997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4" imgW="1688465" imgH="393700" progId="Equation.DSMT4">
                  <p:embed/>
                </p:oleObj>
              </mc:Choice>
              <mc:Fallback>
                <p:oleObj name="" r:id="rId14" imgW="1688465" imgH="3937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638675" y="5721350"/>
                        <a:ext cx="29972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8"/>
          <p:cNvGraphicFramePr>
            <a:graphicFrameLocks noChangeAspect="1"/>
          </p:cNvGraphicFramePr>
          <p:nvPr/>
        </p:nvGraphicFramePr>
        <p:xfrm>
          <a:off x="6092825" y="3829050"/>
          <a:ext cx="1912938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6" imgW="1104900" imgH="393700" progId="Equation.DSMT4">
                  <p:embed/>
                </p:oleObj>
              </mc:Choice>
              <mc:Fallback>
                <p:oleObj name="" r:id="rId16" imgW="1104900" imgH="3937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092825" y="3829050"/>
                        <a:ext cx="1912938" cy="681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" name="图片 12"/>
          <p:cNvPicPr>
            <a:picLocks noChangeAspect="1"/>
          </p:cNvPicPr>
          <p:nvPr/>
        </p:nvPicPr>
        <p:blipFill>
          <a:blip r:embed="rId18"/>
          <a:srcRect b="18190"/>
          <a:stretch>
            <a:fillRect/>
          </a:stretch>
        </p:blipFill>
        <p:spPr>
          <a:xfrm>
            <a:off x="393700" y="4362450"/>
            <a:ext cx="3394075" cy="20447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8449" name="Object 19"/>
          <p:cNvGraphicFramePr>
            <a:graphicFrameLocks noChangeAspect="1"/>
          </p:cNvGraphicFramePr>
          <p:nvPr/>
        </p:nvGraphicFramePr>
        <p:xfrm>
          <a:off x="3282950" y="3162300"/>
          <a:ext cx="711200" cy="25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9" imgW="419100" imgH="152400" progId="Equation.DSMT4">
                  <p:embed/>
                </p:oleObj>
              </mc:Choice>
              <mc:Fallback>
                <p:oleObj name="" r:id="rId19" imgW="419100" imgH="1524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282950" y="3162300"/>
                        <a:ext cx="711200" cy="258763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0" name="Text Box 121"/>
          <p:cNvSpPr txBox="1"/>
          <p:nvPr/>
        </p:nvSpPr>
        <p:spPr>
          <a:xfrm>
            <a:off x="8705850" y="6453188"/>
            <a:ext cx="312738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2000" b="1" dirty="0"/>
            </a:fld>
            <a:endParaRPr lang="en-US" altLang="zh-CN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13410" name="Text Box 2"/>
          <p:cNvSpPr txBox="1"/>
          <p:nvPr/>
        </p:nvSpPr>
        <p:spPr>
          <a:xfrm>
            <a:off x="468313" y="842963"/>
            <a:ext cx="8243887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（</a:t>
            </a:r>
            <a:r>
              <a:rPr lang="en-US" altLang="zh-CN" sz="2800" b="1" dirty="0">
                <a:solidFill>
                  <a:schemeClr val="tx2"/>
                </a:solidFill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</a:rPr>
              <a:t>）平行板电容器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        （</a:t>
            </a:r>
            <a:r>
              <a:rPr lang="zh-CN" altLang="en-US" sz="2800" b="1" dirty="0"/>
              <a:t>极板面积为</a:t>
            </a:r>
            <a:r>
              <a:rPr lang="en-US" altLang="zh-CN" sz="2800" b="1" i="1" dirty="0"/>
              <a:t>S</a:t>
            </a:r>
            <a:r>
              <a:rPr lang="zh-CN" altLang="en-US" sz="2800" b="1" dirty="0"/>
              <a:t>，间距为</a:t>
            </a:r>
            <a:r>
              <a:rPr lang="en-US" altLang="zh-CN" sz="2800" b="1" i="1" dirty="0"/>
              <a:t>d</a:t>
            </a:r>
            <a:r>
              <a:rPr lang="zh-CN" altLang="en-US" sz="2800" b="1" dirty="0"/>
              <a:t>，带电荷</a:t>
            </a:r>
            <a:r>
              <a:rPr lang="en-US" altLang="zh-CN" sz="2800" b="1" i="1" dirty="0"/>
              <a:t>q</a:t>
            </a:r>
            <a:r>
              <a:rPr lang="zh-CN" altLang="en-US" sz="2800" b="1" dirty="0"/>
              <a:t>）</a:t>
            </a:r>
            <a:endParaRPr lang="zh-CN" altLang="en-US" sz="2800" b="1" dirty="0"/>
          </a:p>
        </p:txBody>
      </p:sp>
      <p:graphicFrame>
        <p:nvGraphicFramePr>
          <p:cNvPr id="913412" name="Object 4"/>
          <p:cNvGraphicFramePr>
            <a:graphicFrameLocks noChangeAspect="1"/>
          </p:cNvGraphicFramePr>
          <p:nvPr/>
        </p:nvGraphicFramePr>
        <p:xfrm>
          <a:off x="5111750" y="2097088"/>
          <a:ext cx="114617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" imgW="1078865" imgH="812165" progId="Equation.DSMT4">
                  <p:embed/>
                </p:oleObj>
              </mc:Choice>
              <mc:Fallback>
                <p:oleObj name="" r:id="rId1" imgW="1078865" imgH="812165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11750" y="2097088"/>
                        <a:ext cx="1146175" cy="866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3413" name="Text Box 5"/>
          <p:cNvSpPr txBox="1"/>
          <p:nvPr/>
        </p:nvSpPr>
        <p:spPr>
          <a:xfrm>
            <a:off x="4572000" y="1700213"/>
            <a:ext cx="42481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板间任意点的电场</a:t>
            </a:r>
            <a:endParaRPr lang="zh-CN" altLang="en-US" sz="2800" b="1" dirty="0"/>
          </a:p>
        </p:txBody>
      </p:sp>
      <p:graphicFrame>
        <p:nvGraphicFramePr>
          <p:cNvPr id="913414" name="Object 6"/>
          <p:cNvGraphicFramePr>
            <a:graphicFrameLocks noChangeAspect="1"/>
          </p:cNvGraphicFramePr>
          <p:nvPr/>
        </p:nvGraphicFramePr>
        <p:xfrm>
          <a:off x="5243513" y="2997200"/>
          <a:ext cx="16160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3" imgW="1637665" imgH="431800" progId="Equation.DSMT4">
                  <p:embed/>
                </p:oleObj>
              </mc:Choice>
              <mc:Fallback>
                <p:oleObj name="" r:id="rId3" imgW="1637665" imgH="4318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43513" y="2997200"/>
                        <a:ext cx="1616075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13415" name="Group 7"/>
          <p:cNvGrpSpPr/>
          <p:nvPr/>
        </p:nvGrpSpPr>
        <p:grpSpPr>
          <a:xfrm>
            <a:off x="1042988" y="2636838"/>
            <a:ext cx="685800" cy="2362200"/>
            <a:chOff x="1338" y="1684"/>
            <a:chExt cx="432" cy="1488"/>
          </a:xfrm>
        </p:grpSpPr>
        <p:sp>
          <p:nvSpPr>
            <p:cNvPr id="19495" name="Rectangle 8" descr="花岗岩"/>
            <p:cNvSpPr/>
            <p:nvPr/>
          </p:nvSpPr>
          <p:spPr>
            <a:xfrm>
              <a:off x="1338" y="1684"/>
              <a:ext cx="432" cy="1488"/>
            </a:xfrm>
            <a:prstGeom prst="rect">
              <a:avLst/>
            </a:prstGeom>
            <a:blipFill rotWithShape="1">
              <a:blip r:embed="rId5"/>
            </a:blip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graphicFrame>
          <p:nvGraphicFramePr>
            <p:cNvPr id="19496" name="Object 9"/>
            <p:cNvGraphicFramePr>
              <a:graphicFrameLocks noChangeAspect="1"/>
            </p:cNvGraphicFramePr>
            <p:nvPr/>
          </p:nvGraphicFramePr>
          <p:xfrm>
            <a:off x="1438" y="1961"/>
            <a:ext cx="208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" r:id="rId6" imgW="330200" imgH="431800" progId="Equation.DSMT4">
                    <p:embed/>
                  </p:oleObj>
                </mc:Choice>
                <mc:Fallback>
                  <p:oleObj name="" r:id="rId6" imgW="330200" imgH="431800" progId="Equation.DSMT4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438" y="1961"/>
                          <a:ext cx="208" cy="2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13418" name="Group 10"/>
          <p:cNvGrpSpPr/>
          <p:nvPr/>
        </p:nvGrpSpPr>
        <p:grpSpPr>
          <a:xfrm>
            <a:off x="627063" y="2312988"/>
            <a:ext cx="1497012" cy="3154362"/>
            <a:chOff x="395" y="1457"/>
            <a:chExt cx="943" cy="1987"/>
          </a:xfrm>
        </p:grpSpPr>
        <p:sp>
          <p:nvSpPr>
            <p:cNvPr id="19487" name="Rectangle 11"/>
            <p:cNvSpPr/>
            <p:nvPr/>
          </p:nvSpPr>
          <p:spPr>
            <a:xfrm>
              <a:off x="558" y="1665"/>
              <a:ext cx="96" cy="1488"/>
            </a:xfrm>
            <a:prstGeom prst="rect">
              <a:avLst/>
            </a:prstGeom>
            <a:solidFill>
              <a:srgbClr val="FF9933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9488" name="Rectangle 12"/>
            <p:cNvSpPr/>
            <p:nvPr/>
          </p:nvSpPr>
          <p:spPr>
            <a:xfrm>
              <a:off x="1086" y="1665"/>
              <a:ext cx="96" cy="1488"/>
            </a:xfrm>
            <a:prstGeom prst="rect">
              <a:avLst/>
            </a:prstGeom>
            <a:solidFill>
              <a:srgbClr val="FF9933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graphicFrame>
          <p:nvGraphicFramePr>
            <p:cNvPr id="19489" name="Object 13"/>
            <p:cNvGraphicFramePr>
              <a:graphicFrameLocks noChangeAspect="1"/>
            </p:cNvGraphicFramePr>
            <p:nvPr/>
          </p:nvGraphicFramePr>
          <p:xfrm>
            <a:off x="395" y="1457"/>
            <a:ext cx="311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" r:id="rId8" imgW="495300" imgH="330200" progId="Equation.3">
                    <p:embed/>
                  </p:oleObj>
                </mc:Choice>
                <mc:Fallback>
                  <p:oleObj name="" r:id="rId8" imgW="495300" imgH="330200" progId="Equation.3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95" y="1457"/>
                          <a:ext cx="311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90" name="Object 14"/>
            <p:cNvGraphicFramePr>
              <a:graphicFrameLocks noChangeAspect="1"/>
            </p:cNvGraphicFramePr>
            <p:nvPr/>
          </p:nvGraphicFramePr>
          <p:xfrm>
            <a:off x="1034" y="1473"/>
            <a:ext cx="304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10" imgW="481965" imgH="317500" progId="Equation.3">
                    <p:embed/>
                  </p:oleObj>
                </mc:Choice>
                <mc:Fallback>
                  <p:oleObj name="" r:id="rId10" imgW="481965" imgH="317500" progId="Equation.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034" y="1473"/>
                          <a:ext cx="304" cy="1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91" name="Line 15"/>
            <p:cNvSpPr/>
            <p:nvPr/>
          </p:nvSpPr>
          <p:spPr>
            <a:xfrm>
              <a:off x="654" y="3105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2" name="Line 16"/>
            <p:cNvSpPr/>
            <p:nvPr/>
          </p:nvSpPr>
          <p:spPr>
            <a:xfrm>
              <a:off x="1086" y="3105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cxnSp>
          <p:nvCxnSpPr>
            <p:cNvPr id="19493" name="AutoShape 17"/>
            <p:cNvCxnSpPr/>
            <p:nvPr/>
          </p:nvCxnSpPr>
          <p:spPr>
            <a:xfrm>
              <a:off x="657" y="3249"/>
              <a:ext cx="432" cy="0"/>
            </a:xfrm>
            <a:prstGeom prst="straightConnector1">
              <a:avLst/>
            </a:prstGeom>
            <a:ln w="19050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cxnSp>
        <p:graphicFrame>
          <p:nvGraphicFramePr>
            <p:cNvPr id="19494" name="Object 18"/>
            <p:cNvGraphicFramePr>
              <a:graphicFrameLocks noChangeAspect="1"/>
            </p:cNvGraphicFramePr>
            <p:nvPr/>
          </p:nvGraphicFramePr>
          <p:xfrm>
            <a:off x="794" y="3245"/>
            <a:ext cx="152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1" name="" r:id="rId12" imgW="241300" imgH="317500" progId="Equation.3">
                    <p:embed/>
                  </p:oleObj>
                </mc:Choice>
                <mc:Fallback>
                  <p:oleObj name="" r:id="rId12" imgW="241300" imgH="317500" progId="Equation.3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794" y="3245"/>
                          <a:ext cx="152" cy="1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13427" name="Object 19"/>
          <p:cNvGraphicFramePr>
            <a:graphicFrameLocks noChangeAspect="1"/>
          </p:cNvGraphicFramePr>
          <p:nvPr/>
        </p:nvGraphicFramePr>
        <p:xfrm>
          <a:off x="6902450" y="2781300"/>
          <a:ext cx="90963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4" imgW="914400" imgH="876300" progId="Equation.DSMT4">
                  <p:embed/>
                </p:oleObj>
              </mc:Choice>
              <mc:Fallback>
                <p:oleObj name="" r:id="rId14" imgW="914400" imgH="8763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902450" y="2781300"/>
                        <a:ext cx="909638" cy="898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3428" name="Object 20"/>
          <p:cNvGraphicFramePr>
            <a:graphicFrameLocks noChangeAspect="1"/>
          </p:cNvGraphicFramePr>
          <p:nvPr/>
        </p:nvGraphicFramePr>
        <p:xfrm>
          <a:off x="3527425" y="6237288"/>
          <a:ext cx="6858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6" imgW="685800" imgH="393700" progId="Equation.3">
                  <p:embed/>
                </p:oleObj>
              </mc:Choice>
              <mc:Fallback>
                <p:oleObj name="" r:id="rId16" imgW="685800" imgH="3937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527425" y="6237288"/>
                        <a:ext cx="685800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3429" name="Object 21"/>
          <p:cNvGraphicFramePr>
            <a:graphicFrameLocks noChangeAspect="1"/>
          </p:cNvGraphicFramePr>
          <p:nvPr/>
        </p:nvGraphicFramePr>
        <p:xfrm>
          <a:off x="5453063" y="6043613"/>
          <a:ext cx="282575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8" imgW="304800" imgH="711200" progId="Equation.DSMT4">
                  <p:embed/>
                </p:oleObj>
              </mc:Choice>
              <mc:Fallback>
                <p:oleObj name="" r:id="rId18" imgW="304800" imgH="7112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453063" y="6043613"/>
                        <a:ext cx="282575" cy="661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3430" name="Text Box 22"/>
          <p:cNvSpPr txBox="1"/>
          <p:nvPr/>
        </p:nvSpPr>
        <p:spPr>
          <a:xfrm>
            <a:off x="4799013" y="6110288"/>
            <a:ext cx="82708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solidFill>
                  <a:srgbClr val="FF3300"/>
                </a:solidFill>
              </a:rPr>
              <a:t>S </a:t>
            </a:r>
            <a:r>
              <a:rPr lang="zh-CN" altLang="en-US" sz="2800" b="1" i="1" dirty="0">
                <a:solidFill>
                  <a:srgbClr val="FF3300"/>
                </a:solidFill>
              </a:rPr>
              <a:t>、</a:t>
            </a:r>
            <a:endParaRPr lang="zh-CN" altLang="en-US" sz="2800" b="1" i="1" dirty="0"/>
          </a:p>
        </p:txBody>
      </p:sp>
      <p:sp>
        <p:nvSpPr>
          <p:cNvPr id="913431" name="Text Box 23"/>
          <p:cNvSpPr txBox="1"/>
          <p:nvPr/>
        </p:nvSpPr>
        <p:spPr>
          <a:xfrm>
            <a:off x="4168775" y="6096000"/>
            <a:ext cx="8794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</a:t>
            </a:r>
            <a:r>
              <a:rPr lang="en-US" altLang="zh-CN" sz="2800" b="1" i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zh-CN" altLang="en-US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、</a:t>
            </a:r>
            <a:endParaRPr lang="zh-CN" altLang="en-US" sz="2800" b="1" i="1" dirty="0">
              <a:solidFill>
                <a:srgbClr val="FF0000"/>
              </a:solidFill>
            </a:endParaRPr>
          </a:p>
        </p:txBody>
      </p:sp>
      <p:sp>
        <p:nvSpPr>
          <p:cNvPr id="913432" name="Text Box 24"/>
          <p:cNvSpPr txBox="1"/>
          <p:nvPr/>
        </p:nvSpPr>
        <p:spPr>
          <a:xfrm>
            <a:off x="2563813" y="2889250"/>
            <a:ext cx="47339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两极间的电势差</a:t>
            </a:r>
            <a:endParaRPr lang="zh-CN" altLang="en-US" sz="2800" b="1" dirty="0"/>
          </a:p>
        </p:txBody>
      </p:sp>
      <p:sp>
        <p:nvSpPr>
          <p:cNvPr id="913433" name="Text Box 25"/>
          <p:cNvSpPr txBox="1"/>
          <p:nvPr/>
        </p:nvSpPr>
        <p:spPr>
          <a:xfrm>
            <a:off x="1908175" y="5589588"/>
            <a:ext cx="71643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spcBef>
                <a:spcPct val="0"/>
              </a:spcBef>
              <a:buNone/>
            </a:pPr>
            <a:r>
              <a:rPr lang="en-US" altLang="zh-CN" sz="2800" b="1" i="1" dirty="0"/>
              <a:t>C</a:t>
            </a:r>
            <a:r>
              <a:rPr lang="zh-CN" altLang="en-US" sz="2800" b="1" dirty="0"/>
              <a:t>只与</a:t>
            </a:r>
            <a:r>
              <a:rPr lang="en-US" altLang="zh-CN" sz="2800" b="1" i="1" dirty="0">
                <a:solidFill>
                  <a:srgbClr val="FF0000"/>
                </a:solidFill>
              </a:rPr>
              <a:t>S</a:t>
            </a:r>
            <a:r>
              <a:rPr lang="zh-CN" altLang="en-US" sz="2800" b="1" dirty="0">
                <a:solidFill>
                  <a:srgbClr val="FF0000"/>
                </a:solidFill>
              </a:rPr>
              <a:t>、</a:t>
            </a:r>
            <a:r>
              <a:rPr lang="en-US" altLang="zh-CN" sz="2800" b="1" i="1" dirty="0">
                <a:solidFill>
                  <a:srgbClr val="FF0000"/>
                </a:solidFill>
              </a:rPr>
              <a:t>d</a:t>
            </a:r>
            <a:r>
              <a:rPr lang="zh-CN" altLang="en-US" sz="2800" b="1" dirty="0">
                <a:solidFill>
                  <a:srgbClr val="FF0000"/>
                </a:solidFill>
              </a:rPr>
              <a:t>、</a:t>
            </a:r>
            <a:r>
              <a:rPr lang="zh-CN" altLang="en-US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</a:t>
            </a:r>
            <a:r>
              <a:rPr lang="en-US" altLang="zh-CN" sz="2800" b="1" i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r</a:t>
            </a:r>
            <a:r>
              <a:rPr lang="zh-CN" altLang="en-US" sz="2800" b="1" dirty="0"/>
              <a:t>有关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与电容器是否带无关！</a:t>
            </a:r>
            <a:endParaRPr lang="zh-CN" altLang="en-US" sz="2800" b="1" dirty="0"/>
          </a:p>
        </p:txBody>
      </p:sp>
      <p:sp>
        <p:nvSpPr>
          <p:cNvPr id="913434" name="AutoShape 26"/>
          <p:cNvSpPr/>
          <p:nvPr/>
        </p:nvSpPr>
        <p:spPr>
          <a:xfrm>
            <a:off x="463550" y="5373688"/>
            <a:ext cx="1587500" cy="1200150"/>
          </a:xfrm>
          <a:prstGeom prst="irregularSeal1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3600" b="1" dirty="0">
              <a:solidFill>
                <a:srgbClr val="FF3300"/>
              </a:solidFill>
              <a:ea typeface="隶书" panose="02010509060101010101" pitchFamily="49" charset="-122"/>
            </a:endParaRPr>
          </a:p>
        </p:txBody>
      </p:sp>
      <p:graphicFrame>
        <p:nvGraphicFramePr>
          <p:cNvPr id="913435" name="Object 27"/>
          <p:cNvGraphicFramePr>
            <a:graphicFrameLocks noChangeAspect="1"/>
          </p:cNvGraphicFramePr>
          <p:nvPr/>
        </p:nvGraphicFramePr>
        <p:xfrm>
          <a:off x="3702050" y="6096000"/>
          <a:ext cx="254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20" imgW="254000" imgH="393700" progId="Equation.3">
                  <p:embed/>
                </p:oleObj>
              </mc:Choice>
              <mc:Fallback>
                <p:oleObj name="" r:id="rId20" imgW="254000" imgH="3937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702050" y="6096000"/>
                        <a:ext cx="2540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3436" name="Object 28"/>
          <p:cNvGraphicFramePr>
            <a:graphicFrameLocks noChangeAspect="1"/>
          </p:cNvGraphicFramePr>
          <p:nvPr/>
        </p:nvGraphicFramePr>
        <p:xfrm>
          <a:off x="4403725" y="6092825"/>
          <a:ext cx="254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22" imgW="254000" imgH="393700" progId="Equation.3">
                  <p:embed/>
                </p:oleObj>
              </mc:Choice>
              <mc:Fallback>
                <p:oleObj name="" r:id="rId22" imgW="254000" imgH="3937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403725" y="6092825"/>
                        <a:ext cx="2540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3437" name="Object 29"/>
          <p:cNvGraphicFramePr>
            <a:graphicFrameLocks noChangeAspect="1"/>
          </p:cNvGraphicFramePr>
          <p:nvPr/>
        </p:nvGraphicFramePr>
        <p:xfrm>
          <a:off x="5006975" y="6096000"/>
          <a:ext cx="254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23" imgW="254000" imgH="393700" progId="Equation.3">
                  <p:embed/>
                </p:oleObj>
              </mc:Choice>
              <mc:Fallback>
                <p:oleObj name="" r:id="rId23" imgW="254000" imgH="3937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006975" y="6096000"/>
                        <a:ext cx="2540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3438" name="Object 30"/>
          <p:cNvGraphicFramePr>
            <a:graphicFrameLocks noChangeAspect="1"/>
          </p:cNvGraphicFramePr>
          <p:nvPr/>
        </p:nvGraphicFramePr>
        <p:xfrm>
          <a:off x="5664200" y="6419850"/>
          <a:ext cx="230188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24" imgW="254000" imgH="393700" progId="Equation.3">
                  <p:embed/>
                </p:oleObj>
              </mc:Choice>
              <mc:Fallback>
                <p:oleObj name="" r:id="rId24" imgW="254000" imgH="3937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664200" y="6419850"/>
                        <a:ext cx="230188" cy="357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3439" name="Object 31"/>
          <p:cNvGraphicFramePr>
            <a:graphicFrameLocks noChangeAspect="1"/>
          </p:cNvGraphicFramePr>
          <p:nvPr/>
        </p:nvGraphicFramePr>
        <p:xfrm>
          <a:off x="3168650" y="3387725"/>
          <a:ext cx="2663825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26" imgW="2552700" imgH="901700" progId="Equation.DSMT4">
                  <p:embed/>
                </p:oleObj>
              </mc:Choice>
              <mc:Fallback>
                <p:oleObj name="" r:id="rId26" imgW="2552700" imgH="9017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3168650" y="3387725"/>
                        <a:ext cx="2663825" cy="941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3440" name="Text Box 32"/>
          <p:cNvSpPr txBox="1"/>
          <p:nvPr/>
        </p:nvSpPr>
        <p:spPr>
          <a:xfrm>
            <a:off x="733425" y="5672138"/>
            <a:ext cx="239712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FF3300"/>
                </a:solidFill>
                <a:ea typeface="隶书" panose="02010509060101010101" pitchFamily="49" charset="-122"/>
              </a:rPr>
              <a:t>结论</a:t>
            </a:r>
            <a:endParaRPr lang="zh-CN" altLang="en-US" sz="3600" b="1" dirty="0">
              <a:solidFill>
                <a:srgbClr val="FF3300"/>
              </a:solidFill>
              <a:ea typeface="隶书" panose="02010509060101010101" pitchFamily="49" charset="-122"/>
            </a:endParaRPr>
          </a:p>
        </p:txBody>
      </p:sp>
      <p:sp>
        <p:nvSpPr>
          <p:cNvPr id="913441" name="Text Box 33"/>
          <p:cNvSpPr txBox="1"/>
          <p:nvPr/>
        </p:nvSpPr>
        <p:spPr>
          <a:xfrm>
            <a:off x="647700" y="225425"/>
            <a:ext cx="6985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800000"/>
                </a:solidFill>
              </a:rPr>
              <a:t>3.</a:t>
            </a:r>
            <a:r>
              <a:rPr lang="zh-CN" altLang="en-US" sz="2800" b="1" dirty="0">
                <a:solidFill>
                  <a:srgbClr val="800000"/>
                </a:solidFill>
                <a:latin typeface="宋体" panose="02010600030101010101" pitchFamily="2" charset="-122"/>
              </a:rPr>
              <a:t>常见的几种电容器的电容</a:t>
            </a:r>
            <a:endParaRPr lang="zh-CN" altLang="en-US" sz="2800" b="1" dirty="0">
              <a:solidFill>
                <a:srgbClr val="800000"/>
              </a:solidFill>
            </a:endParaRPr>
          </a:p>
        </p:txBody>
      </p:sp>
      <p:sp>
        <p:nvSpPr>
          <p:cNvPr id="913442" name="Text Box 34"/>
          <p:cNvSpPr txBox="1"/>
          <p:nvPr/>
        </p:nvSpPr>
        <p:spPr>
          <a:xfrm>
            <a:off x="2124075" y="1700213"/>
            <a:ext cx="266541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板间无电介质：</a:t>
            </a:r>
            <a:endParaRPr lang="zh-CN" altLang="en-US" sz="2800" b="1" dirty="0"/>
          </a:p>
        </p:txBody>
      </p:sp>
      <p:graphicFrame>
        <p:nvGraphicFramePr>
          <p:cNvPr id="913443" name="Object 35"/>
          <p:cNvGraphicFramePr>
            <a:graphicFrameLocks noChangeAspect="1"/>
          </p:cNvGraphicFramePr>
          <p:nvPr/>
        </p:nvGraphicFramePr>
        <p:xfrm>
          <a:off x="6696075" y="4113213"/>
          <a:ext cx="1701800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28" imgW="1739900" imgH="876300" progId="Equation.DSMT4">
                  <p:embed/>
                </p:oleObj>
              </mc:Choice>
              <mc:Fallback>
                <p:oleObj name="" r:id="rId28" imgW="1739900" imgH="8763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696075" y="4113213"/>
                        <a:ext cx="1701800" cy="871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3444" name="Text Box 36"/>
          <p:cNvSpPr txBox="1"/>
          <p:nvPr/>
        </p:nvSpPr>
        <p:spPr>
          <a:xfrm>
            <a:off x="2197100" y="4221163"/>
            <a:ext cx="464343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板间有电介质：</a:t>
            </a:r>
            <a:endParaRPr lang="zh-CN" altLang="en-US" sz="2800" b="1" dirty="0"/>
          </a:p>
        </p:txBody>
      </p:sp>
      <p:graphicFrame>
        <p:nvGraphicFramePr>
          <p:cNvPr id="913445" name="Object 37"/>
          <p:cNvGraphicFramePr>
            <a:graphicFrameLocks noChangeAspect="1"/>
          </p:cNvGraphicFramePr>
          <p:nvPr/>
        </p:nvGraphicFramePr>
        <p:xfrm>
          <a:off x="3133725" y="4760913"/>
          <a:ext cx="180022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30" imgW="1866900" imgH="812800" progId="Equation.DSMT4">
                  <p:embed/>
                </p:oleObj>
              </mc:Choice>
              <mc:Fallback>
                <p:oleObj name="" r:id="rId30" imgW="1866900" imgH="8128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3133725" y="4760913"/>
                        <a:ext cx="1800225" cy="860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3446" name="Object 38"/>
          <p:cNvGraphicFramePr>
            <a:graphicFrameLocks noChangeAspect="1"/>
          </p:cNvGraphicFramePr>
          <p:nvPr/>
        </p:nvGraphicFramePr>
        <p:xfrm>
          <a:off x="5005388" y="5013325"/>
          <a:ext cx="935037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32" imgW="989965" imgH="431800" progId="Equation.DSMT4">
                  <p:embed/>
                </p:oleObj>
              </mc:Choice>
              <mc:Fallback>
                <p:oleObj name="" r:id="rId32" imgW="989965" imgH="4318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005388" y="5013325"/>
                        <a:ext cx="935037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3447" name="Object 39"/>
          <p:cNvGraphicFramePr>
            <a:graphicFrameLocks noChangeAspect="1"/>
          </p:cNvGraphicFramePr>
          <p:nvPr/>
        </p:nvGraphicFramePr>
        <p:xfrm>
          <a:off x="5219700" y="4146550"/>
          <a:ext cx="1271588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34" imgW="1333500" imgH="812800" progId="Equation.DSMT4">
                  <p:embed/>
                </p:oleObj>
              </mc:Choice>
              <mc:Fallback>
                <p:oleObj name="" r:id="rId34" imgW="1333500" imgH="812800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219700" y="4146550"/>
                        <a:ext cx="1271588" cy="866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3448" name="Object 40"/>
          <p:cNvGraphicFramePr>
            <a:graphicFrameLocks noChangeAspect="1"/>
          </p:cNvGraphicFramePr>
          <p:nvPr/>
        </p:nvGraphicFramePr>
        <p:xfrm>
          <a:off x="6948488" y="225425"/>
          <a:ext cx="120491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36" imgW="1535430" imgH="981710" progId="Equation.DSMT4">
                  <p:embed/>
                </p:oleObj>
              </mc:Choice>
              <mc:Fallback>
                <p:oleObj name="" r:id="rId36" imgW="1535430" imgH="981710" progId="Equation.DSMT4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37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948488" y="225425"/>
                        <a:ext cx="1204912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300"/>
                                        <p:tgtEl>
                                          <p:spTgt spid="913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900"/>
                            </p:stCondLst>
                            <p:childTnLst>
                              <p:par>
                                <p:cTn id="9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" dur="300"/>
                                        <p:tgtEl>
                                          <p:spTgt spid="913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399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13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899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13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913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75"/>
                                        <p:tgtEl>
                                          <p:spTgt spid="913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13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13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0" dur="300"/>
                                        <p:tgtEl>
                                          <p:spTgt spid="91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913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0" dur="500"/>
                                        <p:tgtEl>
                                          <p:spTgt spid="91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913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0" dur="500"/>
                                        <p:tgtEl>
                                          <p:spTgt spid="913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913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13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13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913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913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913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913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913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913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913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913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913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913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913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913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913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913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913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913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913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913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913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913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9" dur="500"/>
                                        <p:tgtEl>
                                          <p:spTgt spid="91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913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913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913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913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913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913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913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3410" grpId="0"/>
      <p:bldP spid="913413" grpId="0"/>
      <p:bldP spid="913430" grpId="0"/>
      <p:bldP spid="913431" grpId="0"/>
      <p:bldP spid="913432" grpId="0"/>
      <p:bldP spid="913433" grpId="0"/>
      <p:bldP spid="913434" grpId="0" animBg="1"/>
      <p:bldP spid="913440" grpId="0"/>
      <p:bldP spid="913441" grpId="0"/>
      <p:bldP spid="913442" grpId="0"/>
      <p:bldP spid="9134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pSp>
        <p:nvGrpSpPr>
          <p:cNvPr id="914434" name="Group 2"/>
          <p:cNvGrpSpPr/>
          <p:nvPr/>
        </p:nvGrpSpPr>
        <p:grpSpPr>
          <a:xfrm>
            <a:off x="6119813" y="1736725"/>
            <a:ext cx="2520950" cy="2728913"/>
            <a:chOff x="3855" y="1275"/>
            <a:chExt cx="1588" cy="1719"/>
          </a:xfrm>
        </p:grpSpPr>
        <p:grpSp>
          <p:nvGrpSpPr>
            <p:cNvPr id="20501" name="Group 3"/>
            <p:cNvGrpSpPr/>
            <p:nvPr/>
          </p:nvGrpSpPr>
          <p:grpSpPr>
            <a:xfrm>
              <a:off x="4051" y="1458"/>
              <a:ext cx="1392" cy="1536"/>
              <a:chOff x="2496" y="768"/>
              <a:chExt cx="1392" cy="1536"/>
            </a:xfrm>
          </p:grpSpPr>
          <p:sp>
            <p:nvSpPr>
              <p:cNvPr id="20514" name="AutoShape 4"/>
              <p:cNvSpPr/>
              <p:nvPr/>
            </p:nvSpPr>
            <p:spPr>
              <a:xfrm>
                <a:off x="2688" y="768"/>
                <a:ext cx="1008" cy="1536"/>
              </a:xfrm>
              <a:prstGeom prst="can">
                <a:avLst>
                  <a:gd name="adj" fmla="val 27435"/>
                </a:avLst>
              </a:prstGeom>
              <a:gradFill rotWithShape="1">
                <a:gsLst>
                  <a:gs pos="0">
                    <a:srgbClr val="765E76"/>
                  </a:gs>
                  <a:gs pos="50000">
                    <a:srgbClr val="FFCCFF"/>
                  </a:gs>
                  <a:gs pos="100000">
                    <a:srgbClr val="765E76"/>
                  </a:gs>
                </a:gsLst>
                <a:lin ang="0" scaled="1"/>
                <a:tileRect/>
              </a:gra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20515" name="Oval 5"/>
              <p:cNvSpPr/>
              <p:nvPr/>
            </p:nvSpPr>
            <p:spPr>
              <a:xfrm>
                <a:off x="2688" y="768"/>
                <a:ext cx="1008" cy="288"/>
              </a:xfrm>
              <a:prstGeom prst="ellipse">
                <a:avLst/>
              </a:prstGeom>
              <a:solidFill>
                <a:srgbClr val="DDDDDD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20516" name="Oval 6"/>
              <p:cNvSpPr/>
              <p:nvPr/>
            </p:nvSpPr>
            <p:spPr>
              <a:xfrm>
                <a:off x="2688" y="2016"/>
                <a:ext cx="1008" cy="288"/>
              </a:xfrm>
              <a:prstGeom prst="ellipse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20517" name="Arc 7"/>
              <p:cNvSpPr/>
              <p:nvPr/>
            </p:nvSpPr>
            <p:spPr>
              <a:xfrm flipV="1">
                <a:off x="2688" y="2106"/>
                <a:ext cx="1008" cy="19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43200" h="27701" fill="none">
                    <a:moveTo>
                      <a:pt x="879" y="27700"/>
                    </a:moveTo>
                    <a:cubicBezTo>
                      <a:pt x="296" y="25719"/>
                      <a:pt x="0" y="23665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701"/>
                      <a:pt x="43115" y="23802"/>
                      <a:pt x="42947" y="24890"/>
                    </a:cubicBezTo>
                  </a:path>
                  <a:path w="43200" h="27701" stroke="0">
                    <a:moveTo>
                      <a:pt x="879" y="27700"/>
                    </a:moveTo>
                    <a:cubicBezTo>
                      <a:pt x="296" y="25719"/>
                      <a:pt x="0" y="23665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701"/>
                      <a:pt x="43115" y="23802"/>
                      <a:pt x="42947" y="24890"/>
                    </a:cubicBezTo>
                    <a:lnTo>
                      <a:pt x="21600" y="21600"/>
                    </a:lnTo>
                    <a:lnTo>
                      <a:pt x="879" y="2770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518" name="AutoShape 8"/>
              <p:cNvSpPr/>
              <p:nvPr/>
            </p:nvSpPr>
            <p:spPr>
              <a:xfrm>
                <a:off x="3024" y="864"/>
                <a:ext cx="336" cy="1344"/>
              </a:xfrm>
              <a:prstGeom prst="can">
                <a:avLst>
                  <a:gd name="adj" fmla="val 33037"/>
                </a:avLst>
              </a:prstGeom>
              <a:gradFill rotWithShape="1">
                <a:gsLst>
                  <a:gs pos="0">
                    <a:srgbClr val="765E76"/>
                  </a:gs>
                  <a:gs pos="50000">
                    <a:srgbClr val="FFCCFF"/>
                  </a:gs>
                  <a:gs pos="100000">
                    <a:srgbClr val="765E76"/>
                  </a:gs>
                </a:gsLst>
                <a:lin ang="0" scaled="1"/>
                <a:tileRect/>
              </a:gradFill>
              <a:ln w="19050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20519" name="Arc 9"/>
              <p:cNvSpPr/>
              <p:nvPr/>
            </p:nvSpPr>
            <p:spPr>
              <a:xfrm>
                <a:off x="3024" y="2112"/>
                <a:ext cx="336" cy="4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42858" h="21600" fill="none">
                    <a:moveTo>
                      <a:pt x="-1" y="18336"/>
                    </a:moveTo>
                    <a:cubicBezTo>
                      <a:pt x="1611" y="7790"/>
                      <a:pt x="10682" y="-1"/>
                      <a:pt x="21352" y="0"/>
                    </a:cubicBezTo>
                    <a:cubicBezTo>
                      <a:pt x="32501" y="0"/>
                      <a:pt x="41818" y="8486"/>
                      <a:pt x="42857" y="19587"/>
                    </a:cubicBezTo>
                  </a:path>
                  <a:path w="42858" h="21600" stroke="0">
                    <a:moveTo>
                      <a:pt x="-1" y="18336"/>
                    </a:moveTo>
                    <a:cubicBezTo>
                      <a:pt x="1611" y="7790"/>
                      <a:pt x="10682" y="-1"/>
                      <a:pt x="21352" y="0"/>
                    </a:cubicBezTo>
                    <a:cubicBezTo>
                      <a:pt x="32501" y="0"/>
                      <a:pt x="41818" y="8486"/>
                      <a:pt x="42857" y="19587"/>
                    </a:cubicBezTo>
                    <a:lnTo>
                      <a:pt x="21352" y="21600"/>
                    </a:lnTo>
                    <a:lnTo>
                      <a:pt x="-1" y="18336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chemeClr val="tx1">
                    <a:alpha val="10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520" name="Arc 10"/>
              <p:cNvSpPr/>
              <p:nvPr/>
            </p:nvSpPr>
            <p:spPr>
              <a:xfrm flipV="1">
                <a:off x="2688" y="864"/>
                <a:ext cx="1008" cy="19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43200" h="27701" fill="none">
                    <a:moveTo>
                      <a:pt x="879" y="27700"/>
                    </a:moveTo>
                    <a:cubicBezTo>
                      <a:pt x="296" y="25719"/>
                      <a:pt x="0" y="23665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701"/>
                      <a:pt x="43115" y="23802"/>
                      <a:pt x="42947" y="24890"/>
                    </a:cubicBezTo>
                  </a:path>
                  <a:path w="43200" h="27701" stroke="0">
                    <a:moveTo>
                      <a:pt x="879" y="27700"/>
                    </a:moveTo>
                    <a:cubicBezTo>
                      <a:pt x="296" y="25719"/>
                      <a:pt x="0" y="23665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701"/>
                      <a:pt x="43115" y="23802"/>
                      <a:pt x="42947" y="24890"/>
                    </a:cubicBezTo>
                    <a:lnTo>
                      <a:pt x="21600" y="21600"/>
                    </a:lnTo>
                    <a:lnTo>
                      <a:pt x="879" y="27700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521" name="Arc 11"/>
              <p:cNvSpPr/>
              <p:nvPr/>
            </p:nvSpPr>
            <p:spPr>
              <a:xfrm>
                <a:off x="2688" y="2016"/>
                <a:ext cx="960" cy="14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42858" h="21600" fill="none">
                    <a:moveTo>
                      <a:pt x="-1" y="18336"/>
                    </a:moveTo>
                    <a:cubicBezTo>
                      <a:pt x="1611" y="7790"/>
                      <a:pt x="10682" y="-1"/>
                      <a:pt x="21352" y="0"/>
                    </a:cubicBezTo>
                    <a:cubicBezTo>
                      <a:pt x="32501" y="0"/>
                      <a:pt x="41818" y="8486"/>
                      <a:pt x="42857" y="19587"/>
                    </a:cubicBezTo>
                  </a:path>
                  <a:path w="42858" h="21600" stroke="0">
                    <a:moveTo>
                      <a:pt x="-1" y="18336"/>
                    </a:moveTo>
                    <a:cubicBezTo>
                      <a:pt x="1611" y="7790"/>
                      <a:pt x="10682" y="-1"/>
                      <a:pt x="21352" y="0"/>
                    </a:cubicBezTo>
                    <a:cubicBezTo>
                      <a:pt x="32501" y="0"/>
                      <a:pt x="41818" y="8486"/>
                      <a:pt x="42857" y="19587"/>
                    </a:cubicBezTo>
                    <a:lnTo>
                      <a:pt x="21352" y="21600"/>
                    </a:lnTo>
                    <a:lnTo>
                      <a:pt x="-1" y="18336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chemeClr val="tx1">
                    <a:alpha val="10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522" name="Text Box 12"/>
              <p:cNvSpPr txBox="1"/>
              <p:nvPr/>
            </p:nvSpPr>
            <p:spPr>
              <a:xfrm>
                <a:off x="3312" y="816"/>
                <a:ext cx="244" cy="14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CC3300"/>
                    </a:solidFill>
                  </a:rPr>
                  <a:t>+</a:t>
                </a:r>
                <a:endParaRPr lang="en-US" altLang="zh-CN" sz="2800" b="1" dirty="0">
                  <a:solidFill>
                    <a:srgbClr val="CC3300"/>
                  </a:solidFill>
                </a:endParaRPr>
              </a:p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CC3300"/>
                    </a:solidFill>
                  </a:rPr>
                  <a:t>+</a:t>
                </a:r>
                <a:endParaRPr lang="en-US" altLang="zh-CN" sz="2800" b="1" dirty="0">
                  <a:solidFill>
                    <a:srgbClr val="CC3300"/>
                  </a:solidFill>
                </a:endParaRPr>
              </a:p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CC3300"/>
                    </a:solidFill>
                  </a:rPr>
                  <a:t>+</a:t>
                </a:r>
                <a:endParaRPr lang="en-US" altLang="zh-CN" sz="2800" b="1" dirty="0">
                  <a:solidFill>
                    <a:srgbClr val="CC3300"/>
                  </a:solidFill>
                </a:endParaRPr>
              </a:p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CC3300"/>
                    </a:solidFill>
                  </a:rPr>
                  <a:t>+</a:t>
                </a:r>
                <a:endParaRPr lang="en-US" altLang="zh-CN" sz="2800" b="1" dirty="0">
                  <a:solidFill>
                    <a:srgbClr val="CC3300"/>
                  </a:solidFill>
                </a:endParaRPr>
              </a:p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CC3300"/>
                    </a:solidFill>
                  </a:rPr>
                  <a:t>+</a:t>
                </a:r>
                <a:endParaRPr lang="en-US" altLang="zh-CN" sz="2800" b="1" dirty="0">
                  <a:solidFill>
                    <a:srgbClr val="CC3300"/>
                  </a:solidFill>
                </a:endParaRPr>
              </a:p>
            </p:txBody>
          </p:sp>
          <p:sp>
            <p:nvSpPr>
              <p:cNvPr id="20523" name="Text Box 13"/>
              <p:cNvSpPr txBox="1"/>
              <p:nvPr/>
            </p:nvSpPr>
            <p:spPr>
              <a:xfrm>
                <a:off x="2828" y="805"/>
                <a:ext cx="244" cy="14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CC3300"/>
                    </a:solidFill>
                  </a:rPr>
                  <a:t>+</a:t>
                </a:r>
                <a:endParaRPr lang="en-US" altLang="zh-CN" sz="2800" b="1" dirty="0">
                  <a:solidFill>
                    <a:srgbClr val="CC3300"/>
                  </a:solidFill>
                </a:endParaRPr>
              </a:p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CC3300"/>
                    </a:solidFill>
                  </a:rPr>
                  <a:t>+</a:t>
                </a:r>
                <a:endParaRPr lang="en-US" altLang="zh-CN" sz="2800" b="1" dirty="0">
                  <a:solidFill>
                    <a:srgbClr val="CC3300"/>
                  </a:solidFill>
                </a:endParaRPr>
              </a:p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CC3300"/>
                    </a:solidFill>
                  </a:rPr>
                  <a:t>+</a:t>
                </a:r>
                <a:endParaRPr lang="en-US" altLang="zh-CN" sz="2800" b="1" dirty="0">
                  <a:solidFill>
                    <a:srgbClr val="CC3300"/>
                  </a:solidFill>
                </a:endParaRPr>
              </a:p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CC3300"/>
                    </a:solidFill>
                  </a:rPr>
                  <a:t>+</a:t>
                </a:r>
                <a:endParaRPr lang="en-US" altLang="zh-CN" sz="2800" b="1" dirty="0">
                  <a:solidFill>
                    <a:srgbClr val="CC3300"/>
                  </a:solidFill>
                </a:endParaRPr>
              </a:p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CC3300"/>
                    </a:solidFill>
                  </a:rPr>
                  <a:t>+</a:t>
                </a:r>
                <a:endParaRPr lang="en-US" altLang="zh-CN" sz="2800" b="1" dirty="0">
                  <a:solidFill>
                    <a:srgbClr val="CC3300"/>
                  </a:solidFill>
                </a:endParaRPr>
              </a:p>
            </p:txBody>
          </p:sp>
          <p:sp>
            <p:nvSpPr>
              <p:cNvPr id="20524" name="Text Box 14"/>
              <p:cNvSpPr txBox="1"/>
              <p:nvPr/>
            </p:nvSpPr>
            <p:spPr>
              <a:xfrm>
                <a:off x="3660" y="816"/>
                <a:ext cx="228" cy="14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cs typeface="Times New Roman" panose="02020603050405020304" pitchFamily="18" charset="0"/>
                  </a:rPr>
                  <a:t>–</a:t>
                </a:r>
                <a:endParaRPr lang="en-US" altLang="zh-CN" sz="2800" b="1" dirty="0">
                  <a:cs typeface="Times New Roman" panose="02020603050405020304" pitchFamily="18" charset="0"/>
                </a:endParaRPr>
              </a:p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cs typeface="Times New Roman" panose="02020603050405020304" pitchFamily="18" charset="0"/>
                  </a:rPr>
                  <a:t>–</a:t>
                </a:r>
                <a:endParaRPr lang="en-US" altLang="zh-CN" sz="2800" b="1" dirty="0">
                  <a:cs typeface="Times New Roman" panose="02020603050405020304" pitchFamily="18" charset="0"/>
                </a:endParaRPr>
              </a:p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cs typeface="Times New Roman" panose="02020603050405020304" pitchFamily="18" charset="0"/>
                  </a:rPr>
                  <a:t>–</a:t>
                </a:r>
                <a:endParaRPr lang="en-US" altLang="zh-CN" sz="2800" b="1" dirty="0">
                  <a:cs typeface="Times New Roman" panose="02020603050405020304" pitchFamily="18" charset="0"/>
                </a:endParaRPr>
              </a:p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cs typeface="Times New Roman" panose="02020603050405020304" pitchFamily="18" charset="0"/>
                  </a:rPr>
                  <a:t>–</a:t>
                </a:r>
                <a:endParaRPr lang="en-US" altLang="zh-CN" sz="2800" b="1" dirty="0">
                  <a:cs typeface="Times New Roman" panose="02020603050405020304" pitchFamily="18" charset="0"/>
                </a:endParaRPr>
              </a:p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cs typeface="Times New Roman" panose="02020603050405020304" pitchFamily="18" charset="0"/>
                  </a:rPr>
                  <a:t>–</a:t>
                </a:r>
                <a:endParaRPr lang="en-US" altLang="zh-CN" sz="2800" b="1" dirty="0">
                  <a:ea typeface="Times New Roman" panose="02020603050405020304" pitchFamily="18" charset="0"/>
                </a:endParaRPr>
              </a:p>
            </p:txBody>
          </p:sp>
          <p:sp>
            <p:nvSpPr>
              <p:cNvPr id="20525" name="Text Box 15"/>
              <p:cNvSpPr txBox="1"/>
              <p:nvPr/>
            </p:nvSpPr>
            <p:spPr>
              <a:xfrm>
                <a:off x="2496" y="805"/>
                <a:ext cx="228" cy="14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cs typeface="Times New Roman" panose="02020603050405020304" pitchFamily="18" charset="0"/>
                  </a:rPr>
                  <a:t>–</a:t>
                </a:r>
                <a:endParaRPr lang="en-US" altLang="zh-CN" sz="2800" b="1" dirty="0">
                  <a:cs typeface="Times New Roman" panose="02020603050405020304" pitchFamily="18" charset="0"/>
                </a:endParaRPr>
              </a:p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cs typeface="Times New Roman" panose="02020603050405020304" pitchFamily="18" charset="0"/>
                  </a:rPr>
                  <a:t>–</a:t>
                </a:r>
                <a:endParaRPr lang="en-US" altLang="zh-CN" sz="2800" b="1" dirty="0">
                  <a:cs typeface="Times New Roman" panose="02020603050405020304" pitchFamily="18" charset="0"/>
                </a:endParaRPr>
              </a:p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cs typeface="Times New Roman" panose="02020603050405020304" pitchFamily="18" charset="0"/>
                  </a:rPr>
                  <a:t>–</a:t>
                </a:r>
                <a:endParaRPr lang="en-US" altLang="zh-CN" sz="2800" b="1" dirty="0">
                  <a:cs typeface="Times New Roman" panose="02020603050405020304" pitchFamily="18" charset="0"/>
                </a:endParaRPr>
              </a:p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cs typeface="Times New Roman" panose="02020603050405020304" pitchFamily="18" charset="0"/>
                  </a:rPr>
                  <a:t>–</a:t>
                </a:r>
                <a:endParaRPr lang="en-US" altLang="zh-CN" sz="2800" b="1" dirty="0">
                  <a:cs typeface="Times New Roman" panose="02020603050405020304" pitchFamily="18" charset="0"/>
                </a:endParaRPr>
              </a:p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cs typeface="Times New Roman" panose="02020603050405020304" pitchFamily="18" charset="0"/>
                  </a:rPr>
                  <a:t>–</a:t>
                </a:r>
                <a:endParaRPr lang="en-US" altLang="zh-CN" sz="2800" b="1" dirty="0">
                  <a:ea typeface="Times New Roman" panose="02020603050405020304" pitchFamily="18" charset="0"/>
                </a:endParaRPr>
              </a:p>
            </p:txBody>
          </p:sp>
        </p:grpSp>
        <p:sp>
          <p:nvSpPr>
            <p:cNvPr id="20502" name="Line 16"/>
            <p:cNvSpPr/>
            <p:nvPr/>
          </p:nvSpPr>
          <p:spPr>
            <a:xfrm>
              <a:off x="3903" y="1602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3" name="Line 17"/>
            <p:cNvSpPr/>
            <p:nvPr/>
          </p:nvSpPr>
          <p:spPr>
            <a:xfrm>
              <a:off x="3903" y="2850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4" name="Line 18"/>
            <p:cNvSpPr/>
            <p:nvPr/>
          </p:nvSpPr>
          <p:spPr>
            <a:xfrm>
              <a:off x="3951" y="2370"/>
              <a:ext cx="0" cy="48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05" name="Line 19"/>
            <p:cNvSpPr/>
            <p:nvPr/>
          </p:nvSpPr>
          <p:spPr>
            <a:xfrm flipV="1">
              <a:off x="3951" y="1602"/>
              <a:ext cx="0" cy="48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06" name="Text Box 20"/>
            <p:cNvSpPr txBox="1"/>
            <p:nvPr/>
          </p:nvSpPr>
          <p:spPr>
            <a:xfrm>
              <a:off x="3855" y="2034"/>
              <a:ext cx="2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b="1" i="1" dirty="0"/>
                <a:t>L</a:t>
              </a:r>
              <a:endParaRPr lang="en-US" altLang="zh-CN" b="1" i="1" dirty="0"/>
            </a:p>
          </p:txBody>
        </p:sp>
        <p:sp>
          <p:nvSpPr>
            <p:cNvPr id="20507" name="Text Box 21"/>
            <p:cNvSpPr txBox="1"/>
            <p:nvPr/>
          </p:nvSpPr>
          <p:spPr>
            <a:xfrm>
              <a:off x="4717" y="1289"/>
              <a:ext cx="43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800" b="1" i="1" dirty="0"/>
                <a:t>R</a:t>
              </a:r>
              <a:r>
                <a:rPr lang="en-US" altLang="zh-CN" sz="2800" b="1" baseline="-25000" dirty="0"/>
                <a:t>1</a:t>
              </a:r>
              <a:endParaRPr lang="en-US" altLang="zh-CN" sz="2800" b="1" i="1" baseline="-25000" dirty="0"/>
            </a:p>
          </p:txBody>
        </p:sp>
        <p:sp>
          <p:nvSpPr>
            <p:cNvPr id="20508" name="Text Box 22"/>
            <p:cNvSpPr txBox="1"/>
            <p:nvPr/>
          </p:nvSpPr>
          <p:spPr>
            <a:xfrm>
              <a:off x="5055" y="1275"/>
              <a:ext cx="3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800" b="1" i="1" dirty="0"/>
                <a:t>R</a:t>
              </a:r>
              <a:r>
                <a:rPr lang="en-US" altLang="zh-CN" sz="2800" b="1" baseline="-25000" dirty="0"/>
                <a:t>2</a:t>
              </a:r>
              <a:endParaRPr lang="en-US" altLang="zh-CN" sz="2800" b="1" dirty="0"/>
            </a:p>
          </p:txBody>
        </p:sp>
        <p:sp>
          <p:nvSpPr>
            <p:cNvPr id="20509" name="Oval 23"/>
            <p:cNvSpPr/>
            <p:nvPr/>
          </p:nvSpPr>
          <p:spPr>
            <a:xfrm>
              <a:off x="4577" y="1548"/>
              <a:ext cx="341" cy="114"/>
            </a:xfrm>
            <a:prstGeom prst="ellipse">
              <a:avLst/>
            </a:prstGeom>
            <a:solidFill>
              <a:srgbClr val="DDDDDD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20510" name="Line 24"/>
            <p:cNvSpPr/>
            <p:nvPr/>
          </p:nvSpPr>
          <p:spPr>
            <a:xfrm>
              <a:off x="4581" y="1616"/>
              <a:ext cx="0" cy="1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11" name="Line 25"/>
            <p:cNvSpPr/>
            <p:nvPr/>
          </p:nvSpPr>
          <p:spPr>
            <a:xfrm>
              <a:off x="4921" y="1616"/>
              <a:ext cx="0" cy="1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12" name="Line 26"/>
            <p:cNvSpPr/>
            <p:nvPr/>
          </p:nvSpPr>
          <p:spPr>
            <a:xfrm flipV="1">
              <a:off x="4740" y="1548"/>
              <a:ext cx="113" cy="6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13" name="Line 27"/>
            <p:cNvSpPr/>
            <p:nvPr/>
          </p:nvSpPr>
          <p:spPr>
            <a:xfrm flipV="1">
              <a:off x="4740" y="1570"/>
              <a:ext cx="499" cy="4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914460" name="Text Box 28"/>
          <p:cNvSpPr txBox="1"/>
          <p:nvPr/>
        </p:nvSpPr>
        <p:spPr>
          <a:xfrm>
            <a:off x="0" y="296863"/>
            <a:ext cx="601186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    </a:t>
            </a:r>
            <a:r>
              <a:rPr lang="zh-CN" altLang="en-US" sz="2800" b="1" dirty="0">
                <a:solidFill>
                  <a:schemeClr val="tx2"/>
                </a:solidFill>
              </a:rPr>
              <a:t>（</a:t>
            </a:r>
            <a:r>
              <a:rPr lang="en-US" altLang="zh-CN" sz="2800" b="1" dirty="0">
                <a:solidFill>
                  <a:schemeClr val="tx2"/>
                </a:solidFill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</a:rPr>
              <a:t>） 圆柱形电容器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914461" name="Text Box 29"/>
          <p:cNvSpPr txBox="1"/>
          <p:nvPr/>
        </p:nvSpPr>
        <p:spPr>
          <a:xfrm>
            <a:off x="647700" y="1736725"/>
            <a:ext cx="57610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由电荷分布可知电场具有</a:t>
            </a:r>
            <a:r>
              <a:rPr lang="zh-CN" altLang="en-US" sz="2800" b="1" dirty="0">
                <a:solidFill>
                  <a:srgbClr val="0000FF"/>
                </a:solidFill>
                <a:ea typeface="黑体" panose="02010609060101010101" pitchFamily="49" charset="-122"/>
              </a:rPr>
              <a:t>轴对称性</a:t>
            </a:r>
            <a:endParaRPr lang="zh-CN" altLang="en-US" sz="2800" b="1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914463" name="Text Box 31"/>
          <p:cNvSpPr txBox="1"/>
          <p:nvPr/>
        </p:nvSpPr>
        <p:spPr>
          <a:xfrm>
            <a:off x="647700" y="3917950"/>
            <a:ext cx="42735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 </a:t>
            </a:r>
            <a:r>
              <a:rPr lang="zh-CN" altLang="en-US" sz="2800" b="1" dirty="0"/>
              <a:t>两极间电势差</a:t>
            </a:r>
            <a:endParaRPr lang="zh-CN" altLang="en-US" sz="2800" b="1" dirty="0"/>
          </a:p>
        </p:txBody>
      </p:sp>
      <p:graphicFrame>
        <p:nvGraphicFramePr>
          <p:cNvPr id="914464" name="Object 32"/>
          <p:cNvGraphicFramePr>
            <a:graphicFrameLocks noChangeAspect="1"/>
          </p:cNvGraphicFramePr>
          <p:nvPr/>
        </p:nvGraphicFramePr>
        <p:xfrm>
          <a:off x="827088" y="4616450"/>
          <a:ext cx="211772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" imgW="2044700" imgH="711200" progId="Equation.DSMT4">
                  <p:embed/>
                </p:oleObj>
              </mc:Choice>
              <mc:Fallback>
                <p:oleObj name="" r:id="rId1" imgW="2044700" imgH="7112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7088" y="4616450"/>
                        <a:ext cx="2117725" cy="739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4465" name="Object 33"/>
          <p:cNvGraphicFramePr>
            <a:graphicFrameLocks noChangeAspect="1"/>
          </p:cNvGraphicFramePr>
          <p:nvPr/>
        </p:nvGraphicFramePr>
        <p:xfrm>
          <a:off x="5256213" y="4473575"/>
          <a:ext cx="20161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3" imgW="2159000" imgH="901700" progId="Equation.DSMT4">
                  <p:embed/>
                </p:oleObj>
              </mc:Choice>
              <mc:Fallback>
                <p:oleObj name="" r:id="rId3" imgW="2159000" imgH="901700" progId="Equation.DSMT4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56213" y="4473575"/>
                        <a:ext cx="2016125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4467" name="Text Box 35"/>
          <p:cNvSpPr txBox="1"/>
          <p:nvPr/>
        </p:nvSpPr>
        <p:spPr>
          <a:xfrm>
            <a:off x="684213" y="800100"/>
            <a:ext cx="8459787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        </a:t>
            </a:r>
            <a:r>
              <a:rPr lang="zh-CN" altLang="en-US" sz="2800" b="1" dirty="0"/>
              <a:t>两个半径分别为</a:t>
            </a:r>
            <a:r>
              <a:rPr lang="en-US" altLang="zh-CN" sz="2800" b="1" i="1" dirty="0"/>
              <a:t>R</a:t>
            </a:r>
            <a:r>
              <a:rPr lang="en-US" altLang="zh-CN" sz="2800" b="1" baseline="-25000" dirty="0"/>
              <a:t>1</a:t>
            </a:r>
            <a:r>
              <a:rPr lang="zh-CN" altLang="en-US" sz="2800" b="1" dirty="0"/>
              <a:t>、</a:t>
            </a:r>
            <a:r>
              <a:rPr lang="en-US" altLang="zh-CN" sz="2800" b="1" i="1" dirty="0"/>
              <a:t>R</a:t>
            </a:r>
            <a:r>
              <a:rPr lang="en-US" altLang="zh-CN" sz="2800" b="1" baseline="-25000" dirty="0"/>
              <a:t>2</a:t>
            </a:r>
            <a:r>
              <a:rPr lang="en-US" altLang="zh-CN" sz="2800" b="1" i="1" dirty="0"/>
              <a:t>, </a:t>
            </a:r>
            <a:r>
              <a:rPr lang="zh-CN" altLang="en-US" sz="2800" b="1" dirty="0"/>
              <a:t>长为</a:t>
            </a:r>
            <a:r>
              <a:rPr lang="en-US" altLang="zh-CN" sz="2800" b="1" i="1" dirty="0"/>
              <a:t>L</a:t>
            </a:r>
            <a:r>
              <a:rPr lang="zh-CN" altLang="en-US" sz="2800" b="1" dirty="0"/>
              <a:t>的同轴导体圆</a:t>
            </a:r>
            <a:endParaRPr lang="zh-CN" altLang="en-US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柱面单位长度</a:t>
            </a:r>
            <a:r>
              <a:rPr lang="zh-CN" altLang="en-US" sz="2800" b="1" dirty="0">
                <a:latin typeface="宋体" panose="02010600030101010101" pitchFamily="2" charset="-122"/>
              </a:rPr>
              <a:t>带等量异号电荷</a:t>
            </a:r>
            <a:r>
              <a:rPr lang="zh-CN" altLang="en-US" sz="2800" b="1" i="1" dirty="0">
                <a:ea typeface="Arial Unicode MS" pitchFamily="34" charset="-122"/>
                <a:sym typeface="Symbol" panose="05050102010706020507" pitchFamily="18" charset="2"/>
              </a:rPr>
              <a:t></a:t>
            </a:r>
            <a:r>
              <a:rPr lang="zh-CN" altLang="en-US" sz="2800" b="1" i="1" dirty="0">
                <a:ea typeface="Arial Unicode MS" pitchFamily="34" charset="-122"/>
              </a:rPr>
              <a:t> </a:t>
            </a:r>
            <a:r>
              <a:rPr lang="en-US" altLang="zh-CN" sz="2800" b="1" dirty="0"/>
              <a:t>( </a:t>
            </a:r>
            <a:r>
              <a:rPr lang="en-US" altLang="zh-CN" sz="2800" b="1" i="1" dirty="0">
                <a:solidFill>
                  <a:srgbClr val="FF0000"/>
                </a:solidFill>
              </a:rPr>
              <a:t>L &gt;&gt;</a:t>
            </a:r>
            <a:r>
              <a:rPr lang="en-US" altLang="zh-CN" sz="2800" b="1" i="1" dirty="0">
                <a:solidFill>
                  <a:srgbClr val="FF0000"/>
                </a:solidFill>
                <a:ea typeface="Arial Unicode MS" pitchFamily="34" charset="-122"/>
              </a:rPr>
              <a:t> R</a:t>
            </a:r>
            <a:r>
              <a:rPr lang="en-US" altLang="zh-CN" sz="2800" b="1" baseline="-25000" dirty="0">
                <a:solidFill>
                  <a:srgbClr val="FF0000"/>
                </a:solidFill>
                <a:ea typeface="Arial Unicode MS" pitchFamily="34" charset="-122"/>
              </a:rPr>
              <a:t>2</a:t>
            </a:r>
            <a:r>
              <a:rPr lang="en-US" altLang="zh-CN" sz="2800" b="1" i="1" baseline="-25000" dirty="0">
                <a:solidFill>
                  <a:srgbClr val="FF0000"/>
                </a:solidFill>
                <a:ea typeface="Arial Unicode MS" pitchFamily="34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–</a:t>
            </a:r>
            <a:r>
              <a:rPr lang="en-US" altLang="zh-CN" sz="2800" b="1" i="1" dirty="0">
                <a:solidFill>
                  <a:srgbClr val="FF0000"/>
                </a:solidFill>
                <a:ea typeface="Arial Unicode MS" pitchFamily="34" charset="-122"/>
              </a:rPr>
              <a:t>R</a:t>
            </a:r>
            <a:r>
              <a:rPr lang="en-US" altLang="zh-CN" sz="2800" b="1" baseline="-25000" dirty="0">
                <a:solidFill>
                  <a:srgbClr val="FF0000"/>
                </a:solidFill>
                <a:ea typeface="Arial Unicode MS" pitchFamily="34" charset="-122"/>
              </a:rPr>
              <a:t>1</a:t>
            </a:r>
            <a:r>
              <a:rPr lang="en-US" altLang="zh-CN" sz="2800" b="1" i="1" baseline="-25000" dirty="0">
                <a:ea typeface="Arial Unicode MS" pitchFamily="34" charset="-122"/>
              </a:rPr>
              <a:t> </a:t>
            </a:r>
            <a:r>
              <a:rPr lang="en-US" altLang="zh-CN" sz="2800" b="1" dirty="0">
                <a:ea typeface="Arial Unicode MS" pitchFamily="34" charset="-122"/>
              </a:rPr>
              <a:t>)</a:t>
            </a:r>
            <a:r>
              <a:rPr lang="zh-CN" altLang="en-US" sz="2800" b="1" dirty="0">
                <a:ea typeface="Arial Unicode MS" pitchFamily="34" charset="-122"/>
              </a:rPr>
              <a:t>。</a:t>
            </a:r>
            <a:r>
              <a:rPr lang="zh-CN" altLang="en-US" sz="2800" b="1" i="1" dirty="0">
                <a:ea typeface="Arial Unicode MS" pitchFamily="34" charset="-122"/>
              </a:rPr>
              <a:t> </a:t>
            </a:r>
            <a:endParaRPr lang="zh-CN" altLang="en-US" sz="2800" b="1" i="1" dirty="0">
              <a:ea typeface="Arial Unicode MS" pitchFamily="34" charset="-122"/>
            </a:endParaRPr>
          </a:p>
        </p:txBody>
      </p:sp>
      <p:sp>
        <p:nvSpPr>
          <p:cNvPr id="914468" name="Text Box 36"/>
          <p:cNvSpPr txBox="1"/>
          <p:nvPr/>
        </p:nvSpPr>
        <p:spPr>
          <a:xfrm>
            <a:off x="684213" y="2384425"/>
            <a:ext cx="57245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若两圆柱面间充满电介质</a:t>
            </a:r>
            <a:r>
              <a:rPr lang="zh-CN" altLang="en-US" sz="2800" b="1" i="1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</a:t>
            </a:r>
            <a:r>
              <a:rPr lang="en-US" altLang="zh-CN" sz="2800" b="1" i="1" baseline="-250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r</a:t>
            </a:r>
            <a:r>
              <a:rPr lang="zh-CN" altLang="en-US" sz="2800" b="1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：</a:t>
            </a:r>
            <a:endParaRPr lang="zh-CN" altLang="en-US" sz="2800" b="1" dirty="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914469" name="Group 37"/>
          <p:cNvGrpSpPr/>
          <p:nvPr/>
        </p:nvGrpSpPr>
        <p:grpSpPr>
          <a:xfrm>
            <a:off x="7818438" y="3321050"/>
            <a:ext cx="533400" cy="381000"/>
            <a:chOff x="1632" y="2496"/>
            <a:chExt cx="336" cy="240"/>
          </a:xfrm>
        </p:grpSpPr>
        <p:sp>
          <p:nvSpPr>
            <p:cNvPr id="20499" name="Line 38"/>
            <p:cNvSpPr/>
            <p:nvPr/>
          </p:nvSpPr>
          <p:spPr>
            <a:xfrm>
              <a:off x="1632" y="2496"/>
              <a:ext cx="336" cy="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20500" name="Object 39"/>
            <p:cNvGraphicFramePr>
              <a:graphicFrameLocks noChangeAspect="1"/>
            </p:cNvGraphicFramePr>
            <p:nvPr/>
          </p:nvGraphicFramePr>
          <p:xfrm>
            <a:off x="1718" y="2544"/>
            <a:ext cx="20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6" name="" r:id="rId5" imgW="394335" imgH="444500" progId="Equation.3">
                    <p:embed/>
                  </p:oleObj>
                </mc:Choice>
                <mc:Fallback>
                  <p:oleObj name="" r:id="rId5" imgW="394335" imgH="444500" progId="Equation.3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18" y="2544"/>
                          <a:ext cx="202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14472" name="Object 40"/>
          <p:cNvGraphicFramePr>
            <a:graphicFrameLocks noChangeAspect="1"/>
          </p:cNvGraphicFramePr>
          <p:nvPr/>
        </p:nvGraphicFramePr>
        <p:xfrm>
          <a:off x="3095625" y="4581525"/>
          <a:ext cx="2087563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7" imgW="2286000" imgH="812800" progId="Equation.DSMT4">
                  <p:embed/>
                </p:oleObj>
              </mc:Choice>
              <mc:Fallback>
                <p:oleObj name="" r:id="rId7" imgW="2286000" imgH="8128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95625" y="4581525"/>
                        <a:ext cx="2087563" cy="81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4473" name="Object 41"/>
          <p:cNvGraphicFramePr>
            <a:graphicFrameLocks noChangeAspect="1"/>
          </p:cNvGraphicFramePr>
          <p:nvPr/>
        </p:nvGraphicFramePr>
        <p:xfrm>
          <a:off x="2519363" y="2960688"/>
          <a:ext cx="1849437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9" imgW="1676400" imgH="812800" progId="Equation.DSMT4">
                  <p:embed/>
                </p:oleObj>
              </mc:Choice>
              <mc:Fallback>
                <p:oleObj name="" r:id="rId9" imgW="1676400" imgH="8128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19363" y="2960688"/>
                        <a:ext cx="1849437" cy="908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4474" name="Object 42"/>
          <p:cNvGraphicFramePr>
            <a:graphicFrameLocks noChangeAspect="1"/>
          </p:cNvGraphicFramePr>
          <p:nvPr/>
        </p:nvGraphicFramePr>
        <p:xfrm>
          <a:off x="4535488" y="5408613"/>
          <a:ext cx="1700212" cy="108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11" imgW="1587500" imgH="1016000" progId="Equation.DSMT4">
                  <p:embed/>
                </p:oleObj>
              </mc:Choice>
              <mc:Fallback>
                <p:oleObj name="" r:id="rId11" imgW="1587500" imgH="10160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35488" y="5408613"/>
                        <a:ext cx="1700212" cy="1087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4475" name="Object 43"/>
          <p:cNvGraphicFramePr>
            <a:graphicFrameLocks noChangeAspect="1"/>
          </p:cNvGraphicFramePr>
          <p:nvPr/>
        </p:nvGraphicFramePr>
        <p:xfrm>
          <a:off x="1116013" y="5411788"/>
          <a:ext cx="3363912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13" imgW="3136900" imgH="990600" progId="Equation.DSMT4">
                  <p:embed/>
                </p:oleObj>
              </mc:Choice>
              <mc:Fallback>
                <p:oleObj name="" r:id="rId13" imgW="3136900" imgH="990600" progId="Equation.DSMT4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16013" y="5411788"/>
                        <a:ext cx="3363912" cy="1054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4476" name="AutoShape 44"/>
          <p:cNvSpPr/>
          <p:nvPr/>
        </p:nvSpPr>
        <p:spPr>
          <a:xfrm>
            <a:off x="6442075" y="5510213"/>
            <a:ext cx="2232025" cy="900112"/>
          </a:xfrm>
          <a:prstGeom prst="wedgeEllipseCallout">
            <a:avLst>
              <a:gd name="adj1" fmla="val -60597"/>
              <a:gd name="adj2" fmla="val -23014"/>
            </a:avLst>
          </a:prstGeom>
          <a:solidFill>
            <a:srgbClr val="FFCCFF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dirty="0"/>
          </a:p>
        </p:txBody>
      </p:sp>
      <p:sp>
        <p:nvSpPr>
          <p:cNvPr id="914477" name="Rectangle 45"/>
          <p:cNvSpPr/>
          <p:nvPr/>
        </p:nvSpPr>
        <p:spPr>
          <a:xfrm>
            <a:off x="6584950" y="5473700"/>
            <a:ext cx="2484438" cy="884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  <a:ea typeface="楷体_GB2312" pitchFamily="49" charset="-122"/>
              </a:rPr>
              <a:t>只与结构及</a:t>
            </a:r>
            <a:r>
              <a:rPr lang="zh-CN" altLang="en-US" sz="2800" b="1" i="1" dirty="0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en-US" altLang="zh-CN" sz="2800" b="1" i="1" baseline="-25000" dirty="0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solidFill>
                  <a:schemeClr val="tx2"/>
                </a:solidFill>
                <a:ea typeface="楷体_GB2312" pitchFamily="49" charset="-122"/>
              </a:rPr>
              <a:t>               </a:t>
            </a:r>
            <a:endParaRPr lang="en-US" altLang="zh-CN" sz="2400" b="1" dirty="0">
              <a:solidFill>
                <a:schemeClr val="tx2"/>
              </a:solidFill>
              <a:ea typeface="楷体_GB2312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  <a:ea typeface="楷体_GB2312" pitchFamily="49" charset="-122"/>
              </a:rPr>
              <a:t>有关与</a:t>
            </a:r>
            <a:r>
              <a:rPr lang="zh-CN" altLang="en-US" sz="2400" b="1" i="1" dirty="0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zh-CN" altLang="en-US" sz="2400" b="1" i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zh-CN" sz="2400" b="1" dirty="0">
                <a:solidFill>
                  <a:schemeClr val="tx2"/>
                </a:solidFill>
                <a:ea typeface="楷体_GB2312" pitchFamily="49" charset="-122"/>
              </a:rPr>
              <a:t>无关</a:t>
            </a:r>
            <a:endParaRPr lang="zh-CN" altLang="en-US" sz="2400" b="1" dirty="0">
              <a:solidFill>
                <a:schemeClr val="tx2"/>
              </a:solidFill>
              <a:ea typeface="楷体_GB2312" pitchFamily="49" charset="-122"/>
            </a:endParaRPr>
          </a:p>
        </p:txBody>
      </p:sp>
      <p:graphicFrame>
        <p:nvGraphicFramePr>
          <p:cNvPr id="914478" name="Object 46"/>
          <p:cNvGraphicFramePr>
            <a:graphicFrameLocks noChangeAspect="1"/>
          </p:cNvGraphicFramePr>
          <p:nvPr/>
        </p:nvGraphicFramePr>
        <p:xfrm>
          <a:off x="6696075" y="0"/>
          <a:ext cx="120491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15" imgW="1535430" imgH="981710" progId="Equation.DSMT4">
                  <p:embed/>
                </p:oleObj>
              </mc:Choice>
              <mc:Fallback>
                <p:oleObj name="" r:id="rId15" imgW="1535430" imgH="981710" progId="Equation.DSMT4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696075" y="0"/>
                        <a:ext cx="1204913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914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914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5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4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67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4467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67">
                                            <p:txEl>
                                              <p:charRg st="32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14467">
                                            <p:txEl>
                                              <p:charRg st="32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14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914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14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" dur="300"/>
                                        <p:tgtEl>
                                          <p:spTgt spid="914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200"/>
                            </p:stCondLst>
                            <p:childTnLst>
                              <p:par>
                                <p:cTn id="4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914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14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14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14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14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914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914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6" dur="500"/>
                                        <p:tgtEl>
                                          <p:spTgt spid="914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500"/>
                                        <p:tgtEl>
                                          <p:spTgt spid="914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6" dur="500"/>
                                        <p:tgtEl>
                                          <p:spTgt spid="914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914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914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9144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9144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75" fill="hold"/>
                                        <p:tgtEl>
                                          <p:spTgt spid="914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75" fill="hold"/>
                                        <p:tgtEl>
                                          <p:spTgt spid="914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4460" grpId="0"/>
      <p:bldP spid="914461" grpId="0"/>
      <p:bldP spid="914463" grpId="0"/>
      <p:bldP spid="914467" grpId="0" build="p"/>
      <p:bldP spid="914468" grpId="0"/>
      <p:bldP spid="914476" grpId="0" animBg="1"/>
      <p:bldP spid="91447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15458" name="Text Box 2"/>
          <p:cNvSpPr txBox="1"/>
          <p:nvPr/>
        </p:nvSpPr>
        <p:spPr>
          <a:xfrm>
            <a:off x="449263" y="388938"/>
            <a:ext cx="60674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（</a:t>
            </a:r>
            <a:r>
              <a:rPr lang="en-US" altLang="zh-CN" sz="2800" b="1" dirty="0">
                <a:solidFill>
                  <a:schemeClr val="tx2"/>
                </a:solidFill>
              </a:rPr>
              <a:t>3</a:t>
            </a:r>
            <a:r>
              <a:rPr lang="zh-CN" altLang="en-US" sz="2800" b="1" dirty="0">
                <a:solidFill>
                  <a:schemeClr val="tx2"/>
                </a:solidFill>
              </a:rPr>
              <a:t>）球形电容器的电容 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915459" name="Text Box 3"/>
          <p:cNvSpPr txBox="1"/>
          <p:nvPr/>
        </p:nvSpPr>
        <p:spPr>
          <a:xfrm>
            <a:off x="1258888" y="1938338"/>
            <a:ext cx="59737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球壳间电场是球对称的</a:t>
            </a:r>
            <a:endParaRPr lang="zh-CN" altLang="en-US" sz="2800" b="1" dirty="0"/>
          </a:p>
        </p:txBody>
      </p:sp>
      <p:graphicFrame>
        <p:nvGraphicFramePr>
          <p:cNvPr id="915460" name="Object 4"/>
          <p:cNvGraphicFramePr>
            <a:graphicFrameLocks noChangeAspect="1"/>
          </p:cNvGraphicFramePr>
          <p:nvPr/>
        </p:nvGraphicFramePr>
        <p:xfrm>
          <a:off x="2411413" y="2420938"/>
          <a:ext cx="1663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1" imgW="1612900" imgH="863600" progId="Equation.DSMT4">
                  <p:embed/>
                </p:oleObj>
              </mc:Choice>
              <mc:Fallback>
                <p:oleObj name="" r:id="rId1" imgW="1612900" imgH="8636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11413" y="2420938"/>
                        <a:ext cx="16637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5461" name="Text Box 5"/>
          <p:cNvSpPr txBox="1"/>
          <p:nvPr/>
        </p:nvSpPr>
        <p:spPr>
          <a:xfrm>
            <a:off x="1331913" y="3284538"/>
            <a:ext cx="45339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极板间电势差</a:t>
            </a:r>
            <a:endParaRPr lang="zh-CN" altLang="en-US" sz="2800" dirty="0"/>
          </a:p>
        </p:txBody>
      </p:sp>
      <p:graphicFrame>
        <p:nvGraphicFramePr>
          <p:cNvPr id="915462" name="Object 6"/>
          <p:cNvGraphicFramePr>
            <a:graphicFrameLocks noChangeAspect="1"/>
          </p:cNvGraphicFramePr>
          <p:nvPr/>
        </p:nvGraphicFramePr>
        <p:xfrm>
          <a:off x="1692275" y="3840163"/>
          <a:ext cx="4308475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3" imgW="4394200" imgH="812800" progId="Equation.DSMT4">
                  <p:embed/>
                </p:oleObj>
              </mc:Choice>
              <mc:Fallback>
                <p:oleObj name="" r:id="rId3" imgW="4394200" imgH="812800" progId="Equation.DSMT4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2275" y="3840163"/>
                        <a:ext cx="4308475" cy="862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5463" name="Object 7"/>
          <p:cNvGraphicFramePr>
            <a:graphicFrameLocks noChangeAspect="1"/>
          </p:cNvGraphicFramePr>
          <p:nvPr/>
        </p:nvGraphicFramePr>
        <p:xfrm>
          <a:off x="5999163" y="3824288"/>
          <a:ext cx="1881187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5" imgW="1955800" imgH="901700" progId="Equation.DSMT4">
                  <p:embed/>
                </p:oleObj>
              </mc:Choice>
              <mc:Fallback>
                <p:oleObj name="" r:id="rId5" imgW="1955800" imgH="9017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99163" y="3824288"/>
                        <a:ext cx="1881187" cy="887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5464" name="Text Box 8"/>
          <p:cNvSpPr txBox="1"/>
          <p:nvPr/>
        </p:nvSpPr>
        <p:spPr>
          <a:xfrm>
            <a:off x="1246188" y="909638"/>
            <a:ext cx="7646987" cy="14335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设两个同心金属球壳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半径为</a:t>
            </a:r>
            <a:r>
              <a:rPr lang="en-US" altLang="zh-CN" sz="2800" b="1" i="1" dirty="0"/>
              <a:t>R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,</a:t>
            </a:r>
            <a:r>
              <a:rPr lang="en-US" altLang="zh-CN" sz="2800" b="1" i="1" dirty="0"/>
              <a:t>R</a:t>
            </a:r>
            <a:r>
              <a:rPr lang="en-US" altLang="zh-CN" sz="2800" b="1" baseline="-25000" dirty="0"/>
              <a:t>2</a:t>
            </a:r>
            <a:r>
              <a:rPr lang="en-US" altLang="zh-CN" sz="2800" b="1" i="1" dirty="0"/>
              <a:t>,</a:t>
            </a:r>
            <a:r>
              <a:rPr lang="zh-CN" altLang="en-US" sz="2800" b="1" dirty="0"/>
              <a:t>中间充满</a:t>
            </a:r>
            <a:endParaRPr lang="zh-CN" altLang="en-US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电介质</a:t>
            </a:r>
            <a:r>
              <a:rPr lang="zh-CN" altLang="en-US" b="1" i="1" dirty="0">
                <a:sym typeface="Symbol" panose="05050102010706020507" pitchFamily="18" charset="2"/>
              </a:rPr>
              <a:t></a:t>
            </a:r>
            <a:r>
              <a:rPr lang="en-US" altLang="zh-CN" b="1" dirty="0">
                <a:sym typeface="Symbol" panose="05050102010706020507" pitchFamily="18" charset="2"/>
              </a:rPr>
              <a:t>,</a:t>
            </a:r>
            <a:r>
              <a:rPr lang="en-US" altLang="zh-CN" sz="2400" b="1" dirty="0"/>
              <a:t> </a:t>
            </a:r>
            <a:r>
              <a:rPr lang="zh-CN" altLang="en-US" sz="2800" b="1" dirty="0"/>
              <a:t>带电</a:t>
            </a:r>
            <a:r>
              <a:rPr lang="en-US" altLang="zh-CN" sz="2800" b="1" dirty="0"/>
              <a:t>+</a:t>
            </a:r>
            <a:r>
              <a:rPr lang="en-US" altLang="zh-CN" sz="2800" b="1" i="1" dirty="0"/>
              <a:t>Q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-</a:t>
            </a:r>
            <a:r>
              <a:rPr lang="en-US" altLang="zh-CN" sz="2800" b="1" i="1" dirty="0"/>
              <a:t>Q</a:t>
            </a:r>
            <a:r>
              <a:rPr lang="zh-CN" altLang="en-US" sz="2800" b="1" dirty="0"/>
              <a:t>；</a:t>
            </a:r>
            <a:endParaRPr lang="zh-CN" altLang="en-US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/>
              <a:t> </a:t>
            </a:r>
            <a:endParaRPr lang="zh-CN" altLang="en-US" sz="2800" dirty="0"/>
          </a:p>
        </p:txBody>
      </p:sp>
      <p:grpSp>
        <p:nvGrpSpPr>
          <p:cNvPr id="915465" name="Group 9"/>
          <p:cNvGrpSpPr/>
          <p:nvPr/>
        </p:nvGrpSpPr>
        <p:grpSpPr>
          <a:xfrm>
            <a:off x="6221413" y="1439863"/>
            <a:ext cx="2201862" cy="2133600"/>
            <a:chOff x="4108" y="480"/>
            <a:chExt cx="1387" cy="1344"/>
          </a:xfrm>
        </p:grpSpPr>
        <p:sp>
          <p:nvSpPr>
            <p:cNvPr id="21524" name="Oval 10" descr="花岗岩"/>
            <p:cNvSpPr/>
            <p:nvPr/>
          </p:nvSpPr>
          <p:spPr>
            <a:xfrm>
              <a:off x="4108" y="480"/>
              <a:ext cx="1296" cy="1296"/>
            </a:xfrm>
            <a:prstGeom prst="ellipse">
              <a:avLst/>
            </a:prstGeom>
            <a:blipFill rotWithShape="1">
              <a:blip r:embed="rId7"/>
            </a:blipFill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21525" name="Oval 11"/>
            <p:cNvSpPr/>
            <p:nvPr/>
          </p:nvSpPr>
          <p:spPr>
            <a:xfrm>
              <a:off x="4396" y="768"/>
              <a:ext cx="720" cy="72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21526" name="Text Box 12"/>
            <p:cNvSpPr txBox="1"/>
            <p:nvPr/>
          </p:nvSpPr>
          <p:spPr>
            <a:xfrm>
              <a:off x="4128" y="1075"/>
              <a:ext cx="34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b="1" i="1" dirty="0">
                  <a:sym typeface="Symbol" panose="05050102010706020507" pitchFamily="18" charset="2"/>
                </a:rPr>
                <a:t></a:t>
              </a:r>
              <a:endParaRPr lang="en-US" altLang="zh-CN" b="1" i="1" dirty="0">
                <a:sym typeface="Symbol" panose="05050102010706020507" pitchFamily="18" charset="2"/>
              </a:endParaRPr>
            </a:p>
          </p:txBody>
        </p:sp>
        <p:sp>
          <p:nvSpPr>
            <p:cNvPr id="21527" name="Line 13"/>
            <p:cNvSpPr/>
            <p:nvPr/>
          </p:nvSpPr>
          <p:spPr>
            <a:xfrm flipV="1">
              <a:off x="4732" y="864"/>
              <a:ext cx="288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1528" name="Text Box 14"/>
            <p:cNvSpPr txBox="1"/>
            <p:nvPr/>
          </p:nvSpPr>
          <p:spPr>
            <a:xfrm>
              <a:off x="4549" y="729"/>
              <a:ext cx="3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800" b="1" i="1" dirty="0"/>
                <a:t>R</a:t>
              </a:r>
              <a:r>
                <a:rPr lang="en-US" altLang="zh-CN" sz="2800" b="1" baseline="-25000" dirty="0"/>
                <a:t>1</a:t>
              </a:r>
              <a:endParaRPr lang="en-US" altLang="zh-CN" sz="2800" b="1" baseline="-25000" dirty="0"/>
            </a:p>
          </p:txBody>
        </p:sp>
        <p:sp>
          <p:nvSpPr>
            <p:cNvPr id="21529" name="Line 15"/>
            <p:cNvSpPr/>
            <p:nvPr/>
          </p:nvSpPr>
          <p:spPr>
            <a:xfrm>
              <a:off x="4732" y="1152"/>
              <a:ext cx="480" cy="4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1530" name="Text Box 16"/>
            <p:cNvSpPr txBox="1"/>
            <p:nvPr/>
          </p:nvSpPr>
          <p:spPr>
            <a:xfrm>
              <a:off x="5154" y="1497"/>
              <a:ext cx="3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800" b="1" i="1" dirty="0"/>
                <a:t>R</a:t>
              </a:r>
              <a:r>
                <a:rPr lang="en-US" altLang="zh-CN" sz="2800" b="1" baseline="-25000" dirty="0"/>
                <a:t>2</a:t>
              </a:r>
              <a:endParaRPr lang="en-US" altLang="zh-CN" sz="2800" b="1" baseline="-25000" dirty="0"/>
            </a:p>
          </p:txBody>
        </p:sp>
      </p:grpSp>
      <p:grpSp>
        <p:nvGrpSpPr>
          <p:cNvPr id="915473" name="Group 17"/>
          <p:cNvGrpSpPr/>
          <p:nvPr/>
        </p:nvGrpSpPr>
        <p:grpSpPr>
          <a:xfrm>
            <a:off x="5795963" y="1516063"/>
            <a:ext cx="1066800" cy="823912"/>
            <a:chOff x="3840" y="528"/>
            <a:chExt cx="672" cy="519"/>
          </a:xfrm>
        </p:grpSpPr>
        <p:sp>
          <p:nvSpPr>
            <p:cNvPr id="21522" name="Text Box 18"/>
            <p:cNvSpPr txBox="1"/>
            <p:nvPr/>
          </p:nvSpPr>
          <p:spPr>
            <a:xfrm>
              <a:off x="4106" y="720"/>
              <a:ext cx="40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+</a:t>
              </a:r>
              <a:r>
                <a:rPr lang="en-US" altLang="zh-CN" sz="2800" b="1" i="1" dirty="0">
                  <a:solidFill>
                    <a:schemeClr val="tx2"/>
                  </a:solidFill>
                </a:rPr>
                <a:t>Q</a:t>
              </a:r>
              <a:endParaRPr lang="en-US" altLang="zh-CN" sz="2800" b="1" dirty="0">
                <a:solidFill>
                  <a:schemeClr val="tx2"/>
                </a:solidFill>
              </a:endParaRPr>
            </a:p>
          </p:txBody>
        </p:sp>
        <p:sp>
          <p:nvSpPr>
            <p:cNvPr id="21523" name="Text Box 19"/>
            <p:cNvSpPr txBox="1"/>
            <p:nvPr/>
          </p:nvSpPr>
          <p:spPr>
            <a:xfrm>
              <a:off x="3840" y="528"/>
              <a:ext cx="3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  <a:cs typeface="Times New Roman" panose="02020603050405020304" pitchFamily="18" charset="0"/>
                </a:rPr>
                <a:t>–</a:t>
              </a:r>
              <a:r>
                <a:rPr lang="en-US" altLang="zh-CN" sz="2800" b="1" i="1" dirty="0">
                  <a:solidFill>
                    <a:schemeClr val="tx2"/>
                  </a:solidFill>
                </a:rPr>
                <a:t>Q</a:t>
              </a:r>
              <a:endParaRPr lang="en-US" altLang="zh-CN" sz="2800" b="1" dirty="0">
                <a:solidFill>
                  <a:schemeClr val="tx2"/>
                </a:solidFill>
              </a:endParaRPr>
            </a:p>
          </p:txBody>
        </p:sp>
      </p:grpSp>
      <p:graphicFrame>
        <p:nvGraphicFramePr>
          <p:cNvPr id="915476" name="Object 20"/>
          <p:cNvGraphicFramePr>
            <a:graphicFrameLocks noChangeAspect="1"/>
          </p:cNvGraphicFramePr>
          <p:nvPr/>
        </p:nvGraphicFramePr>
        <p:xfrm>
          <a:off x="1660525" y="4762500"/>
          <a:ext cx="3589338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8" imgW="4161155" imgH="1132205" progId="Equation.DSMT4">
                  <p:embed/>
                </p:oleObj>
              </mc:Choice>
              <mc:Fallback>
                <p:oleObj name="" r:id="rId8" imgW="4161155" imgH="1132205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60525" y="4762500"/>
                        <a:ext cx="3589338" cy="971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5477" name="Text Box 21"/>
          <p:cNvSpPr txBox="1"/>
          <p:nvPr/>
        </p:nvSpPr>
        <p:spPr>
          <a:xfrm>
            <a:off x="987425" y="5829300"/>
            <a:ext cx="54133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当</a:t>
            </a:r>
            <a:endParaRPr lang="zh-CN" altLang="en-US" sz="2800" b="1" dirty="0"/>
          </a:p>
        </p:txBody>
      </p:sp>
      <p:graphicFrame>
        <p:nvGraphicFramePr>
          <p:cNvPr id="915478" name="Object 22"/>
          <p:cNvGraphicFramePr>
            <a:graphicFrameLocks noChangeAspect="1"/>
          </p:cNvGraphicFramePr>
          <p:nvPr/>
        </p:nvGraphicFramePr>
        <p:xfrm>
          <a:off x="1489075" y="5932488"/>
          <a:ext cx="1128713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10" imgW="1193800" imgH="431800" progId="Equation.DSMT4">
                  <p:embed/>
                </p:oleObj>
              </mc:Choice>
              <mc:Fallback>
                <p:oleObj name="" r:id="rId10" imgW="1193800" imgH="43180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489075" y="5932488"/>
                        <a:ext cx="1128713" cy="449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5479" name="Object 23"/>
          <p:cNvGraphicFramePr>
            <a:graphicFrameLocks noChangeAspect="1"/>
          </p:cNvGraphicFramePr>
          <p:nvPr/>
        </p:nvGraphicFramePr>
        <p:xfrm>
          <a:off x="3098800" y="5924550"/>
          <a:ext cx="172561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12" imgW="1548765" imgH="431800" progId="Equation.DSMT4">
                  <p:embed/>
                </p:oleObj>
              </mc:Choice>
              <mc:Fallback>
                <p:oleObj name="" r:id="rId12" imgW="1548765" imgH="4318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098800" y="5924550"/>
                        <a:ext cx="1725613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5480" name="Rectangle 24"/>
          <p:cNvSpPr/>
          <p:nvPr/>
        </p:nvSpPr>
        <p:spPr>
          <a:xfrm>
            <a:off x="4967288" y="5862638"/>
            <a:ext cx="3025775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ea typeface="楷体_GB2312" pitchFamily="49" charset="-122"/>
              </a:rPr>
              <a:t>——</a:t>
            </a:r>
            <a:r>
              <a:rPr lang="zh-CN" altLang="en-US" sz="2800" b="1" dirty="0">
                <a:ea typeface="楷体_GB2312" pitchFamily="49" charset="-122"/>
              </a:rPr>
              <a:t>导体球在介质中的电容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915481" name="Object 25"/>
          <p:cNvGraphicFramePr>
            <a:graphicFrameLocks noChangeAspect="1"/>
          </p:cNvGraphicFramePr>
          <p:nvPr/>
        </p:nvGraphicFramePr>
        <p:xfrm>
          <a:off x="6696075" y="0"/>
          <a:ext cx="120491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14" imgW="1535430" imgH="981710" progId="Equation.DSMT4">
                  <p:embed/>
                </p:oleObj>
              </mc:Choice>
              <mc:Fallback>
                <p:oleObj name="" r:id="rId14" imgW="1535430" imgH="981710" progId="Equation.DSMT4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696075" y="0"/>
                        <a:ext cx="1204913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915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915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5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15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15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15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6" dur="500"/>
                                        <p:tgtEl>
                                          <p:spTgt spid="915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1" dur="75"/>
                                        <p:tgtEl>
                                          <p:spTgt spid="915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915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75" fill="hold"/>
                                        <p:tgtEl>
                                          <p:spTgt spid="915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" fill="hold"/>
                                        <p:tgtEl>
                                          <p:spTgt spid="915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1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91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15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15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1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91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75"/>
                                        <p:tgtEl>
                                          <p:spTgt spid="915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5458" grpId="0"/>
      <p:bldP spid="915459" grpId="0"/>
      <p:bldP spid="915461" grpId="0"/>
      <p:bldP spid="915464" grpId="0"/>
      <p:bldP spid="915477" grpId="0"/>
      <p:bldP spid="91548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16482" name="Text Box 2"/>
          <p:cNvSpPr txBox="1"/>
          <p:nvPr/>
        </p:nvSpPr>
        <p:spPr>
          <a:xfrm>
            <a:off x="2109788" y="623888"/>
            <a:ext cx="4191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求电容的方法：</a:t>
            </a:r>
            <a:endParaRPr lang="zh-CN" altLang="en-US" sz="2800" b="1" dirty="0"/>
          </a:p>
        </p:txBody>
      </p:sp>
      <p:sp>
        <p:nvSpPr>
          <p:cNvPr id="916483" name="Text Box 3"/>
          <p:cNvSpPr txBox="1"/>
          <p:nvPr/>
        </p:nvSpPr>
        <p:spPr>
          <a:xfrm>
            <a:off x="1235075" y="1557338"/>
            <a:ext cx="751363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1º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zh-CN" altLang="en-US" sz="2800" b="1" dirty="0"/>
              <a:t>假定两极板带等量异号电荷</a:t>
            </a:r>
            <a:r>
              <a:rPr lang="en-US" altLang="zh-CN" sz="2800" b="1" dirty="0"/>
              <a:t>+</a:t>
            </a:r>
            <a:r>
              <a:rPr lang="en-US" altLang="zh-CN" sz="2800" b="1" i="1" dirty="0"/>
              <a:t>q</a:t>
            </a:r>
            <a:r>
              <a:rPr lang="zh-CN" altLang="en-US" sz="2800" b="1" dirty="0"/>
              <a:t>、</a:t>
            </a:r>
            <a:r>
              <a:rPr lang="zh-CN" altLang="en-US" sz="2800" b="1" dirty="0">
                <a:sym typeface="Symbol" panose="05050102010706020507" pitchFamily="18" charset="2"/>
              </a:rPr>
              <a:t></a:t>
            </a:r>
            <a:r>
              <a:rPr lang="en-US" altLang="zh-CN" sz="2800" b="1" i="1" dirty="0"/>
              <a:t>q</a:t>
            </a:r>
            <a:endParaRPr lang="en-US" altLang="zh-CN" sz="2800" b="1" i="1" dirty="0"/>
          </a:p>
        </p:txBody>
      </p:sp>
      <p:sp>
        <p:nvSpPr>
          <p:cNvPr id="916484" name="Text Box 4"/>
          <p:cNvSpPr txBox="1"/>
          <p:nvPr/>
        </p:nvSpPr>
        <p:spPr>
          <a:xfrm>
            <a:off x="1235075" y="2311400"/>
            <a:ext cx="75501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2º </a:t>
            </a:r>
            <a:r>
              <a:rPr lang="zh-CN" altLang="en-US" sz="2800" b="1" dirty="0"/>
              <a:t>求出板间场强</a:t>
            </a:r>
            <a:r>
              <a:rPr lang="zh-CN" altLang="en-US" sz="2800" b="1" i="1" dirty="0"/>
              <a:t>  </a:t>
            </a:r>
            <a:r>
              <a:rPr lang="zh-CN" altLang="en-US" sz="2800" b="1" dirty="0"/>
              <a:t>（</a:t>
            </a:r>
            <a:r>
              <a:rPr lang="zh-CN" altLang="en-US" sz="2800" b="1" dirty="0">
                <a:ea typeface="楷体_GB2312" pitchFamily="49" charset="-122"/>
              </a:rPr>
              <a:t>利用高斯定理</a:t>
            </a:r>
            <a:r>
              <a:rPr lang="zh-CN" altLang="en-US" sz="2800" b="1" dirty="0"/>
              <a:t>）</a:t>
            </a:r>
            <a:endParaRPr lang="zh-CN" altLang="en-US" sz="2800" b="1" dirty="0"/>
          </a:p>
        </p:txBody>
      </p:sp>
      <p:sp>
        <p:nvSpPr>
          <p:cNvPr id="916485" name="Text Box 5"/>
          <p:cNvSpPr txBox="1"/>
          <p:nvPr/>
        </p:nvSpPr>
        <p:spPr>
          <a:xfrm>
            <a:off x="1223963" y="3536950"/>
            <a:ext cx="72247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3º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zh-CN" altLang="en-US" sz="2800" b="1" dirty="0"/>
              <a:t>求出板间电势差</a:t>
            </a:r>
            <a:r>
              <a:rPr lang="zh-CN" altLang="en-US" sz="2800" b="1" i="1" dirty="0">
                <a:sym typeface="Symbol" panose="05050102010706020507" pitchFamily="18" charset="2"/>
              </a:rPr>
              <a:t></a:t>
            </a:r>
            <a:r>
              <a:rPr lang="en-US" altLang="zh-CN" sz="2800" b="1" i="1" dirty="0">
                <a:sym typeface="Symbol" panose="05050102010706020507" pitchFamily="18" charset="2"/>
              </a:rPr>
              <a:t>V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ym typeface="Symbol" panose="05050102010706020507" pitchFamily="18" charset="2"/>
              </a:rPr>
              <a:t>（用</a:t>
            </a:r>
            <a:r>
              <a:rPr lang="zh-CN" altLang="en-US" sz="2800" b="1" dirty="0"/>
              <a:t>定义法）</a:t>
            </a:r>
            <a:endParaRPr lang="zh-CN" altLang="en-US" sz="2800" b="1" dirty="0"/>
          </a:p>
        </p:txBody>
      </p:sp>
      <p:sp>
        <p:nvSpPr>
          <p:cNvPr id="916486" name="Text Box 6"/>
          <p:cNvSpPr txBox="1"/>
          <p:nvPr/>
        </p:nvSpPr>
        <p:spPr>
          <a:xfrm>
            <a:off x="1258888" y="4854575"/>
            <a:ext cx="66817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4º</a:t>
            </a:r>
            <a:r>
              <a:rPr lang="en-US" altLang="zh-CN" sz="2800" dirty="0">
                <a:solidFill>
                  <a:srgbClr val="CC0000"/>
                </a:solidFill>
              </a:rPr>
              <a:t> </a:t>
            </a:r>
            <a:r>
              <a:rPr lang="en-US" altLang="zh-CN" sz="2400" dirty="0"/>
              <a:t> </a:t>
            </a:r>
            <a:r>
              <a:rPr lang="zh-CN" altLang="en-US" sz="2800" b="1" dirty="0"/>
              <a:t>根据</a:t>
            </a:r>
            <a:r>
              <a:rPr lang="zh-CN" altLang="en-US" sz="2800" b="1" i="1" dirty="0"/>
              <a:t> </a:t>
            </a:r>
            <a:r>
              <a:rPr lang="en-US" altLang="zh-CN" sz="2800" b="1" i="1" dirty="0"/>
              <a:t>C </a:t>
            </a:r>
            <a:r>
              <a:rPr lang="en-US" altLang="zh-CN" sz="2800" b="1" dirty="0"/>
              <a:t>= </a:t>
            </a:r>
            <a:r>
              <a:rPr lang="en-US" altLang="zh-CN" sz="2800" b="1" i="1" dirty="0"/>
              <a:t>Q</a:t>
            </a:r>
            <a:r>
              <a:rPr lang="en-US" altLang="zh-CN" sz="2800" b="1" dirty="0"/>
              <a:t>/</a:t>
            </a:r>
            <a:r>
              <a:rPr lang="en-US" altLang="zh-CN" sz="2800" b="1" i="1" dirty="0">
                <a:sym typeface="Symbol" panose="05050102010706020507" pitchFamily="18" charset="2"/>
              </a:rPr>
              <a:t>V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求出电容</a:t>
            </a:r>
            <a:endParaRPr lang="zh-CN" altLang="en-US" sz="2800" b="1" dirty="0"/>
          </a:p>
        </p:txBody>
      </p:sp>
      <p:graphicFrame>
        <p:nvGraphicFramePr>
          <p:cNvPr id="916487" name="Object 7"/>
          <p:cNvGraphicFramePr>
            <a:graphicFrameLocks noChangeAspect="1"/>
          </p:cNvGraphicFramePr>
          <p:nvPr/>
        </p:nvGraphicFramePr>
        <p:xfrm>
          <a:off x="3595688" y="4156075"/>
          <a:ext cx="2259012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1" imgW="2070100" imgH="609600" progId="Equation.DSMT4">
                  <p:embed/>
                </p:oleObj>
              </mc:Choice>
              <mc:Fallback>
                <p:oleObj name="" r:id="rId1" imgW="2070100" imgH="6096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95688" y="4156075"/>
                        <a:ext cx="2259012" cy="665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6488" name="AutoShape 8"/>
          <p:cNvSpPr/>
          <p:nvPr/>
        </p:nvSpPr>
        <p:spPr>
          <a:xfrm>
            <a:off x="738188" y="350838"/>
            <a:ext cx="1447800" cy="990600"/>
          </a:xfrm>
          <a:prstGeom prst="horizontalScroll">
            <a:avLst>
              <a:gd name="adj" fmla="val 12500"/>
            </a:avLst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3600" b="1" dirty="0">
              <a:solidFill>
                <a:srgbClr val="990033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916489" name="Text Box 9"/>
          <p:cNvSpPr txBox="1"/>
          <p:nvPr/>
        </p:nvSpPr>
        <p:spPr>
          <a:xfrm>
            <a:off x="965200" y="522288"/>
            <a:ext cx="2395538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FF0000"/>
                </a:solidFill>
                <a:ea typeface="隶书" panose="02010509060101010101" pitchFamily="49" charset="-122"/>
              </a:rPr>
              <a:t>归纳</a:t>
            </a:r>
            <a:endParaRPr lang="zh-CN" altLang="en-US" sz="36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graphicFrame>
        <p:nvGraphicFramePr>
          <p:cNvPr id="916490" name="Object 10"/>
          <p:cNvGraphicFramePr>
            <a:graphicFrameLocks noChangeAspect="1"/>
          </p:cNvGraphicFramePr>
          <p:nvPr/>
        </p:nvGraphicFramePr>
        <p:xfrm>
          <a:off x="2843213" y="2874963"/>
          <a:ext cx="232092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3" imgW="2082800" imgH="762000" progId="Equation.DSMT4">
                  <p:embed/>
                </p:oleObj>
              </mc:Choice>
              <mc:Fallback>
                <p:oleObj name="" r:id="rId3" imgW="2082800" imgH="762000" progId="Equation.DSMT4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43213" y="2874963"/>
                        <a:ext cx="2320925" cy="806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6491" name="Text Box 11"/>
          <p:cNvSpPr txBox="1"/>
          <p:nvPr/>
        </p:nvSpPr>
        <p:spPr>
          <a:xfrm>
            <a:off x="4608513" y="3321050"/>
            <a:ext cx="5492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1600" b="1" dirty="0"/>
              <a:t>内</a:t>
            </a:r>
            <a:endParaRPr lang="zh-CN" altLang="en-US" sz="1600" b="1" dirty="0"/>
          </a:p>
        </p:txBody>
      </p:sp>
      <p:sp>
        <p:nvSpPr>
          <p:cNvPr id="916492" name="Oval 12"/>
          <p:cNvSpPr/>
          <p:nvPr/>
        </p:nvSpPr>
        <p:spPr>
          <a:xfrm>
            <a:off x="2863850" y="3092450"/>
            <a:ext cx="144463" cy="144463"/>
          </a:xfrm>
          <a:prstGeom prst="ellipse">
            <a:avLst/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aphicFrame>
        <p:nvGraphicFramePr>
          <p:cNvPr id="916493" name="Object 13"/>
          <p:cNvGraphicFramePr>
            <a:graphicFrameLocks noChangeAspect="1"/>
          </p:cNvGraphicFramePr>
          <p:nvPr/>
        </p:nvGraphicFramePr>
        <p:xfrm>
          <a:off x="3887788" y="2332038"/>
          <a:ext cx="31432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5" imgW="330200" imgH="482600" progId="Equation.DSMT4">
                  <p:embed/>
                </p:oleObj>
              </mc:Choice>
              <mc:Fallback>
                <p:oleObj name="" r:id="rId5" imgW="330200" imgH="482600" progId="Equation.DSMT4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87788" y="2332038"/>
                        <a:ext cx="314325" cy="484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6494" name="Object 14"/>
          <p:cNvGraphicFramePr>
            <a:graphicFrameLocks noChangeAspect="1"/>
          </p:cNvGraphicFramePr>
          <p:nvPr/>
        </p:nvGraphicFramePr>
        <p:xfrm>
          <a:off x="5651500" y="2889250"/>
          <a:ext cx="1500188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7" imgW="1574165" imgH="495300" progId="Equation.DSMT4">
                  <p:embed/>
                </p:oleObj>
              </mc:Choice>
              <mc:Fallback>
                <p:oleObj name="" r:id="rId7" imgW="1574165" imgH="495300" progId="Equation.DSMT4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51500" y="2889250"/>
                        <a:ext cx="1500188" cy="496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6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16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164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16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16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16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16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75"/>
                                        <p:tgtEl>
                                          <p:spTgt spid="916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5"/>
                                        <p:tgtEl>
                                          <p:spTgt spid="916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425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16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925"/>
                            </p:stCondLst>
                            <p:childTnLst>
                              <p:par>
                                <p:cTn id="3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16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16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16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16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16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75"/>
                                        <p:tgtEl>
                                          <p:spTgt spid="916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425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16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"/>
                                        <p:tgtEl>
                                          <p:spTgt spid="916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6482" grpId="0"/>
      <p:bldP spid="916483" grpId="0"/>
      <p:bldP spid="916484" grpId="0"/>
      <p:bldP spid="916485" grpId="0"/>
      <p:bldP spid="916486" grpId="0"/>
      <p:bldP spid="916488" grpId="0" animBg="1"/>
      <p:bldP spid="916489" grpId="0"/>
      <p:bldP spid="916491" grpId="0"/>
      <p:bldP spid="91649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20578" name="Text Box 2"/>
          <p:cNvSpPr txBox="1"/>
          <p:nvPr/>
        </p:nvSpPr>
        <p:spPr>
          <a:xfrm>
            <a:off x="863600" y="1033463"/>
            <a:ext cx="8080375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         </a:t>
            </a:r>
            <a:r>
              <a:rPr lang="zh-CN" altLang="en-US" sz="2800" b="1" dirty="0"/>
              <a:t>在电路中一个电容器的电容量或耐压能力</a:t>
            </a:r>
            <a:endParaRPr lang="zh-CN" altLang="en-US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不够时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可采用多个电容连接。</a:t>
            </a:r>
            <a:endParaRPr lang="zh-CN" altLang="en-US" sz="2800" b="1" dirty="0"/>
          </a:p>
        </p:txBody>
      </p:sp>
      <p:sp>
        <p:nvSpPr>
          <p:cNvPr id="920579" name="Text Box 3"/>
          <p:cNvSpPr txBox="1"/>
          <p:nvPr/>
        </p:nvSpPr>
        <p:spPr>
          <a:xfrm>
            <a:off x="871538" y="2070100"/>
            <a:ext cx="64166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如增大电容，可将多个电容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并联</a:t>
            </a:r>
            <a:r>
              <a:rPr lang="zh-CN" altLang="en-US" sz="2800" b="1" dirty="0"/>
              <a:t>：</a:t>
            </a:r>
            <a:endParaRPr lang="zh-CN" altLang="en-US" sz="2800" b="1" dirty="0"/>
          </a:p>
        </p:txBody>
      </p:sp>
      <p:grpSp>
        <p:nvGrpSpPr>
          <p:cNvPr id="920580" name="Group 4"/>
          <p:cNvGrpSpPr/>
          <p:nvPr/>
        </p:nvGrpSpPr>
        <p:grpSpPr>
          <a:xfrm>
            <a:off x="6423025" y="1649413"/>
            <a:ext cx="1752600" cy="2449512"/>
            <a:chOff x="4464" y="377"/>
            <a:chExt cx="1104" cy="1543"/>
          </a:xfrm>
        </p:grpSpPr>
        <p:sp>
          <p:nvSpPr>
            <p:cNvPr id="23592" name="Line 5"/>
            <p:cNvSpPr/>
            <p:nvPr/>
          </p:nvSpPr>
          <p:spPr>
            <a:xfrm>
              <a:off x="4992" y="598"/>
              <a:ext cx="0" cy="171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3" name="Line 6"/>
            <p:cNvSpPr/>
            <p:nvPr/>
          </p:nvSpPr>
          <p:spPr>
            <a:xfrm>
              <a:off x="5088" y="598"/>
              <a:ext cx="0" cy="171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4" name="Line 7"/>
            <p:cNvSpPr/>
            <p:nvPr/>
          </p:nvSpPr>
          <p:spPr>
            <a:xfrm>
              <a:off x="4992" y="940"/>
              <a:ext cx="0" cy="171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5" name="Line 8"/>
            <p:cNvSpPr/>
            <p:nvPr/>
          </p:nvSpPr>
          <p:spPr>
            <a:xfrm>
              <a:off x="5088" y="940"/>
              <a:ext cx="0" cy="171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6" name="Line 9"/>
            <p:cNvSpPr/>
            <p:nvPr/>
          </p:nvSpPr>
          <p:spPr>
            <a:xfrm>
              <a:off x="4992" y="1454"/>
              <a:ext cx="0" cy="171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7" name="Line 10"/>
            <p:cNvSpPr/>
            <p:nvPr/>
          </p:nvSpPr>
          <p:spPr>
            <a:xfrm>
              <a:off x="5088" y="1454"/>
              <a:ext cx="0" cy="171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8" name="Line 11"/>
            <p:cNvSpPr/>
            <p:nvPr/>
          </p:nvSpPr>
          <p:spPr>
            <a:xfrm>
              <a:off x="5088" y="683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9" name="Line 12"/>
            <p:cNvSpPr/>
            <p:nvPr/>
          </p:nvSpPr>
          <p:spPr>
            <a:xfrm>
              <a:off x="5088" y="102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00" name="Line 13"/>
            <p:cNvSpPr/>
            <p:nvPr/>
          </p:nvSpPr>
          <p:spPr>
            <a:xfrm>
              <a:off x="5088" y="1539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01" name="Line 14"/>
            <p:cNvSpPr/>
            <p:nvPr/>
          </p:nvSpPr>
          <p:spPr>
            <a:xfrm>
              <a:off x="4800" y="683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02" name="Line 15"/>
            <p:cNvSpPr/>
            <p:nvPr/>
          </p:nvSpPr>
          <p:spPr>
            <a:xfrm>
              <a:off x="4800" y="102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03" name="Line 16"/>
            <p:cNvSpPr/>
            <p:nvPr/>
          </p:nvSpPr>
          <p:spPr>
            <a:xfrm>
              <a:off x="4800" y="1539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04" name="Text Box 17"/>
            <p:cNvSpPr txBox="1"/>
            <p:nvPr/>
          </p:nvSpPr>
          <p:spPr>
            <a:xfrm>
              <a:off x="4896" y="1111"/>
              <a:ext cx="385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006600"/>
                  </a:solidFill>
                </a:rPr>
                <a:t>…</a:t>
              </a:r>
              <a:endParaRPr lang="en-US" altLang="zh-CN" sz="2800" b="1" dirty="0"/>
            </a:p>
          </p:txBody>
        </p:sp>
        <p:sp>
          <p:nvSpPr>
            <p:cNvPr id="23605" name="Line 18"/>
            <p:cNvSpPr/>
            <p:nvPr/>
          </p:nvSpPr>
          <p:spPr>
            <a:xfrm>
              <a:off x="4800" y="683"/>
              <a:ext cx="0" cy="85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06" name="Line 19"/>
            <p:cNvSpPr/>
            <p:nvPr/>
          </p:nvSpPr>
          <p:spPr>
            <a:xfrm>
              <a:off x="5280" y="683"/>
              <a:ext cx="0" cy="85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23607" name="Object 20"/>
            <p:cNvGraphicFramePr>
              <a:graphicFrameLocks noChangeAspect="1"/>
            </p:cNvGraphicFramePr>
            <p:nvPr/>
          </p:nvGraphicFramePr>
          <p:xfrm>
            <a:off x="4944" y="377"/>
            <a:ext cx="240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3" name="" r:id="rId1" imgW="381000" imgH="431800" progId="Equation.DSMT4">
                    <p:embed/>
                  </p:oleObj>
                </mc:Choice>
                <mc:Fallback>
                  <p:oleObj name="" r:id="rId1" imgW="381000" imgH="431800" progId="Equation.DSMT4">
                    <p:embed/>
                    <p:pic>
                      <p:nvPicPr>
                        <p:cNvPr id="0" name="图片 314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944" y="377"/>
                          <a:ext cx="240" cy="2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08" name="Object 21"/>
            <p:cNvGraphicFramePr>
              <a:graphicFrameLocks noChangeAspect="1"/>
            </p:cNvGraphicFramePr>
            <p:nvPr/>
          </p:nvGraphicFramePr>
          <p:xfrm>
            <a:off x="4929" y="749"/>
            <a:ext cx="255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5" name="" r:id="rId3" imgW="406400" imgH="431800" progId="Equation.DSMT4">
                    <p:embed/>
                  </p:oleObj>
                </mc:Choice>
                <mc:Fallback>
                  <p:oleObj name="" r:id="rId3" imgW="406400" imgH="431800" progId="Equation.DSMT4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29" y="749"/>
                          <a:ext cx="255" cy="2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09" name="Object 22"/>
            <p:cNvGraphicFramePr>
              <a:graphicFrameLocks noChangeAspect="1"/>
            </p:cNvGraphicFramePr>
            <p:nvPr/>
          </p:nvGraphicFramePr>
          <p:xfrm>
            <a:off x="4948" y="1233"/>
            <a:ext cx="263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6" name="" r:id="rId5" imgW="419100" imgH="431800" progId="Equation.DSMT4">
                    <p:embed/>
                  </p:oleObj>
                </mc:Choice>
                <mc:Fallback>
                  <p:oleObj name="" r:id="rId5" imgW="419100" imgH="431800" progId="Equation.DSMT4">
                    <p:embed/>
                    <p:pic>
                      <p:nvPicPr>
                        <p:cNvPr id="0" name="图片 314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948" y="1233"/>
                          <a:ext cx="263" cy="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610" name="Line 23"/>
            <p:cNvSpPr/>
            <p:nvPr/>
          </p:nvSpPr>
          <p:spPr>
            <a:xfrm>
              <a:off x="4464" y="1197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11" name="Line 24"/>
            <p:cNvSpPr/>
            <p:nvPr/>
          </p:nvSpPr>
          <p:spPr>
            <a:xfrm>
              <a:off x="5280" y="1197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12" name="Line 25"/>
            <p:cNvSpPr/>
            <p:nvPr/>
          </p:nvSpPr>
          <p:spPr>
            <a:xfrm>
              <a:off x="4464" y="1197"/>
              <a:ext cx="0" cy="72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13" name="Line 26"/>
            <p:cNvSpPr/>
            <p:nvPr/>
          </p:nvSpPr>
          <p:spPr>
            <a:xfrm>
              <a:off x="5568" y="1197"/>
              <a:ext cx="0" cy="72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23614" name="Object 27"/>
            <p:cNvGraphicFramePr>
              <a:graphicFrameLocks noChangeAspect="1"/>
            </p:cNvGraphicFramePr>
            <p:nvPr/>
          </p:nvGraphicFramePr>
          <p:xfrm>
            <a:off x="4940" y="1743"/>
            <a:ext cx="184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2" name="" r:id="rId7" imgW="292100" imgH="317500" progId="Equation.DSMT4">
                    <p:embed/>
                  </p:oleObj>
                </mc:Choice>
                <mc:Fallback>
                  <p:oleObj name="" r:id="rId7" imgW="292100" imgH="317500" progId="Equation.DSMT4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940" y="1743"/>
                          <a:ext cx="184" cy="1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615" name="Line 28"/>
            <p:cNvSpPr/>
            <p:nvPr/>
          </p:nvSpPr>
          <p:spPr>
            <a:xfrm>
              <a:off x="5184" y="1828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3616" name="Line 29"/>
            <p:cNvSpPr/>
            <p:nvPr/>
          </p:nvSpPr>
          <p:spPr>
            <a:xfrm flipH="1">
              <a:off x="4464" y="1828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aphicFrame>
        <p:nvGraphicFramePr>
          <p:cNvPr id="920606" name="Object 30"/>
          <p:cNvGraphicFramePr>
            <a:graphicFrameLocks noChangeAspect="1"/>
          </p:cNvGraphicFramePr>
          <p:nvPr/>
        </p:nvGraphicFramePr>
        <p:xfrm>
          <a:off x="1716088" y="2743200"/>
          <a:ext cx="30988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9" imgW="3098800" imgH="431800" progId="Equation.3">
                  <p:embed/>
                </p:oleObj>
              </mc:Choice>
              <mc:Fallback>
                <p:oleObj name="" r:id="rId9" imgW="3098800" imgH="43180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16088" y="2743200"/>
                        <a:ext cx="3098800" cy="430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0607" name="Text Box 31"/>
          <p:cNvSpPr txBox="1"/>
          <p:nvPr/>
        </p:nvSpPr>
        <p:spPr>
          <a:xfrm>
            <a:off x="882650" y="3522663"/>
            <a:ext cx="6477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若增强耐压，可将多个电容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串联</a:t>
            </a:r>
            <a:r>
              <a:rPr lang="zh-CN" altLang="en-US" sz="2800" b="1" dirty="0"/>
              <a:t>：</a:t>
            </a:r>
            <a:endParaRPr lang="zh-CN" altLang="en-US" sz="2800" b="1" dirty="0"/>
          </a:p>
        </p:txBody>
      </p:sp>
      <p:grpSp>
        <p:nvGrpSpPr>
          <p:cNvPr id="920608" name="Group 32"/>
          <p:cNvGrpSpPr/>
          <p:nvPr/>
        </p:nvGrpSpPr>
        <p:grpSpPr>
          <a:xfrm>
            <a:off x="939800" y="4167188"/>
            <a:ext cx="2819400" cy="1408112"/>
            <a:chOff x="384" y="1849"/>
            <a:chExt cx="1776" cy="887"/>
          </a:xfrm>
        </p:grpSpPr>
        <p:grpSp>
          <p:nvGrpSpPr>
            <p:cNvPr id="23568" name="Group 33"/>
            <p:cNvGrpSpPr/>
            <p:nvPr/>
          </p:nvGrpSpPr>
          <p:grpSpPr>
            <a:xfrm>
              <a:off x="672" y="2064"/>
              <a:ext cx="96" cy="192"/>
              <a:chOff x="4752" y="3312"/>
              <a:chExt cx="96" cy="192"/>
            </a:xfrm>
          </p:grpSpPr>
          <p:sp>
            <p:nvSpPr>
              <p:cNvPr id="23590" name="Line 34"/>
              <p:cNvSpPr/>
              <p:nvPr/>
            </p:nvSpPr>
            <p:spPr>
              <a:xfrm>
                <a:off x="4752" y="3312"/>
                <a:ext cx="0" cy="192"/>
              </a:xfrm>
              <a:prstGeom prst="line">
                <a:avLst/>
              </a:prstGeom>
              <a:ln w="28575" cap="flat" cmpd="sng">
                <a:solidFill>
                  <a:srgbClr val="CC0099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591" name="Line 35"/>
              <p:cNvSpPr/>
              <p:nvPr/>
            </p:nvSpPr>
            <p:spPr>
              <a:xfrm>
                <a:off x="4848" y="3312"/>
                <a:ext cx="0" cy="192"/>
              </a:xfrm>
              <a:prstGeom prst="line">
                <a:avLst/>
              </a:prstGeom>
              <a:ln w="28575" cap="flat" cmpd="sng">
                <a:solidFill>
                  <a:srgbClr val="CC0099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3569" name="Group 36"/>
            <p:cNvGrpSpPr/>
            <p:nvPr/>
          </p:nvGrpSpPr>
          <p:grpSpPr>
            <a:xfrm>
              <a:off x="1008" y="2064"/>
              <a:ext cx="96" cy="192"/>
              <a:chOff x="4752" y="3312"/>
              <a:chExt cx="96" cy="192"/>
            </a:xfrm>
          </p:grpSpPr>
          <p:sp>
            <p:nvSpPr>
              <p:cNvPr id="23588" name="Line 37"/>
              <p:cNvSpPr/>
              <p:nvPr/>
            </p:nvSpPr>
            <p:spPr>
              <a:xfrm>
                <a:off x="4752" y="3312"/>
                <a:ext cx="0" cy="192"/>
              </a:xfrm>
              <a:prstGeom prst="line">
                <a:avLst/>
              </a:prstGeom>
              <a:ln w="28575" cap="flat" cmpd="sng">
                <a:solidFill>
                  <a:srgbClr val="CC0099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589" name="Line 38"/>
              <p:cNvSpPr/>
              <p:nvPr/>
            </p:nvSpPr>
            <p:spPr>
              <a:xfrm>
                <a:off x="4848" y="3312"/>
                <a:ext cx="0" cy="192"/>
              </a:xfrm>
              <a:prstGeom prst="line">
                <a:avLst/>
              </a:prstGeom>
              <a:ln w="28575" cap="flat" cmpd="sng">
                <a:solidFill>
                  <a:srgbClr val="CC0099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3570" name="Group 39"/>
            <p:cNvGrpSpPr/>
            <p:nvPr/>
          </p:nvGrpSpPr>
          <p:grpSpPr>
            <a:xfrm>
              <a:off x="1824" y="2064"/>
              <a:ext cx="96" cy="192"/>
              <a:chOff x="4752" y="3312"/>
              <a:chExt cx="96" cy="192"/>
            </a:xfrm>
          </p:grpSpPr>
          <p:sp>
            <p:nvSpPr>
              <p:cNvPr id="23586" name="Line 40"/>
              <p:cNvSpPr/>
              <p:nvPr/>
            </p:nvSpPr>
            <p:spPr>
              <a:xfrm>
                <a:off x="4752" y="3312"/>
                <a:ext cx="0" cy="192"/>
              </a:xfrm>
              <a:prstGeom prst="line">
                <a:avLst/>
              </a:prstGeom>
              <a:ln w="28575" cap="flat" cmpd="sng">
                <a:solidFill>
                  <a:srgbClr val="CC0099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587" name="Line 41"/>
              <p:cNvSpPr/>
              <p:nvPr/>
            </p:nvSpPr>
            <p:spPr>
              <a:xfrm>
                <a:off x="4848" y="3312"/>
                <a:ext cx="0" cy="192"/>
              </a:xfrm>
              <a:prstGeom prst="line">
                <a:avLst/>
              </a:prstGeom>
              <a:ln w="28575" cap="flat" cmpd="sng">
                <a:solidFill>
                  <a:srgbClr val="CC0099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3571" name="Line 42"/>
            <p:cNvSpPr/>
            <p:nvPr/>
          </p:nvSpPr>
          <p:spPr>
            <a:xfrm>
              <a:off x="432" y="2160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2" name="Line 43"/>
            <p:cNvSpPr/>
            <p:nvPr/>
          </p:nvSpPr>
          <p:spPr>
            <a:xfrm>
              <a:off x="768" y="2160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3" name="Line 44"/>
            <p:cNvSpPr/>
            <p:nvPr/>
          </p:nvSpPr>
          <p:spPr>
            <a:xfrm>
              <a:off x="384" y="2160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4" name="Line 45"/>
            <p:cNvSpPr/>
            <p:nvPr/>
          </p:nvSpPr>
          <p:spPr>
            <a:xfrm>
              <a:off x="1104" y="2160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5" name="Text Box 46"/>
            <p:cNvSpPr txBox="1"/>
            <p:nvPr/>
          </p:nvSpPr>
          <p:spPr>
            <a:xfrm>
              <a:off x="1340" y="1929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/>
                <a:t>…</a:t>
              </a:r>
              <a:endParaRPr lang="en-US" altLang="zh-CN" sz="2800" b="1" dirty="0"/>
            </a:p>
          </p:txBody>
        </p:sp>
        <p:sp>
          <p:nvSpPr>
            <p:cNvPr id="23576" name="Line 47"/>
            <p:cNvSpPr/>
            <p:nvPr/>
          </p:nvSpPr>
          <p:spPr>
            <a:xfrm>
              <a:off x="1584" y="2160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23577" name="Object 48"/>
            <p:cNvGraphicFramePr>
              <a:graphicFrameLocks noChangeAspect="1"/>
            </p:cNvGraphicFramePr>
            <p:nvPr/>
          </p:nvGraphicFramePr>
          <p:xfrm>
            <a:off x="613" y="1849"/>
            <a:ext cx="247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8" name="" r:id="rId11" imgW="393700" imgH="431800" progId="Equation.DSMT4">
                    <p:embed/>
                  </p:oleObj>
                </mc:Choice>
                <mc:Fallback>
                  <p:oleObj name="" r:id="rId11" imgW="393700" imgH="431800" progId="Equation.DSMT4">
                    <p:embed/>
                    <p:pic>
                      <p:nvPicPr>
                        <p:cNvPr id="0" name="图片 314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13" y="1849"/>
                          <a:ext cx="247" cy="2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8" name="Line 49"/>
            <p:cNvSpPr/>
            <p:nvPr/>
          </p:nvSpPr>
          <p:spPr>
            <a:xfrm>
              <a:off x="1920" y="2160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23579" name="Object 50"/>
            <p:cNvGraphicFramePr>
              <a:graphicFrameLocks noChangeAspect="1"/>
            </p:cNvGraphicFramePr>
            <p:nvPr/>
          </p:nvGraphicFramePr>
          <p:xfrm>
            <a:off x="981" y="1849"/>
            <a:ext cx="263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7" name="" r:id="rId13" imgW="419100" imgH="431800" progId="Equation.DSMT4">
                    <p:embed/>
                  </p:oleObj>
                </mc:Choice>
                <mc:Fallback>
                  <p:oleObj name="" r:id="rId13" imgW="419100" imgH="431800" progId="Equation.DSMT4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981" y="1849"/>
                          <a:ext cx="263" cy="2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0" name="Object 51"/>
            <p:cNvGraphicFramePr>
              <a:graphicFrameLocks noChangeAspect="1"/>
            </p:cNvGraphicFramePr>
            <p:nvPr/>
          </p:nvGraphicFramePr>
          <p:xfrm>
            <a:off x="1780" y="1849"/>
            <a:ext cx="280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5" name="" r:id="rId15" imgW="444500" imgH="431800" progId="Equation.DSMT4">
                    <p:embed/>
                  </p:oleObj>
                </mc:Choice>
                <mc:Fallback>
                  <p:oleObj name="" r:id="rId15" imgW="444500" imgH="431800" progId="Equation.DSMT4">
                    <p:embed/>
                    <p:pic>
                      <p:nvPicPr>
                        <p:cNvPr id="0" name="图片 3154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780" y="1849"/>
                          <a:ext cx="280" cy="2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81" name="Line 52"/>
            <p:cNvSpPr/>
            <p:nvPr/>
          </p:nvSpPr>
          <p:spPr>
            <a:xfrm>
              <a:off x="384" y="2160"/>
              <a:ext cx="0" cy="5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2" name="Line 53"/>
            <p:cNvSpPr/>
            <p:nvPr/>
          </p:nvSpPr>
          <p:spPr>
            <a:xfrm>
              <a:off x="2160" y="2160"/>
              <a:ext cx="0" cy="52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3" name="Line 54"/>
            <p:cNvSpPr/>
            <p:nvPr/>
          </p:nvSpPr>
          <p:spPr>
            <a:xfrm>
              <a:off x="1584" y="2592"/>
              <a:ext cx="57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3584" name="Line 55"/>
            <p:cNvSpPr/>
            <p:nvPr/>
          </p:nvSpPr>
          <p:spPr>
            <a:xfrm flipH="1">
              <a:off x="384" y="2592"/>
              <a:ext cx="6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23585" name="Object 56"/>
            <p:cNvGraphicFramePr>
              <a:graphicFrameLocks noChangeAspect="1"/>
            </p:cNvGraphicFramePr>
            <p:nvPr/>
          </p:nvGraphicFramePr>
          <p:xfrm>
            <a:off x="1196" y="2496"/>
            <a:ext cx="199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0" name="" r:id="rId17" imgW="317500" imgH="304800" progId="Equation.DSMT4">
                    <p:embed/>
                  </p:oleObj>
                </mc:Choice>
                <mc:Fallback>
                  <p:oleObj name="" r:id="rId17" imgW="317500" imgH="304800" progId="Equation.DSMT4">
                    <p:embed/>
                    <p:pic>
                      <p:nvPicPr>
                        <p:cNvPr id="0" name="图片 3149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196" y="2496"/>
                          <a:ext cx="199" cy="1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0633" name="Text Box 57"/>
          <p:cNvSpPr txBox="1"/>
          <p:nvPr/>
        </p:nvSpPr>
        <p:spPr>
          <a:xfrm>
            <a:off x="4264025" y="4241800"/>
            <a:ext cx="38877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耐压强度</a:t>
            </a:r>
            <a:endParaRPr lang="zh-CN" altLang="en-US" sz="2800" b="1" dirty="0"/>
          </a:p>
        </p:txBody>
      </p:sp>
      <p:graphicFrame>
        <p:nvGraphicFramePr>
          <p:cNvPr id="920634" name="Object 58"/>
          <p:cNvGraphicFramePr>
            <a:graphicFrameLocks noChangeAspect="1"/>
          </p:cNvGraphicFramePr>
          <p:nvPr/>
        </p:nvGraphicFramePr>
        <p:xfrm>
          <a:off x="4406900" y="4818063"/>
          <a:ext cx="32258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19" imgW="3225800" imgH="419100" progId="Equation.3">
                  <p:embed/>
                </p:oleObj>
              </mc:Choice>
              <mc:Fallback>
                <p:oleObj name="" r:id="rId19" imgW="3225800" imgH="419100" progId="Equation.3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406900" y="4818063"/>
                        <a:ext cx="3225800" cy="417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0635" name="Text Box 59"/>
          <p:cNvSpPr txBox="1"/>
          <p:nvPr/>
        </p:nvSpPr>
        <p:spPr>
          <a:xfrm>
            <a:off x="1789113" y="5772150"/>
            <a:ext cx="3581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但是电容减小：</a:t>
            </a:r>
            <a:endParaRPr lang="zh-CN" altLang="en-US" sz="2800" b="1" dirty="0"/>
          </a:p>
        </p:txBody>
      </p:sp>
      <p:graphicFrame>
        <p:nvGraphicFramePr>
          <p:cNvPr id="920636" name="Object 60"/>
          <p:cNvGraphicFramePr>
            <a:graphicFrameLocks noChangeAspect="1"/>
          </p:cNvGraphicFramePr>
          <p:nvPr/>
        </p:nvGraphicFramePr>
        <p:xfrm>
          <a:off x="4344988" y="5626100"/>
          <a:ext cx="312578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21" imgW="3327400" imgH="800100" progId="Equation.DSMT4">
                  <p:embed/>
                </p:oleObj>
              </mc:Choice>
              <mc:Fallback>
                <p:oleObj name="" r:id="rId21" imgW="3327400" imgH="800100" progId="Equation.DSMT4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344988" y="5626100"/>
                        <a:ext cx="3125787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0637" name="Rectangle 61"/>
          <p:cNvSpPr/>
          <p:nvPr/>
        </p:nvSpPr>
        <p:spPr>
          <a:xfrm>
            <a:off x="1519238" y="2755900"/>
            <a:ext cx="3581400" cy="4572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20638" name="Rectangle 62"/>
          <p:cNvSpPr/>
          <p:nvPr/>
        </p:nvSpPr>
        <p:spPr>
          <a:xfrm>
            <a:off x="4303713" y="5651500"/>
            <a:ext cx="3200400" cy="8382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20639" name="Text Box 63"/>
          <p:cNvSpPr txBox="1"/>
          <p:nvPr/>
        </p:nvSpPr>
        <p:spPr>
          <a:xfrm>
            <a:off x="719138" y="404813"/>
            <a:ext cx="594042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电容器的串、并联</a:t>
            </a:r>
            <a:endParaRPr lang="zh-CN" altLang="en-US" b="1" dirty="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0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0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75"/>
                                        <p:tgtEl>
                                          <p:spTgt spid="92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5"/>
                                        <p:tgtEl>
                                          <p:spTgt spid="920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2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20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75"/>
                                        <p:tgtEl>
                                          <p:spTgt spid="920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8" dur="500"/>
                                        <p:tgtEl>
                                          <p:spTgt spid="920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75"/>
                                        <p:tgtEl>
                                          <p:spTgt spid="920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"/>
                            </p:stCondLst>
                            <p:childTnLst>
                              <p:par>
                                <p:cTn id="4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920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75"/>
                                        <p:tgtEl>
                                          <p:spTgt spid="920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25"/>
                            </p:stCondLst>
                            <p:childTnLst>
                              <p:par>
                                <p:cTn id="5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920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25"/>
                            </p:stCondLst>
                            <p:childTnLst>
                              <p:par>
                                <p:cTn id="58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0" dur="500"/>
                                        <p:tgtEl>
                                          <p:spTgt spid="920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25"/>
                            </p:stCondLst>
                            <p:childTnLst>
                              <p:par>
                                <p:cTn id="62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920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0578" grpId="0"/>
      <p:bldP spid="920579" grpId="0"/>
      <p:bldP spid="920607" grpId="0"/>
      <p:bldP spid="920633" grpId="0"/>
      <p:bldP spid="920635" grpId="0"/>
      <p:bldP spid="920637" grpId="0" animBg="1"/>
      <p:bldP spid="920638" grpId="0" animBg="1"/>
      <p:bldP spid="92063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aphicFrame>
        <p:nvGraphicFramePr>
          <p:cNvPr id="882691" name="Object 3"/>
          <p:cNvGraphicFramePr>
            <a:graphicFrameLocks noChangeAspect="1"/>
          </p:cNvGraphicFramePr>
          <p:nvPr/>
        </p:nvGraphicFramePr>
        <p:xfrm>
          <a:off x="590550" y="2663825"/>
          <a:ext cx="2208213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1" imgW="1905000" imgH="571500" progId="Equation.DSMT4">
                  <p:embed/>
                </p:oleObj>
              </mc:Choice>
              <mc:Fallback>
                <p:oleObj name="" r:id="rId1" imgW="1905000" imgH="571500" progId="Equation.DSMT4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90550" y="2663825"/>
                        <a:ext cx="2208213" cy="696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2692" name="Object 4"/>
          <p:cNvGraphicFramePr>
            <a:graphicFrameLocks noChangeAspect="1"/>
          </p:cNvGraphicFramePr>
          <p:nvPr/>
        </p:nvGraphicFramePr>
        <p:xfrm>
          <a:off x="2771775" y="2816225"/>
          <a:ext cx="18161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3" imgW="1524000" imgH="368300" progId="Equation.DSMT4">
                  <p:embed/>
                </p:oleObj>
              </mc:Choice>
              <mc:Fallback>
                <p:oleObj name="" r:id="rId3" imgW="1524000" imgH="368300" progId="Equation.DSMT4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71775" y="2816225"/>
                        <a:ext cx="1816100" cy="439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2694" name="Text Box 6"/>
          <p:cNvSpPr txBox="1"/>
          <p:nvPr/>
        </p:nvSpPr>
        <p:spPr>
          <a:xfrm>
            <a:off x="792163" y="5408613"/>
            <a:ext cx="29733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两式比较：</a:t>
            </a:r>
            <a:endParaRPr lang="zh-CN" altLang="en-US" sz="2800" b="1" dirty="0"/>
          </a:p>
        </p:txBody>
      </p:sp>
      <p:graphicFrame>
        <p:nvGraphicFramePr>
          <p:cNvPr id="882695" name="Object 7"/>
          <p:cNvGraphicFramePr>
            <a:graphicFrameLocks noChangeAspect="1"/>
          </p:cNvGraphicFramePr>
          <p:nvPr/>
        </p:nvGraphicFramePr>
        <p:xfrm>
          <a:off x="2811463" y="5480050"/>
          <a:ext cx="27717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5" imgW="2717800" imgH="368300" progId="Equation.DSMT4">
                  <p:embed/>
                </p:oleObj>
              </mc:Choice>
              <mc:Fallback>
                <p:oleObj name="" r:id="rId5" imgW="2717800" imgH="368300" progId="Equation.DSMT4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11463" y="5480050"/>
                        <a:ext cx="277177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2696" name="Rectangle 8"/>
          <p:cNvSpPr/>
          <p:nvPr/>
        </p:nvSpPr>
        <p:spPr>
          <a:xfrm>
            <a:off x="5689600" y="2768600"/>
            <a:ext cx="482600" cy="50482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882697" name="Rectangle 9"/>
          <p:cNvSpPr/>
          <p:nvPr/>
        </p:nvSpPr>
        <p:spPr>
          <a:xfrm>
            <a:off x="4787900" y="4870450"/>
            <a:ext cx="536575" cy="45720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882698" name="Rectangle 10"/>
          <p:cNvSpPr/>
          <p:nvPr/>
        </p:nvSpPr>
        <p:spPr>
          <a:xfrm>
            <a:off x="4881563" y="2768600"/>
            <a:ext cx="482600" cy="50482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882699" name="Rectangle 11"/>
          <p:cNvSpPr/>
          <p:nvPr/>
        </p:nvSpPr>
        <p:spPr>
          <a:xfrm>
            <a:off x="3959225" y="4870450"/>
            <a:ext cx="533400" cy="45720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aphicFrame>
        <p:nvGraphicFramePr>
          <p:cNvPr id="882700" name="Object 12"/>
          <p:cNvGraphicFramePr>
            <a:graphicFrameLocks noChangeAspect="1"/>
          </p:cNvGraphicFramePr>
          <p:nvPr/>
        </p:nvGraphicFramePr>
        <p:xfrm>
          <a:off x="4608513" y="2779713"/>
          <a:ext cx="1541462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7" imgW="1485900" imgH="368300" progId="Equation.DSMT4">
                  <p:embed/>
                </p:oleObj>
              </mc:Choice>
              <mc:Fallback>
                <p:oleObj name="" r:id="rId7" imgW="1485900" imgH="368300" progId="Equation.DSMT4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08513" y="2779713"/>
                        <a:ext cx="1541462" cy="446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2701" name="Object 13"/>
          <p:cNvGraphicFramePr>
            <a:graphicFrameLocks noChangeAspect="1"/>
          </p:cNvGraphicFramePr>
          <p:nvPr/>
        </p:nvGraphicFramePr>
        <p:xfrm>
          <a:off x="900113" y="4921250"/>
          <a:ext cx="27654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9" imgW="2667000" imgH="419100" progId="Equation.DSMT4">
                  <p:embed/>
                </p:oleObj>
              </mc:Choice>
              <mc:Fallback>
                <p:oleObj name="" r:id="rId9" imgW="2667000" imgH="419100" progId="Equation.DSMT4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00113" y="4921250"/>
                        <a:ext cx="2765425" cy="414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2702" name="Text Box 14"/>
          <p:cNvSpPr txBox="1"/>
          <p:nvPr/>
        </p:nvSpPr>
        <p:spPr>
          <a:xfrm>
            <a:off x="503238" y="1435100"/>
            <a:ext cx="79263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800000"/>
                </a:solidFill>
              </a:rPr>
              <a:t>电场力是保守力</a:t>
            </a:r>
            <a:r>
              <a:rPr lang="zh-CN" altLang="en-US" sz="2800" b="1" dirty="0"/>
              <a:t>：做功与路径无关</a:t>
            </a:r>
            <a:endParaRPr lang="zh-CN" altLang="en-US" sz="2800" b="1" dirty="0"/>
          </a:p>
        </p:txBody>
      </p:sp>
      <p:sp>
        <p:nvSpPr>
          <p:cNvPr id="882703" name="Text Box 15"/>
          <p:cNvSpPr txBox="1"/>
          <p:nvPr/>
        </p:nvSpPr>
        <p:spPr>
          <a:xfrm>
            <a:off x="684213" y="2024063"/>
            <a:ext cx="60499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/>
              <a:t>q</a:t>
            </a:r>
            <a:r>
              <a:rPr lang="en-US" altLang="zh-CN" sz="2800" b="1" baseline="-25000" dirty="0"/>
              <a:t>0 </a:t>
            </a:r>
            <a:r>
              <a:rPr lang="zh-CN" altLang="en-US" sz="2800" b="1" dirty="0"/>
              <a:t>由 </a:t>
            </a:r>
            <a:r>
              <a:rPr lang="en-US" altLang="zh-CN" sz="2800" b="1" i="1" dirty="0"/>
              <a:t>a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i="1" dirty="0"/>
              <a:t>b </a:t>
            </a:r>
            <a:r>
              <a:rPr lang="zh-CN" altLang="en-US" sz="2800" b="1" dirty="0"/>
              <a:t>电场力所作的功</a:t>
            </a:r>
            <a:endParaRPr lang="zh-CN" altLang="en-US" sz="2800" b="1" dirty="0"/>
          </a:p>
        </p:txBody>
      </p:sp>
      <p:sp>
        <p:nvSpPr>
          <p:cNvPr id="882704" name="Text Box 16"/>
          <p:cNvSpPr txBox="1"/>
          <p:nvPr/>
        </p:nvSpPr>
        <p:spPr>
          <a:xfrm>
            <a:off x="36513" y="260350"/>
            <a:ext cx="8748712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8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节  静电场的能量</a:t>
            </a:r>
            <a:endParaRPr lang="zh-CN" altLang="en-US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82706" name="Object 18"/>
          <p:cNvGraphicFramePr>
            <a:graphicFrameLocks noChangeAspect="1"/>
          </p:cNvGraphicFramePr>
          <p:nvPr/>
        </p:nvGraphicFramePr>
        <p:xfrm>
          <a:off x="3702050" y="4937125"/>
          <a:ext cx="1554163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11" imgW="1497965" imgH="406400" progId="Equation.DSMT4">
                  <p:embed/>
                </p:oleObj>
              </mc:Choice>
              <mc:Fallback>
                <p:oleObj name="" r:id="rId11" imgW="1497965" imgH="406400" progId="Equation.DSMT4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02050" y="4937125"/>
                        <a:ext cx="1554163" cy="401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2708" name="Text Box 20"/>
          <p:cNvSpPr txBox="1"/>
          <p:nvPr/>
        </p:nvSpPr>
        <p:spPr>
          <a:xfrm>
            <a:off x="647700" y="858838"/>
            <a:ext cx="8458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一、电荷在外电场的静电势能</a:t>
            </a:r>
            <a:endParaRPr lang="zh-CN" altLang="en-US" sz="2800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pSp>
        <p:nvGrpSpPr>
          <p:cNvPr id="882709" name="Group 21"/>
          <p:cNvGrpSpPr/>
          <p:nvPr/>
        </p:nvGrpSpPr>
        <p:grpSpPr>
          <a:xfrm>
            <a:off x="6443663" y="2205038"/>
            <a:ext cx="2411412" cy="2054225"/>
            <a:chOff x="3946" y="1434"/>
            <a:chExt cx="1519" cy="1294"/>
          </a:xfrm>
        </p:grpSpPr>
        <p:sp>
          <p:nvSpPr>
            <p:cNvPr id="24598" name="Rectangle 22"/>
            <p:cNvSpPr/>
            <p:nvPr/>
          </p:nvSpPr>
          <p:spPr>
            <a:xfrm>
              <a:off x="3946" y="1480"/>
              <a:ext cx="1519" cy="1248"/>
            </a:xfrm>
            <a:prstGeom prst="rect">
              <a:avLst/>
            </a:prstGeom>
            <a:solidFill>
              <a:srgbClr val="EAEAEA"/>
            </a:solidFill>
            <a:ln w="9525" cap="flat" cmpd="sng">
              <a:solidFill>
                <a:srgbClr val="EAEAEA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graphicFrame>
          <p:nvGraphicFramePr>
            <p:cNvPr id="24599" name="Object 23"/>
            <p:cNvGraphicFramePr>
              <a:graphicFrameLocks noChangeAspect="1"/>
            </p:cNvGraphicFramePr>
            <p:nvPr/>
          </p:nvGraphicFramePr>
          <p:xfrm>
            <a:off x="5171" y="2183"/>
            <a:ext cx="205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" name="" r:id="rId13" imgW="302260" imgH="394335" progId="Equation.DSMT4">
                    <p:embed/>
                  </p:oleObj>
                </mc:Choice>
                <mc:Fallback>
                  <p:oleObj name="" r:id="rId13" imgW="302260" imgH="394335" progId="Equation.DSMT4">
                    <p:embed/>
                    <p:pic>
                      <p:nvPicPr>
                        <p:cNvPr id="0" name="图片 3158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808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171" y="2183"/>
                          <a:ext cx="205" cy="2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00" name="Text Box 24"/>
            <p:cNvSpPr txBox="1"/>
            <p:nvPr/>
          </p:nvSpPr>
          <p:spPr>
            <a:xfrm>
              <a:off x="4340" y="2179"/>
              <a:ext cx="332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4400" b="1" dirty="0">
                  <a:solidFill>
                    <a:srgbClr val="FF0066"/>
                  </a:solidFill>
                </a:rPr>
                <a:t>.</a:t>
              </a:r>
              <a:r>
                <a:rPr lang="en-US" altLang="zh-CN" b="1" i="1" dirty="0"/>
                <a:t>a</a:t>
              </a:r>
              <a:endParaRPr lang="en-US" altLang="zh-CN" sz="1800" i="1" dirty="0">
                <a:solidFill>
                  <a:srgbClr val="006600"/>
                </a:solidFill>
              </a:endParaRPr>
            </a:p>
          </p:txBody>
        </p:sp>
        <p:sp>
          <p:nvSpPr>
            <p:cNvPr id="24601" name="Text Box 25"/>
            <p:cNvSpPr txBox="1"/>
            <p:nvPr/>
          </p:nvSpPr>
          <p:spPr>
            <a:xfrm>
              <a:off x="4809" y="1434"/>
              <a:ext cx="316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4400" b="1" dirty="0">
                  <a:solidFill>
                    <a:srgbClr val="FF0066"/>
                  </a:solidFill>
                </a:rPr>
                <a:t>.</a:t>
              </a:r>
              <a:r>
                <a:rPr lang="en-US" altLang="zh-CN" sz="2800" b="1" i="1" dirty="0"/>
                <a:t>b</a:t>
              </a:r>
              <a:endParaRPr lang="en-US" altLang="zh-CN" sz="1600" i="1" dirty="0"/>
            </a:p>
          </p:txBody>
        </p:sp>
        <p:sp>
          <p:nvSpPr>
            <p:cNvPr id="24602" name="Line 26"/>
            <p:cNvSpPr/>
            <p:nvPr/>
          </p:nvSpPr>
          <p:spPr>
            <a:xfrm flipV="1">
              <a:off x="3991" y="1525"/>
              <a:ext cx="1429" cy="1179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24603" name="Line 27"/>
            <p:cNvSpPr/>
            <p:nvPr/>
          </p:nvSpPr>
          <p:spPr>
            <a:xfrm flipV="1">
              <a:off x="4195" y="1979"/>
              <a:ext cx="1270" cy="748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24604" name="Line 28"/>
            <p:cNvSpPr/>
            <p:nvPr/>
          </p:nvSpPr>
          <p:spPr>
            <a:xfrm flipV="1">
              <a:off x="4468" y="2387"/>
              <a:ext cx="997" cy="34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24605" name="Line 29"/>
            <p:cNvSpPr/>
            <p:nvPr/>
          </p:nvSpPr>
          <p:spPr>
            <a:xfrm flipV="1">
              <a:off x="3946" y="1457"/>
              <a:ext cx="907" cy="998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24606" name="Line 30"/>
            <p:cNvSpPr/>
            <p:nvPr/>
          </p:nvSpPr>
          <p:spPr>
            <a:xfrm flipV="1">
              <a:off x="3946" y="1480"/>
              <a:ext cx="363" cy="612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lg"/>
            </a:ln>
          </p:spPr>
        </p:sp>
      </p:grpSp>
      <p:sp>
        <p:nvSpPr>
          <p:cNvPr id="882719" name="Freeform 31"/>
          <p:cNvSpPr/>
          <p:nvPr/>
        </p:nvSpPr>
        <p:spPr>
          <a:xfrm>
            <a:off x="6932613" y="2673350"/>
            <a:ext cx="1347787" cy="124936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849" h="787">
                <a:moveTo>
                  <a:pt x="184" y="787"/>
                </a:moveTo>
                <a:cubicBezTo>
                  <a:pt x="92" y="624"/>
                  <a:pt x="0" y="462"/>
                  <a:pt x="94" y="379"/>
                </a:cubicBezTo>
                <a:cubicBezTo>
                  <a:pt x="188" y="296"/>
                  <a:pt x="653" y="345"/>
                  <a:pt x="751" y="288"/>
                </a:cubicBezTo>
                <a:cubicBezTo>
                  <a:pt x="849" y="231"/>
                  <a:pt x="702" y="76"/>
                  <a:pt x="683" y="38"/>
                </a:cubicBezTo>
                <a:cubicBezTo>
                  <a:pt x="664" y="0"/>
                  <a:pt x="651" y="30"/>
                  <a:pt x="638" y="61"/>
                </a:cubicBezTo>
              </a:path>
            </a:pathLst>
          </a:custGeom>
          <a:noFill/>
          <a:ln w="38100" cap="flat" cmpd="sng">
            <a:solidFill>
              <a:schemeClr val="tx2">
                <a:alpha val="100000"/>
              </a:schemeClr>
            </a:solidFill>
            <a:prstDash val="sysDot"/>
            <a:round/>
            <a:headEnd type="none" w="med" len="med"/>
            <a:tailEnd type="triangle" w="med" len="lg"/>
          </a:ln>
        </p:spPr>
        <p:txBody>
          <a:bodyPr/>
          <a:p>
            <a:endParaRPr lang="zh-CN" altLang="en-US"/>
          </a:p>
        </p:txBody>
      </p:sp>
      <p:sp>
        <p:nvSpPr>
          <p:cNvPr id="882720" name="Rectangle 32"/>
          <p:cNvSpPr/>
          <p:nvPr/>
        </p:nvSpPr>
        <p:spPr>
          <a:xfrm>
            <a:off x="611188" y="3429000"/>
            <a:ext cx="5113337" cy="1373188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800000"/>
                </a:solidFill>
              </a:rPr>
              <a:t>定义一个静电势能：</a:t>
            </a:r>
            <a:endParaRPr lang="zh-CN" altLang="en-US" sz="2800" b="1" dirty="0">
              <a:solidFill>
                <a:srgbClr val="80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电荷</a:t>
            </a:r>
            <a:r>
              <a:rPr lang="en-US" altLang="zh-CN" sz="2800" b="1" i="1" dirty="0"/>
              <a:t>q</a:t>
            </a:r>
            <a:r>
              <a:rPr lang="zh-CN" altLang="en-US" sz="2800" b="1" dirty="0"/>
              <a:t>在电场中</a:t>
            </a:r>
            <a:r>
              <a:rPr lang="en-US" altLang="zh-CN" sz="2800" b="1" i="1" dirty="0"/>
              <a:t>a</a:t>
            </a:r>
            <a:r>
              <a:rPr lang="zh-CN" altLang="en-US" sz="2800" b="1" dirty="0"/>
              <a:t>、</a:t>
            </a:r>
            <a:r>
              <a:rPr lang="en-US" altLang="zh-CN" sz="2800" b="1" i="1" dirty="0"/>
              <a:t>b </a:t>
            </a:r>
            <a:r>
              <a:rPr lang="zh-CN" altLang="en-US" sz="2800" b="1" dirty="0"/>
              <a:t>两点的静电势能分别为</a:t>
            </a:r>
            <a:r>
              <a:rPr lang="en-US" altLang="zh-CN" sz="2800" b="1" i="1" dirty="0"/>
              <a:t>W</a:t>
            </a:r>
            <a:r>
              <a:rPr lang="en-US" altLang="zh-CN" sz="2800" b="1" i="1" baseline="-25000" dirty="0"/>
              <a:t>a</a:t>
            </a:r>
            <a:r>
              <a:rPr lang="zh-CN" altLang="en-US" sz="2800" b="1" dirty="0"/>
              <a:t>、</a:t>
            </a:r>
            <a:r>
              <a:rPr lang="en-US" altLang="zh-CN" sz="2800" b="1" i="1" dirty="0"/>
              <a:t>W</a:t>
            </a:r>
            <a:r>
              <a:rPr lang="en-US" altLang="zh-CN" sz="2800" b="1" i="1" baseline="-25000" dirty="0"/>
              <a:t>b</a:t>
            </a:r>
            <a:endParaRPr lang="en-US" altLang="zh-CN" sz="2800" b="1" i="1" baseline="-25000" dirty="0"/>
          </a:p>
        </p:txBody>
      </p:sp>
      <p:sp>
        <p:nvSpPr>
          <p:cNvPr id="882721" name="Text Box 33"/>
          <p:cNvSpPr txBox="1"/>
          <p:nvPr/>
        </p:nvSpPr>
        <p:spPr>
          <a:xfrm>
            <a:off x="2682875" y="5918200"/>
            <a:ext cx="5384800" cy="519113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q</a:t>
            </a:r>
            <a:r>
              <a:rPr lang="zh-CN" altLang="en-US" sz="2800" b="1" dirty="0"/>
              <a:t>处于电场中</a:t>
            </a:r>
            <a:r>
              <a:rPr lang="en-US" altLang="zh-CN" sz="2800" b="1" dirty="0"/>
              <a:t>a(b) </a:t>
            </a:r>
            <a:r>
              <a:rPr lang="zh-CN" altLang="en-US" sz="2800" b="1" dirty="0"/>
              <a:t>点的静电势能</a:t>
            </a:r>
            <a:endParaRPr lang="zh-CN" altLang="en-US" sz="2800" b="1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82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82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827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827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8827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" fill="hold"/>
                                        <p:tgtEl>
                                          <p:spTgt spid="8827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8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8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8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8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8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82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82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826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826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2" dur="500"/>
                                        <p:tgtEl>
                                          <p:spTgt spid="88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8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8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8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2" dur="75"/>
                                        <p:tgtEl>
                                          <p:spTgt spid="882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88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88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882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882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5" dur="500"/>
                                        <p:tgtEl>
                                          <p:spTgt spid="882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88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2694" grpId="0"/>
      <p:bldP spid="882696" grpId="0" animBg="1"/>
      <p:bldP spid="882697" grpId="0" animBg="1"/>
      <p:bldP spid="882698" grpId="0" animBg="1"/>
      <p:bldP spid="882699" grpId="0" animBg="1"/>
      <p:bldP spid="882702" grpId="0"/>
      <p:bldP spid="882703" grpId="0"/>
      <p:bldP spid="882704" grpId="0"/>
      <p:bldP spid="882708" grpId="0"/>
      <p:bldP spid="882720" grpId="0"/>
      <p:bldP spid="8827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83714" name="Text Box 2"/>
          <p:cNvSpPr txBox="1"/>
          <p:nvPr/>
        </p:nvSpPr>
        <p:spPr>
          <a:xfrm>
            <a:off x="1290638" y="1036638"/>
            <a:ext cx="6618287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一点电荷</a:t>
            </a:r>
            <a:r>
              <a:rPr lang="en-US" altLang="zh-CN" b="1" i="1" dirty="0">
                <a:solidFill>
                  <a:srgbClr val="FF0000"/>
                </a:solidFill>
                <a:ea typeface="楷体_GB2312" pitchFamily="49" charset="-122"/>
              </a:rPr>
              <a:t>q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在电场中具有电</a:t>
            </a:r>
            <a:r>
              <a:rPr lang="zh-CN" altLang="en-US" sz="2800" b="1" dirty="0">
                <a:ea typeface="楷体_GB2312" pitchFamily="49" charset="-122"/>
              </a:rPr>
              <a:t>势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能：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83715" name="Text Box 3"/>
          <p:cNvSpPr txBox="1"/>
          <p:nvPr/>
        </p:nvSpPr>
        <p:spPr>
          <a:xfrm>
            <a:off x="1362075" y="3902075"/>
            <a:ext cx="72786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点电荷系在电场中具有电势能：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883716" name="Text Box 4"/>
          <p:cNvSpPr txBox="1"/>
          <p:nvPr/>
        </p:nvSpPr>
        <p:spPr>
          <a:xfrm>
            <a:off x="4667250" y="4641850"/>
            <a:ext cx="5429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或</a:t>
            </a:r>
            <a:endParaRPr lang="zh-CN" altLang="en-US" sz="2800" b="1" dirty="0"/>
          </a:p>
        </p:txBody>
      </p:sp>
      <p:sp>
        <p:nvSpPr>
          <p:cNvPr id="883717" name="Rectangle 5"/>
          <p:cNvSpPr/>
          <p:nvPr/>
        </p:nvSpPr>
        <p:spPr>
          <a:xfrm>
            <a:off x="4027488" y="1828800"/>
            <a:ext cx="2057400" cy="685800"/>
          </a:xfrm>
          <a:prstGeom prst="rect">
            <a:avLst/>
          </a:prstGeom>
          <a:solidFill>
            <a:srgbClr val="FFFF00"/>
          </a:solidFill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pSp>
        <p:nvGrpSpPr>
          <p:cNvPr id="883718" name="Group 6"/>
          <p:cNvGrpSpPr/>
          <p:nvPr/>
        </p:nvGrpSpPr>
        <p:grpSpPr>
          <a:xfrm>
            <a:off x="3592513" y="1851025"/>
            <a:ext cx="2089150" cy="546100"/>
            <a:chOff x="4416" y="2496"/>
            <a:chExt cx="1316" cy="344"/>
          </a:xfrm>
        </p:grpSpPr>
        <p:graphicFrame>
          <p:nvGraphicFramePr>
            <p:cNvPr id="25620" name="Object 7"/>
            <p:cNvGraphicFramePr>
              <a:graphicFrameLocks noChangeAspect="1"/>
            </p:cNvGraphicFramePr>
            <p:nvPr/>
          </p:nvGraphicFramePr>
          <p:xfrm>
            <a:off x="4964" y="2600"/>
            <a:ext cx="76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0" name="" r:id="rId1" imgW="1218565" imgH="381000" progId="Equation.DSMT4">
                    <p:embed/>
                  </p:oleObj>
                </mc:Choice>
                <mc:Fallback>
                  <p:oleObj name="" r:id="rId1" imgW="1218565" imgH="381000" progId="Equation.DSMT4">
                    <p:embed/>
                    <p:pic>
                      <p:nvPicPr>
                        <p:cNvPr id="0" name="图片 315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964" y="2600"/>
                          <a:ext cx="768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1" name="Text Box 8"/>
            <p:cNvSpPr txBox="1"/>
            <p:nvPr/>
          </p:nvSpPr>
          <p:spPr>
            <a:xfrm>
              <a:off x="4416" y="2496"/>
              <a:ext cx="1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800" b="1" dirty="0"/>
            </a:p>
          </p:txBody>
        </p:sp>
      </p:grpSp>
      <p:sp>
        <p:nvSpPr>
          <p:cNvPr id="883721" name="AutoShape 9"/>
          <p:cNvSpPr/>
          <p:nvPr/>
        </p:nvSpPr>
        <p:spPr>
          <a:xfrm>
            <a:off x="3662363" y="2536825"/>
            <a:ext cx="3048000" cy="1143000"/>
          </a:xfrm>
          <a:prstGeom prst="upArrowCallout">
            <a:avLst>
              <a:gd name="adj1" fmla="val 37504"/>
              <a:gd name="adj2" fmla="val 34024"/>
              <a:gd name="adj3" fmla="val 13055"/>
              <a:gd name="adj4" fmla="val 77639"/>
            </a:avLst>
          </a:prstGeom>
          <a:solidFill>
            <a:schemeClr val="bg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883722" name="Text Box 10"/>
          <p:cNvSpPr txBox="1"/>
          <p:nvPr/>
        </p:nvSpPr>
        <p:spPr>
          <a:xfrm>
            <a:off x="3738563" y="2765425"/>
            <a:ext cx="2873375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电荷与场源电荷</a:t>
            </a:r>
            <a:endParaRPr lang="zh-CN" altLang="en-US" sz="2800" b="1" dirty="0">
              <a:solidFill>
                <a:srgbClr val="FF0000"/>
              </a:solidFill>
              <a:ea typeface="楷体_GB2312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的相互作用能</a:t>
            </a:r>
            <a:endParaRPr lang="zh-CN" altLang="en-US" sz="28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883723" name="Rectangle 11"/>
          <p:cNvSpPr/>
          <p:nvPr/>
        </p:nvSpPr>
        <p:spPr>
          <a:xfrm>
            <a:off x="2381250" y="4565650"/>
            <a:ext cx="2133600" cy="68580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aphicFrame>
        <p:nvGraphicFramePr>
          <p:cNvPr id="883724" name="Object 12"/>
          <p:cNvGraphicFramePr>
            <a:graphicFrameLocks noChangeAspect="1"/>
          </p:cNvGraphicFramePr>
          <p:nvPr/>
        </p:nvGraphicFramePr>
        <p:xfrm>
          <a:off x="2474913" y="4672013"/>
          <a:ext cx="1811337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" r:id="rId3" imgW="1701800" imgH="444500" progId="Equation.DSMT4">
                  <p:embed/>
                </p:oleObj>
              </mc:Choice>
              <mc:Fallback>
                <p:oleObj name="" r:id="rId3" imgW="1701800" imgH="444500" progId="Equation.DSMT4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74913" y="4672013"/>
                        <a:ext cx="1811337" cy="471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3725" name="Rectangle 13"/>
          <p:cNvSpPr/>
          <p:nvPr/>
        </p:nvSpPr>
        <p:spPr>
          <a:xfrm>
            <a:off x="5200650" y="4565650"/>
            <a:ext cx="2133600" cy="68580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aphicFrame>
        <p:nvGraphicFramePr>
          <p:cNvPr id="883726" name="Object 14"/>
          <p:cNvGraphicFramePr>
            <a:graphicFrameLocks noChangeAspect="1"/>
          </p:cNvGraphicFramePr>
          <p:nvPr/>
        </p:nvGraphicFramePr>
        <p:xfrm>
          <a:off x="5408613" y="4649788"/>
          <a:ext cx="1693862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5" imgW="1485900" imgH="533400" progId="Equation.DSMT4">
                  <p:embed/>
                </p:oleObj>
              </mc:Choice>
              <mc:Fallback>
                <p:oleObj name="" r:id="rId5" imgW="1485900" imgH="533400" progId="Equation.DSMT4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08613" y="4649788"/>
                        <a:ext cx="1693862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3728" name="Text Box 16"/>
          <p:cNvSpPr txBox="1"/>
          <p:nvPr/>
        </p:nvSpPr>
        <p:spPr>
          <a:xfrm>
            <a:off x="2212975" y="5589588"/>
            <a:ext cx="354806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电势能单位</a:t>
            </a:r>
            <a:r>
              <a:rPr lang="en-US" altLang="zh-CN" sz="2800" b="1" dirty="0">
                <a:latin typeface="宋体" panose="02010600030101010101" pitchFamily="2" charset="-122"/>
              </a:rPr>
              <a:t>: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  <p:sp>
        <p:nvSpPr>
          <p:cNvPr id="883729" name="Text Box 17"/>
          <p:cNvSpPr txBox="1"/>
          <p:nvPr/>
        </p:nvSpPr>
        <p:spPr>
          <a:xfrm>
            <a:off x="4681538" y="5603875"/>
            <a:ext cx="2159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焦耳</a:t>
            </a:r>
            <a:r>
              <a:rPr lang="en-US" altLang="zh-CN" sz="2800" b="1" dirty="0">
                <a:ea typeface="楷体_GB2312" pitchFamily="49" charset="-122"/>
              </a:rPr>
              <a:t>(J)</a:t>
            </a:r>
            <a:endParaRPr lang="en-US" altLang="zh-CN" sz="2800" b="1" dirty="0">
              <a:ea typeface="楷体_GB2312" pitchFamily="49" charset="-122"/>
            </a:endParaRPr>
          </a:p>
        </p:txBody>
      </p:sp>
      <p:sp>
        <p:nvSpPr>
          <p:cNvPr id="883730" name="AutoShape 18"/>
          <p:cNvSpPr/>
          <p:nvPr/>
        </p:nvSpPr>
        <p:spPr>
          <a:xfrm>
            <a:off x="252413" y="368300"/>
            <a:ext cx="1835150" cy="882650"/>
          </a:xfrm>
          <a:prstGeom prst="cloudCallout">
            <a:avLst>
              <a:gd name="adj1" fmla="val 14185"/>
              <a:gd name="adj2" fmla="val 106653"/>
            </a:avLst>
          </a:prstGeom>
          <a:solidFill>
            <a:schemeClr val="bg1"/>
          </a:solidFill>
          <a:ln w="38100" cap="flat" cmpd="sng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dirty="0"/>
          </a:p>
        </p:txBody>
      </p:sp>
      <p:sp>
        <p:nvSpPr>
          <p:cNvPr id="883731" name="Text Box 19"/>
          <p:cNvSpPr txBox="1"/>
          <p:nvPr/>
        </p:nvSpPr>
        <p:spPr>
          <a:xfrm>
            <a:off x="627063" y="404813"/>
            <a:ext cx="2144712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FF0000"/>
                </a:solidFill>
                <a:ea typeface="隶书" panose="02010509060101010101" pitchFamily="49" charset="-122"/>
              </a:rPr>
              <a:t>结论</a:t>
            </a:r>
            <a:endParaRPr lang="zh-CN" altLang="en-US" sz="36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883732" name="Text Box 20"/>
          <p:cNvSpPr txBox="1"/>
          <p:nvPr/>
        </p:nvSpPr>
        <p:spPr>
          <a:xfrm>
            <a:off x="647700" y="2420938"/>
            <a:ext cx="2765425" cy="9461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电势能零点？</a:t>
            </a:r>
            <a:endParaRPr lang="zh-CN" altLang="en-US" sz="28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883733" name="Rectangle 21"/>
          <p:cNvSpPr/>
          <p:nvPr/>
        </p:nvSpPr>
        <p:spPr>
          <a:xfrm>
            <a:off x="1079500" y="3068638"/>
            <a:ext cx="2016125" cy="51911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solidFill>
                  <a:srgbClr val="0000FF"/>
                </a:solidFill>
              </a:rPr>
              <a:t>V=0</a:t>
            </a:r>
            <a:r>
              <a:rPr lang="zh-CN" altLang="en-US" sz="2800" b="1" dirty="0">
                <a:solidFill>
                  <a:srgbClr val="0000FF"/>
                </a:solidFill>
              </a:rPr>
              <a:t>点处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88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" fill="hold"/>
                                        <p:tgtEl>
                                          <p:spTgt spid="8837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8837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49"/>
                            </p:stCondLst>
                            <p:childTnLst>
                              <p:par>
                                <p:cTn id="14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" fill="hold"/>
                                        <p:tgtEl>
                                          <p:spTgt spid="883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" fill="hold"/>
                                        <p:tgtEl>
                                          <p:spTgt spid="883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883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" fill="hold"/>
                                        <p:tgtEl>
                                          <p:spTgt spid="883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8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8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83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" dur="500"/>
                                        <p:tgtEl>
                                          <p:spTgt spid="88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8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8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75" fill="hold"/>
                                        <p:tgtEl>
                                          <p:spTgt spid="8837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" fill="hold"/>
                                        <p:tgtEl>
                                          <p:spTgt spid="8837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837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837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8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837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837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883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883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837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837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883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883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883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1" dur="1000"/>
                                        <p:tgtEl>
                                          <p:spTgt spid="883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883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883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8" dur="1000"/>
                                        <p:tgtEl>
                                          <p:spTgt spid="88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3714" grpId="0"/>
      <p:bldP spid="883715" grpId="0"/>
      <p:bldP spid="883716" grpId="0"/>
      <p:bldP spid="883717" grpId="0" animBg="1"/>
      <p:bldP spid="883721" grpId="0" animBg="1"/>
      <p:bldP spid="883722" grpId="0"/>
      <p:bldP spid="883723" grpId="0" animBg="1"/>
      <p:bldP spid="883725" grpId="0" animBg="1"/>
      <p:bldP spid="883728" grpId="0"/>
      <p:bldP spid="883729" grpId="0"/>
      <p:bldP spid="883730" grpId="0" animBg="1"/>
      <p:bldP spid="883731" grpId="0"/>
      <p:bldP spid="883732" grpId="0"/>
      <p:bldP spid="883733" grpId="0"/>
    </p:bldLst>
  </p:timing>
</p:sld>
</file>

<file path=ppt/tags/tag1.xml><?xml version="1.0" encoding="utf-8"?>
<p:tagLst xmlns:p="http://schemas.openxmlformats.org/presentationml/2006/main">
  <p:tag name="commondata" val="eyJoZGlkIjoiNTRmMGEyNDZlNzIxMzE3MDI5ZTUxZWVjOTU5NmZhZTY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1598</Words>
  <Application>WPS 演示</Application>
  <PresentationFormat>全屏显示(4:3)</PresentationFormat>
  <Paragraphs>391</Paragraphs>
  <Slides>16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137</vt:i4>
      </vt:variant>
      <vt:variant>
        <vt:lpstr>幻灯片标题</vt:lpstr>
      </vt:variant>
      <vt:variant>
        <vt:i4>16</vt:i4>
      </vt:variant>
    </vt:vector>
  </HeadingPairs>
  <TitlesOfParts>
    <vt:vector size="168" baseType="lpstr">
      <vt:lpstr>Arial</vt:lpstr>
      <vt:lpstr>宋体</vt:lpstr>
      <vt:lpstr>Wingdings</vt:lpstr>
      <vt:lpstr>Times New Roman</vt:lpstr>
      <vt:lpstr>黑体</vt:lpstr>
      <vt:lpstr>Symbol</vt:lpstr>
      <vt:lpstr>楷体_GB2312</vt:lpstr>
      <vt:lpstr>新宋体</vt:lpstr>
      <vt:lpstr>隶书</vt:lpstr>
      <vt:lpstr>微软雅黑</vt:lpstr>
      <vt:lpstr>Arial Unicode MS</vt:lpstr>
      <vt:lpstr>Arial Unicode MS</vt:lpstr>
      <vt:lpstr>Monotype Sorts</vt:lpstr>
      <vt:lpstr>Wingdings</vt:lpstr>
      <vt:lpstr>默认设计模板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平板电容器应用1-位移传感器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华中科技大学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项林川 Xiang Linchuan</dc:creator>
  <cp:lastModifiedBy>WPS_1631981099</cp:lastModifiedBy>
  <cp:revision>1878</cp:revision>
  <dcterms:created xsi:type="dcterms:W3CDTF">2000-02-14T01:19:00Z</dcterms:created>
  <dcterms:modified xsi:type="dcterms:W3CDTF">2024-05-29T06:48:17Z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A8297123F353419393CF7DE26C096A75_13</vt:lpwstr>
  </property>
  <property fmtid="{D5CDD505-2E9C-101B-9397-08002B2CF9AE}" pid="3" name="KSOProductBuildVer">
    <vt:lpwstr>2052-12.1.0.16729</vt:lpwstr>
  </property>
</Properties>
</file>